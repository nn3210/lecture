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db2e7090664b76" /><Relationship Type="http://schemas.openxmlformats.org/officeDocument/2006/relationships/extended-properties" Target="/docProps/app.xml" Id="R1369206fa8a143fc" /><Relationship Type="http://schemas.openxmlformats.org/officeDocument/2006/relationships/officeDocument" Target="/ppt/presentation.xml" Id="Recefb65f65164657" /></Relationships>
</file>

<file path=ppt/presentation.xml><?xml version="1.0" encoding="utf-8"?>
<p:presentation xmlns:p="http://schemas.openxmlformats.org/presentationml/2006/main">
  <p:sldMasterIdLst>
    <p:sldMasterId xmlns:r="http://schemas.openxmlformats.org/officeDocument/2006/relationships" id="2147483648" r:id="Re20fdfa507514ca2"/>
  </p:sldMasterIdLst>
  <p:notesMasterIdLst>
    <p:notesMasterId xmlns:r="http://schemas.openxmlformats.org/officeDocument/2006/relationships" r:id="R2c5c90dd691947b9"/>
  </p:notesMasterIdLst>
  <p:sldIdLst>
    <p:sldId xmlns:r="http://schemas.openxmlformats.org/officeDocument/2006/relationships" id="256" r:id="Reaade50a722e4d5e"/>
    <p:sldId xmlns:r="http://schemas.openxmlformats.org/officeDocument/2006/relationships" id="257" r:id="Ra44208b032bd4833"/>
    <p:sldId xmlns:r="http://schemas.openxmlformats.org/officeDocument/2006/relationships" id="258" r:id="R8ccc61efa1174c93"/>
    <p:sldId xmlns:r="http://schemas.openxmlformats.org/officeDocument/2006/relationships" id="259" r:id="R03a0f2f1fd6141d5"/>
    <p:sldId xmlns:r="http://schemas.openxmlformats.org/officeDocument/2006/relationships" id="260" r:id="Rc066281d44344a9f"/>
    <p:sldId xmlns:r="http://schemas.openxmlformats.org/officeDocument/2006/relationships" id="261" r:id="Ree2bcc9ada814d12"/>
    <p:sldId xmlns:r="http://schemas.openxmlformats.org/officeDocument/2006/relationships" id="262" r:id="R8051b9afdeb14749"/>
    <p:sldId xmlns:r="http://schemas.openxmlformats.org/officeDocument/2006/relationships" id="263" r:id="Ra1a550e7e7214ec0"/>
    <p:sldId xmlns:r="http://schemas.openxmlformats.org/officeDocument/2006/relationships" id="264" r:id="R669bd458229346cd"/>
    <p:sldId xmlns:r="http://schemas.openxmlformats.org/officeDocument/2006/relationships" id="265" r:id="Rb700f6cfb2f54ef5"/>
    <p:sldId xmlns:r="http://schemas.openxmlformats.org/officeDocument/2006/relationships" id="266" r:id="Rdd181919f2b34db1"/>
    <p:sldId xmlns:r="http://schemas.openxmlformats.org/officeDocument/2006/relationships" id="267" r:id="Rd9af52bc47f54bac"/>
    <p:sldId xmlns:r="http://schemas.openxmlformats.org/officeDocument/2006/relationships" id="268" r:id="R225bd886122c40d1"/>
    <p:sldId xmlns:r="http://schemas.openxmlformats.org/officeDocument/2006/relationships" id="269" r:id="Re96d9c72ecaa4104"/>
    <p:sldId xmlns:r="http://schemas.openxmlformats.org/officeDocument/2006/relationships" id="270" r:id="R1ac0389ee6454414"/>
    <p:sldId xmlns:r="http://schemas.openxmlformats.org/officeDocument/2006/relationships" id="271" r:id="R20f579c7fb3541a4"/>
    <p:sldId xmlns:r="http://schemas.openxmlformats.org/officeDocument/2006/relationships" id="272" r:id="R37d4d145ecce4fb2"/>
    <p:sldId xmlns:r="http://schemas.openxmlformats.org/officeDocument/2006/relationships" id="273" r:id="Radc85d5752ce465e"/>
    <p:sldId xmlns:r="http://schemas.openxmlformats.org/officeDocument/2006/relationships" id="274" r:id="R7bcd5dd5b2c449ac"/>
    <p:sldId xmlns:r="http://schemas.openxmlformats.org/officeDocument/2006/relationships" id="275" r:id="R9f31e8c81f3f48e3"/>
    <p:sldId xmlns:r="http://schemas.openxmlformats.org/officeDocument/2006/relationships" id="276" r:id="Rebfcccb7663b4087"/>
    <p:sldId xmlns:r="http://schemas.openxmlformats.org/officeDocument/2006/relationships" id="277" r:id="Ref2f47fd55e94daa"/>
    <p:sldId xmlns:r="http://schemas.openxmlformats.org/officeDocument/2006/relationships" id="278" r:id="Rdf47221c58154726"/>
    <p:sldId xmlns:r="http://schemas.openxmlformats.org/officeDocument/2006/relationships" id="279" r:id="Rd6839566869b4e26"/>
    <p:sldId xmlns:r="http://schemas.openxmlformats.org/officeDocument/2006/relationships" id="280" r:id="R1423d2aae4c94a53"/>
    <p:sldId xmlns:r="http://schemas.openxmlformats.org/officeDocument/2006/relationships" id="281" r:id="Rb2226cdb56ca41b1"/>
    <p:sldId xmlns:r="http://schemas.openxmlformats.org/officeDocument/2006/relationships" id="282" r:id="Ra181a6681ed64c65"/>
    <p:sldId xmlns:r="http://schemas.openxmlformats.org/officeDocument/2006/relationships" id="283" r:id="R704ca139126948a4"/>
    <p:sldId xmlns:r="http://schemas.openxmlformats.org/officeDocument/2006/relationships" id="284" r:id="Rf873c139c9c94068"/>
    <p:sldId xmlns:r="http://schemas.openxmlformats.org/officeDocument/2006/relationships" id="285" r:id="R029c72d6a3bb48e9"/>
    <p:sldId xmlns:r="http://schemas.openxmlformats.org/officeDocument/2006/relationships" id="286" r:id="R3f460daa0114450a"/>
    <p:sldId xmlns:r="http://schemas.openxmlformats.org/officeDocument/2006/relationships" id="287" r:id="R7e422eb0a6964603"/>
    <p:sldId xmlns:r="http://schemas.openxmlformats.org/officeDocument/2006/relationships" id="288" r:id="Re801c56fcbbc4807"/>
    <p:sldId xmlns:r="http://schemas.openxmlformats.org/officeDocument/2006/relationships" id="289" r:id="R2e31f17e51b1409a"/>
    <p:sldId xmlns:r="http://schemas.openxmlformats.org/officeDocument/2006/relationships" id="290" r:id="R03e66105f2fa44bb"/>
    <p:sldId xmlns:r="http://schemas.openxmlformats.org/officeDocument/2006/relationships" id="291" r:id="R03945ca0ec304ce3"/>
    <p:sldId xmlns:r="http://schemas.openxmlformats.org/officeDocument/2006/relationships" id="292" r:id="R050c92148c744af6"/>
    <p:sldId xmlns:r="http://schemas.openxmlformats.org/officeDocument/2006/relationships" id="293" r:id="R06ef4d126886473a"/>
    <p:sldId xmlns:r="http://schemas.openxmlformats.org/officeDocument/2006/relationships" id="294" r:id="R725b45219ded444d"/>
    <p:sldId xmlns:r="http://schemas.openxmlformats.org/officeDocument/2006/relationships" id="295" r:id="Racfe48cd35574bf6"/>
    <p:sldId xmlns:r="http://schemas.openxmlformats.org/officeDocument/2006/relationships" id="296" r:id="Rc6e8f5f69a2e4be4"/>
    <p:sldId xmlns:r="http://schemas.openxmlformats.org/officeDocument/2006/relationships" id="297" r:id="R101c8743829f41f2"/>
    <p:sldId xmlns:r="http://schemas.openxmlformats.org/officeDocument/2006/relationships" id="298" r:id="R804d67f93ea04ede"/>
    <p:sldId xmlns:r="http://schemas.openxmlformats.org/officeDocument/2006/relationships" id="299" r:id="Ra5bd99532c4e477e"/>
    <p:sldId xmlns:r="http://schemas.openxmlformats.org/officeDocument/2006/relationships" id="300" r:id="Re1d6852c86a642e9"/>
    <p:sldId xmlns:r="http://schemas.openxmlformats.org/officeDocument/2006/relationships" id="301" r:id="Raefbb8c341f04181"/>
    <p:sldId xmlns:r="http://schemas.openxmlformats.org/officeDocument/2006/relationships" id="302" r:id="Rfa7ccb3281c74529"/>
    <p:sldId xmlns:r="http://schemas.openxmlformats.org/officeDocument/2006/relationships" id="303" r:id="R1a41e7a614e14cd7"/>
    <p:sldId xmlns:r="http://schemas.openxmlformats.org/officeDocument/2006/relationships" id="304" r:id="Rdcf00448b6e749fc"/>
    <p:sldId xmlns:r="http://schemas.openxmlformats.org/officeDocument/2006/relationships" id="305" r:id="R7acf9827423e45af"/>
    <p:sldId xmlns:r="http://schemas.openxmlformats.org/officeDocument/2006/relationships" id="306" r:id="R9240e9a494594fc9"/>
    <p:sldId xmlns:r="http://schemas.openxmlformats.org/officeDocument/2006/relationships" id="307" r:id="Rad4e63de8ed54502"/>
    <p:sldId xmlns:r="http://schemas.openxmlformats.org/officeDocument/2006/relationships" id="308" r:id="Rd7f46391ff5b4bda"/>
    <p:sldId xmlns:r="http://schemas.openxmlformats.org/officeDocument/2006/relationships" id="309" r:id="Rcf8a2ee2141a4a04"/>
    <p:sldId xmlns:r="http://schemas.openxmlformats.org/officeDocument/2006/relationships" id="310" r:id="R9ac25245e32749aa"/>
    <p:sldId xmlns:r="http://schemas.openxmlformats.org/officeDocument/2006/relationships" id="311" r:id="R12fccf530a8f4057"/>
    <p:sldId xmlns:r="http://schemas.openxmlformats.org/officeDocument/2006/relationships" id="312" r:id="R2328e0da44614321"/>
    <p:sldId xmlns:r="http://schemas.openxmlformats.org/officeDocument/2006/relationships" id="313" r:id="R3eeb5e32c54042aa"/>
    <p:sldId xmlns:r="http://schemas.openxmlformats.org/officeDocument/2006/relationships" id="314" r:id="Rf8ecb063e9c94c64"/>
    <p:sldId xmlns:r="http://schemas.openxmlformats.org/officeDocument/2006/relationships" id="315" r:id="Rb910f6e19aad4251"/>
    <p:sldId xmlns:r="http://schemas.openxmlformats.org/officeDocument/2006/relationships" id="316" r:id="R17ebefecf5514ec0"/>
    <p:sldId xmlns:r="http://schemas.openxmlformats.org/officeDocument/2006/relationships" id="317" r:id="R6603b7f177674371"/>
    <p:sldId xmlns:r="http://schemas.openxmlformats.org/officeDocument/2006/relationships" id="318" r:id="Rdbe8d59717ba43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77c96fbe542401f" /><Relationship Type="http://schemas.openxmlformats.org/officeDocument/2006/relationships/slideMaster" Target="/ppt/slideMasters/slideMaster1.xml" Id="Re20fdfa507514ca2" /><Relationship Type="http://schemas.openxmlformats.org/officeDocument/2006/relationships/notesMaster" Target="/ppt/notesMasters/notesMaster1.xml" Id="R2c5c90dd691947b9" /><Relationship Type="http://schemas.openxmlformats.org/officeDocument/2006/relationships/presProps" Target="/ppt/presProps.xml" Id="R02bb94906e98415d" /><Relationship Type="http://schemas.openxmlformats.org/officeDocument/2006/relationships/tableStyles" Target="/ppt/tableStyles.xml" Id="R2818f0d5fa414c95" /><Relationship Type="http://schemas.openxmlformats.org/officeDocument/2006/relationships/slide" Target="/ppt/slides/slide1.xml" Id="Reaade50a722e4d5e" /><Relationship Type="http://schemas.openxmlformats.org/officeDocument/2006/relationships/slide" Target="/ppt/slides/slide2.xml" Id="Ra44208b032bd4833" /><Relationship Type="http://schemas.openxmlformats.org/officeDocument/2006/relationships/slide" Target="/ppt/slides/slide3.xml" Id="R8ccc61efa1174c93" /><Relationship Type="http://schemas.openxmlformats.org/officeDocument/2006/relationships/slide" Target="/ppt/slides/slide4.xml" Id="R03a0f2f1fd6141d5" /><Relationship Type="http://schemas.openxmlformats.org/officeDocument/2006/relationships/slide" Target="/ppt/slides/slide5.xml" Id="Rc066281d44344a9f" /><Relationship Type="http://schemas.openxmlformats.org/officeDocument/2006/relationships/slide" Target="/ppt/slides/slide6.xml" Id="Ree2bcc9ada814d12" /><Relationship Type="http://schemas.openxmlformats.org/officeDocument/2006/relationships/slide" Target="/ppt/slides/slide7.xml" Id="R8051b9afdeb14749" /><Relationship Type="http://schemas.openxmlformats.org/officeDocument/2006/relationships/slide" Target="/ppt/slides/slide8.xml" Id="Ra1a550e7e7214ec0" /><Relationship Type="http://schemas.openxmlformats.org/officeDocument/2006/relationships/slide" Target="/ppt/slides/slide9.xml" Id="R669bd458229346cd" /><Relationship Type="http://schemas.openxmlformats.org/officeDocument/2006/relationships/slide" Target="/ppt/slides/slide10.xml" Id="Rb700f6cfb2f54ef5" /><Relationship Type="http://schemas.openxmlformats.org/officeDocument/2006/relationships/slide" Target="/ppt/slides/slide11.xml" Id="Rdd181919f2b34db1" /><Relationship Type="http://schemas.openxmlformats.org/officeDocument/2006/relationships/slide" Target="/ppt/slides/slide12.xml" Id="Rd9af52bc47f54bac" /><Relationship Type="http://schemas.openxmlformats.org/officeDocument/2006/relationships/slide" Target="/ppt/slides/slide13.xml" Id="R225bd886122c40d1" /><Relationship Type="http://schemas.openxmlformats.org/officeDocument/2006/relationships/slide" Target="/ppt/slides/slide14.xml" Id="Re96d9c72ecaa4104" /><Relationship Type="http://schemas.openxmlformats.org/officeDocument/2006/relationships/slide" Target="/ppt/slides/slide15.xml" Id="R1ac0389ee6454414" /><Relationship Type="http://schemas.openxmlformats.org/officeDocument/2006/relationships/slide" Target="/ppt/slides/slide16.xml" Id="R20f579c7fb3541a4" /><Relationship Type="http://schemas.openxmlformats.org/officeDocument/2006/relationships/slide" Target="/ppt/slides/slide17.xml" Id="R37d4d145ecce4fb2" /><Relationship Type="http://schemas.openxmlformats.org/officeDocument/2006/relationships/slide" Target="/ppt/slides/slide18.xml" Id="Radc85d5752ce465e" /><Relationship Type="http://schemas.openxmlformats.org/officeDocument/2006/relationships/slide" Target="/ppt/slides/slide19.xml" Id="R7bcd5dd5b2c449ac" /><Relationship Type="http://schemas.openxmlformats.org/officeDocument/2006/relationships/slide" Target="/ppt/slides/slide20.xml" Id="R9f31e8c81f3f48e3" /><Relationship Type="http://schemas.openxmlformats.org/officeDocument/2006/relationships/slide" Target="/ppt/slides/slide21.xml" Id="Rebfcccb7663b4087" /><Relationship Type="http://schemas.openxmlformats.org/officeDocument/2006/relationships/slide" Target="/ppt/slides/slide22.xml" Id="Ref2f47fd55e94daa" /><Relationship Type="http://schemas.openxmlformats.org/officeDocument/2006/relationships/slide" Target="/ppt/slides/slide23.xml" Id="Rdf47221c58154726" /><Relationship Type="http://schemas.openxmlformats.org/officeDocument/2006/relationships/slide" Target="/ppt/slides/slide24.xml" Id="Rd6839566869b4e26" /><Relationship Type="http://schemas.openxmlformats.org/officeDocument/2006/relationships/slide" Target="/ppt/slides/slide25.xml" Id="R1423d2aae4c94a53" /><Relationship Type="http://schemas.openxmlformats.org/officeDocument/2006/relationships/slide" Target="/ppt/slides/slide26.xml" Id="Rb2226cdb56ca41b1" /><Relationship Type="http://schemas.openxmlformats.org/officeDocument/2006/relationships/slide" Target="/ppt/slides/slide27.xml" Id="Ra181a6681ed64c65" /><Relationship Type="http://schemas.openxmlformats.org/officeDocument/2006/relationships/slide" Target="/ppt/slides/slide28.xml" Id="R704ca139126948a4" /><Relationship Type="http://schemas.openxmlformats.org/officeDocument/2006/relationships/slide" Target="/ppt/slides/slide29.xml" Id="Rf873c139c9c94068" /><Relationship Type="http://schemas.openxmlformats.org/officeDocument/2006/relationships/slide" Target="/ppt/slides/slide30.xml" Id="R029c72d6a3bb48e9" /><Relationship Type="http://schemas.openxmlformats.org/officeDocument/2006/relationships/slide" Target="/ppt/slides/slide31.xml" Id="R3f460daa0114450a" /><Relationship Type="http://schemas.openxmlformats.org/officeDocument/2006/relationships/slide" Target="/ppt/slides/slide32.xml" Id="R7e422eb0a6964603" /><Relationship Type="http://schemas.openxmlformats.org/officeDocument/2006/relationships/slide" Target="/ppt/slides/slide33.xml" Id="Re801c56fcbbc4807" /><Relationship Type="http://schemas.openxmlformats.org/officeDocument/2006/relationships/slide" Target="/ppt/slides/slide34.xml" Id="R2e31f17e51b1409a" /><Relationship Type="http://schemas.openxmlformats.org/officeDocument/2006/relationships/slide" Target="/ppt/slides/slide35.xml" Id="R03e66105f2fa44bb" /><Relationship Type="http://schemas.openxmlformats.org/officeDocument/2006/relationships/slide" Target="/ppt/slides/slide36.xml" Id="R03945ca0ec304ce3" /><Relationship Type="http://schemas.openxmlformats.org/officeDocument/2006/relationships/slide" Target="/ppt/slides/slide37.xml" Id="R050c92148c744af6" /><Relationship Type="http://schemas.openxmlformats.org/officeDocument/2006/relationships/slide" Target="/ppt/slides/slide38.xml" Id="R06ef4d126886473a" /><Relationship Type="http://schemas.openxmlformats.org/officeDocument/2006/relationships/slide" Target="/ppt/slides/slide39.xml" Id="R725b45219ded444d" /><Relationship Type="http://schemas.openxmlformats.org/officeDocument/2006/relationships/slide" Target="/ppt/slides/slide40.xml" Id="Racfe48cd35574bf6" /><Relationship Type="http://schemas.openxmlformats.org/officeDocument/2006/relationships/slide" Target="/ppt/slides/slide41.xml" Id="Rc6e8f5f69a2e4be4" /><Relationship Type="http://schemas.openxmlformats.org/officeDocument/2006/relationships/slide" Target="/ppt/slides/slide42.xml" Id="R101c8743829f41f2" /><Relationship Type="http://schemas.openxmlformats.org/officeDocument/2006/relationships/slide" Target="/ppt/slides/slide43.xml" Id="R804d67f93ea04ede" /><Relationship Type="http://schemas.openxmlformats.org/officeDocument/2006/relationships/slide" Target="/ppt/slides/slide44.xml" Id="Ra5bd99532c4e477e" /><Relationship Type="http://schemas.openxmlformats.org/officeDocument/2006/relationships/slide" Target="/ppt/slides/slide45.xml" Id="Re1d6852c86a642e9" /><Relationship Type="http://schemas.openxmlformats.org/officeDocument/2006/relationships/slide" Target="/ppt/slides/slide46.xml" Id="Raefbb8c341f04181" /><Relationship Type="http://schemas.openxmlformats.org/officeDocument/2006/relationships/slide" Target="/ppt/slides/slide47.xml" Id="Rfa7ccb3281c74529" /><Relationship Type="http://schemas.openxmlformats.org/officeDocument/2006/relationships/slide" Target="/ppt/slides/slide48.xml" Id="R1a41e7a614e14cd7" /><Relationship Type="http://schemas.openxmlformats.org/officeDocument/2006/relationships/slide" Target="/ppt/slides/slide49.xml" Id="Rdcf00448b6e749fc" /><Relationship Type="http://schemas.openxmlformats.org/officeDocument/2006/relationships/slide" Target="/ppt/slides/slide50.xml" Id="R7acf9827423e45af" /><Relationship Type="http://schemas.openxmlformats.org/officeDocument/2006/relationships/slide" Target="/ppt/slides/slide51.xml" Id="R9240e9a494594fc9" /><Relationship Type="http://schemas.openxmlformats.org/officeDocument/2006/relationships/slide" Target="/ppt/slides/slide52.xml" Id="Rad4e63de8ed54502" /><Relationship Type="http://schemas.openxmlformats.org/officeDocument/2006/relationships/slide" Target="/ppt/slides/slide53.xml" Id="Rd7f46391ff5b4bda" /><Relationship Type="http://schemas.openxmlformats.org/officeDocument/2006/relationships/slide" Target="/ppt/slides/slide54.xml" Id="Rcf8a2ee2141a4a04" /><Relationship Type="http://schemas.openxmlformats.org/officeDocument/2006/relationships/slide" Target="/ppt/slides/slide55.xml" Id="R9ac25245e32749aa" /><Relationship Type="http://schemas.openxmlformats.org/officeDocument/2006/relationships/slide" Target="/ppt/slides/slide56.xml" Id="R12fccf530a8f4057" /><Relationship Type="http://schemas.openxmlformats.org/officeDocument/2006/relationships/slide" Target="/ppt/slides/slide57.xml" Id="R2328e0da44614321" /><Relationship Type="http://schemas.openxmlformats.org/officeDocument/2006/relationships/slide" Target="/ppt/slides/slide58.xml" Id="R3eeb5e32c54042aa" /><Relationship Type="http://schemas.openxmlformats.org/officeDocument/2006/relationships/slide" Target="/ppt/slides/slide59.xml" Id="Rf8ecb063e9c94c64" /><Relationship Type="http://schemas.openxmlformats.org/officeDocument/2006/relationships/slide" Target="/ppt/slides/slide60.xml" Id="Rb910f6e19aad4251" /><Relationship Type="http://schemas.openxmlformats.org/officeDocument/2006/relationships/slide" Target="/ppt/slides/slide61.xml" Id="R17ebefecf5514ec0" /><Relationship Type="http://schemas.openxmlformats.org/officeDocument/2006/relationships/slide" Target="/ppt/slides/slide62.xml" Id="R6603b7f177674371" /><Relationship Type="http://schemas.openxmlformats.org/officeDocument/2006/relationships/slide" Target="/ppt/slides/slide63.xml" Id="Rdbe8d59717ba43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67b111575848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fd87bd1f494084" /><Relationship Type="http://schemas.openxmlformats.org/officeDocument/2006/relationships/notesMaster" Target="/ppt/notesMasters/notesMaster1.xml" Id="Re3a1f34ba7e848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5f23606b734c82" /><Relationship Type="http://schemas.openxmlformats.org/officeDocument/2006/relationships/notesMaster" Target="/ppt/notesMasters/notesMaster1.xml" Id="R2a13b75e3e1449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2bb64b6802449e" /><Relationship Type="http://schemas.openxmlformats.org/officeDocument/2006/relationships/notesMaster" Target="/ppt/notesMasters/notesMaster1.xml" Id="R63bdc7fdd1ca43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3023e9fc8e4e69" /><Relationship Type="http://schemas.openxmlformats.org/officeDocument/2006/relationships/notesMaster" Target="/ppt/notesMasters/notesMaster1.xml" Id="R3525935a328a4f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e36fc406eb43f0" /><Relationship Type="http://schemas.openxmlformats.org/officeDocument/2006/relationships/notesMaster" Target="/ppt/notesMasters/notesMaster1.xml" Id="Ref2918056e2a44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02064e45b74c10" /><Relationship Type="http://schemas.openxmlformats.org/officeDocument/2006/relationships/notesMaster" Target="/ppt/notesMasters/notesMaster1.xml" Id="Rb50f35d8cda846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e9df0b40d041ab" /><Relationship Type="http://schemas.openxmlformats.org/officeDocument/2006/relationships/notesMaster" Target="/ppt/notesMasters/notesMaster1.xml" Id="Rf57b855a71f045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f1466ad4564128" /><Relationship Type="http://schemas.openxmlformats.org/officeDocument/2006/relationships/notesMaster" Target="/ppt/notesMasters/notesMaster1.xml" Id="R97053fe08b784f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47e9e90d284500" /><Relationship Type="http://schemas.openxmlformats.org/officeDocument/2006/relationships/notesMaster" Target="/ppt/notesMasters/notesMaster1.xml" Id="R509e910392c143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4123d78a704374" /><Relationship Type="http://schemas.openxmlformats.org/officeDocument/2006/relationships/notesMaster" Target="/ppt/notesMasters/notesMaster1.xml" Id="Rd3a4e04c46d44b2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ef7ab1a2ab46bf" /><Relationship Type="http://schemas.openxmlformats.org/officeDocument/2006/relationships/notesMaster" Target="/ppt/notesMasters/notesMaster1.xml" Id="R40ad6d3d44604d6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44843b2cb9647a2" /><Relationship Type="http://schemas.openxmlformats.org/officeDocument/2006/relationships/notesMaster" Target="/ppt/notesMasters/notesMaster1.xml" Id="R561a34f0c3be4ca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73c6bc6c0bd4d12" /><Relationship Type="http://schemas.openxmlformats.org/officeDocument/2006/relationships/notesMaster" Target="/ppt/notesMasters/notesMaster1.xml" Id="R7fd65841e4a74b3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956d959f8b4630" /><Relationship Type="http://schemas.openxmlformats.org/officeDocument/2006/relationships/notesMaster" Target="/ppt/notesMasters/notesMaster1.xml" Id="Rf51801531fb5484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389783913a5459e" /><Relationship Type="http://schemas.openxmlformats.org/officeDocument/2006/relationships/notesMaster" Target="/ppt/notesMasters/notesMaster1.xml" Id="Rffdc129ad21b40f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cf040677fe9485f" /><Relationship Type="http://schemas.openxmlformats.org/officeDocument/2006/relationships/notesMaster" Target="/ppt/notesMasters/notesMaster1.xml" Id="Ra4de35708ae04b9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f504c08550045cc" /><Relationship Type="http://schemas.openxmlformats.org/officeDocument/2006/relationships/notesMaster" Target="/ppt/notesMasters/notesMaster1.xml" Id="R80c75fc26a56482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9c06eed4ca7470f" /><Relationship Type="http://schemas.openxmlformats.org/officeDocument/2006/relationships/notesMaster" Target="/ppt/notesMasters/notesMaster1.xml" Id="Rc0658e14a05a40b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908b282b4ba4c28" /><Relationship Type="http://schemas.openxmlformats.org/officeDocument/2006/relationships/notesMaster" Target="/ppt/notesMasters/notesMaster1.xml" Id="R4c101c7174974a6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fbd5cbbfa274b69" /><Relationship Type="http://schemas.openxmlformats.org/officeDocument/2006/relationships/notesMaster" Target="/ppt/notesMasters/notesMaster1.xml" Id="R841fe0a9b51b482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8f765d04f6a4562" /><Relationship Type="http://schemas.openxmlformats.org/officeDocument/2006/relationships/notesMaster" Target="/ppt/notesMasters/notesMaster1.xml" Id="Rcbc76200a254473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3566b9deef64eb7" /><Relationship Type="http://schemas.openxmlformats.org/officeDocument/2006/relationships/notesMaster" Target="/ppt/notesMasters/notesMaster1.xml" Id="Re36c22987cd3484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53b59a5a0cf446e" /><Relationship Type="http://schemas.openxmlformats.org/officeDocument/2006/relationships/notesMaster" Target="/ppt/notesMasters/notesMaster1.xml" Id="R1b12c5478f43459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59654f5694e4eb3" /><Relationship Type="http://schemas.openxmlformats.org/officeDocument/2006/relationships/notesMaster" Target="/ppt/notesMasters/notesMaster1.xml" Id="Red52d6bd9d78460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ad52d5d411f4195" /><Relationship Type="http://schemas.openxmlformats.org/officeDocument/2006/relationships/notesMaster" Target="/ppt/notesMasters/notesMaster1.xml" Id="Rf8a359117d994c9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2ed4878c4b0408b" /><Relationship Type="http://schemas.openxmlformats.org/officeDocument/2006/relationships/notesMaster" Target="/ppt/notesMasters/notesMaster1.xml" Id="Re737682c76d34af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c1538c5affb4c84" /><Relationship Type="http://schemas.openxmlformats.org/officeDocument/2006/relationships/notesMaster" Target="/ppt/notesMasters/notesMaster1.xml" Id="R8cfe342a54a74d7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baf1bb7486d45a4" /><Relationship Type="http://schemas.openxmlformats.org/officeDocument/2006/relationships/notesMaster" Target="/ppt/notesMasters/notesMaster1.xml" Id="Rc243803ade8e41e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dc76560e8e74f5e" /><Relationship Type="http://schemas.openxmlformats.org/officeDocument/2006/relationships/notesMaster" Target="/ppt/notesMasters/notesMaster1.xml" Id="R63ba8d8f72254e1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a02036150564b30" /><Relationship Type="http://schemas.openxmlformats.org/officeDocument/2006/relationships/notesMaster" Target="/ppt/notesMasters/notesMaster1.xml" Id="Rb0b795b208d5462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f8d86133cc04acb" /><Relationship Type="http://schemas.openxmlformats.org/officeDocument/2006/relationships/notesMaster" Target="/ppt/notesMasters/notesMaster1.xml" Id="R7cb6805e9d004cf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889ec8002a44501" /><Relationship Type="http://schemas.openxmlformats.org/officeDocument/2006/relationships/notesMaster" Target="/ppt/notesMasters/notesMaster1.xml" Id="Rf30225a3c93340c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ade4c43885848dd" /><Relationship Type="http://schemas.openxmlformats.org/officeDocument/2006/relationships/notesMaster" Target="/ppt/notesMasters/notesMaster1.xml" Id="Rd70a7f487a384cb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e0572678eb64d02" /><Relationship Type="http://schemas.openxmlformats.org/officeDocument/2006/relationships/notesMaster" Target="/ppt/notesMasters/notesMaster1.xml" Id="R556d1a70f3fc444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dca1bf2cb6d4bcb" /><Relationship Type="http://schemas.openxmlformats.org/officeDocument/2006/relationships/notesMaster" Target="/ppt/notesMasters/notesMaster1.xml" Id="Rd275a25ff3dc40c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e4d6a2ece6542d1" /><Relationship Type="http://schemas.openxmlformats.org/officeDocument/2006/relationships/notesMaster" Target="/ppt/notesMasters/notesMaster1.xml" Id="Rbcc44a6cfd1544e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fad71f0d67f40c2" /><Relationship Type="http://schemas.openxmlformats.org/officeDocument/2006/relationships/notesMaster" Target="/ppt/notesMasters/notesMaster1.xml" Id="Ra7b88c524852446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32a5d7ac40e4fc4" /><Relationship Type="http://schemas.openxmlformats.org/officeDocument/2006/relationships/notesMaster" Target="/ppt/notesMasters/notesMaster1.xml" Id="R743de58350a64fc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c5af374af3c421e" /><Relationship Type="http://schemas.openxmlformats.org/officeDocument/2006/relationships/notesMaster" Target="/ppt/notesMasters/notesMaster1.xml" Id="R13ee7652a118488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5ce414ef4f943e9" /><Relationship Type="http://schemas.openxmlformats.org/officeDocument/2006/relationships/notesMaster" Target="/ppt/notesMasters/notesMaster1.xml" Id="Rbc783c5dba504d2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1d69342d4d34535" /><Relationship Type="http://schemas.openxmlformats.org/officeDocument/2006/relationships/notesMaster" Target="/ppt/notesMasters/notesMaster1.xml" Id="R69d7d11ff1c04df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eda86ce957b4332" /><Relationship Type="http://schemas.openxmlformats.org/officeDocument/2006/relationships/notesMaster" Target="/ppt/notesMasters/notesMaster1.xml" Id="R8161458d69d94c1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eb6ae16e70247db" /><Relationship Type="http://schemas.openxmlformats.org/officeDocument/2006/relationships/notesMaster" Target="/ppt/notesMasters/notesMaster1.xml" Id="Rdf13e389ea0d481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f665092cc7c4d32" /><Relationship Type="http://schemas.openxmlformats.org/officeDocument/2006/relationships/notesMaster" Target="/ppt/notesMasters/notesMaster1.xml" Id="Rf5514282156c44f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d833ccd65bb4b6a" /><Relationship Type="http://schemas.openxmlformats.org/officeDocument/2006/relationships/notesMaster" Target="/ppt/notesMasters/notesMaster1.xml" Id="R98b7237757fb4de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1221d9bce8e4570" /><Relationship Type="http://schemas.openxmlformats.org/officeDocument/2006/relationships/notesMaster" Target="/ppt/notesMasters/notesMaster1.xml" Id="R663d9721e5134ea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49b469bb3ce4197" /><Relationship Type="http://schemas.openxmlformats.org/officeDocument/2006/relationships/notesMaster" Target="/ppt/notesMasters/notesMaster1.xml" Id="R718a6979f11d40e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d9cc2bdc9e14c1b" /><Relationship Type="http://schemas.openxmlformats.org/officeDocument/2006/relationships/notesMaster" Target="/ppt/notesMasters/notesMaster1.xml" Id="Rb0dc7c56480c4bc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13f5cdf988d430d" /><Relationship Type="http://schemas.openxmlformats.org/officeDocument/2006/relationships/notesMaster" Target="/ppt/notesMasters/notesMaster1.xml" Id="R4031aa0b2bb6411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c56829b81f7148a6" /><Relationship Type="http://schemas.openxmlformats.org/officeDocument/2006/relationships/notesMaster" Target="/ppt/notesMasters/notesMaster1.xml" Id="R1d0bccf0c8624ef9"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1fb660d2378438b" /><Relationship Type="http://schemas.openxmlformats.org/officeDocument/2006/relationships/notesMaster" Target="/ppt/notesMasters/notesMaster1.xml" Id="Rd5f98a7d22ba44f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1b1322193aa443d" /><Relationship Type="http://schemas.openxmlformats.org/officeDocument/2006/relationships/notesMaster" Target="/ppt/notesMasters/notesMaster1.xml" Id="R1aaf69a0a5d242c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3c782d0a93644434" /><Relationship Type="http://schemas.openxmlformats.org/officeDocument/2006/relationships/notesMaster" Target="/ppt/notesMasters/notesMaster1.xml" Id="R2e5c3f71208c4de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7f678c553bd4ab4" /><Relationship Type="http://schemas.openxmlformats.org/officeDocument/2006/relationships/notesMaster" Target="/ppt/notesMasters/notesMaster1.xml" Id="R54aa99f91f244d35"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777871c4414498c" /><Relationship Type="http://schemas.openxmlformats.org/officeDocument/2006/relationships/notesMaster" Target="/ppt/notesMasters/notesMaster1.xml" Id="Rfea61fcad0fe4287"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51fdba1596c847a3" /><Relationship Type="http://schemas.openxmlformats.org/officeDocument/2006/relationships/notesMaster" Target="/ppt/notesMasters/notesMaster1.xml" Id="Ra7e2829f9dd74e2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785df72c7cf74e8d" /><Relationship Type="http://schemas.openxmlformats.org/officeDocument/2006/relationships/notesMaster" Target="/ppt/notesMasters/notesMaster1.xml" Id="Raf344e92a57d4557"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3755a84d11de4052" /><Relationship Type="http://schemas.openxmlformats.org/officeDocument/2006/relationships/notesMaster" Target="/ppt/notesMasters/notesMaster1.xml" Id="R67b6b2842c6d49ec"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9d5eb3421c1c41a3" /><Relationship Type="http://schemas.openxmlformats.org/officeDocument/2006/relationships/notesMaster" Target="/ppt/notesMasters/notesMaster1.xml" Id="R5a55aa55d85741d9"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830b66297e746de" /><Relationship Type="http://schemas.openxmlformats.org/officeDocument/2006/relationships/notesMaster" Target="/ppt/notesMasters/notesMaster1.xml" Id="Ra0d484db15e8486b"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4aedccae757a4223" /><Relationship Type="http://schemas.openxmlformats.org/officeDocument/2006/relationships/notesMaster" Target="/ppt/notesMasters/notesMaster1.xml" Id="Rb0575bd94d584fa0"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28773f15695b4f6e" /><Relationship Type="http://schemas.openxmlformats.org/officeDocument/2006/relationships/notesMaster" Target="/ppt/notesMasters/notesMaster1.xml" Id="Rc0d86befc11544ee"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84a9ce51a0934f87" /><Relationship Type="http://schemas.openxmlformats.org/officeDocument/2006/relationships/notesMaster" Target="/ppt/notesMasters/notesMaster1.xml" Id="Rbe6e3c44d2014b1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本時は同じ2本の杭の角をどう採用するかを考えます。1つの値を読むことから、採用できる観測かを判断することへ進みます。導入全体は5分です。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第3回の問1を1分で振り返ります。方向角は座標北から時計回りであり、電卓の53°をそのまま使うと北東になってしまいます。順計算はX_C=1373.205 m、Y_C=900.000 mでした。</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第3回問2の値と換算の順だけを1分で確認します。斜距離500.020 m、高低差4.500 m、標高200 m、R=6370 km、縮尺係数0.9999の設定です。ここで距離観測の追加講義はしません。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まだ答えを確定せず、学生に選ぶか平均するかを短く考えてもらいます。この2つだけでは反の結果と点検基準がなく採否を決められません。最後に同じ問いへ戻ります。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読む、据える、正反で誤差を減らす、点検する、中心へ戻すの順に進みます。演習では方向法の採否と偏心の復元を自分で判断します。各ページ上部に今いる節名を示します。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時計の文字盤を回しても2本の針の間の角は変わりません。同様に器械の初期目盛と北方向を区別します。図のOAは北を意味せず、基準方向です。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2つの読みの差に注目させます。異なる初期目盛で同じ角が得られることが、対回の目盛変更を理解する土台になります。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秒を先に繰り上げ、その1分を分の列へ加えます。100進法の小数として計算しないよう確認し、困ったら全て角秒に直す方法をノートで補います。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A350°から0°まで10°、さらにB20°まで20°と図で追います。角の向きを右回りに統一し、負の値のままにしません。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同じ器械点Oから見た方向同士だから足せます。方向角の基準は座標北、水平角の基準はOAです。器械点を移す場合との違いを最後に扱います。</a:t>
            </a:r>
            <a:br/>
            <a:r>
              <a:t>教材の例と許容値は授業用の架空設定。 360°以上になったら360°を引き、0°以上360°未満に直します。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20秒考えてもらい、30°と答え合わせします。誤答が多ければ円を指でたどり、差が負なら1周を足す操作を再確認します。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視準軸は望遠鏡が見る線、水平軸は望遠鏡を上下に回す軸、鉛直軸は器械を左右に回す軸です。図は3次元の投影なので見かけの角が90°でなくても、空間での直交を示しています。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正常と求心ずれを比較します。器械を水平にしただけでは測点の真上にならず、位置の確認が必要です。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求心との違いを学生に言ってもらいます。位置と傾きは互いに調整で変わり得るので、どちらも再確認します。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十字線と目標像の両方が同じ焦点面にあるかを確認します。単に目標が鮮明に見えるだけで終えず、目を少し動かして視差を検出します。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求心ずれと鉛直軸の傾きを区別できるか確かめます。「後の計算で絶対に直せない」とは言わず、「正反平均では消えない」と限定します。既知の偏心や作動範囲内の傾き補正を後で扱います。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左右は同じ器械点の異なる姿勢を並べた図です。反の読みがおよそ180°違うのは姿勢の違いです。方向法では正反別に零方向を引くので、主計算で別途180°換算を重ねません。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図の角を誇張しています。ここでは正反で符号が反転する成分だけのモデルを示しており、器械の全ての誤差を一つのcで代表していません。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反は180°を直した同一方向の説明用モデルです。これは方向法野帳の結果p・qの較差を器械誤差と同一視する説明ではありません。HTMLでは共通のずれを変えて確かめられます。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R4測量士補No.5の記述を参照しています。水平目盛盤の偏心は求心ずれとは異なり、対向読み・正反観測で軽減できる成分です。</a:t>
            </a:r>
            <a:br/>
            <a:r>
              <a:t>教材の例と許容値は授業用の架空設定。</a:t>
            </a:r>
          </a:p>
          <a:p xmlns:a="http://schemas.openxmlformats.org/drawingml/2006/main">
            <a:r>
              <a:t>出典:</a:t>
            </a:r>
          </a:p>
          <a:p xmlns:a="http://schemas.openxmlformats.org/drawingml/2006/main">
            <a:r>
              <a:t>https://www.gsi.go.jp/common/000240138.pdf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2つの中心が器械内部でずれる場合を図で示します。地面の測点から器械がずれる求心誤差と区別します。鉛直軸の傾きは姿勢を反転しても重力方向へ戻りません。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答えは鉛直軸の傾きです。R4No.5の内容に基づく確認で、問題全文の転載ではありません。理由を姿勢の反転と傾きの違いから説明します。</a:t>
            </a:r>
            <a:br/>
            <a:r>
              <a:t>教材の例と許容値は授業用の架空設定。</a:t>
            </a:r>
          </a:p>
          <a:p xmlns:a="http://schemas.openxmlformats.org/drawingml/2006/main">
            <a:r>
              <a:t>出典:</a:t>
            </a:r>
          </a:p>
          <a:p xmlns:a="http://schemas.openxmlformats.org/drawingml/2006/main">
            <a:r>
              <a:t>https://www.gsi.go.jp/common/000240138.pdf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共通成分があれば平均にも残ると答えます。以降の点検は観測の整合性を調べるもので、真値への近さを全て証明するものではありません。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図は目標の配置を示します。今回の簡略野帳では帰零の列は省略し、実務で不要だとは言いません。観測順と記録方法は適用する方法に従います。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正と反のAを別々に指で示します。表は同じ目標を横に並べたもので、実際の時系列とは限りません。読定値を後から都合よく書き換えないことも確認します。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生読定r/lと零方向差引き後の結果p/qを区別します。両方に含まれる180°はこの引き算で消え、負になったときだけ360°を加えます。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p=73°25′15″、q=73°25′11″を使います。半分にした角を先に丸めず、倍角と較差を保持して点検へ進みます。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反例は正A10°00′05″・B70°00′05″、反A189°59′55″・B249°59′55″です。正反の結果はともに60°で較差0″になります。較差は2目標間の誤差成分の違いを含む量で、絶対的な器械誤差そのものではありません。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正の結果は73°25′09″、反の結果は73°25′11″です。第1対回との比較で正だけを見るのではなく、両方から倍角と較差を計算します。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倍角差は26−20=6″、観測差は(+4)−(−2)=6″です。較差Cそのものではなく、同じ方向のCの最大最小の差を求めます。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各対回の角は73°25′13″と73°25′10″、平均は73°25′11.5″です。これは計算上の桁で、器械の読定分解能が上がったわけではありません。超過した場合は採用せず原因確認と再測です。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R2No.5型の方向法野帳で使う計算の要点です。この97°46′02″の表記は繰り下がりの説明例であり、講義Bの値ではありません。Dの差とD/2の差を取り違えないよう確認します。</a:t>
            </a:r>
            <a:br/>
            <a:r>
              <a:t>教材の例と許容値は授業用の架空設定。</a:t>
            </a:r>
          </a:p>
          <a:p xmlns:a="http://schemas.openxmlformats.org/drawingml/2006/main">
            <a:r>
              <a:t>出典:</a:t>
            </a:r>
          </a:p>
          <a:p xmlns:a="http://schemas.openxmlformats.org/drawingml/2006/main">
            <a:r>
              <a:t>https://www.kinomise.com/sokuryo/shiho/jyuuyou/kijyun/kijyun08-houkou.pdf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正答は8″です。最大−最小であり平均ではないことを確認します。超過時は原因を確認して必要な関連観測を含め所定の範囲を再測し、数値の書換えはしません。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同じ目標を2つの基準から表すだけです。天頂角が90°より小さいなら目標は水平より上なので、αが正になると図で確かめます。</a:t>
            </a:r>
            <a:br/>
            <a:r>
              <a:t>教材の例と許容値は授業用の架空設定。 高度角は高低角とも呼びます。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鉛直の読定はz正とz反で示し、水平の結果p/qと混ぜません。この教材のKは和のずれ全体です。対称な指標誤差モデルで各面に現れる成分はK/2ですが、K自体を勝手に半分にしません。</a:t>
            </a:r>
            <a:br/>
            <a:r>
              <a:t>教材の例と許容値は授業用の架空設定。</a:t>
            </a:r>
          </a:p>
          <a:p xmlns:a="http://schemas.openxmlformats.org/drawingml/2006/main">
            <a:r>
              <a:t>出典:</a:t>
            </a:r>
          </a:p>
          <a:p xmlns:a="http://schemas.openxmlformats.org/drawingml/2006/main">
            <a:r>
              <a:t>https://www.jsurvey.jp/20220705P59-2.pdf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Kの較差は6″です。ここでは較差という点検量を学びますが、Kそのものの器械点検・調整が不要という意味ではありません。実際の許容値は適用規程に従います。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正答はK10″、Z85°10′15″、α4°49′45″です。計算が止まる場合はz正−z反＋360°＝170°20′30″を先に出し、2で割ります。高度定数Kを半分の値として報告することとは区別します。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どちらも知らないずれを正反平均で取り除くものではありません。主説明では器械点の偏心を直角三角形で扱い、一般の標点偏心は補足へ分けます。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この図はOが直角です。Oの北にA、東にEとBがあり、EからAは北より少し左へ見えるので時計回りのA→B角が大きくなります。OEは誇張しています。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tan⁻¹は1/tanではありません。0.5729386977×60=34.376321862分、その小数部分×60=22.57931172秒です。最後に0.1秒へ丸めます。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デモでは中心の角もOAも既知なので、補正の向きが図から分かります。演習は直角の場所を変えるため、ここで覚えた負号をそのまま写さないよう予告します。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正答は約2倍、約半分、EAです。厳密には逆正接の関係であり、比例はe/Sが小さいときの感覚だと補います。ラジアンやρの換算はここへ追加せず補足へ送ります。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自動機能は視準や微小傾きの補正を助けます。補正範囲や機能は機種に依存するため取扱説明書に従い、特定機種の数値を一般化しません。</a:t>
            </a:r>
            <a:br/>
            <a:r>
              <a:t>教材の例と許容値は授業用の架空設定。</a:t>
            </a:r>
          </a:p>
          <a:p xmlns:a="http://schemas.openxmlformats.org/drawingml/2006/main">
            <a:r>
              <a:t>出典:</a:t>
            </a:r>
          </a:p>
          <a:p xmlns:a="http://schemas.openxmlformats.org/drawingml/2006/main">
            <a:r>
              <a:t>https://help.fieldsystems.trimble.com/siteworks/en/measuring-total-station-leveling.htm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表示された数値を採用できるかを判断するところまでが観測です。58分で説明を終え、58–60分は遅れの吸収と演習準備に使います。60分から演習25分を確保してください。</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問1は6点です。配布の第1対回Bは記入例なので、第2対回BとCの各対回を計算します。5分経過時にp/qを出せているか確認し、停滞している学生にはAを各面で別々に引くところだけ支援します。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基準ちょうどは範囲内です。Cの反は43°32′44″−275°00′16″に360°を加える必要があります。採用できない方向について平均を成果にせず、理由と再測を答えさせます。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演習ではEが直角で中心Oの角は未知です。時計回りA→BのE観測角は90°。電卓がなければtan⁻¹(1/100)=0.5729386977°を板書し、90°から引くことと三平方の定理は学生自身に判断させます。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1.5分で式の役割だけを整理します。p/qは正反の結果で、生読定r/lではないと確認します。倍角差と観測差、Kの較差は何を比較するかを思い出させ、追加公式をここで展開しません。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1.5分で次回へ橋渡しします。40+100=140°ではなく、今いるBからAを振り返った方向220°に足すのが要点です。繰り返しの座標計算は第5回で行います。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分で回答を聞きます。正答は反の結果、観測条件、許容値が必要です。講義の反の結果はいずれも73°25′11″で、倍角差6″・観測差6″が仮基準内なので平均73°25′11.5″を採用します。本編はここで終わり、付録は通常非表示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第2対回反Cは43°32′44″+360°−275°00′16″=128°32′28″です。ここを一周足さずに処理すると以降の点検が崩れるので、途中式を確認します。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第1対回Cでは分が64分になるので257°04′36″へ繰り上げます。第2対回Cの較差は−4″であり、符号を残して観測差を計算します。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Cの観測差8″は境界内ですが、倍角差16″が超過します。Cの平均を採用せず、零方向など必要な関連観測も含め適用方法に従って再測します。B平均は62°14′15.5″です。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OからAへの方向はEからAより右へ傾くので、Aから東向きBへの開きは小さくなります。角補正は−0°34′22.6″です。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デモではEAが斜辺で、演習ではOAが斜辺です。符号を暗記せず、どちらが長いかを図から判断できたかを評価します。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詳細は別紙解答を使います。問1はp/q2点、D/C1点、点検量1点、B平均0.5点、B/Cの判断1.5点。問2は中心角1.5点、OA1点、補正の符号と量1.5点です。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実際の数値を式から検算しています。角度と距離の役割をつなげる補足であり、授業が遅れたときに本編へ追加しません。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同じ目標方向を見たまま初期目盛を変える意味を示します。目盛盤の偏心と分画誤差を混同せず、正反平均と対回の目盛変更の目的を分けます。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同じ倍角という語でも、計算欄の名称と観測方法の名称は別です。本時の演習は方向法であり、倍角法の操作実習まで要求しません。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ρ″は1radを角秒に直す係数です。e/Sは無次元ですがラジアンの数値として使う小角近似で、度の数値とそのまま混ぜてはいけません。ρ″は問題文の指定に従います。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S=OE、e=EAです。このφの定義なら補正の符号はsinφと同じです。厳密な方向差はatan2(e sinφ,S+e cosφ)であり、近似式と区別します。異なる配置の器械点偏心の式を無条件に流用しません。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前ページの標点偏心の設定を使った架空の宿題です。正答は補正−900″=−15′、T83°05′30″。206265″なら近似補正−928.1925″で異なります。指定の一次近似の答えと厳密幾何の答えは区別します。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図は差を誇張した模式図で、実際の差角は場所によります。本時の方向角は座標北から時計回りに測ると改めて確認します。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182790ce67431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7603207cbfd424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c998e38bc444a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6ebd4cf77db411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30939d2de6c4bf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7d4d1b186ea44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77C83B-F2C2-4209-BEC5-8F788975BF5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AD59C1F-CC61-4CC8-BEC5-53F9F60968C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D5A9274-79F7-429F-ABD8-70CEAFCD197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3B0DCD-BD2D-4EB8-BEC8-66E0673D80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08AAD00-9FFB-4D21-9934-8E34B7A5565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A76179C-2EA5-4C60-A70E-7D0AB10E91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BFD4CE-36F8-41DF-ACB2-34EE4C5670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5609989-EC4A-4B3F-8DB7-1211E634100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D3745A-0E6D-4B55-A5B0-A95DA09028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B05EED2-DA7D-438B-A0D1-F904F07B479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c4b4e24f73445b" /><Relationship Type="http://schemas.openxmlformats.org/officeDocument/2006/relationships/slideLayout" Target="/ppt/slideLayouts/slideLayout1.xml" Id="R0e49f3f66f00457b" /><Relationship Type="http://schemas.openxmlformats.org/officeDocument/2006/relationships/slideLayout" Target="/ppt/slideLayouts/slideLayout2.xml" Id="R5ba6f862679d43b1" /><Relationship Type="http://schemas.openxmlformats.org/officeDocument/2006/relationships/slideLayout" Target="/ppt/slideLayouts/slideLayout3.xml" Id="R91a9947116204300" /><Relationship Type="http://schemas.openxmlformats.org/officeDocument/2006/relationships/slideLayout" Target="/ppt/slideLayouts/slideLayout4.xml" Id="R733cf6c1f7e24451" /><Relationship Type="http://schemas.openxmlformats.org/officeDocument/2006/relationships/slideLayout" Target="/ppt/slideLayouts/slideLayout5.xml" Id="Rf8ed4684e7b54f50" /><Relationship Type="http://schemas.openxmlformats.org/officeDocument/2006/relationships/slideLayout" Target="/ppt/slideLayouts/slideLayout6.xml" Id="Rb7de0dde910e4e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49f3f66f00457b"/>
    <p:sldLayoutId xmlns:r="http://schemas.openxmlformats.org/officeDocument/2006/relationships" id="2147483650" r:id="R5ba6f862679d43b1"/>
    <p:sldLayoutId xmlns:r="http://schemas.openxmlformats.org/officeDocument/2006/relationships" id="2147483651" r:id="R91a9947116204300"/>
    <p:sldLayoutId xmlns:r="http://schemas.openxmlformats.org/officeDocument/2006/relationships" id="2147483652" r:id="R733cf6c1f7e24451"/>
    <p:sldLayoutId xmlns:r="http://schemas.openxmlformats.org/officeDocument/2006/relationships" id="2147483653" r:id="Rf8ed4684e7b54f50"/>
    <p:sldLayoutId xmlns:r="http://schemas.openxmlformats.org/officeDocument/2006/relationships" id="2147483654" r:id="Rb7de0dde910e4e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b321c307bc74fc7" /><Relationship Type="http://schemas.openxmlformats.org/officeDocument/2006/relationships/notesSlide" Target="/ppt/notesSlides/notesSlide1.xml" Id="Rb44add649ecc48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dece9d3c34e4621" /><Relationship Type="http://schemas.openxmlformats.org/officeDocument/2006/relationships/notesSlide" Target="/ppt/notesSlides/notesSlide2.xml" Id="Re4713bac50b74f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03649a9f4a44ba5" /><Relationship Type="http://schemas.openxmlformats.org/officeDocument/2006/relationships/notesSlide" Target="/ppt/notesSlides/notesSlide3.xml" Id="R58b255dd74824e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e5db511dcde4af1" /><Relationship Type="http://schemas.openxmlformats.org/officeDocument/2006/relationships/notesSlide" Target="/ppt/notesSlides/notesSlide4.xml" Id="Rffa87bee4b7c40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43e4c1c09094436" /><Relationship Type="http://schemas.openxmlformats.org/officeDocument/2006/relationships/notesSlide" Target="/ppt/notesSlides/notesSlide5.xml" Id="R0e26e5727b7b4e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206dba7050c4644" /><Relationship Type="http://schemas.openxmlformats.org/officeDocument/2006/relationships/notesSlide" Target="/ppt/notesSlides/notesSlide6.xml" Id="R77866c86df6545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304c91fc074117" /><Relationship Type="http://schemas.openxmlformats.org/officeDocument/2006/relationships/notesSlide" Target="/ppt/notesSlides/notesSlide7.xml" Id="R6ca4c69a4b324b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c737b39202e4be6" /><Relationship Type="http://schemas.openxmlformats.org/officeDocument/2006/relationships/notesSlide" Target="/ppt/notesSlides/notesSlide8.xml" Id="R3ab09646daf441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99cb9a31e1e42de" /><Relationship Type="http://schemas.openxmlformats.org/officeDocument/2006/relationships/notesSlide" Target="/ppt/notesSlides/notesSlide9.xml" Id="R5c95d84e8168444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e2afefdd55847b8" /><Relationship Type="http://schemas.openxmlformats.org/officeDocument/2006/relationships/notesSlide" Target="/ppt/notesSlides/notesSlide10.xml" Id="R98a35a69dc0f4d4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2944ad84f7f474c" /><Relationship Type="http://schemas.openxmlformats.org/officeDocument/2006/relationships/notesSlide" Target="/ppt/notesSlides/notesSlide11.xml" Id="R97cfe8903f9b4fc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2370a699e234890" /><Relationship Type="http://schemas.openxmlformats.org/officeDocument/2006/relationships/notesSlide" Target="/ppt/notesSlides/notesSlide12.xml" Id="R5c1b61ba0d1e42b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f6174015f9541c1" /><Relationship Type="http://schemas.openxmlformats.org/officeDocument/2006/relationships/notesSlide" Target="/ppt/notesSlides/notesSlide13.xml" Id="Rb905b8f0da7f483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a108322f8ac4472" /><Relationship Type="http://schemas.openxmlformats.org/officeDocument/2006/relationships/notesSlide" Target="/ppt/notesSlides/notesSlide14.xml" Id="R2712c9e1d5994d1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29baec3c53c4634" /><Relationship Type="http://schemas.openxmlformats.org/officeDocument/2006/relationships/notesSlide" Target="/ppt/notesSlides/notesSlide15.xml" Id="R9412a0f05ff240a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88cd4c0280645ea" /><Relationship Type="http://schemas.openxmlformats.org/officeDocument/2006/relationships/notesSlide" Target="/ppt/notesSlides/notesSlide16.xml" Id="Rbb28896c2caa421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596ffef0b0c4c76" /><Relationship Type="http://schemas.openxmlformats.org/officeDocument/2006/relationships/notesSlide" Target="/ppt/notesSlides/notesSlide17.xml" Id="Rd16f60fd77414b4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9497c6570e04e82" /><Relationship Type="http://schemas.openxmlformats.org/officeDocument/2006/relationships/notesSlide" Target="/ppt/notesSlides/notesSlide18.xml" Id="R2ea8877057184cd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4672bc368b74e89" /><Relationship Type="http://schemas.openxmlformats.org/officeDocument/2006/relationships/notesSlide" Target="/ppt/notesSlides/notesSlide19.xml" Id="R968fc36b0e59445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5e078ef38bc4607" /><Relationship Type="http://schemas.openxmlformats.org/officeDocument/2006/relationships/notesSlide" Target="/ppt/notesSlides/notesSlide20.xml" Id="Rd2b67b81c55d451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b776d9e39024c1e" /><Relationship Type="http://schemas.openxmlformats.org/officeDocument/2006/relationships/notesSlide" Target="/ppt/notesSlides/notesSlide21.xml" Id="R1eaf4cfd0ca84c8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b2886d749b54c56" /><Relationship Type="http://schemas.openxmlformats.org/officeDocument/2006/relationships/notesSlide" Target="/ppt/notesSlides/notesSlide22.xml" Id="Rb10ba2978c2a4e2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56664eb5bfd41fd" /><Relationship Type="http://schemas.openxmlformats.org/officeDocument/2006/relationships/notesSlide" Target="/ppt/notesSlides/notesSlide23.xml" Id="R4aa8b7429b20460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e2793ea6e6c4463" /><Relationship Type="http://schemas.openxmlformats.org/officeDocument/2006/relationships/notesSlide" Target="/ppt/notesSlides/notesSlide24.xml" Id="Rd745c72e9a5940e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08f3261c36d4e5a" /><Relationship Type="http://schemas.openxmlformats.org/officeDocument/2006/relationships/notesSlide" Target="/ppt/notesSlides/notesSlide25.xml" Id="Ref0d88f03d9d497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eb0c9accb5d4d46" /><Relationship Type="http://schemas.openxmlformats.org/officeDocument/2006/relationships/notesSlide" Target="/ppt/notesSlides/notesSlide26.xml" Id="R4c9b0b541d9744c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0c6f811b1db4172" /><Relationship Type="http://schemas.openxmlformats.org/officeDocument/2006/relationships/notesSlide" Target="/ppt/notesSlides/notesSlide27.xml" Id="R35a21b21745343b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48b63a881994c87" /><Relationship Type="http://schemas.openxmlformats.org/officeDocument/2006/relationships/notesSlide" Target="/ppt/notesSlides/notesSlide28.xml" Id="R3078acecb4cc48c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93ba3ef187b42ee" /><Relationship Type="http://schemas.openxmlformats.org/officeDocument/2006/relationships/notesSlide" Target="/ppt/notesSlides/notesSlide29.xml" Id="R4a3486296d3f4fb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9e32fa7d10f4b0c" /><Relationship Type="http://schemas.openxmlformats.org/officeDocument/2006/relationships/notesSlide" Target="/ppt/notesSlides/notesSlide30.xml" Id="Rcc04428bf5aa457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51380c522f240e3" /><Relationship Type="http://schemas.openxmlformats.org/officeDocument/2006/relationships/notesSlide" Target="/ppt/notesSlides/notesSlide31.xml" Id="R593fb4865ad14ef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2fb581ce3b24634" /><Relationship Type="http://schemas.openxmlformats.org/officeDocument/2006/relationships/notesSlide" Target="/ppt/notesSlides/notesSlide32.xml" Id="Ref3941da156f42f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3b0a12e2154c4e2e" /><Relationship Type="http://schemas.openxmlformats.org/officeDocument/2006/relationships/notesSlide" Target="/ppt/notesSlides/notesSlide33.xml" Id="R719ab885305b4a3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ffe83304ba94232" /><Relationship Type="http://schemas.openxmlformats.org/officeDocument/2006/relationships/notesSlide" Target="/ppt/notesSlides/notesSlide34.xml" Id="R77c6b2d2719f4ce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d2a971d5ffbc4179" /><Relationship Type="http://schemas.openxmlformats.org/officeDocument/2006/relationships/notesSlide" Target="/ppt/notesSlides/notesSlide35.xml" Id="R989fcd212da5472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b50e08d6981f4d3e" /><Relationship Type="http://schemas.openxmlformats.org/officeDocument/2006/relationships/notesSlide" Target="/ppt/notesSlides/notesSlide36.xml" Id="Rd416a3ae7d3e459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a5572c3d28594007" /><Relationship Type="http://schemas.openxmlformats.org/officeDocument/2006/relationships/notesSlide" Target="/ppt/notesSlides/notesSlide37.xml" Id="R26acd12f1fd24f5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5454dffc42b74b82" /><Relationship Type="http://schemas.openxmlformats.org/officeDocument/2006/relationships/notesSlide" Target="/ppt/notesSlides/notesSlide38.xml" Id="R15c80245975948b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c71cd82559164b70" /><Relationship Type="http://schemas.openxmlformats.org/officeDocument/2006/relationships/notesSlide" Target="/ppt/notesSlides/notesSlide39.xml" Id="Rd2ebd366e17d4ee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81778f6b9b1347cf" /><Relationship Type="http://schemas.openxmlformats.org/officeDocument/2006/relationships/notesSlide" Target="/ppt/notesSlides/notesSlide40.xml" Id="Rf6d195e401484eb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832e95a1b3d54da7" /><Relationship Type="http://schemas.openxmlformats.org/officeDocument/2006/relationships/notesSlide" Target="/ppt/notesSlides/notesSlide41.xml" Id="R615cae1710bb40d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ec365e02dc01499b" /><Relationship Type="http://schemas.openxmlformats.org/officeDocument/2006/relationships/notesSlide" Target="/ppt/notesSlides/notesSlide42.xml" Id="Rb97df793a5b64ab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9ee7a93a0e444fc0" /><Relationship Type="http://schemas.openxmlformats.org/officeDocument/2006/relationships/notesSlide" Target="/ppt/notesSlides/notesSlide43.xml" Id="Ra4a5321bffc8459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c51c31a777d94de5" /><Relationship Type="http://schemas.openxmlformats.org/officeDocument/2006/relationships/notesSlide" Target="/ppt/notesSlides/notesSlide44.xml" Id="R5cba2f26aab84b7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c0d9bff6e0684632" /><Relationship Type="http://schemas.openxmlformats.org/officeDocument/2006/relationships/notesSlide" Target="/ppt/notesSlides/notesSlide45.xml" Id="R72f70b1a03bb460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8793aa5a461f4bf0" /><Relationship Type="http://schemas.openxmlformats.org/officeDocument/2006/relationships/notesSlide" Target="/ppt/notesSlides/notesSlide46.xml" Id="R9991943fb358450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21ad1fd5770a4d25" /><Relationship Type="http://schemas.openxmlformats.org/officeDocument/2006/relationships/notesSlide" Target="/ppt/notesSlides/notesSlide47.xml" Id="R9add1becebbd467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697bb3e8e1f44979" /><Relationship Type="http://schemas.openxmlformats.org/officeDocument/2006/relationships/notesSlide" Target="/ppt/notesSlides/notesSlide48.xml" Id="R2f69abbc86c24b8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cb2f871d64054122" /><Relationship Type="http://schemas.openxmlformats.org/officeDocument/2006/relationships/notesSlide" Target="/ppt/notesSlides/notesSlide49.xml" Id="Ra50c8d1e3789426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de0be24b33ac433d" /><Relationship Type="http://schemas.openxmlformats.org/officeDocument/2006/relationships/notesSlide" Target="/ppt/notesSlides/notesSlide50.xml" Id="R051e785190fb4b3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2d335ff8545e4cad" /><Relationship Type="http://schemas.openxmlformats.org/officeDocument/2006/relationships/notesSlide" Target="/ppt/notesSlides/notesSlide51.xml" Id="Rb6c9825857304369"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3611660c10594e33" /><Relationship Type="http://schemas.openxmlformats.org/officeDocument/2006/relationships/notesSlide" Target="/ppt/notesSlides/notesSlide52.xml" Id="Rfbb01bd0fd0b4222"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4d8ec668cb704618" /><Relationship Type="http://schemas.openxmlformats.org/officeDocument/2006/relationships/notesSlide" Target="/ppt/notesSlides/notesSlide53.xml" Id="R40b0c92487a94c5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f59481f567b1455d" /><Relationship Type="http://schemas.openxmlformats.org/officeDocument/2006/relationships/notesSlide" Target="/ppt/notesSlides/notesSlide54.xml" Id="R2f6958529060428a"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bff2068a83c949de" /><Relationship Type="http://schemas.openxmlformats.org/officeDocument/2006/relationships/notesSlide" Target="/ppt/notesSlides/notesSlide55.xml" Id="Ra4c37f997ce945b5"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df81f9bb9c8e4eb6" /><Relationship Type="http://schemas.openxmlformats.org/officeDocument/2006/relationships/notesSlide" Target="/ppt/notesSlides/notesSlide56.xml" Id="R3bf241cab9114c2e"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6dd07dd1aec746e9" /><Relationship Type="http://schemas.openxmlformats.org/officeDocument/2006/relationships/notesSlide" Target="/ppt/notesSlides/notesSlide57.xml" Id="R57dbede0ad704f1d"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315d81f3039b4674" /><Relationship Type="http://schemas.openxmlformats.org/officeDocument/2006/relationships/notesSlide" Target="/ppt/notesSlides/notesSlide58.xml" Id="Ra590c962a7ca4073"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5c9f60ade48149a2" /><Relationship Type="http://schemas.openxmlformats.org/officeDocument/2006/relationships/notesSlide" Target="/ppt/notesSlides/notesSlide59.xml" Id="Rb2e03765bd084b9a"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950a4cf6e3104537" /><Relationship Type="http://schemas.openxmlformats.org/officeDocument/2006/relationships/notesSlide" Target="/ppt/notesSlides/notesSlide60.xml" Id="Rcf6e03610f334076"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b7ac47b28f714c3b" /><Relationship Type="http://schemas.openxmlformats.org/officeDocument/2006/relationships/notesSlide" Target="/ppt/notesSlides/notesSlide61.xml" Id="Ra477faa87f70477d"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60b910e8f3934dc9" /><Relationship Type="http://schemas.openxmlformats.org/officeDocument/2006/relationships/notesSlide" Target="/ppt/notesSlides/notesSlide62.xml" Id="R4fd4cfff0caf46f9"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4da5ceedf89a4f92" /><Relationship Type="http://schemas.openxmlformats.org/officeDocument/2006/relationships/notesSlide" Target="/ppt/notesSlides/notesSlide63.xml" Id="R4a79a78316834e4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7C76764-C2C1-46B3-909B-B9961D3F99C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782B00A1-3AB3-4FD4-A176-4318B250B8C4}"/>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4-0 導入｜0–5分</a:t>
            </a:r>
          </a:p>
        </p:txBody>
      </p:sp>
      <p:sp>
        <p:nvSpPr>
          <p:cNvPr id="3" name="">
            <a:extLst xmlns:a="http://schemas.openxmlformats.org/drawingml/2006/main">
              <a:ext uri="{FF2B5EF4-FFF2-40B4-BE49-F238E27FC236}">
                <a16:creationId xmlns:a16="http://schemas.microsoft.com/office/drawing/2014/main" id="{9B7DDA1D-F4AF-42ED-9574-6B10BB28B854}"/>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4" name="">
            <a:extLst xmlns:a="http://schemas.openxmlformats.org/drawingml/2006/main">
              <a:ext uri="{FF2B5EF4-FFF2-40B4-BE49-F238E27FC236}">
                <a16:creationId xmlns:a16="http://schemas.microsoft.com/office/drawing/2014/main" id="{DB81780A-F151-452C-970F-C6831CE5345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01</a:t>
            </a:r>
          </a:p>
        </p:txBody>
      </p:sp>
      <p:sp>
        <p:nvSpPr>
          <p:cNvPr id="5" name="">
            <a:extLst xmlns:a="http://schemas.openxmlformats.org/drawingml/2006/main">
              <a:ext uri="{FF2B5EF4-FFF2-40B4-BE49-F238E27FC236}">
                <a16:creationId xmlns:a16="http://schemas.microsoft.com/office/drawing/2014/main" id="{B90BCA5C-19D2-4AAA-929F-255668B3A2E0}"/>
              </a:ext>
            </a:extLst>
          </p:cNvPr>
          <p:cNvSpPr>
            <a:spLocks xmlns:a="http://schemas.openxmlformats.org/drawingml/2006/main" noGrp="1"/>
          </p:cNvSpPr>
          <p:nvPr/>
        </p:nvSpPr>
        <p:spPr>
          <a:xfrm xmlns:a="http://schemas.openxmlformats.org/drawingml/2006/main">
            <a:off x="781050" y="1381125"/>
            <a:ext cx="619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4050" b="1">
                <a:solidFill>
                  <a:srgbClr val="182B33"/>
                </a:solidFill>
                <a:latin typeface="Yu Gothic"/>
                <a:ea typeface="Yu Gothic"/>
                <a:cs typeface="Yu Gothic"/>
              </a:defRPr>
            </a:defPPr>
            <a:lvl1pPr algn="l">
              <a:defRPr sz="4050" b="1">
                <a:solidFill>
                  <a:srgbClr val="182B33"/>
                </a:solidFill>
                <a:latin typeface="Yu Gothic"/>
                <a:ea typeface="Yu Gothic"/>
                <a:cs typeface="Yu Gothic"/>
              </a:defRPr>
            </a:lvl1pPr>
            <a:lvl2pPr algn="l">
              <a:defRPr sz="4050" b="1">
                <a:solidFill>
                  <a:srgbClr val="182B33"/>
                </a:solidFill>
                <a:latin typeface="Yu Gothic"/>
                <a:ea typeface="Yu Gothic"/>
                <a:cs typeface="Yu Gothic"/>
              </a:defRPr>
            </a:lvl2pPr>
            <a:lvl3pPr algn="l">
              <a:defRPr sz="4050" b="1">
                <a:solidFill>
                  <a:srgbClr val="182B33"/>
                </a:solidFill>
                <a:latin typeface="Yu Gothic"/>
                <a:ea typeface="Yu Gothic"/>
                <a:cs typeface="Yu Gothic"/>
              </a:defRPr>
            </a:lvl3pPr>
            <a:lvl4pPr algn="l">
              <a:defRPr sz="4050" b="1">
                <a:solidFill>
                  <a:srgbClr val="182B33"/>
                </a:solidFill>
                <a:latin typeface="Yu Gothic"/>
                <a:ea typeface="Yu Gothic"/>
                <a:cs typeface="Yu Gothic"/>
              </a:defRPr>
            </a:lvl4pPr>
            <a:lvl5pPr algn="l">
              <a:defRPr sz="4050" b="1">
                <a:solidFill>
                  <a:srgbClr val="182B33"/>
                </a:solidFill>
                <a:latin typeface="Yu Gothic"/>
                <a:ea typeface="Yu Gothic"/>
                <a:cs typeface="Yu Gothic"/>
              </a:defRPr>
            </a:lvl5pPr>
            <a:lvl6pPr algn="l">
              <a:defRPr sz="4050" b="1">
                <a:solidFill>
                  <a:srgbClr val="182B33"/>
                </a:solidFill>
                <a:latin typeface="Yu Gothic"/>
                <a:ea typeface="Yu Gothic"/>
                <a:cs typeface="Yu Gothic"/>
              </a:defRPr>
            </a:lvl6pPr>
            <a:lvl7pPr algn="l">
              <a:defRPr sz="4050" b="1">
                <a:solidFill>
                  <a:srgbClr val="182B33"/>
                </a:solidFill>
                <a:latin typeface="Yu Gothic"/>
                <a:ea typeface="Yu Gothic"/>
                <a:cs typeface="Yu Gothic"/>
              </a:defRPr>
            </a:lvl7pPr>
            <a:lvl8pPr algn="l">
              <a:defRPr sz="4050" b="1">
                <a:solidFill>
                  <a:srgbClr val="182B33"/>
                </a:solidFill>
                <a:latin typeface="Yu Gothic"/>
                <a:ea typeface="Yu Gothic"/>
                <a:cs typeface="Yu Gothic"/>
              </a:defRPr>
            </a:lvl8pPr>
            <a:lvl9pPr algn="l">
              <a:defRPr sz="4050" b="1">
                <a:solidFill>
                  <a:srgbClr val="182B33"/>
                </a:solidFill>
                <a:latin typeface="Yu Gothic"/>
                <a:ea typeface="Yu Gothic"/>
                <a:cs typeface="Yu Gothic"/>
              </a:defRPr>
            </a:lvl9pPr>
          </a:lstStyle>
          <a:p xmlns:a="http://schemas.openxmlformats.org/drawingml/2006/main">
            <a:pPr algn="l">
              <a:defRPr sz="4050" b="1">
                <a:solidFill>
                  <a:srgbClr val="182B33"/>
                </a:solidFill>
                <a:latin typeface="Yu Gothic"/>
                <a:ea typeface="Yu Gothic"/>
                <a:cs typeface="Yu Gothic"/>
              </a:defRPr>
            </a:pPr>
            <a:r>
              <a:rPr sz="4050" b="1">
                <a:solidFill>
                  <a:srgbClr val="182B33"/>
                </a:solidFill>
                <a:latin typeface="Yu Gothic"/>
                <a:ea typeface="Yu Gothic"/>
                <a:cs typeface="Yu Gothic"/>
              </a:rPr>
              <a:t>角測量</a:t>
            </a:r>
          </a:p>
        </p:txBody>
      </p:sp>
      <p:sp>
        <p:nvSpPr>
          <p:cNvPr id="6" name="">
            <a:extLst xmlns:a="http://schemas.openxmlformats.org/drawingml/2006/main">
              <a:ext uri="{FF2B5EF4-FFF2-40B4-BE49-F238E27FC236}">
                <a16:creationId xmlns:a16="http://schemas.microsoft.com/office/drawing/2014/main" id="{F8C2A52C-963D-4B89-BB63-6C9B2FA3C6AF}"/>
              </a:ext>
            </a:extLst>
          </p:cNvPr>
          <p:cNvSpPr>
            <a:spLocks xmlns:a="http://schemas.openxmlformats.org/drawingml/2006/main" noGrp="1"/>
          </p:cNvSpPr>
          <p:nvPr/>
        </p:nvSpPr>
        <p:spPr>
          <a:xfrm xmlns:a="http://schemas.openxmlformats.org/drawingml/2006/main">
            <a:off x="819150" y="2857500"/>
            <a:ext cx="590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1">
                <a:solidFill>
                  <a:srgbClr val="166B68"/>
                </a:solidFill>
                <a:latin typeface="Yu Gothic"/>
                <a:ea typeface="Yu Gothic"/>
                <a:cs typeface="Yu Gothic"/>
              </a:defRPr>
            </a:defPPr>
            <a:lvl1pPr algn="l">
              <a:defRPr sz="2400" b="1">
                <a:solidFill>
                  <a:srgbClr val="166B68"/>
                </a:solidFill>
                <a:latin typeface="Yu Gothic"/>
                <a:ea typeface="Yu Gothic"/>
                <a:cs typeface="Yu Gothic"/>
              </a:defRPr>
            </a:lvl1pPr>
            <a:lvl2pPr algn="l">
              <a:defRPr sz="2400" b="1">
                <a:solidFill>
                  <a:srgbClr val="166B68"/>
                </a:solidFill>
                <a:latin typeface="Yu Gothic"/>
                <a:ea typeface="Yu Gothic"/>
                <a:cs typeface="Yu Gothic"/>
              </a:defRPr>
            </a:lvl2pPr>
            <a:lvl3pPr algn="l">
              <a:defRPr sz="2400" b="1">
                <a:solidFill>
                  <a:srgbClr val="166B68"/>
                </a:solidFill>
                <a:latin typeface="Yu Gothic"/>
                <a:ea typeface="Yu Gothic"/>
                <a:cs typeface="Yu Gothic"/>
              </a:defRPr>
            </a:lvl3pPr>
            <a:lvl4pPr algn="l">
              <a:defRPr sz="2400" b="1">
                <a:solidFill>
                  <a:srgbClr val="166B68"/>
                </a:solidFill>
                <a:latin typeface="Yu Gothic"/>
                <a:ea typeface="Yu Gothic"/>
                <a:cs typeface="Yu Gothic"/>
              </a:defRPr>
            </a:lvl4pPr>
            <a:lvl5pPr algn="l">
              <a:defRPr sz="2400" b="1">
                <a:solidFill>
                  <a:srgbClr val="166B68"/>
                </a:solidFill>
                <a:latin typeface="Yu Gothic"/>
                <a:ea typeface="Yu Gothic"/>
                <a:cs typeface="Yu Gothic"/>
              </a:defRPr>
            </a:lvl5pPr>
            <a:lvl6pPr algn="l">
              <a:defRPr sz="2400" b="1">
                <a:solidFill>
                  <a:srgbClr val="166B68"/>
                </a:solidFill>
                <a:latin typeface="Yu Gothic"/>
                <a:ea typeface="Yu Gothic"/>
                <a:cs typeface="Yu Gothic"/>
              </a:defRPr>
            </a:lvl6pPr>
            <a:lvl7pPr algn="l">
              <a:defRPr sz="2400" b="1">
                <a:solidFill>
                  <a:srgbClr val="166B68"/>
                </a:solidFill>
                <a:latin typeface="Yu Gothic"/>
                <a:ea typeface="Yu Gothic"/>
                <a:cs typeface="Yu Gothic"/>
              </a:defRPr>
            </a:lvl7pPr>
            <a:lvl8pPr algn="l">
              <a:defRPr sz="2400" b="1">
                <a:solidFill>
                  <a:srgbClr val="166B68"/>
                </a:solidFill>
                <a:latin typeface="Yu Gothic"/>
                <a:ea typeface="Yu Gothic"/>
                <a:cs typeface="Yu Gothic"/>
              </a:defRPr>
            </a:lvl8pPr>
            <a:lvl9pPr algn="l">
              <a:defRPr sz="2400" b="1">
                <a:solidFill>
                  <a:srgbClr val="166B68"/>
                </a:solidFill>
                <a:latin typeface="Yu Gothic"/>
                <a:ea typeface="Yu Gothic"/>
                <a:cs typeface="Yu Gothic"/>
              </a:defRPr>
            </a:lvl9pPr>
          </a:lstStyle>
          <a:p xmlns:a="http://schemas.openxmlformats.org/drawingml/2006/main">
            <a:pPr algn="l">
              <a:defRPr sz="2400" b="1">
                <a:solidFill>
                  <a:srgbClr val="166B68"/>
                </a:solidFill>
                <a:latin typeface="Yu Gothic"/>
                <a:ea typeface="Yu Gothic"/>
                <a:cs typeface="Yu Gothic"/>
              </a:defRPr>
            </a:pPr>
            <a:r>
              <a:rPr sz="2400" b="1">
                <a:solidFill>
                  <a:srgbClr val="166B68"/>
                </a:solidFill>
                <a:latin typeface="Yu Gothic"/>
                <a:ea typeface="Yu Gothic"/>
                <a:cs typeface="Yu Gothic"/>
              </a:rPr>
              <a:t>測り直すと違う。</a:t>
            </a:r>
          </a:p>
          <a:p xmlns:a="http://schemas.openxmlformats.org/drawingml/2006/main">
            <a:pPr algn="l">
              <a:defRPr sz="2400" b="1">
                <a:solidFill>
                  <a:srgbClr val="166B68"/>
                </a:solidFill>
                <a:latin typeface="Yu Gothic"/>
                <a:ea typeface="Yu Gothic"/>
                <a:cs typeface="Yu Gothic"/>
              </a:defRPr>
            </a:pPr>
            <a:r>
              <a:rPr sz="2400" b="1">
                <a:solidFill>
                  <a:srgbClr val="166B68"/>
                </a:solidFill>
                <a:latin typeface="Yu Gothic"/>
                <a:ea typeface="Yu Gothic"/>
                <a:cs typeface="Yu Gothic"/>
              </a:rPr>
              <a:t>どの角を使えばよいか。</a:t>
            </a:r>
          </a:p>
        </p:txBody>
      </p:sp>
      <p:sp>
        <p:nvSpPr>
          <p:cNvPr id="7" name="">
            <a:extLst xmlns:a="http://schemas.openxmlformats.org/drawingml/2006/main">
              <a:ext uri="{FF2B5EF4-FFF2-40B4-BE49-F238E27FC236}">
                <a16:creationId xmlns:a16="http://schemas.microsoft.com/office/drawing/2014/main" id="{A6614596-CC7F-43DA-89D8-7D4E9AE4B2B8}"/>
              </a:ext>
            </a:extLst>
          </p:cNvPr>
          <p:cNvSpPr>
            <a:spLocks xmlns:a="http://schemas.openxmlformats.org/drawingml/2006/main" noGrp="1"/>
          </p:cNvSpPr>
          <p:nvPr/>
        </p:nvSpPr>
        <p:spPr>
          <a:xfrm xmlns:a="http://schemas.openxmlformats.org/drawingml/2006/main">
            <a:off x="1162050" y="4000500"/>
            <a:ext cx="529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測量学 第4回／回2</a:t>
            </a:r>
          </a:p>
        </p:txBody>
      </p:sp>
      <p:sp>
        <p:nvSpPr>
          <p:cNvPr id="8" name="">
            <a:extLst xmlns:a="http://schemas.openxmlformats.org/drawingml/2006/main">
              <a:ext uri="{FF2B5EF4-FFF2-40B4-BE49-F238E27FC236}">
                <a16:creationId xmlns:a16="http://schemas.microsoft.com/office/drawing/2014/main" id="{F05F6A1F-D8D6-494B-86D6-E22464B853B2}"/>
              </a:ext>
            </a:extLst>
          </p:cNvPr>
          <p:cNvSpPr>
            <a:spLocks xmlns:a="http://schemas.openxmlformats.org/drawingml/2006/main" noGrp="1"/>
          </p:cNvSpPr>
          <p:nvPr/>
        </p:nvSpPr>
        <p:spPr>
          <a:xfrm xmlns:a="http://schemas.openxmlformats.org/drawingml/2006/main">
            <a:off x="1162050" y="4495800"/>
            <a:ext cx="529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読む → 据える → 減らす → 点検 → 戻す</a:t>
            </a:r>
          </a:p>
        </p:txBody>
      </p:sp>
      <p:sp>
        <p:nvSpPr>
          <p:cNvPr id="9" name="">
            <a:extLst xmlns:a="http://schemas.openxmlformats.org/drawingml/2006/main">
              <a:ext uri="{FF2B5EF4-FFF2-40B4-BE49-F238E27FC236}">
                <a16:creationId xmlns:a16="http://schemas.microsoft.com/office/drawing/2014/main" id="{1641437F-73F5-4398-AF20-A2323AEDD966}"/>
              </a:ext>
            </a:extLst>
          </p:cNvPr>
          <p:cNvSpPr>
            <a:spLocks xmlns:a="http://schemas.openxmlformats.org/drawingml/2006/main" noGrp="1"/>
          </p:cNvSpPr>
          <p:nvPr/>
        </p:nvSpPr>
        <p:spPr>
          <a:xfrm xmlns:a="http://schemas.openxmlformats.org/drawingml/2006/main">
            <a:off x="9286875" y="2821305"/>
            <a:ext cx="9525" cy="1392555"/>
          </a:xfrm>
          <a:custGeom xmlns:a="http://schemas.openxmlformats.org/drawingml/2006/main">
            <a:pathLst>
              <a:path w="9525" h="1392555">
                <a:moveTo>
                  <a:pt x="0" y="1392555"/>
                </a:moveTo>
                <a:lnTo>
                  <a:pt x="0" y="0"/>
                </a:lnTo>
              </a:path>
            </a:pathLst>
          </a:custGeom>
          <a:noFill xmlns:a="http://schemas.openxmlformats.org/drawingml/2006/main"/>
          <a:ln xmlns:a="http://schemas.openxmlformats.org/drawingml/2006/main" w="28575">
            <a:solidFill>
              <a:srgbClr val="182B33"/>
            </a:solidFill>
            <a:prstDash val="solid"/>
          </a:ln>
        </p:spPr>
      </p:sp>
      <p:sp>
        <p:nvSpPr>
          <p:cNvPr id="10" name="">
            <a:extLst xmlns:a="http://schemas.openxmlformats.org/drawingml/2006/main">
              <a:ext uri="{FF2B5EF4-FFF2-40B4-BE49-F238E27FC236}">
                <a16:creationId xmlns:a16="http://schemas.microsoft.com/office/drawing/2014/main" id="{EE648FF1-9CAC-41B9-9A52-5B7DC645B95F}"/>
              </a:ext>
            </a:extLst>
          </p:cNvPr>
          <p:cNvSpPr>
            <a:spLocks xmlns:a="http://schemas.openxmlformats.org/drawingml/2006/main" noGrp="1"/>
          </p:cNvSpPr>
          <p:nvPr/>
        </p:nvSpPr>
        <p:spPr>
          <a:xfrm xmlns:a="http://schemas.openxmlformats.org/drawingml/2006/main">
            <a:off x="9286875" y="3517583"/>
            <a:ext cx="1205988" cy="696278"/>
          </a:xfrm>
          <a:custGeom xmlns:a="http://schemas.openxmlformats.org/drawingml/2006/main">
            <a:pathLst>
              <a:path w="1205988" h="696278">
                <a:moveTo>
                  <a:pt x="0" y="696278"/>
                </a:moveTo>
                <a:lnTo>
                  <a:pt x="1205988" y="0"/>
                </a:lnTo>
              </a:path>
            </a:pathLst>
          </a:custGeom>
          <a:noFill xmlns:a="http://schemas.openxmlformats.org/drawingml/2006/main"/>
          <a:ln xmlns:a="http://schemas.openxmlformats.org/drawingml/2006/main" w="28575">
            <a:solidFill>
              <a:srgbClr val="182B33"/>
            </a:solidFill>
            <a:prstDash val="solid"/>
          </a:ln>
        </p:spPr>
      </p:sp>
      <p:sp>
        <p:nvSpPr>
          <p:cNvPr id="11" name="">
            <a:extLst xmlns:a="http://schemas.openxmlformats.org/drawingml/2006/main">
              <a:ext uri="{FF2B5EF4-FFF2-40B4-BE49-F238E27FC236}">
                <a16:creationId xmlns:a16="http://schemas.microsoft.com/office/drawing/2014/main" id="{E8AF8EFB-2DD4-4333-9096-6820A4151DFF}"/>
              </a:ext>
            </a:extLst>
          </p:cNvPr>
          <p:cNvSpPr>
            <a:spLocks xmlns:a="http://schemas.openxmlformats.org/drawingml/2006/main" noGrp="1"/>
          </p:cNvSpPr>
          <p:nvPr/>
        </p:nvSpPr>
        <p:spPr>
          <a:xfrm xmlns:a="http://schemas.openxmlformats.org/drawingml/2006/main">
            <a:off x="9286875" y="3740391"/>
            <a:ext cx="410036" cy="236734"/>
          </a:xfrm>
          <a:custGeom xmlns:a="http://schemas.openxmlformats.org/drawingml/2006/main">
            <a:pathLst>
              <a:path w="410036" h="236734">
                <a:moveTo>
                  <a:pt x="0" y="0"/>
                </a:moveTo>
                <a:lnTo>
                  <a:pt x="41266" y="1802"/>
                </a:lnTo>
                <a:lnTo>
                  <a:pt x="82217" y="7193"/>
                </a:lnTo>
                <a:lnTo>
                  <a:pt x="122543" y="16133"/>
                </a:lnTo>
                <a:lnTo>
                  <a:pt x="161936" y="28554"/>
                </a:lnTo>
                <a:lnTo>
                  <a:pt x="200097" y="44360"/>
                </a:lnTo>
                <a:lnTo>
                  <a:pt x="236734" y="63433"/>
                </a:lnTo>
                <a:lnTo>
                  <a:pt x="271570" y="85626"/>
                </a:lnTo>
                <a:lnTo>
                  <a:pt x="304340" y="110771"/>
                </a:lnTo>
                <a:lnTo>
                  <a:pt x="334793" y="138676"/>
                </a:lnTo>
                <a:lnTo>
                  <a:pt x="362698" y="169129"/>
                </a:lnTo>
                <a:lnTo>
                  <a:pt x="387843" y="201898"/>
                </a:lnTo>
                <a:lnTo>
                  <a:pt x="410036" y="236734"/>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385C1F50-8DD4-4355-8AD4-6902BC1BB6D9}"/>
              </a:ext>
            </a:extLst>
          </p:cNvPr>
          <p:cNvSpPr>
            <a:spLocks xmlns:a="http://schemas.openxmlformats.org/drawingml/2006/main" noGrp="1"/>
          </p:cNvSpPr>
          <p:nvPr/>
        </p:nvSpPr>
        <p:spPr>
          <a:xfrm xmlns:a="http://schemas.openxmlformats.org/drawingml/2006/main">
            <a:off x="9634998" y="3869890"/>
            <a:ext cx="61913" cy="107236"/>
          </a:xfrm>
          <a:custGeom xmlns:a="http://schemas.openxmlformats.org/drawingml/2006/main">
            <a:pathLst>
              <a:path w="61913" h="107236">
                <a:moveTo>
                  <a:pt x="0" y="0"/>
                </a:moveTo>
                <a:lnTo>
                  <a:pt x="61913" y="107236"/>
                </a:lnTo>
              </a:path>
            </a:pathLst>
          </a:custGeom>
          <a:noFill xmlns:a="http://schemas.openxmlformats.org/drawingml/2006/main"/>
          <a:ln xmlns:a="http://schemas.openxmlformats.org/drawingml/2006/main" w="28575">
            <a:solidFill>
              <a:srgbClr val="166B68"/>
            </a:solidFill>
            <a:prstDash val="solid"/>
          </a:ln>
        </p:spPr>
      </p:sp>
      <p:sp>
        <p:nvSpPr>
          <p:cNvPr id="13" name="">
            <a:extLst xmlns:a="http://schemas.openxmlformats.org/drawingml/2006/main">
              <a:ext uri="{FF2B5EF4-FFF2-40B4-BE49-F238E27FC236}">
                <a16:creationId xmlns:a16="http://schemas.microsoft.com/office/drawing/2014/main" id="{B96C8133-A292-45CF-BA74-B6AB6A5CBEA9}"/>
              </a:ext>
            </a:extLst>
          </p:cNvPr>
          <p:cNvSpPr>
            <a:spLocks xmlns:a="http://schemas.openxmlformats.org/drawingml/2006/main" noGrp="1"/>
          </p:cNvSpPr>
          <p:nvPr/>
        </p:nvSpPr>
        <p:spPr>
          <a:xfrm xmlns:a="http://schemas.openxmlformats.org/drawingml/2006/main">
            <a:off x="9613194" y="3881909"/>
            <a:ext cx="86232" cy="95217"/>
          </a:xfrm>
          <a:custGeom xmlns:a="http://schemas.openxmlformats.org/drawingml/2006/main">
            <a:pathLst>
              <a:path w="86232" h="95217">
                <a:moveTo>
                  <a:pt x="0" y="49786"/>
                </a:moveTo>
                <a:lnTo>
                  <a:pt x="83717" y="95217"/>
                </a:lnTo>
                <a:lnTo>
                  <a:pt x="86232" y="0"/>
                </a:lnTo>
              </a:path>
            </a:pathLst>
          </a:custGeom>
          <a:noFill xmlns:a="http://schemas.openxmlformats.org/drawingml/2006/main"/>
          <a:ln xmlns:a="http://schemas.openxmlformats.org/drawingml/2006/main" w="28575">
            <a:solidFill>
              <a:srgbClr val="166B68"/>
            </a:solidFill>
            <a:prstDash val="solid"/>
          </a:ln>
        </p:spPr>
      </p:sp>
      <p:sp>
        <p:nvSpPr>
          <p:cNvPr id="14" name="">
            <a:extLst xmlns:a="http://schemas.openxmlformats.org/drawingml/2006/main">
              <a:ext uri="{FF2B5EF4-FFF2-40B4-BE49-F238E27FC236}">
                <a16:creationId xmlns:a16="http://schemas.microsoft.com/office/drawing/2014/main" id="{42C2E46C-BF1B-49BD-AC38-4D48BB812877}"/>
              </a:ext>
            </a:extLst>
          </p:cNvPr>
          <p:cNvSpPr>
            <a:spLocks xmlns:a="http://schemas.openxmlformats.org/drawingml/2006/main" noGrp="1"/>
          </p:cNvSpPr>
          <p:nvPr/>
        </p:nvSpPr>
        <p:spPr>
          <a:xfrm xmlns:a="http://schemas.openxmlformats.org/drawingml/2006/main">
            <a:off x="9229725" y="2764155"/>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5" name="">
            <a:extLst xmlns:a="http://schemas.openxmlformats.org/drawingml/2006/main">
              <a:ext uri="{FF2B5EF4-FFF2-40B4-BE49-F238E27FC236}">
                <a16:creationId xmlns:a16="http://schemas.microsoft.com/office/drawing/2014/main" id="{B8D00F3D-233A-4B58-B870-53A041A08C32}"/>
              </a:ext>
            </a:extLst>
          </p:cNvPr>
          <p:cNvSpPr>
            <a:spLocks xmlns:a="http://schemas.openxmlformats.org/drawingml/2006/main" noGrp="1"/>
          </p:cNvSpPr>
          <p:nvPr/>
        </p:nvSpPr>
        <p:spPr>
          <a:xfrm xmlns:a="http://schemas.openxmlformats.org/drawingml/2006/main">
            <a:off x="9048750" y="256413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16" name="">
            <a:extLst xmlns:a="http://schemas.openxmlformats.org/drawingml/2006/main">
              <a:ext uri="{FF2B5EF4-FFF2-40B4-BE49-F238E27FC236}">
                <a16:creationId xmlns:a16="http://schemas.microsoft.com/office/drawing/2014/main" id="{BF352524-2FD1-42B9-BBDF-91C323724EFF}"/>
              </a:ext>
            </a:extLst>
          </p:cNvPr>
          <p:cNvSpPr>
            <a:spLocks xmlns:a="http://schemas.openxmlformats.org/drawingml/2006/main" noGrp="1"/>
          </p:cNvSpPr>
          <p:nvPr/>
        </p:nvSpPr>
        <p:spPr>
          <a:xfrm xmlns:a="http://schemas.openxmlformats.org/drawingml/2006/main">
            <a:off x="9229725" y="415671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7" name="">
            <a:extLst xmlns:a="http://schemas.openxmlformats.org/drawingml/2006/main">
              <a:ext uri="{FF2B5EF4-FFF2-40B4-BE49-F238E27FC236}">
                <a16:creationId xmlns:a16="http://schemas.microsoft.com/office/drawing/2014/main" id="{75FF0420-3315-4D8F-A972-366B85C7B70F}"/>
              </a:ext>
            </a:extLst>
          </p:cNvPr>
          <p:cNvSpPr>
            <a:spLocks xmlns:a="http://schemas.openxmlformats.org/drawingml/2006/main" noGrp="1"/>
          </p:cNvSpPr>
          <p:nvPr/>
        </p:nvSpPr>
        <p:spPr>
          <a:xfrm xmlns:a="http://schemas.openxmlformats.org/drawingml/2006/main">
            <a:off x="9010650" y="4261485"/>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2D29001D-7687-453B-B7DD-5E84F09E5C61}"/>
              </a:ext>
            </a:extLst>
          </p:cNvPr>
          <p:cNvSpPr>
            <a:spLocks xmlns:a="http://schemas.openxmlformats.org/drawingml/2006/main" noGrp="1"/>
          </p:cNvSpPr>
          <p:nvPr/>
        </p:nvSpPr>
        <p:spPr>
          <a:xfrm xmlns:a="http://schemas.openxmlformats.org/drawingml/2006/main">
            <a:off x="10435713" y="3460433"/>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9" name="">
            <a:extLst xmlns:a="http://schemas.openxmlformats.org/drawingml/2006/main">
              <a:ext uri="{FF2B5EF4-FFF2-40B4-BE49-F238E27FC236}">
                <a16:creationId xmlns:a16="http://schemas.microsoft.com/office/drawing/2014/main" id="{29A87418-75AB-4B08-9D34-72844F4849DA}"/>
              </a:ext>
            </a:extLst>
          </p:cNvPr>
          <p:cNvSpPr>
            <a:spLocks xmlns:a="http://schemas.openxmlformats.org/drawingml/2006/main" noGrp="1"/>
          </p:cNvSpPr>
          <p:nvPr/>
        </p:nvSpPr>
        <p:spPr>
          <a:xfrm xmlns:a="http://schemas.openxmlformats.org/drawingml/2006/main">
            <a:off x="10578588" y="3346133"/>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a:t>
            </a:r>
          </a:p>
        </p:txBody>
      </p:sp>
      <p:sp>
        <p:nvSpPr>
          <p:cNvPr id="20" name="">
            <a:extLst xmlns:a="http://schemas.openxmlformats.org/drawingml/2006/main">
              <a:ext uri="{FF2B5EF4-FFF2-40B4-BE49-F238E27FC236}">
                <a16:creationId xmlns:a16="http://schemas.microsoft.com/office/drawing/2014/main" id="{352F7205-400A-407C-9556-C29B63CB75A6}"/>
              </a:ext>
            </a:extLst>
          </p:cNvPr>
          <p:cNvSpPr>
            <a:spLocks xmlns:a="http://schemas.openxmlformats.org/drawingml/2006/main" noGrp="1"/>
          </p:cNvSpPr>
          <p:nvPr/>
        </p:nvSpPr>
        <p:spPr>
          <a:xfrm xmlns:a="http://schemas.openxmlformats.org/drawingml/2006/main">
            <a:off x="9906000" y="3308699"/>
            <a:ext cx="104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60°</a:t>
            </a:r>
          </a:p>
        </p:txBody>
      </p:sp>
    </p:spTree>
    <p:extLst>
      <p:ext uri="{BB962C8B-B14F-4D97-AF65-F5344CB8AC3E}">
        <p14:creationId xmlns:p14="http://schemas.microsoft.com/office/powerpoint/2010/main" val="16217069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CA503B2-3A31-4145-85B0-B84F3F54234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05B0EA2D-64B6-4D85-9AB4-621BC4C48E9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4-0 導入｜0–5分</a:t>
            </a:r>
          </a:p>
        </p:txBody>
      </p:sp>
      <p:sp>
        <p:nvSpPr>
          <p:cNvPr id="3" name="">
            <a:extLst xmlns:a="http://schemas.openxmlformats.org/drawingml/2006/main">
              <a:ext uri="{FF2B5EF4-FFF2-40B4-BE49-F238E27FC236}">
                <a16:creationId xmlns:a16="http://schemas.microsoft.com/office/drawing/2014/main" id="{00668E34-A9E7-4904-B98D-37422547B182}"/>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前回①：符号で象限を決める</a:t>
            </a:r>
          </a:p>
        </p:txBody>
      </p:sp>
      <p:sp>
        <p:nvSpPr>
          <p:cNvPr id="4" name="">
            <a:extLst xmlns:a="http://schemas.openxmlformats.org/drawingml/2006/main">
              <a:ext uri="{FF2B5EF4-FFF2-40B4-BE49-F238E27FC236}">
                <a16:creationId xmlns:a16="http://schemas.microsoft.com/office/drawing/2014/main" id="{A61F7959-3FA2-4D77-BC88-2B7FB6267A5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4D47B0C-2937-43BD-A120-393A03AF2B76}"/>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202F5DE7-26E7-4B6B-9DCE-1EE9AB2AB1B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02</a:t>
            </a:r>
          </a:p>
        </p:txBody>
      </p:sp>
      <p:sp>
        <p:nvSpPr>
          <p:cNvPr id="7" name="">
            <a:extLst xmlns:a="http://schemas.openxmlformats.org/drawingml/2006/main">
              <a:ext uri="{FF2B5EF4-FFF2-40B4-BE49-F238E27FC236}">
                <a16:creationId xmlns:a16="http://schemas.microsoft.com/office/drawing/2014/main" id="{AF208BBB-2364-4E19-88D8-71F05E4362D0}"/>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ΔX＝−150 m、ΔY＝−200 m → 南西</a:t>
            </a:r>
          </a:p>
        </p:txBody>
      </p:sp>
      <p:sp>
        <p:nvSpPr>
          <p:cNvPr id="8" name="">
            <a:extLst xmlns:a="http://schemas.openxmlformats.org/drawingml/2006/main">
              <a:ext uri="{FF2B5EF4-FFF2-40B4-BE49-F238E27FC236}">
                <a16:creationId xmlns:a16="http://schemas.microsoft.com/office/drawing/2014/main" id="{AAA320E1-1936-48F7-A7A0-4E432C2389DF}"/>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距離＝√(150²＋200²)＝250.000 m</a:t>
            </a:r>
          </a:p>
        </p:txBody>
      </p:sp>
      <p:sp>
        <p:nvSpPr>
          <p:cNvPr id="9" name="">
            <a:extLst xmlns:a="http://schemas.openxmlformats.org/drawingml/2006/main">
              <a:ext uri="{FF2B5EF4-FFF2-40B4-BE49-F238E27FC236}">
                <a16:creationId xmlns:a16="http://schemas.microsoft.com/office/drawing/2014/main" id="{9745AF8E-1470-495A-A1DE-0DC472DEBA77}"/>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方向角＝180°＋tan⁻¹(200/150)</a:t>
            </a:r>
          </a:p>
        </p:txBody>
      </p:sp>
      <p:sp>
        <p:nvSpPr>
          <p:cNvPr id="10" name="">
            <a:extLst xmlns:a="http://schemas.openxmlformats.org/drawingml/2006/main">
              <a:ext uri="{FF2B5EF4-FFF2-40B4-BE49-F238E27FC236}">
                <a16:creationId xmlns:a16="http://schemas.microsoft.com/office/drawing/2014/main" id="{B1393C7C-45F6-48FD-81AB-2ABCA38A9A51}"/>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233°07′48″</a:t>
            </a:r>
          </a:p>
        </p:txBody>
      </p:sp>
    </p:spTree>
    <p:extLst>
      <p:ext uri="{BB962C8B-B14F-4D97-AF65-F5344CB8AC3E}">
        <p14:creationId xmlns:p14="http://schemas.microsoft.com/office/powerpoint/2010/main" val="7342236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F1746D0-0EB9-4A76-A89B-118013110E3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E11956CD-04AD-4200-AAE7-7E576D079BE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4-0 導入｜0–5分</a:t>
            </a:r>
          </a:p>
        </p:txBody>
      </p:sp>
      <p:sp>
        <p:nvSpPr>
          <p:cNvPr id="3" name="">
            <a:extLst xmlns:a="http://schemas.openxmlformats.org/drawingml/2006/main">
              <a:ext uri="{FF2B5EF4-FFF2-40B4-BE49-F238E27FC236}">
                <a16:creationId xmlns:a16="http://schemas.microsoft.com/office/drawing/2014/main" id="{41916153-D4D5-44E2-B781-07D81A565E60}"/>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前回②：距離は順に換算する</a:t>
            </a:r>
          </a:p>
        </p:txBody>
      </p:sp>
      <p:sp>
        <p:nvSpPr>
          <p:cNvPr id="4" name="">
            <a:extLst xmlns:a="http://schemas.openxmlformats.org/drawingml/2006/main">
              <a:ext uri="{FF2B5EF4-FFF2-40B4-BE49-F238E27FC236}">
                <a16:creationId xmlns:a16="http://schemas.microsoft.com/office/drawing/2014/main" id="{6AD18E63-2DD0-4187-BC0F-92913B2DD733}"/>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AE0A429E-72B5-4287-8AA1-A5E9025F1705}"/>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791C15CE-C75B-48FE-8252-87226F4FE47B}"/>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03</a:t>
            </a:r>
          </a:p>
        </p:txBody>
      </p:sp>
      <p:sp>
        <p:nvSpPr>
          <p:cNvPr id="7" name="">
            <a:extLst xmlns:a="http://schemas.openxmlformats.org/drawingml/2006/main">
              <a:ext uri="{FF2B5EF4-FFF2-40B4-BE49-F238E27FC236}">
                <a16:creationId xmlns:a16="http://schemas.microsoft.com/office/drawing/2014/main" id="{67DF5CDC-108E-4F66-A505-97BEFC013CBF}"/>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斜距離 → 水平距離 500.000 m</a:t>
            </a:r>
          </a:p>
        </p:txBody>
      </p:sp>
      <p:sp>
        <p:nvSpPr>
          <p:cNvPr id="8" name="">
            <a:extLst xmlns:a="http://schemas.openxmlformats.org/drawingml/2006/main">
              <a:ext uri="{FF2B5EF4-FFF2-40B4-BE49-F238E27FC236}">
                <a16:creationId xmlns:a16="http://schemas.microsoft.com/office/drawing/2014/main" id="{07E112B6-B834-4C3C-9817-B3E9C43D7829}"/>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基準面上へ → 499.984 m</a:t>
            </a:r>
          </a:p>
        </p:txBody>
      </p:sp>
      <p:sp>
        <p:nvSpPr>
          <p:cNvPr id="9" name="">
            <a:extLst xmlns:a="http://schemas.openxmlformats.org/drawingml/2006/main">
              <a:ext uri="{FF2B5EF4-FFF2-40B4-BE49-F238E27FC236}">
                <a16:creationId xmlns:a16="http://schemas.microsoft.com/office/drawing/2014/main" id="{86846C4D-52B5-44D5-B4C7-3EB6D00F022F}"/>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平面直角座標上へ → 499.934 m</a:t>
            </a:r>
          </a:p>
        </p:txBody>
      </p:sp>
      <p:sp>
        <p:nvSpPr>
          <p:cNvPr id="10" name="">
            <a:extLst xmlns:a="http://schemas.openxmlformats.org/drawingml/2006/main">
              <a:ext uri="{FF2B5EF4-FFF2-40B4-BE49-F238E27FC236}">
                <a16:creationId xmlns:a16="http://schemas.microsoft.com/office/drawing/2014/main" id="{3042F5AB-060D-402D-AC2A-6D403AB363E0}"/>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今日は、距離に「向き」を加える</a:t>
            </a:r>
          </a:p>
        </p:txBody>
      </p:sp>
    </p:spTree>
    <p:extLst>
      <p:ext uri="{BB962C8B-B14F-4D97-AF65-F5344CB8AC3E}">
        <p14:creationId xmlns:p14="http://schemas.microsoft.com/office/powerpoint/2010/main" val="4525172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489D225-3B48-401D-97C8-69D38CCE6A2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9DD9E8B9-D5D6-4FE7-8C0F-490EF04A9CC3}"/>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4-0 導入｜0–5分</a:t>
            </a:r>
          </a:p>
        </p:txBody>
      </p:sp>
      <p:sp>
        <p:nvSpPr>
          <p:cNvPr id="3" name="">
            <a:extLst xmlns:a="http://schemas.openxmlformats.org/drawingml/2006/main">
              <a:ext uri="{FF2B5EF4-FFF2-40B4-BE49-F238E27FC236}">
                <a16:creationId xmlns:a16="http://schemas.microsoft.com/office/drawing/2014/main" id="{43FC61F4-9E2F-4A5F-8A99-E5C8371704F6}"/>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同じ杭なのに、どちらを使う？</a:t>
            </a:r>
          </a:p>
        </p:txBody>
      </p:sp>
      <p:sp>
        <p:nvSpPr>
          <p:cNvPr id="4" name="">
            <a:extLst xmlns:a="http://schemas.openxmlformats.org/drawingml/2006/main">
              <a:ext uri="{FF2B5EF4-FFF2-40B4-BE49-F238E27FC236}">
                <a16:creationId xmlns:a16="http://schemas.microsoft.com/office/drawing/2014/main" id="{A7C108CC-9A34-4A93-BE7D-82395526646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13C15528-900E-42C5-B7F6-755DD9D2B9E7}"/>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795A92C9-3642-4F0D-92EC-9D9980E78C2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04</a:t>
            </a:r>
          </a:p>
        </p:txBody>
      </p:sp>
      <p:sp>
        <p:nvSpPr>
          <p:cNvPr id="7" name="">
            <a:extLst xmlns:a="http://schemas.openxmlformats.org/drawingml/2006/main">
              <a:ext uri="{FF2B5EF4-FFF2-40B4-BE49-F238E27FC236}">
                <a16:creationId xmlns:a16="http://schemas.microsoft.com/office/drawing/2014/main" id="{899FBECF-E0CB-4874-AFB8-9AF1E8FA872F}"/>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正の結果が2つ。これだけで決められる？</a:t>
            </a:r>
          </a:p>
        </p:txBody>
      </p:sp>
      <p:sp>
        <p:nvSpPr>
          <p:cNvPr id="8" name="">
            <a:extLst xmlns:a="http://schemas.openxmlformats.org/drawingml/2006/main">
              <a:ext uri="{FF2B5EF4-FFF2-40B4-BE49-F238E27FC236}">
                <a16:creationId xmlns:a16="http://schemas.microsoft.com/office/drawing/2014/main" id="{6A07D6C9-D970-44AE-8E9B-8D3A035E463F}"/>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73°25′15″</a:t>
            </a:r>
          </a:p>
        </p:txBody>
      </p:sp>
      <p:sp>
        <p:nvSpPr>
          <p:cNvPr id="9" name="">
            <a:extLst xmlns:a="http://schemas.openxmlformats.org/drawingml/2006/main">
              <a:ext uri="{FF2B5EF4-FFF2-40B4-BE49-F238E27FC236}">
                <a16:creationId xmlns:a16="http://schemas.microsoft.com/office/drawing/2014/main" id="{059B5F6B-9941-4B25-B63B-37DB59DCD5C2}"/>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73°25′09″</a:t>
            </a:r>
          </a:p>
        </p:txBody>
      </p:sp>
    </p:spTree>
    <p:extLst>
      <p:ext uri="{BB962C8B-B14F-4D97-AF65-F5344CB8AC3E}">
        <p14:creationId xmlns:p14="http://schemas.microsoft.com/office/powerpoint/2010/main" val="15371957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C5E32A9-4093-4E51-980B-E9CB8142DB7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E4AA22DC-8210-416B-8463-ABDAE852DD0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4-0 導入｜0–5分</a:t>
            </a:r>
          </a:p>
        </p:txBody>
      </p:sp>
      <p:sp>
        <p:nvSpPr>
          <p:cNvPr id="3" name="">
            <a:extLst xmlns:a="http://schemas.openxmlformats.org/drawingml/2006/main">
              <a:ext uri="{FF2B5EF4-FFF2-40B4-BE49-F238E27FC236}">
                <a16:creationId xmlns:a16="http://schemas.microsoft.com/office/drawing/2014/main" id="{A74EE0D1-5B12-4573-BDF3-B1577ED001D7}"/>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計算の先に、採用する判断がある</a:t>
            </a:r>
          </a:p>
        </p:txBody>
      </p:sp>
      <p:sp>
        <p:nvSpPr>
          <p:cNvPr id="4" name="">
            <a:extLst xmlns:a="http://schemas.openxmlformats.org/drawingml/2006/main">
              <a:ext uri="{FF2B5EF4-FFF2-40B4-BE49-F238E27FC236}">
                <a16:creationId xmlns:a16="http://schemas.microsoft.com/office/drawing/2014/main" id="{82AEC16D-E20D-4E6C-BEF2-CDAE1BD6DCC6}"/>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FF8DEF4A-0C68-4CBC-8488-9F194BCF7C1A}"/>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1C3CAEEA-5C7F-4795-8306-E925024ECF26}"/>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05</a:t>
            </a:r>
          </a:p>
        </p:txBody>
      </p:sp>
      <p:sp>
        <p:nvSpPr>
          <p:cNvPr id="7" name="">
            <a:extLst xmlns:a="http://schemas.openxmlformats.org/drawingml/2006/main">
              <a:ext uri="{FF2B5EF4-FFF2-40B4-BE49-F238E27FC236}">
                <a16:creationId xmlns:a16="http://schemas.microsoft.com/office/drawing/2014/main" id="{2BD4CEFD-013C-4CE4-9E0E-7ED7DF4972A1}"/>
              </a:ext>
            </a:extLst>
          </p:cNvPr>
          <p:cNvSpPr>
            <a:spLocks xmlns:a="http://schemas.openxmlformats.org/drawingml/2006/main" noGrp="1"/>
          </p:cNvSpPr>
          <p:nvPr/>
        </p:nvSpPr>
        <p:spPr>
          <a:xfrm xmlns:a="http://schemas.openxmlformats.org/drawingml/2006/main">
            <a:off x="723900" y="17145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1">
                <a:solidFill>
                  <a:srgbClr val="52616A"/>
                </a:solidFill>
                <a:latin typeface="Yu Gothic"/>
                <a:ea typeface="Yu Gothic"/>
                <a:cs typeface="Yu Gothic"/>
              </a:defRPr>
            </a:defPPr>
            <a:lvl1pPr algn="l">
              <a:defRPr sz="2400" b="1">
                <a:solidFill>
                  <a:srgbClr val="52616A"/>
                </a:solidFill>
                <a:latin typeface="Yu Gothic"/>
                <a:ea typeface="Yu Gothic"/>
                <a:cs typeface="Yu Gothic"/>
              </a:defRPr>
            </a:lvl1pPr>
            <a:lvl2pPr algn="l">
              <a:defRPr sz="2400" b="1">
                <a:solidFill>
                  <a:srgbClr val="52616A"/>
                </a:solidFill>
                <a:latin typeface="Yu Gothic"/>
                <a:ea typeface="Yu Gothic"/>
                <a:cs typeface="Yu Gothic"/>
              </a:defRPr>
            </a:lvl2pPr>
            <a:lvl3pPr algn="l">
              <a:defRPr sz="2400" b="1">
                <a:solidFill>
                  <a:srgbClr val="52616A"/>
                </a:solidFill>
                <a:latin typeface="Yu Gothic"/>
                <a:ea typeface="Yu Gothic"/>
                <a:cs typeface="Yu Gothic"/>
              </a:defRPr>
            </a:lvl3pPr>
            <a:lvl4pPr algn="l">
              <a:defRPr sz="2400" b="1">
                <a:solidFill>
                  <a:srgbClr val="52616A"/>
                </a:solidFill>
                <a:latin typeface="Yu Gothic"/>
                <a:ea typeface="Yu Gothic"/>
                <a:cs typeface="Yu Gothic"/>
              </a:defRPr>
            </a:lvl4pPr>
            <a:lvl5pPr algn="l">
              <a:defRPr sz="2400" b="1">
                <a:solidFill>
                  <a:srgbClr val="52616A"/>
                </a:solidFill>
                <a:latin typeface="Yu Gothic"/>
                <a:ea typeface="Yu Gothic"/>
                <a:cs typeface="Yu Gothic"/>
              </a:defRPr>
            </a:lvl5pPr>
            <a:lvl6pPr algn="l">
              <a:defRPr sz="2400" b="1">
                <a:solidFill>
                  <a:srgbClr val="52616A"/>
                </a:solidFill>
                <a:latin typeface="Yu Gothic"/>
                <a:ea typeface="Yu Gothic"/>
                <a:cs typeface="Yu Gothic"/>
              </a:defRPr>
            </a:lvl6pPr>
            <a:lvl7pPr algn="l">
              <a:defRPr sz="2400" b="1">
                <a:solidFill>
                  <a:srgbClr val="52616A"/>
                </a:solidFill>
                <a:latin typeface="Yu Gothic"/>
                <a:ea typeface="Yu Gothic"/>
                <a:cs typeface="Yu Gothic"/>
              </a:defRPr>
            </a:lvl7pPr>
            <a:lvl8pPr algn="l">
              <a:defRPr sz="2400" b="1">
                <a:solidFill>
                  <a:srgbClr val="52616A"/>
                </a:solidFill>
                <a:latin typeface="Yu Gothic"/>
                <a:ea typeface="Yu Gothic"/>
                <a:cs typeface="Yu Gothic"/>
              </a:defRPr>
            </a:lvl8pPr>
            <a:lvl9pPr algn="l">
              <a:defRPr sz="2400" b="1">
                <a:solidFill>
                  <a:srgbClr val="52616A"/>
                </a:solidFill>
                <a:latin typeface="Yu Gothic"/>
                <a:ea typeface="Yu Gothic"/>
                <a:cs typeface="Yu Gothic"/>
              </a:defRPr>
            </a:lvl9pPr>
          </a:lstStyle>
          <a:p xmlns:a="http://schemas.openxmlformats.org/drawingml/2006/main">
            <a:pPr algn="l">
              <a:defRPr sz="2400" b="1">
                <a:solidFill>
                  <a:srgbClr val="52616A"/>
                </a:solidFill>
                <a:latin typeface="Yu Gothic"/>
                <a:ea typeface="Yu Gothic"/>
                <a:cs typeface="Yu Gothic"/>
              </a:defRPr>
            </a:pPr>
            <a:r>
              <a:rPr sz="2400" b="1">
                <a:solidFill>
                  <a:srgbClr val="52616A"/>
                </a:solidFill>
                <a:latin typeface="Yu Gothic"/>
                <a:ea typeface="Yu Gothic"/>
                <a:cs typeface="Yu Gothic"/>
              </a:rPr>
              <a:t>読む → 据える → 減らす → 点検 → 戻す</a:t>
            </a:r>
          </a:p>
        </p:txBody>
      </p:sp>
      <p:sp>
        <p:nvSpPr>
          <p:cNvPr id="8" name="">
            <a:extLst xmlns:a="http://schemas.openxmlformats.org/drawingml/2006/main">
              <a:ext uri="{FF2B5EF4-FFF2-40B4-BE49-F238E27FC236}">
                <a16:creationId xmlns:a16="http://schemas.microsoft.com/office/drawing/2014/main" id="{8FDA8EF3-6B13-4408-9F95-D028D2B6FC8D}"/>
              </a:ext>
            </a:extLst>
          </p:cNvPr>
          <p:cNvSpPr>
            <a:spLocks xmlns:a="http://schemas.openxmlformats.org/drawingml/2006/main" noGrp="1"/>
          </p:cNvSpPr>
          <p:nvPr/>
        </p:nvSpPr>
        <p:spPr>
          <a:xfrm xmlns:a="http://schemas.openxmlformats.org/drawingml/2006/main">
            <a:off x="1104900" y="2667000"/>
            <a:ext cx="967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正しく読む・据える</a:t>
            </a:r>
          </a:p>
        </p:txBody>
      </p:sp>
      <p:sp>
        <p:nvSpPr>
          <p:cNvPr id="9" name="">
            <a:extLst xmlns:a="http://schemas.openxmlformats.org/drawingml/2006/main">
              <a:ext uri="{FF2B5EF4-FFF2-40B4-BE49-F238E27FC236}">
                <a16:creationId xmlns:a16="http://schemas.microsoft.com/office/drawing/2014/main" id="{11A447C7-FB25-4D0D-96DA-DC6313C5BE2B}"/>
              </a:ext>
            </a:extLst>
          </p:cNvPr>
          <p:cNvSpPr>
            <a:spLocks xmlns:a="http://schemas.openxmlformats.org/drawingml/2006/main" noGrp="1"/>
          </p:cNvSpPr>
          <p:nvPr/>
        </p:nvSpPr>
        <p:spPr>
          <a:xfrm xmlns:a="http://schemas.openxmlformats.org/drawingml/2006/main">
            <a:off x="1104900" y="3238500"/>
            <a:ext cx="967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測り方を変え、結果を比べる</a:t>
            </a:r>
          </a:p>
        </p:txBody>
      </p:sp>
      <p:sp>
        <p:nvSpPr>
          <p:cNvPr id="10" name="">
            <a:extLst xmlns:a="http://schemas.openxmlformats.org/drawingml/2006/main">
              <a:ext uri="{FF2B5EF4-FFF2-40B4-BE49-F238E27FC236}">
                <a16:creationId xmlns:a16="http://schemas.microsoft.com/office/drawing/2014/main" id="{5B53D70C-C40C-4F83-B87C-BC3B6AF668C0}"/>
              </a:ext>
            </a:extLst>
          </p:cNvPr>
          <p:cNvSpPr>
            <a:spLocks xmlns:a="http://schemas.openxmlformats.org/drawingml/2006/main" noGrp="1"/>
          </p:cNvSpPr>
          <p:nvPr/>
        </p:nvSpPr>
        <p:spPr>
          <a:xfrm xmlns:a="http://schemas.openxmlformats.org/drawingml/2006/main">
            <a:off x="1104900" y="3810000"/>
            <a:ext cx="967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使える値か判断し、中心へ戻す</a:t>
            </a:r>
          </a:p>
        </p:txBody>
      </p:sp>
    </p:spTree>
    <p:extLst>
      <p:ext uri="{BB962C8B-B14F-4D97-AF65-F5344CB8AC3E}">
        <p14:creationId xmlns:p14="http://schemas.microsoft.com/office/powerpoint/2010/main" val="97567845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6478A75-7D83-4AA5-AD30-B0DBD5D60C0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82DAAE46-9A8D-4CAC-857E-5427BE8AC49D}"/>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6858AE75-AAB3-49A2-9DDE-7F79D91C4760}"/>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目盛の0°は、座標北とは限らない</a:t>
            </a:r>
          </a:p>
        </p:txBody>
      </p:sp>
      <p:sp>
        <p:nvSpPr>
          <p:cNvPr id="4" name="">
            <a:extLst xmlns:a="http://schemas.openxmlformats.org/drawingml/2006/main">
              <a:ext uri="{FF2B5EF4-FFF2-40B4-BE49-F238E27FC236}">
                <a16:creationId xmlns:a16="http://schemas.microsoft.com/office/drawing/2014/main" id="{259A4651-23CC-42B0-9C3F-5FEA197B3A05}"/>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B24D8DB1-4AF9-4540-AA6B-A106FEA65C25}"/>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06BA7D52-5F1E-46FF-9050-3562F733BE55}"/>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06</a:t>
            </a:r>
          </a:p>
        </p:txBody>
      </p:sp>
      <p:sp>
        <p:nvSpPr>
          <p:cNvPr id="7" name="">
            <a:extLst xmlns:a="http://schemas.openxmlformats.org/drawingml/2006/main">
              <a:ext uri="{FF2B5EF4-FFF2-40B4-BE49-F238E27FC236}">
                <a16:creationId xmlns:a16="http://schemas.microsoft.com/office/drawing/2014/main" id="{60197F80-3F4C-4366-8A94-24B917C87DBD}"/>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読むのは向き、欲しいのは2方向の差</a:t>
            </a:r>
          </a:p>
        </p:txBody>
      </p:sp>
      <p:sp>
        <p:nvSpPr>
          <p:cNvPr id="8" name="">
            <a:extLst xmlns:a="http://schemas.openxmlformats.org/drawingml/2006/main">
              <a:ext uri="{FF2B5EF4-FFF2-40B4-BE49-F238E27FC236}">
                <a16:creationId xmlns:a16="http://schemas.microsoft.com/office/drawing/2014/main" id="{A06E5ADD-03A6-4426-8CFC-03609AA97EF5}"/>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読定値＝器械の目盛の値</a:t>
            </a:r>
          </a:p>
        </p:txBody>
      </p:sp>
      <p:sp>
        <p:nvSpPr>
          <p:cNvPr id="9" name="">
            <a:extLst xmlns:a="http://schemas.openxmlformats.org/drawingml/2006/main">
              <a:ext uri="{FF2B5EF4-FFF2-40B4-BE49-F238E27FC236}">
                <a16:creationId xmlns:a16="http://schemas.microsoft.com/office/drawing/2014/main" id="{13A45A3F-119E-41A4-B908-5572F7183507}"/>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水平角＝基準AからBへの開き</a:t>
            </a:r>
          </a:p>
        </p:txBody>
      </p:sp>
      <p:sp>
        <p:nvSpPr>
          <p:cNvPr id="10" name="">
            <a:extLst xmlns:a="http://schemas.openxmlformats.org/drawingml/2006/main">
              <a:ext uri="{FF2B5EF4-FFF2-40B4-BE49-F238E27FC236}">
                <a16:creationId xmlns:a16="http://schemas.microsoft.com/office/drawing/2014/main" id="{E9191982-9667-40F3-B53F-590189CFD62A}"/>
              </a:ext>
            </a:extLst>
          </p:cNvPr>
          <p:cNvSpPr>
            <a:spLocks xmlns:a="http://schemas.openxmlformats.org/drawingml/2006/main" noGrp="1"/>
          </p:cNvSpPr>
          <p:nvPr/>
        </p:nvSpPr>
        <p:spPr>
          <a:xfrm xmlns:a="http://schemas.openxmlformats.org/drawingml/2006/main">
            <a:off x="8739188" y="2736533"/>
            <a:ext cx="9525" cy="1732597"/>
          </a:xfrm>
          <a:custGeom xmlns:a="http://schemas.openxmlformats.org/drawingml/2006/main">
            <a:pathLst>
              <a:path w="9525" h="1732597">
                <a:moveTo>
                  <a:pt x="0" y="1732597"/>
                </a:moveTo>
                <a:lnTo>
                  <a:pt x="0" y="0"/>
                </a:lnTo>
              </a:path>
            </a:pathLst>
          </a:custGeom>
          <a:noFill xmlns:a="http://schemas.openxmlformats.org/drawingml/2006/main"/>
          <a:ln xmlns:a="http://schemas.openxmlformats.org/drawingml/2006/main" w="28575">
            <a:solidFill>
              <a:srgbClr val="182B33"/>
            </a:solidFill>
            <a:prstDash val="solid"/>
          </a:ln>
        </p:spPr>
      </p:sp>
      <p:sp>
        <p:nvSpPr>
          <p:cNvPr id="11" name="">
            <a:extLst xmlns:a="http://schemas.openxmlformats.org/drawingml/2006/main">
              <a:ext uri="{FF2B5EF4-FFF2-40B4-BE49-F238E27FC236}">
                <a16:creationId xmlns:a16="http://schemas.microsoft.com/office/drawing/2014/main" id="{88CA0ED5-CC71-4BEF-BA2D-5B2BF092E0B2}"/>
              </a:ext>
            </a:extLst>
          </p:cNvPr>
          <p:cNvSpPr>
            <a:spLocks xmlns:a="http://schemas.openxmlformats.org/drawingml/2006/main" noGrp="1"/>
          </p:cNvSpPr>
          <p:nvPr/>
        </p:nvSpPr>
        <p:spPr>
          <a:xfrm xmlns:a="http://schemas.openxmlformats.org/drawingml/2006/main">
            <a:off x="8739188" y="3602831"/>
            <a:ext cx="1500473" cy="866299"/>
          </a:xfrm>
          <a:custGeom xmlns:a="http://schemas.openxmlformats.org/drawingml/2006/main">
            <a:pathLst>
              <a:path w="1500473" h="866299">
                <a:moveTo>
                  <a:pt x="0" y="866299"/>
                </a:moveTo>
                <a:lnTo>
                  <a:pt x="1500473" y="0"/>
                </a:lnTo>
              </a:path>
            </a:pathLst>
          </a:custGeom>
          <a:noFill xmlns:a="http://schemas.openxmlformats.org/drawingml/2006/main"/>
          <a:ln xmlns:a="http://schemas.openxmlformats.org/drawingml/2006/main" w="28575">
            <a:solidFill>
              <a:srgbClr val="182B33"/>
            </a:solidFill>
            <a:prstDash val="solid"/>
          </a:ln>
        </p:spPr>
      </p:sp>
      <p:sp>
        <p:nvSpPr>
          <p:cNvPr id="12" name="">
            <a:extLst xmlns:a="http://schemas.openxmlformats.org/drawingml/2006/main">
              <a:ext uri="{FF2B5EF4-FFF2-40B4-BE49-F238E27FC236}">
                <a16:creationId xmlns:a16="http://schemas.microsoft.com/office/drawing/2014/main" id="{F8640540-190D-4755-983E-CB09C2D58578}"/>
              </a:ext>
            </a:extLst>
          </p:cNvPr>
          <p:cNvSpPr>
            <a:spLocks xmlns:a="http://schemas.openxmlformats.org/drawingml/2006/main" noGrp="1"/>
          </p:cNvSpPr>
          <p:nvPr/>
        </p:nvSpPr>
        <p:spPr>
          <a:xfrm xmlns:a="http://schemas.openxmlformats.org/drawingml/2006/main">
            <a:off x="8739188" y="3880047"/>
            <a:ext cx="510161" cy="294542"/>
          </a:xfrm>
          <a:custGeom xmlns:a="http://schemas.openxmlformats.org/drawingml/2006/main">
            <a:pathLst>
              <a:path w="510161" h="294542">
                <a:moveTo>
                  <a:pt x="0" y="0"/>
                </a:moveTo>
                <a:lnTo>
                  <a:pt x="51342" y="2242"/>
                </a:lnTo>
                <a:lnTo>
                  <a:pt x="102293" y="8949"/>
                </a:lnTo>
                <a:lnTo>
                  <a:pt x="152466" y="20073"/>
                </a:lnTo>
                <a:lnTo>
                  <a:pt x="201478" y="35526"/>
                </a:lnTo>
                <a:lnTo>
                  <a:pt x="248957" y="55193"/>
                </a:lnTo>
                <a:lnTo>
                  <a:pt x="294542" y="78922"/>
                </a:lnTo>
                <a:lnTo>
                  <a:pt x="337884" y="106534"/>
                </a:lnTo>
                <a:lnTo>
                  <a:pt x="378655" y="137819"/>
                </a:lnTo>
                <a:lnTo>
                  <a:pt x="416545" y="172538"/>
                </a:lnTo>
                <a:lnTo>
                  <a:pt x="451264" y="210428"/>
                </a:lnTo>
                <a:lnTo>
                  <a:pt x="482549" y="251199"/>
                </a:lnTo>
                <a:lnTo>
                  <a:pt x="510161" y="294542"/>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9A53C076-9E11-45D9-9380-7459A37848D2}"/>
              </a:ext>
            </a:extLst>
          </p:cNvPr>
          <p:cNvSpPr>
            <a:spLocks xmlns:a="http://schemas.openxmlformats.org/drawingml/2006/main" noGrp="1"/>
          </p:cNvSpPr>
          <p:nvPr/>
        </p:nvSpPr>
        <p:spPr>
          <a:xfrm xmlns:a="http://schemas.openxmlformats.org/drawingml/2006/main">
            <a:off x="9187436" y="4067353"/>
            <a:ext cx="61913" cy="107236"/>
          </a:xfrm>
          <a:custGeom xmlns:a="http://schemas.openxmlformats.org/drawingml/2006/main">
            <a:pathLst>
              <a:path w="61913" h="107236">
                <a:moveTo>
                  <a:pt x="0" y="0"/>
                </a:moveTo>
                <a:lnTo>
                  <a:pt x="61913" y="107236"/>
                </a:lnTo>
              </a:path>
            </a:pathLst>
          </a:custGeom>
          <a:noFill xmlns:a="http://schemas.openxmlformats.org/drawingml/2006/main"/>
          <a:ln xmlns:a="http://schemas.openxmlformats.org/drawingml/2006/main" w="28575">
            <a:solidFill>
              <a:srgbClr val="166B68"/>
            </a:solidFill>
            <a:prstDash val="solid"/>
          </a:ln>
        </p:spPr>
      </p:sp>
      <p:sp>
        <p:nvSpPr>
          <p:cNvPr id="14" name="">
            <a:extLst xmlns:a="http://schemas.openxmlformats.org/drawingml/2006/main">
              <a:ext uri="{FF2B5EF4-FFF2-40B4-BE49-F238E27FC236}">
                <a16:creationId xmlns:a16="http://schemas.microsoft.com/office/drawing/2014/main" id="{C11E92CE-916B-4463-B6D5-3A4BC6215B50}"/>
              </a:ext>
            </a:extLst>
          </p:cNvPr>
          <p:cNvSpPr>
            <a:spLocks xmlns:a="http://schemas.openxmlformats.org/drawingml/2006/main" noGrp="1"/>
          </p:cNvSpPr>
          <p:nvPr/>
        </p:nvSpPr>
        <p:spPr>
          <a:xfrm xmlns:a="http://schemas.openxmlformats.org/drawingml/2006/main">
            <a:off x="9165631" y="4079372"/>
            <a:ext cx="86232" cy="95217"/>
          </a:xfrm>
          <a:custGeom xmlns:a="http://schemas.openxmlformats.org/drawingml/2006/main">
            <a:pathLst>
              <a:path w="86232" h="95217">
                <a:moveTo>
                  <a:pt x="0" y="49786"/>
                </a:moveTo>
                <a:lnTo>
                  <a:pt x="83717" y="95217"/>
                </a:lnTo>
                <a:lnTo>
                  <a:pt x="86232" y="0"/>
                </a:lnTo>
              </a:path>
            </a:pathLst>
          </a:custGeom>
          <a:noFill xmlns:a="http://schemas.openxmlformats.org/drawingml/2006/main"/>
          <a:ln xmlns:a="http://schemas.openxmlformats.org/drawingml/2006/main" w="28575">
            <a:solidFill>
              <a:srgbClr val="166B68"/>
            </a:solidFill>
            <a:prstDash val="solid"/>
          </a:ln>
        </p:spPr>
      </p:sp>
      <p:sp>
        <p:nvSpPr>
          <p:cNvPr id="15" name="">
            <a:extLst xmlns:a="http://schemas.openxmlformats.org/drawingml/2006/main">
              <a:ext uri="{FF2B5EF4-FFF2-40B4-BE49-F238E27FC236}">
                <a16:creationId xmlns:a16="http://schemas.microsoft.com/office/drawing/2014/main" id="{5C86757F-01E2-4240-83B4-120FD579A2C0}"/>
              </a:ext>
            </a:extLst>
          </p:cNvPr>
          <p:cNvSpPr>
            <a:spLocks xmlns:a="http://schemas.openxmlformats.org/drawingml/2006/main" noGrp="1"/>
          </p:cNvSpPr>
          <p:nvPr/>
        </p:nvSpPr>
        <p:spPr>
          <a:xfrm xmlns:a="http://schemas.openxmlformats.org/drawingml/2006/main">
            <a:off x="8682038" y="2679383"/>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6" name="">
            <a:extLst xmlns:a="http://schemas.openxmlformats.org/drawingml/2006/main">
              <a:ext uri="{FF2B5EF4-FFF2-40B4-BE49-F238E27FC236}">
                <a16:creationId xmlns:a16="http://schemas.microsoft.com/office/drawing/2014/main" id="{AF18880E-1943-419F-BC60-4E0952C527B8}"/>
              </a:ext>
            </a:extLst>
          </p:cNvPr>
          <p:cNvSpPr>
            <a:spLocks xmlns:a="http://schemas.openxmlformats.org/drawingml/2006/main" noGrp="1"/>
          </p:cNvSpPr>
          <p:nvPr/>
        </p:nvSpPr>
        <p:spPr>
          <a:xfrm xmlns:a="http://schemas.openxmlformats.org/drawingml/2006/main">
            <a:off x="8501063" y="2479358"/>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17" name="">
            <a:extLst xmlns:a="http://schemas.openxmlformats.org/drawingml/2006/main">
              <a:ext uri="{FF2B5EF4-FFF2-40B4-BE49-F238E27FC236}">
                <a16:creationId xmlns:a16="http://schemas.microsoft.com/office/drawing/2014/main" id="{22714686-73D0-4541-ADD3-C9391452BC93}"/>
              </a:ext>
            </a:extLst>
          </p:cNvPr>
          <p:cNvSpPr>
            <a:spLocks xmlns:a="http://schemas.openxmlformats.org/drawingml/2006/main" noGrp="1"/>
          </p:cNvSpPr>
          <p:nvPr/>
        </p:nvSpPr>
        <p:spPr>
          <a:xfrm xmlns:a="http://schemas.openxmlformats.org/drawingml/2006/main">
            <a:off x="8682038" y="441198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8" name="">
            <a:extLst xmlns:a="http://schemas.openxmlformats.org/drawingml/2006/main">
              <a:ext uri="{FF2B5EF4-FFF2-40B4-BE49-F238E27FC236}">
                <a16:creationId xmlns:a16="http://schemas.microsoft.com/office/drawing/2014/main" id="{6194ECF6-BE4E-4C6F-9C4A-E01EE544D0FA}"/>
              </a:ext>
            </a:extLst>
          </p:cNvPr>
          <p:cNvSpPr>
            <a:spLocks xmlns:a="http://schemas.openxmlformats.org/drawingml/2006/main" noGrp="1"/>
          </p:cNvSpPr>
          <p:nvPr/>
        </p:nvSpPr>
        <p:spPr>
          <a:xfrm xmlns:a="http://schemas.openxmlformats.org/drawingml/2006/main">
            <a:off x="8462963" y="4516755"/>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9" name="">
            <a:extLst xmlns:a="http://schemas.openxmlformats.org/drawingml/2006/main">
              <a:ext uri="{FF2B5EF4-FFF2-40B4-BE49-F238E27FC236}">
                <a16:creationId xmlns:a16="http://schemas.microsoft.com/office/drawing/2014/main" id="{D0DC088D-0D98-4F56-B8A1-658A1E67F35B}"/>
              </a:ext>
            </a:extLst>
          </p:cNvPr>
          <p:cNvSpPr>
            <a:spLocks xmlns:a="http://schemas.openxmlformats.org/drawingml/2006/main" noGrp="1"/>
          </p:cNvSpPr>
          <p:nvPr/>
        </p:nvSpPr>
        <p:spPr>
          <a:xfrm xmlns:a="http://schemas.openxmlformats.org/drawingml/2006/main">
            <a:off x="10182511" y="3545681"/>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0" name="">
            <a:extLst xmlns:a="http://schemas.openxmlformats.org/drawingml/2006/main">
              <a:ext uri="{FF2B5EF4-FFF2-40B4-BE49-F238E27FC236}">
                <a16:creationId xmlns:a16="http://schemas.microsoft.com/office/drawing/2014/main" id="{199EC0B8-57D3-4FB4-BB0F-A63FE242B729}"/>
              </a:ext>
            </a:extLst>
          </p:cNvPr>
          <p:cNvSpPr>
            <a:spLocks xmlns:a="http://schemas.openxmlformats.org/drawingml/2006/main" noGrp="1"/>
          </p:cNvSpPr>
          <p:nvPr/>
        </p:nvSpPr>
        <p:spPr>
          <a:xfrm xmlns:a="http://schemas.openxmlformats.org/drawingml/2006/main">
            <a:off x="10325386" y="3431381"/>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a:t>
            </a:r>
          </a:p>
        </p:txBody>
      </p:sp>
      <p:sp>
        <p:nvSpPr>
          <p:cNvPr id="21" name="">
            <a:extLst xmlns:a="http://schemas.openxmlformats.org/drawingml/2006/main">
              <a:ext uri="{FF2B5EF4-FFF2-40B4-BE49-F238E27FC236}">
                <a16:creationId xmlns:a16="http://schemas.microsoft.com/office/drawing/2014/main" id="{B35BA75B-A48B-4A1F-82C5-BB89F6696436}"/>
              </a:ext>
            </a:extLst>
          </p:cNvPr>
          <p:cNvSpPr>
            <a:spLocks xmlns:a="http://schemas.openxmlformats.org/drawingml/2006/main" noGrp="1"/>
          </p:cNvSpPr>
          <p:nvPr/>
        </p:nvSpPr>
        <p:spPr>
          <a:xfrm xmlns:a="http://schemas.openxmlformats.org/drawingml/2006/main">
            <a:off x="9358313" y="3342942"/>
            <a:ext cx="104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60°</a:t>
            </a:r>
          </a:p>
        </p:txBody>
      </p:sp>
    </p:spTree>
    <p:extLst>
      <p:ext uri="{BB962C8B-B14F-4D97-AF65-F5344CB8AC3E}">
        <p14:creationId xmlns:p14="http://schemas.microsoft.com/office/powerpoint/2010/main" val="197541123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C61949B-2325-40C9-AD51-0C1814B3D7D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7EE1B339-FC09-4D92-8B45-F5C677C7EE54}"/>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52AFAD3E-B278-4F48-B086-E2BA825F051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初期目盛が変わっても、差は同じ</a:t>
            </a:r>
          </a:p>
        </p:txBody>
      </p:sp>
      <p:sp>
        <p:nvSpPr>
          <p:cNvPr id="4" name="">
            <a:extLst xmlns:a="http://schemas.openxmlformats.org/drawingml/2006/main">
              <a:ext uri="{FF2B5EF4-FFF2-40B4-BE49-F238E27FC236}">
                <a16:creationId xmlns:a16="http://schemas.microsoft.com/office/drawing/2014/main" id="{D0D444A8-0DE0-4CFE-95D7-D40A4BE8CB2A}"/>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A1CB03E6-D7C3-43FA-9884-002FBE7FFA2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62AEA155-82DC-43A7-953F-F7C798E667D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07</a:t>
            </a:r>
          </a:p>
        </p:txBody>
      </p:sp>
      <p:sp>
        <p:nvSpPr>
          <p:cNvPr id="7" name="">
            <a:extLst xmlns:a="http://schemas.openxmlformats.org/drawingml/2006/main">
              <a:ext uri="{FF2B5EF4-FFF2-40B4-BE49-F238E27FC236}">
                <a16:creationId xmlns:a16="http://schemas.microsoft.com/office/drawing/2014/main" id="{69974B35-A3FE-4C89-9FB9-69519B3568C1}"/>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103°35′−30°10′＝73°25′</a:t>
            </a:r>
          </a:p>
        </p:txBody>
      </p:sp>
      <p:sp>
        <p:nvSpPr>
          <p:cNvPr id="8" name="">
            <a:extLst xmlns:a="http://schemas.openxmlformats.org/drawingml/2006/main">
              <a:ext uri="{FF2B5EF4-FFF2-40B4-BE49-F238E27FC236}">
                <a16:creationId xmlns:a16="http://schemas.microsoft.com/office/drawing/2014/main" id="{14197C43-2892-4211-A42F-A343D742B130}"/>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88°45′−15°20′＝73°25′</a:t>
            </a:r>
          </a:p>
        </p:txBody>
      </p:sp>
      <p:sp>
        <p:nvSpPr>
          <p:cNvPr id="9" name="">
            <a:extLst xmlns:a="http://schemas.openxmlformats.org/drawingml/2006/main">
              <a:ext uri="{FF2B5EF4-FFF2-40B4-BE49-F238E27FC236}">
                <a16:creationId xmlns:a16="http://schemas.microsoft.com/office/drawing/2014/main" id="{73C55EE4-E598-4B97-9F38-8A0FF38894F5}"/>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Bの読定 − Aの読定 ＝ 水平角</a:t>
            </a:r>
          </a:p>
        </p:txBody>
      </p:sp>
    </p:spTree>
    <p:extLst>
      <p:ext uri="{BB962C8B-B14F-4D97-AF65-F5344CB8AC3E}">
        <p14:creationId xmlns:p14="http://schemas.microsoft.com/office/powerpoint/2010/main" val="19850809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B236EDD-832F-487B-B50D-F845B0AB295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89B6689B-760E-453D-B76F-A35A31B106EB}"/>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A5908C6E-99C2-4994-AA1B-5AA30C2F08C6}"/>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角の繰り上がりは60ごと</a:t>
            </a:r>
          </a:p>
        </p:txBody>
      </p:sp>
      <p:sp>
        <p:nvSpPr>
          <p:cNvPr id="4" name="">
            <a:extLst xmlns:a="http://schemas.openxmlformats.org/drawingml/2006/main">
              <a:ext uri="{FF2B5EF4-FFF2-40B4-BE49-F238E27FC236}">
                <a16:creationId xmlns:a16="http://schemas.microsoft.com/office/drawing/2014/main" id="{BAC1B106-FBD9-470E-B578-6BC9BAAA21AA}"/>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73C24392-1963-4C47-BF38-02364780FA67}"/>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1FC46395-78A9-4339-83FF-91E2DFAC7A47}"/>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08</a:t>
            </a:r>
          </a:p>
        </p:txBody>
      </p:sp>
      <p:sp>
        <p:nvSpPr>
          <p:cNvPr id="7" name="">
            <a:extLst xmlns:a="http://schemas.openxmlformats.org/drawingml/2006/main">
              <a:ext uri="{FF2B5EF4-FFF2-40B4-BE49-F238E27FC236}">
                <a16:creationId xmlns:a16="http://schemas.microsoft.com/office/drawing/2014/main" id="{06ED4890-759A-485E-8962-740037BBD57D}"/>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1°＝60′、1′＝60″</a:t>
            </a:r>
          </a:p>
        </p:txBody>
      </p:sp>
      <p:sp>
        <p:nvSpPr>
          <p:cNvPr id="8" name="">
            <a:extLst xmlns:a="http://schemas.openxmlformats.org/drawingml/2006/main">
              <a:ext uri="{FF2B5EF4-FFF2-40B4-BE49-F238E27FC236}">
                <a16:creationId xmlns:a16="http://schemas.microsoft.com/office/drawing/2014/main" id="{E6101B35-5275-44B4-9413-EE5CA5B6DBFB}"/>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50″＋25″＝75″＝1′15″</a:t>
            </a:r>
          </a:p>
        </p:txBody>
      </p:sp>
      <p:sp>
        <p:nvSpPr>
          <p:cNvPr id="9" name="">
            <a:extLst xmlns:a="http://schemas.openxmlformats.org/drawingml/2006/main">
              <a:ext uri="{FF2B5EF4-FFF2-40B4-BE49-F238E27FC236}">
                <a16:creationId xmlns:a16="http://schemas.microsoft.com/office/drawing/2014/main" id="{065D1354-00B2-4A95-8586-4C49438ABC68}"/>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12°34′50″＋0°26′25″</a:t>
            </a:r>
          </a:p>
        </p:txBody>
      </p:sp>
      <p:sp>
        <p:nvSpPr>
          <p:cNvPr id="10" name="">
            <a:extLst xmlns:a="http://schemas.openxmlformats.org/drawingml/2006/main">
              <a:ext uri="{FF2B5EF4-FFF2-40B4-BE49-F238E27FC236}">
                <a16:creationId xmlns:a16="http://schemas.microsoft.com/office/drawing/2014/main" id="{AA6BB943-6BB5-4F3F-8C61-1A48B9647670}"/>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13°01′15″</a:t>
            </a:r>
          </a:p>
        </p:txBody>
      </p:sp>
    </p:spTree>
    <p:extLst>
      <p:ext uri="{BB962C8B-B14F-4D97-AF65-F5344CB8AC3E}">
        <p14:creationId xmlns:p14="http://schemas.microsoft.com/office/powerpoint/2010/main" val="146132061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BDFA505-F9F1-4F8B-9E72-A20A8A83746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D38CB70D-A101-4C0D-B95A-069B5B4FDA03}"/>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0C96DDA9-B280-4769-8D19-AB0B43901DDF}"/>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360°をまたぐ差には、一周を足す</a:t>
            </a:r>
          </a:p>
        </p:txBody>
      </p:sp>
      <p:sp>
        <p:nvSpPr>
          <p:cNvPr id="4" name="">
            <a:extLst xmlns:a="http://schemas.openxmlformats.org/drawingml/2006/main">
              <a:ext uri="{FF2B5EF4-FFF2-40B4-BE49-F238E27FC236}">
                <a16:creationId xmlns:a16="http://schemas.microsoft.com/office/drawing/2014/main" id="{E063E87E-CFE9-44D6-95BB-42595AB1C1B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FCA3786F-CB3F-452A-A63C-1E0FB210487E}"/>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6FC943FE-54E4-41E7-B139-8DA75A861B22}"/>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09</a:t>
            </a:r>
          </a:p>
        </p:txBody>
      </p:sp>
      <p:sp>
        <p:nvSpPr>
          <p:cNvPr id="7" name="">
            <a:extLst xmlns:a="http://schemas.openxmlformats.org/drawingml/2006/main">
              <a:ext uri="{FF2B5EF4-FFF2-40B4-BE49-F238E27FC236}">
                <a16:creationId xmlns:a16="http://schemas.microsoft.com/office/drawing/2014/main" id="{DF65D93D-EB8F-4E44-A460-FADA21792830}"/>
              </a:ext>
            </a:extLst>
          </p:cNvPr>
          <p:cNvSpPr>
            <a:spLocks xmlns:a="http://schemas.openxmlformats.org/drawingml/2006/main" noGrp="1"/>
          </p:cNvSpPr>
          <p:nvPr/>
        </p:nvSpPr>
        <p:spPr>
          <a:xfrm xmlns:a="http://schemas.openxmlformats.org/drawingml/2006/main">
            <a:off x="1143000" y="17145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B−A＝20°−350°＝−330°</a:t>
            </a:r>
          </a:p>
        </p:txBody>
      </p:sp>
      <p:sp>
        <p:nvSpPr>
          <p:cNvPr id="8" name="">
            <a:extLst xmlns:a="http://schemas.openxmlformats.org/drawingml/2006/main">
              <a:ext uri="{FF2B5EF4-FFF2-40B4-BE49-F238E27FC236}">
                <a16:creationId xmlns:a16="http://schemas.microsoft.com/office/drawing/2014/main" id="{5BDBC56E-3EDE-4600-8028-1742947A315E}"/>
              </a:ext>
            </a:extLst>
          </p:cNvPr>
          <p:cNvSpPr>
            <a:spLocks xmlns:a="http://schemas.openxmlformats.org/drawingml/2006/main" noGrp="1"/>
          </p:cNvSpPr>
          <p:nvPr/>
        </p:nvSpPr>
        <p:spPr>
          <a:xfrm xmlns:a="http://schemas.openxmlformats.org/drawingml/2006/main">
            <a:off x="1143000" y="22860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負なら360°を加える</a:t>
            </a:r>
          </a:p>
        </p:txBody>
      </p:sp>
      <p:sp>
        <p:nvSpPr>
          <p:cNvPr id="9" name="">
            <a:extLst xmlns:a="http://schemas.openxmlformats.org/drawingml/2006/main">
              <a:ext uri="{FF2B5EF4-FFF2-40B4-BE49-F238E27FC236}">
                <a16:creationId xmlns:a16="http://schemas.microsoft.com/office/drawing/2014/main" id="{0C858C9A-7DA2-421B-9E59-45F9148E9CFC}"/>
              </a:ext>
            </a:extLst>
          </p:cNvPr>
          <p:cNvSpPr>
            <a:spLocks xmlns:a="http://schemas.openxmlformats.org/drawingml/2006/main" noGrp="1"/>
          </p:cNvSpPr>
          <p:nvPr/>
        </p:nvSpPr>
        <p:spPr>
          <a:xfrm xmlns:a="http://schemas.openxmlformats.org/drawingml/2006/main">
            <a:off x="781050" y="5219700"/>
            <a:ext cx="5191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時計回りの角は30°</a:t>
            </a:r>
          </a:p>
        </p:txBody>
      </p:sp>
      <p:sp>
        <p:nvSpPr>
          <p:cNvPr id="10" name="">
            <a:extLst xmlns:a="http://schemas.openxmlformats.org/drawingml/2006/main">
              <a:ext uri="{FF2B5EF4-FFF2-40B4-BE49-F238E27FC236}">
                <a16:creationId xmlns:a16="http://schemas.microsoft.com/office/drawing/2014/main" id="{393BEE0B-4405-4CA7-B9C0-FAE9D126BC93}"/>
              </a:ext>
            </a:extLst>
          </p:cNvPr>
          <p:cNvSpPr>
            <a:spLocks xmlns:a="http://schemas.openxmlformats.org/drawingml/2006/main" noGrp="1"/>
          </p:cNvSpPr>
          <p:nvPr/>
        </p:nvSpPr>
        <p:spPr>
          <a:xfrm xmlns:a="http://schemas.openxmlformats.org/drawingml/2006/main">
            <a:off x="7524750" y="2676525"/>
            <a:ext cx="2476500" cy="2476500"/>
          </a:xfrm>
          <a:prstGeom xmlns:a="http://schemas.openxmlformats.org/drawingml/2006/main" prst="ellipse">
            <a:avLst/>
          </a:prstGeom>
          <a:noFill xmlns:a="http://schemas.openxmlformats.org/drawingml/2006/main"/>
          <a:ln xmlns:a="http://schemas.openxmlformats.org/drawingml/2006/main" w="28575">
            <a:solidFill>
              <a:srgbClr val="CFD9DD"/>
            </a:solidFill>
            <a:prstDash val="solid"/>
          </a:ln>
        </p:spPr>
      </p:sp>
      <p:sp>
        <p:nvSpPr>
          <p:cNvPr id="11" name="">
            <a:extLst xmlns:a="http://schemas.openxmlformats.org/drawingml/2006/main">
              <a:ext uri="{FF2B5EF4-FFF2-40B4-BE49-F238E27FC236}">
                <a16:creationId xmlns:a16="http://schemas.microsoft.com/office/drawing/2014/main" id="{461F927F-495F-4F89-BAAB-B7C1A3394183}"/>
              </a:ext>
            </a:extLst>
          </p:cNvPr>
          <p:cNvSpPr>
            <a:spLocks xmlns:a="http://schemas.openxmlformats.org/drawingml/2006/main" noGrp="1"/>
          </p:cNvSpPr>
          <p:nvPr/>
        </p:nvSpPr>
        <p:spPr>
          <a:xfrm xmlns:a="http://schemas.openxmlformats.org/drawingml/2006/main">
            <a:off x="8547980" y="2695337"/>
            <a:ext cx="215020" cy="1219438"/>
          </a:xfrm>
          <a:custGeom xmlns:a="http://schemas.openxmlformats.org/drawingml/2006/main">
            <a:pathLst>
              <a:path w="215020" h="1219438">
                <a:moveTo>
                  <a:pt x="215020" y="1219438"/>
                </a:moveTo>
                <a:lnTo>
                  <a:pt x="0" y="0"/>
                </a:lnTo>
              </a:path>
            </a:pathLst>
          </a:custGeom>
          <a:noFill xmlns:a="http://schemas.openxmlformats.org/drawingml/2006/main"/>
          <a:ln xmlns:a="http://schemas.openxmlformats.org/drawingml/2006/main" w="28575">
            <a:solidFill>
              <a:srgbClr val="182B33"/>
            </a:solidFill>
            <a:prstDash val="solid"/>
          </a:ln>
        </p:spPr>
      </p:sp>
      <p:sp>
        <p:nvSpPr>
          <p:cNvPr id="12" name="">
            <a:extLst xmlns:a="http://schemas.openxmlformats.org/drawingml/2006/main">
              <a:ext uri="{FF2B5EF4-FFF2-40B4-BE49-F238E27FC236}">
                <a16:creationId xmlns:a16="http://schemas.microsoft.com/office/drawing/2014/main" id="{FA8EB752-D74B-4944-BA7D-F6A16677108A}"/>
              </a:ext>
            </a:extLst>
          </p:cNvPr>
          <p:cNvSpPr>
            <a:spLocks xmlns:a="http://schemas.openxmlformats.org/drawingml/2006/main" noGrp="1"/>
          </p:cNvSpPr>
          <p:nvPr/>
        </p:nvSpPr>
        <p:spPr>
          <a:xfrm xmlns:a="http://schemas.openxmlformats.org/drawingml/2006/main">
            <a:off x="8763000" y="2751201"/>
            <a:ext cx="423506" cy="1163574"/>
          </a:xfrm>
          <a:custGeom xmlns:a="http://schemas.openxmlformats.org/drawingml/2006/main">
            <a:pathLst>
              <a:path w="423506" h="1163574">
                <a:moveTo>
                  <a:pt x="0" y="1163574"/>
                </a:moveTo>
                <a:lnTo>
                  <a:pt x="423506" y="0"/>
                </a:lnTo>
              </a:path>
            </a:pathLst>
          </a:custGeom>
          <a:noFill xmlns:a="http://schemas.openxmlformats.org/drawingml/2006/main"/>
          <a:ln xmlns:a="http://schemas.openxmlformats.org/drawingml/2006/main" w="28575">
            <a:solidFill>
              <a:srgbClr val="182B33"/>
            </a:solidFill>
            <a:prstDash val="solid"/>
          </a:ln>
        </p:spPr>
      </p:sp>
      <p:sp>
        <p:nvSpPr>
          <p:cNvPr id="13" name="">
            <a:extLst xmlns:a="http://schemas.openxmlformats.org/drawingml/2006/main">
              <a:ext uri="{FF2B5EF4-FFF2-40B4-BE49-F238E27FC236}">
                <a16:creationId xmlns:a16="http://schemas.microsoft.com/office/drawing/2014/main" id="{5FDBFD14-EB20-41AD-AFF3-2578355C7507}"/>
              </a:ext>
            </a:extLst>
          </p:cNvPr>
          <p:cNvSpPr>
            <a:spLocks xmlns:a="http://schemas.openxmlformats.org/drawingml/2006/main" noGrp="1"/>
          </p:cNvSpPr>
          <p:nvPr/>
        </p:nvSpPr>
        <p:spPr>
          <a:xfrm xmlns:a="http://schemas.openxmlformats.org/drawingml/2006/main">
            <a:off x="8629688" y="3147177"/>
            <a:ext cx="395886" cy="46182"/>
          </a:xfrm>
          <a:custGeom xmlns:a="http://schemas.openxmlformats.org/drawingml/2006/main">
            <a:pathLst>
              <a:path w="395886" h="46182">
                <a:moveTo>
                  <a:pt x="0" y="11546"/>
                </a:moveTo>
                <a:lnTo>
                  <a:pt x="39751" y="5606"/>
                </a:lnTo>
                <a:lnTo>
                  <a:pt x="79759" y="1753"/>
                </a:lnTo>
                <a:lnTo>
                  <a:pt x="119914" y="0"/>
                </a:lnTo>
                <a:lnTo>
                  <a:pt x="160105" y="351"/>
                </a:lnTo>
                <a:lnTo>
                  <a:pt x="200223" y="2804"/>
                </a:lnTo>
                <a:lnTo>
                  <a:pt x="240158" y="7354"/>
                </a:lnTo>
                <a:lnTo>
                  <a:pt x="279799" y="13988"/>
                </a:lnTo>
                <a:lnTo>
                  <a:pt x="319039" y="22687"/>
                </a:lnTo>
                <a:lnTo>
                  <a:pt x="357770" y="33429"/>
                </a:lnTo>
                <a:lnTo>
                  <a:pt x="395886" y="46182"/>
                </a:lnTo>
              </a:path>
            </a:pathLst>
          </a:custGeom>
          <a:noFill xmlns:a="http://schemas.openxmlformats.org/drawingml/2006/main"/>
          <a:ln xmlns:a="http://schemas.openxmlformats.org/drawingml/2006/main" w="47625">
            <a:solidFill>
              <a:srgbClr val="166B68"/>
            </a:solidFill>
            <a:prstDash val="solid"/>
          </a:ln>
        </p:spPr>
      </p:sp>
      <p:sp>
        <p:nvSpPr>
          <p:cNvPr id="14" name="">
            <a:extLst xmlns:a="http://schemas.openxmlformats.org/drawingml/2006/main">
              <a:ext uri="{FF2B5EF4-FFF2-40B4-BE49-F238E27FC236}">
                <a16:creationId xmlns:a16="http://schemas.microsoft.com/office/drawing/2014/main" id="{D1ECF428-CEE5-4076-8E21-C89B65D9B352}"/>
              </a:ext>
            </a:extLst>
          </p:cNvPr>
          <p:cNvSpPr>
            <a:spLocks xmlns:a="http://schemas.openxmlformats.org/drawingml/2006/main" noGrp="1"/>
          </p:cNvSpPr>
          <p:nvPr/>
        </p:nvSpPr>
        <p:spPr>
          <a:xfrm xmlns:a="http://schemas.openxmlformats.org/drawingml/2006/main">
            <a:off x="8490830" y="2638187"/>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5" name="">
            <a:extLst xmlns:a="http://schemas.openxmlformats.org/drawingml/2006/main">
              <a:ext uri="{FF2B5EF4-FFF2-40B4-BE49-F238E27FC236}">
                <a16:creationId xmlns:a16="http://schemas.microsoft.com/office/drawing/2014/main" id="{B185D6BD-1D30-4BA7-ABE5-0FE3269BF78D}"/>
              </a:ext>
            </a:extLst>
          </p:cNvPr>
          <p:cNvSpPr>
            <a:spLocks xmlns:a="http://schemas.openxmlformats.org/drawingml/2006/main" noGrp="1"/>
          </p:cNvSpPr>
          <p:nvPr/>
        </p:nvSpPr>
        <p:spPr>
          <a:xfrm xmlns:a="http://schemas.openxmlformats.org/drawingml/2006/main">
            <a:off x="7814555" y="2619137"/>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350°</a:t>
            </a:r>
          </a:p>
        </p:txBody>
      </p:sp>
      <p:sp>
        <p:nvSpPr>
          <p:cNvPr id="16" name="">
            <a:extLst xmlns:a="http://schemas.openxmlformats.org/drawingml/2006/main">
              <a:ext uri="{FF2B5EF4-FFF2-40B4-BE49-F238E27FC236}">
                <a16:creationId xmlns:a16="http://schemas.microsoft.com/office/drawing/2014/main" id="{D4A19445-42D3-4A48-AF6B-B11B089C5DAB}"/>
              </a:ext>
            </a:extLst>
          </p:cNvPr>
          <p:cNvSpPr>
            <a:spLocks xmlns:a="http://schemas.openxmlformats.org/drawingml/2006/main" noGrp="1"/>
          </p:cNvSpPr>
          <p:nvPr/>
        </p:nvSpPr>
        <p:spPr>
          <a:xfrm xmlns:a="http://schemas.openxmlformats.org/drawingml/2006/main">
            <a:off x="9129356" y="2694051"/>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7" name="">
            <a:extLst xmlns:a="http://schemas.openxmlformats.org/drawingml/2006/main">
              <a:ext uri="{FF2B5EF4-FFF2-40B4-BE49-F238E27FC236}">
                <a16:creationId xmlns:a16="http://schemas.microsoft.com/office/drawing/2014/main" id="{554A0702-D6D0-458A-833C-CE9A6765B2C9}"/>
              </a:ext>
            </a:extLst>
          </p:cNvPr>
          <p:cNvSpPr>
            <a:spLocks xmlns:a="http://schemas.openxmlformats.org/drawingml/2006/main" noGrp="1"/>
          </p:cNvSpPr>
          <p:nvPr/>
        </p:nvSpPr>
        <p:spPr>
          <a:xfrm xmlns:a="http://schemas.openxmlformats.org/drawingml/2006/main">
            <a:off x="9272231" y="2655951"/>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20°</a:t>
            </a:r>
          </a:p>
        </p:txBody>
      </p:sp>
      <p:sp>
        <p:nvSpPr>
          <p:cNvPr id="18" name="">
            <a:extLst xmlns:a="http://schemas.openxmlformats.org/drawingml/2006/main">
              <a:ext uri="{FF2B5EF4-FFF2-40B4-BE49-F238E27FC236}">
                <a16:creationId xmlns:a16="http://schemas.microsoft.com/office/drawing/2014/main" id="{91D4EE69-0C21-4763-BA1D-4D79D21E59E7}"/>
              </a:ext>
            </a:extLst>
          </p:cNvPr>
          <p:cNvSpPr>
            <a:spLocks xmlns:a="http://schemas.openxmlformats.org/drawingml/2006/main" noGrp="1"/>
          </p:cNvSpPr>
          <p:nvPr/>
        </p:nvSpPr>
        <p:spPr>
          <a:xfrm xmlns:a="http://schemas.openxmlformats.org/drawingml/2006/main">
            <a:off x="8210550" y="1714500"/>
            <a:ext cx="1104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0° / 360°</a:t>
            </a:r>
          </a:p>
        </p:txBody>
      </p:sp>
      <p:sp>
        <p:nvSpPr>
          <p:cNvPr id="19" name="">
            <a:extLst xmlns:a="http://schemas.openxmlformats.org/drawingml/2006/main">
              <a:ext uri="{FF2B5EF4-FFF2-40B4-BE49-F238E27FC236}">
                <a16:creationId xmlns:a16="http://schemas.microsoft.com/office/drawing/2014/main" id="{46EFC929-E7C4-4A09-8503-D95F7B17FB99}"/>
              </a:ext>
            </a:extLst>
          </p:cNvPr>
          <p:cNvSpPr>
            <a:spLocks xmlns:a="http://schemas.openxmlformats.org/drawingml/2006/main" noGrp="1"/>
          </p:cNvSpPr>
          <p:nvPr/>
        </p:nvSpPr>
        <p:spPr>
          <a:xfrm xmlns:a="http://schemas.openxmlformats.org/drawingml/2006/main">
            <a:off x="9382125" y="32956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30°</a:t>
            </a:r>
          </a:p>
        </p:txBody>
      </p:sp>
      <p:sp>
        <p:nvSpPr>
          <p:cNvPr id="20" name="">
            <a:extLst xmlns:a="http://schemas.openxmlformats.org/drawingml/2006/main">
              <a:ext uri="{FF2B5EF4-FFF2-40B4-BE49-F238E27FC236}">
                <a16:creationId xmlns:a16="http://schemas.microsoft.com/office/drawing/2014/main" id="{EE81ADC5-D193-46B9-9C8E-C2530231A9A2}"/>
              </a:ext>
            </a:extLst>
          </p:cNvPr>
          <p:cNvSpPr>
            <a:spLocks xmlns:a="http://schemas.openxmlformats.org/drawingml/2006/main" noGrp="1"/>
          </p:cNvSpPr>
          <p:nvPr/>
        </p:nvSpPr>
        <p:spPr>
          <a:xfrm xmlns:a="http://schemas.openxmlformats.org/drawingml/2006/main">
            <a:off x="8909217" y="3151008"/>
            <a:ext cx="116357" cy="42351"/>
          </a:xfrm>
          <a:custGeom xmlns:a="http://schemas.openxmlformats.org/drawingml/2006/main">
            <a:pathLst>
              <a:path w="116357" h="42351">
                <a:moveTo>
                  <a:pt x="0" y="0"/>
                </a:moveTo>
                <a:lnTo>
                  <a:pt x="116357" y="42351"/>
                </a:lnTo>
              </a:path>
            </a:pathLst>
          </a:custGeom>
          <a:noFill xmlns:a="http://schemas.openxmlformats.org/drawingml/2006/main"/>
          <a:ln xmlns:a="http://schemas.openxmlformats.org/drawingml/2006/main" w="28575">
            <a:solidFill>
              <a:srgbClr val="166B68"/>
            </a:solidFill>
            <a:prstDash val="solid"/>
          </a:ln>
        </p:spPr>
      </p:sp>
      <p:sp>
        <p:nvSpPr>
          <p:cNvPr id="21" name="">
            <a:extLst xmlns:a="http://schemas.openxmlformats.org/drawingml/2006/main">
              <a:ext uri="{FF2B5EF4-FFF2-40B4-BE49-F238E27FC236}">
                <a16:creationId xmlns:a16="http://schemas.microsoft.com/office/drawing/2014/main" id="{40DB48B0-785B-4317-B504-4350E2F256D5}"/>
              </a:ext>
            </a:extLst>
          </p:cNvPr>
          <p:cNvSpPr>
            <a:spLocks xmlns:a="http://schemas.openxmlformats.org/drawingml/2006/main" noGrp="1"/>
          </p:cNvSpPr>
          <p:nvPr/>
        </p:nvSpPr>
        <p:spPr>
          <a:xfrm xmlns:a="http://schemas.openxmlformats.org/drawingml/2006/main">
            <a:off x="8932240" y="3118802"/>
            <a:ext cx="93334" cy="93567"/>
          </a:xfrm>
          <a:custGeom xmlns:a="http://schemas.openxmlformats.org/drawingml/2006/main">
            <a:pathLst>
              <a:path w="93334" h="93567">
                <a:moveTo>
                  <a:pt x="0" y="93567"/>
                </a:moveTo>
                <a:lnTo>
                  <a:pt x="93334" y="74557"/>
                </a:lnTo>
                <a:lnTo>
                  <a:pt x="34056" y="0"/>
                </a:lnTo>
              </a:path>
            </a:pathLst>
          </a:custGeom>
          <a:noFill xmlns:a="http://schemas.openxmlformats.org/drawingml/2006/main"/>
          <a:ln xmlns:a="http://schemas.openxmlformats.org/drawingml/2006/main" w="28575">
            <a:solidFill>
              <a:srgbClr val="166B68"/>
            </a:solidFill>
            <a:prstDash val="solid"/>
          </a:ln>
        </p:spPr>
      </p:sp>
    </p:spTree>
    <p:extLst>
      <p:ext uri="{BB962C8B-B14F-4D97-AF65-F5344CB8AC3E}">
        <p14:creationId xmlns:p14="http://schemas.microsoft.com/office/powerpoint/2010/main" val="180130369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BF96C5-D2C5-4091-8805-5F8649791E8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16C56234-9CF2-4012-8896-07014B2F87F6}"/>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CF749B82-1C2B-40E1-A520-B38A18B2221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同じ点なら、既知の向きに足せる</a:t>
            </a:r>
          </a:p>
        </p:txBody>
      </p:sp>
      <p:sp>
        <p:nvSpPr>
          <p:cNvPr id="4" name="">
            <a:extLst xmlns:a="http://schemas.openxmlformats.org/drawingml/2006/main">
              <a:ext uri="{FF2B5EF4-FFF2-40B4-BE49-F238E27FC236}">
                <a16:creationId xmlns:a16="http://schemas.microsoft.com/office/drawing/2014/main" id="{DEBEC1FE-8D3E-4119-9E52-9967045325A7}"/>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F1A8F799-31A3-4219-8EA4-2F3A703D3261}"/>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D5F76952-E8D7-4AD9-AF77-CFA61C7F48DA}"/>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10</a:t>
            </a:r>
          </a:p>
        </p:txBody>
      </p:sp>
      <p:sp>
        <p:nvSpPr>
          <p:cNvPr id="7" name="">
            <a:extLst xmlns:a="http://schemas.openxmlformats.org/drawingml/2006/main">
              <a:ext uri="{FF2B5EF4-FFF2-40B4-BE49-F238E27FC236}">
                <a16:creationId xmlns:a16="http://schemas.microsoft.com/office/drawing/2014/main" id="{46FF1057-772E-4B5C-9C63-6E71DD558470}"/>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O→Aの方向角＝40°</a:t>
            </a:r>
          </a:p>
        </p:txBody>
      </p:sp>
      <p:sp>
        <p:nvSpPr>
          <p:cNvPr id="8" name="">
            <a:extLst xmlns:a="http://schemas.openxmlformats.org/drawingml/2006/main">
              <a:ext uri="{FF2B5EF4-FFF2-40B4-BE49-F238E27FC236}">
                <a16:creationId xmlns:a16="http://schemas.microsoft.com/office/drawing/2014/main" id="{47B36642-401F-4358-A420-03ABE8A2A039}"/>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OでA→Bの右回り角＝70°</a:t>
            </a:r>
          </a:p>
        </p:txBody>
      </p:sp>
      <p:sp>
        <p:nvSpPr>
          <p:cNvPr id="9" name="">
            <a:extLst xmlns:a="http://schemas.openxmlformats.org/drawingml/2006/main">
              <a:ext uri="{FF2B5EF4-FFF2-40B4-BE49-F238E27FC236}">
                <a16:creationId xmlns:a16="http://schemas.microsoft.com/office/drawing/2014/main" id="{9BDC8E92-D899-41DF-B94C-21AE84A4DFA4}"/>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O→Bの方向角＝40°＋70°</a:t>
            </a:r>
          </a:p>
        </p:txBody>
      </p:sp>
      <p:sp>
        <p:nvSpPr>
          <p:cNvPr id="10" name="">
            <a:extLst xmlns:a="http://schemas.openxmlformats.org/drawingml/2006/main">
              <a:ext uri="{FF2B5EF4-FFF2-40B4-BE49-F238E27FC236}">
                <a16:creationId xmlns:a16="http://schemas.microsoft.com/office/drawing/2014/main" id="{8CD8FD7D-69E8-4441-A74B-DE5992881A12}"/>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110°</a:t>
            </a:r>
          </a:p>
        </p:txBody>
      </p:sp>
    </p:spTree>
    <p:extLst>
      <p:ext uri="{BB962C8B-B14F-4D97-AF65-F5344CB8AC3E}">
        <p14:creationId xmlns:p14="http://schemas.microsoft.com/office/powerpoint/2010/main" val="5754099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CA49A4D-CDF2-4E9C-A670-1AA536A143C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2C50CF58-8F67-4569-BC60-7403D69A8A8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E131D525-AE58-4193-9E86-DCEDBCD3774A}"/>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確認①：読みと角を区別する</a:t>
            </a:r>
          </a:p>
        </p:txBody>
      </p:sp>
      <p:sp>
        <p:nvSpPr>
          <p:cNvPr id="4" name="">
            <a:extLst xmlns:a="http://schemas.openxmlformats.org/drawingml/2006/main">
              <a:ext uri="{FF2B5EF4-FFF2-40B4-BE49-F238E27FC236}">
                <a16:creationId xmlns:a16="http://schemas.microsoft.com/office/drawing/2014/main" id="{210E00C9-E3D7-440F-9042-F441E86871AE}"/>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4CEA5B0-1704-4398-867B-59F39BBAB876}"/>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643C346B-DC90-4894-9FF4-CC496A697AF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11</a:t>
            </a:r>
          </a:p>
        </p:txBody>
      </p:sp>
      <p:sp>
        <p:nvSpPr>
          <p:cNvPr id="7" name="">
            <a:extLst xmlns:a="http://schemas.openxmlformats.org/drawingml/2006/main">
              <a:ext uri="{FF2B5EF4-FFF2-40B4-BE49-F238E27FC236}">
                <a16:creationId xmlns:a16="http://schemas.microsoft.com/office/drawing/2014/main" id="{06372C25-AD46-4D3A-AE28-768A2652158F}"/>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Aが350°、Bが20°。右回りの開きは？</a:t>
            </a:r>
          </a:p>
        </p:txBody>
      </p:sp>
      <p:sp>
        <p:nvSpPr>
          <p:cNvPr id="8" name="">
            <a:extLst xmlns:a="http://schemas.openxmlformats.org/drawingml/2006/main">
              <a:ext uri="{FF2B5EF4-FFF2-40B4-BE49-F238E27FC236}">
                <a16:creationId xmlns:a16="http://schemas.microsoft.com/office/drawing/2014/main" id="{3D4A7902-1185-4B7B-9FBF-A852BAE5A630}"/>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目盛の0°をまたぐ</a:t>
            </a:r>
          </a:p>
        </p:txBody>
      </p:sp>
      <p:sp>
        <p:nvSpPr>
          <p:cNvPr id="9" name="">
            <a:extLst xmlns:a="http://schemas.openxmlformats.org/drawingml/2006/main">
              <a:ext uri="{FF2B5EF4-FFF2-40B4-BE49-F238E27FC236}">
                <a16:creationId xmlns:a16="http://schemas.microsoft.com/office/drawing/2014/main" id="{E82CE078-E59A-4751-B26A-50E531D4C40A}"/>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Aの読定350°は角そのものではない</a:t>
            </a:r>
          </a:p>
        </p:txBody>
      </p:sp>
    </p:spTree>
    <p:extLst>
      <p:ext uri="{BB962C8B-B14F-4D97-AF65-F5344CB8AC3E}">
        <p14:creationId xmlns:p14="http://schemas.microsoft.com/office/powerpoint/2010/main" val="68236864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08164C5-8655-47EC-BA24-E5FE47D5FC3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339E655-8FEA-4CB4-990A-A2B6F6B21848}"/>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4-2 据える｜11–18分</a:t>
            </a:r>
          </a:p>
        </p:txBody>
      </p:sp>
      <p:sp>
        <p:nvSpPr>
          <p:cNvPr id="3" name="">
            <a:extLst xmlns:a="http://schemas.openxmlformats.org/drawingml/2006/main">
              <a:ext uri="{FF2B5EF4-FFF2-40B4-BE49-F238E27FC236}">
                <a16:creationId xmlns:a16="http://schemas.microsoft.com/office/drawing/2014/main" id="{53BBA512-915B-4B51-882C-E8BAFE90E896}"/>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3つの軸が、向きを支える</a:t>
            </a:r>
          </a:p>
        </p:txBody>
      </p:sp>
      <p:sp>
        <p:nvSpPr>
          <p:cNvPr id="4" name="">
            <a:extLst xmlns:a="http://schemas.openxmlformats.org/drawingml/2006/main">
              <a:ext uri="{FF2B5EF4-FFF2-40B4-BE49-F238E27FC236}">
                <a16:creationId xmlns:a16="http://schemas.microsoft.com/office/drawing/2014/main" id="{9544AE71-3973-46C6-A0DE-795B5E648B05}"/>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219B5D83-E295-4AE7-8C9F-C7DBFBED13FE}"/>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5CDE8955-6C22-47C4-9E42-9EC2AA5CAF7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12</a:t>
            </a:r>
          </a:p>
        </p:txBody>
      </p:sp>
      <p:sp>
        <p:nvSpPr>
          <p:cNvPr id="7" name="">
            <a:extLst xmlns:a="http://schemas.openxmlformats.org/drawingml/2006/main">
              <a:ext uri="{FF2B5EF4-FFF2-40B4-BE49-F238E27FC236}">
                <a16:creationId xmlns:a16="http://schemas.microsoft.com/office/drawing/2014/main" id="{0249DA92-7A2D-45DF-ACD1-E777578B57AD}"/>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視準軸・水平軸・鉛直軸</a:t>
            </a:r>
          </a:p>
        </p:txBody>
      </p:sp>
      <p:sp>
        <p:nvSpPr>
          <p:cNvPr id="8" name="">
            <a:extLst xmlns:a="http://schemas.openxmlformats.org/drawingml/2006/main">
              <a:ext uri="{FF2B5EF4-FFF2-40B4-BE49-F238E27FC236}">
                <a16:creationId xmlns:a16="http://schemas.microsoft.com/office/drawing/2014/main" id="{79DAB51D-9628-49BE-BDEB-FAB660199247}"/>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視準軸 ⟂ 水平軸</a:t>
            </a:r>
          </a:p>
        </p:txBody>
      </p:sp>
      <p:sp>
        <p:nvSpPr>
          <p:cNvPr id="9" name="">
            <a:extLst xmlns:a="http://schemas.openxmlformats.org/drawingml/2006/main">
              <a:ext uri="{FF2B5EF4-FFF2-40B4-BE49-F238E27FC236}">
                <a16:creationId xmlns:a16="http://schemas.microsoft.com/office/drawing/2014/main" id="{1F5F6F76-A8EA-4967-83E1-AA80F9F70149}"/>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水平軸 ⟂ 鉛直軸</a:t>
            </a:r>
          </a:p>
        </p:txBody>
      </p:sp>
      <p:sp>
        <p:nvSpPr>
          <p:cNvPr id="10" name="">
            <a:extLst xmlns:a="http://schemas.openxmlformats.org/drawingml/2006/main">
              <a:ext uri="{FF2B5EF4-FFF2-40B4-BE49-F238E27FC236}">
                <a16:creationId xmlns:a16="http://schemas.microsoft.com/office/drawing/2014/main" id="{80551DF4-67EB-4ECD-AEE7-93A5F4F118E0}"/>
              </a:ext>
            </a:extLst>
          </p:cNvPr>
          <p:cNvSpPr>
            <a:spLocks xmlns:a="http://schemas.openxmlformats.org/drawingml/2006/main" noGrp="1"/>
          </p:cNvSpPr>
          <p:nvPr/>
        </p:nvSpPr>
        <p:spPr>
          <a:xfrm xmlns:a="http://schemas.openxmlformats.org/drawingml/2006/main">
            <a:off x="6229350" y="1638300"/>
            <a:ext cx="5019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3次元模式図（投影のため見かけは90°でない）</a:t>
            </a:r>
          </a:p>
        </p:txBody>
      </p:sp>
      <p:sp>
        <p:nvSpPr>
          <p:cNvPr id="11" name="">
            <a:extLst xmlns:a="http://schemas.openxmlformats.org/drawingml/2006/main">
              <a:ext uri="{FF2B5EF4-FFF2-40B4-BE49-F238E27FC236}">
                <a16:creationId xmlns:a16="http://schemas.microsoft.com/office/drawing/2014/main" id="{45CAA371-528B-4FD0-8888-D55FBCD874F5}"/>
              </a:ext>
            </a:extLst>
          </p:cNvPr>
          <p:cNvSpPr>
            <a:spLocks xmlns:a="http://schemas.openxmlformats.org/drawingml/2006/main" noGrp="1"/>
          </p:cNvSpPr>
          <p:nvPr/>
        </p:nvSpPr>
        <p:spPr>
          <a:xfrm xmlns:a="http://schemas.openxmlformats.org/drawingml/2006/main">
            <a:off x="8260080" y="3672840"/>
            <a:ext cx="754380" cy="75438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2" name="">
            <a:extLst xmlns:a="http://schemas.openxmlformats.org/drawingml/2006/main">
              <a:ext uri="{FF2B5EF4-FFF2-40B4-BE49-F238E27FC236}">
                <a16:creationId xmlns:a16="http://schemas.microsoft.com/office/drawing/2014/main" id="{3082E94D-9E16-4A7F-8201-02A123A58788}"/>
              </a:ext>
            </a:extLst>
          </p:cNvPr>
          <p:cNvSpPr>
            <a:spLocks xmlns:a="http://schemas.openxmlformats.org/drawingml/2006/main" noGrp="1"/>
          </p:cNvSpPr>
          <p:nvPr/>
        </p:nvSpPr>
        <p:spPr>
          <a:xfrm xmlns:a="http://schemas.openxmlformats.org/drawingml/2006/main">
            <a:off x="8637270" y="2918460"/>
            <a:ext cx="1936432" cy="1131570"/>
          </a:xfrm>
          <a:custGeom xmlns:a="http://schemas.openxmlformats.org/drawingml/2006/main">
            <a:pathLst>
              <a:path w="1936432" h="1131570">
                <a:moveTo>
                  <a:pt x="0" y="1131570"/>
                </a:moveTo>
                <a:lnTo>
                  <a:pt x="1936432" y="0"/>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820C7430-B8F4-428B-AAC1-44E72667FD1C}"/>
              </a:ext>
            </a:extLst>
          </p:cNvPr>
          <p:cNvSpPr>
            <a:spLocks xmlns:a="http://schemas.openxmlformats.org/drawingml/2006/main" noGrp="1"/>
          </p:cNvSpPr>
          <p:nvPr/>
        </p:nvSpPr>
        <p:spPr>
          <a:xfrm xmlns:a="http://schemas.openxmlformats.org/drawingml/2006/main">
            <a:off x="10478474" y="2916445"/>
            <a:ext cx="95229" cy="85970"/>
          </a:xfrm>
          <a:custGeom xmlns:a="http://schemas.openxmlformats.org/drawingml/2006/main">
            <a:pathLst>
              <a:path w="95229" h="85970">
                <a:moveTo>
                  <a:pt x="50237" y="85970"/>
                </a:moveTo>
                <a:lnTo>
                  <a:pt x="95229" y="2015"/>
                </a:lnTo>
                <a:lnTo>
                  <a:pt x="0" y="0"/>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C9050252-D44B-471E-B8E3-8238953CA29F}"/>
              </a:ext>
            </a:extLst>
          </p:cNvPr>
          <p:cNvSpPr>
            <a:spLocks xmlns:a="http://schemas.openxmlformats.org/drawingml/2006/main" noGrp="1"/>
          </p:cNvSpPr>
          <p:nvPr/>
        </p:nvSpPr>
        <p:spPr>
          <a:xfrm xmlns:a="http://schemas.openxmlformats.org/drawingml/2006/main">
            <a:off x="7057549" y="3211830"/>
            <a:ext cx="1579721" cy="838200"/>
          </a:xfrm>
          <a:custGeom xmlns:a="http://schemas.openxmlformats.org/drawingml/2006/main">
            <a:pathLst>
              <a:path w="1579721" h="838200">
                <a:moveTo>
                  <a:pt x="1579721" y="838200"/>
                </a:moveTo>
                <a:lnTo>
                  <a:pt x="0" y="0"/>
                </a:lnTo>
              </a:path>
            </a:pathLst>
          </a:custGeom>
          <a:noFill xmlns:a="http://schemas.openxmlformats.org/drawingml/2006/main"/>
          <a:ln xmlns:a="http://schemas.openxmlformats.org/drawingml/2006/main" w="38100">
            <a:solidFill>
              <a:srgbClr val="A94737"/>
            </a:solidFill>
            <a:prstDash val="solid"/>
          </a:ln>
        </p:spPr>
      </p:sp>
      <p:sp>
        <p:nvSpPr>
          <p:cNvPr id="15" name="">
            <a:extLst xmlns:a="http://schemas.openxmlformats.org/drawingml/2006/main">
              <a:ext uri="{FF2B5EF4-FFF2-40B4-BE49-F238E27FC236}">
                <a16:creationId xmlns:a16="http://schemas.microsoft.com/office/drawing/2014/main" id="{20BF779C-A1B9-4CC3-81EF-462C7453AA75}"/>
              </a:ext>
            </a:extLst>
          </p:cNvPr>
          <p:cNvSpPr>
            <a:spLocks xmlns:a="http://schemas.openxmlformats.org/drawingml/2006/main" noGrp="1"/>
          </p:cNvSpPr>
          <p:nvPr/>
        </p:nvSpPr>
        <p:spPr>
          <a:xfrm xmlns:a="http://schemas.openxmlformats.org/drawingml/2006/main">
            <a:off x="7057549" y="3205912"/>
            <a:ext cx="95066" cy="87957"/>
          </a:xfrm>
          <a:custGeom xmlns:a="http://schemas.openxmlformats.org/drawingml/2006/main">
            <a:pathLst>
              <a:path w="95066" h="87957">
                <a:moveTo>
                  <a:pt x="95066" y="0"/>
                </a:moveTo>
                <a:lnTo>
                  <a:pt x="0" y="5918"/>
                </a:lnTo>
                <a:lnTo>
                  <a:pt x="48396" y="87957"/>
                </a:lnTo>
              </a:path>
            </a:pathLst>
          </a:custGeom>
          <a:noFill xmlns:a="http://schemas.openxmlformats.org/drawingml/2006/main"/>
          <a:ln xmlns:a="http://schemas.openxmlformats.org/drawingml/2006/main" w="38100">
            <a:solidFill>
              <a:srgbClr val="A94737"/>
            </a:solidFill>
            <a:prstDash val="solid"/>
          </a:ln>
        </p:spPr>
      </p:sp>
      <p:sp>
        <p:nvSpPr>
          <p:cNvPr id="16" name="">
            <a:extLst xmlns:a="http://schemas.openxmlformats.org/drawingml/2006/main">
              <a:ext uri="{FF2B5EF4-FFF2-40B4-BE49-F238E27FC236}">
                <a16:creationId xmlns:a16="http://schemas.microsoft.com/office/drawing/2014/main" id="{73C8495E-D95C-4C2B-A84F-EB5A1D5A1193}"/>
              </a:ext>
            </a:extLst>
          </p:cNvPr>
          <p:cNvSpPr>
            <a:spLocks xmlns:a="http://schemas.openxmlformats.org/drawingml/2006/main" noGrp="1"/>
          </p:cNvSpPr>
          <p:nvPr/>
        </p:nvSpPr>
        <p:spPr>
          <a:xfrm xmlns:a="http://schemas.openxmlformats.org/drawingml/2006/main">
            <a:off x="8637270" y="4050030"/>
            <a:ext cx="9525" cy="1341120"/>
          </a:xfrm>
          <a:custGeom xmlns:a="http://schemas.openxmlformats.org/drawingml/2006/main">
            <a:pathLst>
              <a:path w="9525" h="1341120">
                <a:moveTo>
                  <a:pt x="0" y="0"/>
                </a:moveTo>
                <a:lnTo>
                  <a:pt x="0" y="1341120"/>
                </a:lnTo>
              </a:path>
            </a:pathLst>
          </a:custGeom>
          <a:noFill xmlns:a="http://schemas.openxmlformats.org/drawingml/2006/main"/>
          <a:ln xmlns:a="http://schemas.openxmlformats.org/drawingml/2006/main" w="38100">
            <a:solidFill>
              <a:srgbClr val="182B33"/>
            </a:solidFill>
            <a:prstDash val="solid"/>
          </a:ln>
        </p:spPr>
      </p:sp>
      <p:sp>
        <p:nvSpPr>
          <p:cNvPr id="17" name="">
            <a:extLst xmlns:a="http://schemas.openxmlformats.org/drawingml/2006/main">
              <a:ext uri="{FF2B5EF4-FFF2-40B4-BE49-F238E27FC236}">
                <a16:creationId xmlns:a16="http://schemas.microsoft.com/office/drawing/2014/main" id="{92B5CFFD-CC0C-4A98-B527-D7DF71F71183}"/>
              </a:ext>
            </a:extLst>
          </p:cNvPr>
          <p:cNvSpPr>
            <a:spLocks xmlns:a="http://schemas.openxmlformats.org/drawingml/2006/main" noGrp="1"/>
          </p:cNvSpPr>
          <p:nvPr/>
        </p:nvSpPr>
        <p:spPr>
          <a:xfrm xmlns:a="http://schemas.openxmlformats.org/drawingml/2006/main">
            <a:off x="8587484" y="5309947"/>
            <a:ext cx="99572" cy="81203"/>
          </a:xfrm>
          <a:custGeom xmlns:a="http://schemas.openxmlformats.org/drawingml/2006/main">
            <a:pathLst>
              <a:path w="99572" h="81203">
                <a:moveTo>
                  <a:pt x="0" y="0"/>
                </a:moveTo>
                <a:lnTo>
                  <a:pt x="49786" y="81203"/>
                </a:lnTo>
                <a:lnTo>
                  <a:pt x="99572" y="0"/>
                </a:lnTo>
              </a:path>
            </a:pathLst>
          </a:custGeom>
          <a:noFill xmlns:a="http://schemas.openxmlformats.org/drawingml/2006/main"/>
          <a:ln xmlns:a="http://schemas.openxmlformats.org/drawingml/2006/main" w="38100">
            <a:solidFill>
              <a:srgbClr val="182B33"/>
            </a:solidFill>
            <a:prstDash val="solid"/>
          </a:ln>
        </p:spPr>
      </p:sp>
      <p:sp>
        <p:nvSpPr>
          <p:cNvPr id="18" name="">
            <a:extLst xmlns:a="http://schemas.openxmlformats.org/drawingml/2006/main">
              <a:ext uri="{FF2B5EF4-FFF2-40B4-BE49-F238E27FC236}">
                <a16:creationId xmlns:a16="http://schemas.microsoft.com/office/drawing/2014/main" id="{55962602-F885-46BB-A211-E2F790F87C99}"/>
              </a:ext>
            </a:extLst>
          </p:cNvPr>
          <p:cNvSpPr>
            <a:spLocks xmlns:a="http://schemas.openxmlformats.org/drawingml/2006/main" noGrp="1"/>
          </p:cNvSpPr>
          <p:nvPr/>
        </p:nvSpPr>
        <p:spPr>
          <a:xfrm xmlns:a="http://schemas.openxmlformats.org/drawingml/2006/main">
            <a:off x="9860280" y="2457450"/>
            <a:ext cx="127396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視準軸</a:t>
            </a:r>
          </a:p>
        </p:txBody>
      </p:sp>
      <p:sp>
        <p:nvSpPr>
          <p:cNvPr id="19" name="">
            <a:extLst xmlns:a="http://schemas.openxmlformats.org/drawingml/2006/main">
              <a:ext uri="{FF2B5EF4-FFF2-40B4-BE49-F238E27FC236}">
                <a16:creationId xmlns:a16="http://schemas.microsoft.com/office/drawing/2014/main" id="{F3EAFD8B-F59C-455B-952F-58A33AF6AD9F}"/>
              </a:ext>
            </a:extLst>
          </p:cNvPr>
          <p:cNvSpPr>
            <a:spLocks xmlns:a="http://schemas.openxmlformats.org/drawingml/2006/main" noGrp="1"/>
          </p:cNvSpPr>
          <p:nvPr/>
        </p:nvSpPr>
        <p:spPr>
          <a:xfrm xmlns:a="http://schemas.openxmlformats.org/drawingml/2006/main">
            <a:off x="6229350" y="2750820"/>
            <a:ext cx="142684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水平軸</a:t>
            </a:r>
          </a:p>
        </p:txBody>
      </p:sp>
      <p:sp>
        <p:nvSpPr>
          <p:cNvPr id="20" name="">
            <a:extLst xmlns:a="http://schemas.openxmlformats.org/drawingml/2006/main">
              <a:ext uri="{FF2B5EF4-FFF2-40B4-BE49-F238E27FC236}">
                <a16:creationId xmlns:a16="http://schemas.microsoft.com/office/drawing/2014/main" id="{4F6D0FAF-14A7-4194-9E56-4CD7D959D051}"/>
              </a:ext>
            </a:extLst>
          </p:cNvPr>
          <p:cNvSpPr>
            <a:spLocks xmlns:a="http://schemas.openxmlformats.org/drawingml/2006/main" noGrp="1"/>
          </p:cNvSpPr>
          <p:nvPr/>
        </p:nvSpPr>
        <p:spPr>
          <a:xfrm xmlns:a="http://schemas.openxmlformats.org/drawingml/2006/main">
            <a:off x="8751570" y="4972050"/>
            <a:ext cx="1375886"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鉛直軸</a:t>
            </a:r>
          </a:p>
        </p:txBody>
      </p:sp>
      <p:sp>
        <p:nvSpPr>
          <p:cNvPr id="21" name="">
            <a:extLst xmlns:a="http://schemas.openxmlformats.org/drawingml/2006/main">
              <a:ext uri="{FF2B5EF4-FFF2-40B4-BE49-F238E27FC236}">
                <a16:creationId xmlns:a16="http://schemas.microsoft.com/office/drawing/2014/main" id="{AFC2D0E9-5FA3-4337-B368-F4718687AD80}"/>
              </a:ext>
            </a:extLst>
          </p:cNvPr>
          <p:cNvSpPr>
            <a:spLocks xmlns:a="http://schemas.openxmlformats.org/drawingml/2006/main" noGrp="1"/>
          </p:cNvSpPr>
          <p:nvPr/>
        </p:nvSpPr>
        <p:spPr>
          <a:xfrm xmlns:a="http://schemas.openxmlformats.org/drawingml/2006/main">
            <a:off x="9146858" y="4301490"/>
            <a:ext cx="193643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視準軸 ⟂ 水平軸</a:t>
            </a:r>
          </a:p>
        </p:txBody>
      </p:sp>
      <p:sp>
        <p:nvSpPr>
          <p:cNvPr id="22" name="">
            <a:extLst xmlns:a="http://schemas.openxmlformats.org/drawingml/2006/main">
              <a:ext uri="{FF2B5EF4-FFF2-40B4-BE49-F238E27FC236}">
                <a16:creationId xmlns:a16="http://schemas.microsoft.com/office/drawing/2014/main" id="{48B4E01B-3E76-41CD-BDB9-E15EA7B0AFC2}"/>
              </a:ext>
            </a:extLst>
          </p:cNvPr>
          <p:cNvSpPr>
            <a:spLocks xmlns:a="http://schemas.openxmlformats.org/drawingml/2006/main" noGrp="1"/>
          </p:cNvSpPr>
          <p:nvPr/>
        </p:nvSpPr>
        <p:spPr>
          <a:xfrm xmlns:a="http://schemas.openxmlformats.org/drawingml/2006/main">
            <a:off x="6238875" y="4301490"/>
            <a:ext cx="214026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水平軸 ⟂ 鉛直軸</a:t>
            </a:r>
          </a:p>
        </p:txBody>
      </p:sp>
      <p:sp>
        <p:nvSpPr>
          <p:cNvPr id="23" name="">
            <a:extLst xmlns:a="http://schemas.openxmlformats.org/drawingml/2006/main">
              <a:ext uri="{FF2B5EF4-FFF2-40B4-BE49-F238E27FC236}">
                <a16:creationId xmlns:a16="http://schemas.microsoft.com/office/drawing/2014/main" id="{205E6CA7-74CC-4C17-A052-21C19F23877F}"/>
              </a:ext>
            </a:extLst>
          </p:cNvPr>
          <p:cNvSpPr>
            <a:spLocks xmlns:a="http://schemas.openxmlformats.org/drawingml/2006/main" noGrp="1"/>
          </p:cNvSpPr>
          <p:nvPr/>
        </p:nvSpPr>
        <p:spPr>
          <a:xfrm xmlns:a="http://schemas.openxmlformats.org/drawingml/2006/main">
            <a:off x="8570595" y="3983355"/>
            <a:ext cx="133350" cy="133350"/>
          </a:xfrm>
          <a:prstGeom xmlns:a="http://schemas.openxmlformats.org/drawingml/2006/main" prst="ellipse">
            <a:avLst/>
          </a:prstGeom>
          <a:solidFill xmlns:a="http://schemas.openxmlformats.org/drawingml/2006/main">
            <a:srgbClr val="182B33"/>
          </a:solidFill>
          <a:ln xmlns:a="http://schemas.openxmlformats.org/drawingml/2006/main" w="9525">
            <a:solidFill>
              <a:srgbClr val="182B33"/>
            </a:solidFill>
          </a:ln>
        </p:spPr>
      </p:sp>
    </p:spTree>
    <p:extLst>
      <p:ext uri="{BB962C8B-B14F-4D97-AF65-F5344CB8AC3E}">
        <p14:creationId xmlns:p14="http://schemas.microsoft.com/office/powerpoint/2010/main" val="117197308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FA31A13-E7BC-4880-A175-167E8B68AD5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3B1008D-1272-4F7F-8DF0-DA55779B4DAF}"/>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4-2 据える｜11–18分</a:t>
            </a:r>
          </a:p>
        </p:txBody>
      </p:sp>
      <p:sp>
        <p:nvSpPr>
          <p:cNvPr id="3" name="">
            <a:extLst xmlns:a="http://schemas.openxmlformats.org/drawingml/2006/main">
              <a:ext uri="{FF2B5EF4-FFF2-40B4-BE49-F238E27FC236}">
                <a16:creationId xmlns:a16="http://schemas.microsoft.com/office/drawing/2014/main" id="{F0B75A93-98C5-44E2-BBE1-ADA5A6810B67}"/>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求心は、測点の真上へ合わせる</a:t>
            </a:r>
          </a:p>
        </p:txBody>
      </p:sp>
      <p:sp>
        <p:nvSpPr>
          <p:cNvPr id="4" name="">
            <a:extLst xmlns:a="http://schemas.openxmlformats.org/drawingml/2006/main">
              <a:ext uri="{FF2B5EF4-FFF2-40B4-BE49-F238E27FC236}">
                <a16:creationId xmlns:a16="http://schemas.microsoft.com/office/drawing/2014/main" id="{17B95850-095D-4817-88EA-F4CAD1C0E98D}"/>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5D007F8-ED41-4DA5-AF43-36E0D65CBDB6}"/>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BDF0AC81-1DC7-43C2-BC34-1438DB5C2881}"/>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13</a:t>
            </a:r>
          </a:p>
        </p:txBody>
      </p:sp>
      <p:sp>
        <p:nvSpPr>
          <p:cNvPr id="7" name="">
            <a:extLst xmlns:a="http://schemas.openxmlformats.org/drawingml/2006/main">
              <a:ext uri="{FF2B5EF4-FFF2-40B4-BE49-F238E27FC236}">
                <a16:creationId xmlns:a16="http://schemas.microsoft.com/office/drawing/2014/main" id="{362EFB04-F975-4C40-8A7C-6B54679FF91D}"/>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合わせるのは「位置」</a:t>
            </a:r>
          </a:p>
        </p:txBody>
      </p:sp>
      <p:sp>
        <p:nvSpPr>
          <p:cNvPr id="8" name="">
            <a:extLst xmlns:a="http://schemas.openxmlformats.org/drawingml/2006/main">
              <a:ext uri="{FF2B5EF4-FFF2-40B4-BE49-F238E27FC236}">
                <a16:creationId xmlns:a16="http://schemas.microsoft.com/office/drawing/2014/main" id="{1ACBC658-C1EB-42FA-A00E-7775614409F1}"/>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器械中心を測点Oの真上へ</a:t>
            </a:r>
          </a:p>
        </p:txBody>
      </p:sp>
      <p:sp>
        <p:nvSpPr>
          <p:cNvPr id="9" name="">
            <a:extLst xmlns:a="http://schemas.openxmlformats.org/drawingml/2006/main">
              <a:ext uri="{FF2B5EF4-FFF2-40B4-BE49-F238E27FC236}">
                <a16:creationId xmlns:a16="http://schemas.microsoft.com/office/drawing/2014/main" id="{29EC37D5-56CF-4461-B4BE-D59138780B31}"/>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軸が鉛直でも、位置ずれは残る</a:t>
            </a:r>
          </a:p>
        </p:txBody>
      </p:sp>
      <p:sp>
        <p:nvSpPr>
          <p:cNvPr id="10" name="">
            <a:extLst xmlns:a="http://schemas.openxmlformats.org/drawingml/2006/main">
              <a:ext uri="{FF2B5EF4-FFF2-40B4-BE49-F238E27FC236}">
                <a16:creationId xmlns:a16="http://schemas.microsoft.com/office/drawing/2014/main" id="{8FF74F0A-916C-44E3-96F6-7215D7E29C6C}"/>
              </a:ext>
            </a:extLst>
          </p:cNvPr>
          <p:cNvSpPr>
            <a:spLocks xmlns:a="http://schemas.openxmlformats.org/drawingml/2006/main" noGrp="1"/>
          </p:cNvSpPr>
          <p:nvPr/>
        </p:nvSpPr>
        <p:spPr>
          <a:xfrm xmlns:a="http://schemas.openxmlformats.org/drawingml/2006/main">
            <a:off x="6334125" y="5055870"/>
            <a:ext cx="4810125" cy="9525"/>
          </a:xfrm>
          <a:custGeom xmlns:a="http://schemas.openxmlformats.org/drawingml/2006/main">
            <a:pathLst>
              <a:path w="4810125" h="9525">
                <a:moveTo>
                  <a:pt x="0" y="0"/>
                </a:moveTo>
                <a:lnTo>
                  <a:pt x="4810125" y="0"/>
                </a:lnTo>
              </a:path>
            </a:pathLst>
          </a:custGeom>
          <a:noFill xmlns:a="http://schemas.openxmlformats.org/drawingml/2006/main"/>
          <a:ln xmlns:a="http://schemas.openxmlformats.org/drawingml/2006/main" w="28575">
            <a:solidFill>
              <a:srgbClr val="CFD9DD"/>
            </a:solidFill>
            <a:prstDash val="solid"/>
          </a:ln>
        </p:spPr>
      </p:sp>
      <p:sp>
        <p:nvSpPr>
          <p:cNvPr id="11" name="">
            <a:extLst xmlns:a="http://schemas.openxmlformats.org/drawingml/2006/main">
              <a:ext uri="{FF2B5EF4-FFF2-40B4-BE49-F238E27FC236}">
                <a16:creationId xmlns:a16="http://schemas.microsoft.com/office/drawing/2014/main" id="{42D5BACE-E8FD-4B53-B9DB-EA250C75C17A}"/>
              </a:ext>
            </a:extLst>
          </p:cNvPr>
          <p:cNvSpPr>
            <a:spLocks xmlns:a="http://schemas.openxmlformats.org/drawingml/2006/main" noGrp="1"/>
          </p:cNvSpPr>
          <p:nvPr/>
        </p:nvSpPr>
        <p:spPr>
          <a:xfrm xmlns:a="http://schemas.openxmlformats.org/drawingml/2006/main">
            <a:off x="7017544" y="1905000"/>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鉛直線</a:t>
            </a:r>
          </a:p>
        </p:txBody>
      </p:sp>
      <p:sp>
        <p:nvSpPr>
          <p:cNvPr id="12" name="">
            <a:extLst xmlns:a="http://schemas.openxmlformats.org/drawingml/2006/main">
              <a:ext uri="{FF2B5EF4-FFF2-40B4-BE49-F238E27FC236}">
                <a16:creationId xmlns:a16="http://schemas.microsoft.com/office/drawing/2014/main" id="{5EE8D1E8-993C-4BA1-8376-7263DD8F1BAB}"/>
              </a:ext>
            </a:extLst>
          </p:cNvPr>
          <p:cNvSpPr>
            <a:spLocks xmlns:a="http://schemas.openxmlformats.org/drawingml/2006/main" noGrp="1"/>
          </p:cNvSpPr>
          <p:nvPr/>
        </p:nvSpPr>
        <p:spPr>
          <a:xfrm xmlns:a="http://schemas.openxmlformats.org/drawingml/2006/main">
            <a:off x="7465219" y="2171700"/>
            <a:ext cx="9525" cy="2807970"/>
          </a:xfrm>
          <a:custGeom xmlns:a="http://schemas.openxmlformats.org/drawingml/2006/main">
            <a:pathLst>
              <a:path w="9525" h="2807970">
                <a:moveTo>
                  <a:pt x="0" y="0"/>
                </a:moveTo>
                <a:lnTo>
                  <a:pt x="0" y="2807970"/>
                </a:lnTo>
              </a:path>
            </a:pathLst>
          </a:custGeom>
          <a:noFill xmlns:a="http://schemas.openxmlformats.org/drawingml/2006/main"/>
          <a:ln xmlns:a="http://schemas.openxmlformats.org/drawingml/2006/main" w="47625">
            <a:solidFill>
              <a:srgbClr val="166B68"/>
            </a:solidFill>
            <a:prstDash val="solid"/>
          </a:ln>
        </p:spPr>
      </p:sp>
      <p:sp>
        <p:nvSpPr>
          <p:cNvPr id="13" name="">
            <a:extLst xmlns:a="http://schemas.openxmlformats.org/drawingml/2006/main">
              <a:ext uri="{FF2B5EF4-FFF2-40B4-BE49-F238E27FC236}">
                <a16:creationId xmlns:a16="http://schemas.microsoft.com/office/drawing/2014/main" id="{AC9FD005-8B05-4597-B020-68E5C7DB1F16}"/>
              </a:ext>
            </a:extLst>
          </p:cNvPr>
          <p:cNvSpPr>
            <a:spLocks xmlns:a="http://schemas.openxmlformats.org/drawingml/2006/main" noGrp="1"/>
          </p:cNvSpPr>
          <p:nvPr/>
        </p:nvSpPr>
        <p:spPr>
          <a:xfrm xmlns:a="http://schemas.openxmlformats.org/drawingml/2006/main">
            <a:off x="10390823" y="2171700"/>
            <a:ext cx="9525" cy="2807970"/>
          </a:xfrm>
          <a:custGeom xmlns:a="http://schemas.openxmlformats.org/drawingml/2006/main">
            <a:pathLst>
              <a:path w="9525" h="2807970">
                <a:moveTo>
                  <a:pt x="0" y="0"/>
                </a:moveTo>
                <a:lnTo>
                  <a:pt x="0" y="2807970"/>
                </a:lnTo>
              </a:path>
            </a:pathLst>
          </a:custGeom>
          <a:noFill xmlns:a="http://schemas.openxmlformats.org/drawingml/2006/main"/>
          <a:ln xmlns:a="http://schemas.openxmlformats.org/drawingml/2006/main" w="47625">
            <a:solidFill>
              <a:srgbClr val="A94737"/>
            </a:solidFill>
            <a:prstDash val="solid"/>
          </a:ln>
        </p:spPr>
      </p:sp>
      <p:sp>
        <p:nvSpPr>
          <p:cNvPr id="14" name="">
            <a:extLst xmlns:a="http://schemas.openxmlformats.org/drawingml/2006/main">
              <a:ext uri="{FF2B5EF4-FFF2-40B4-BE49-F238E27FC236}">
                <a16:creationId xmlns:a16="http://schemas.microsoft.com/office/drawing/2014/main" id="{DCBFD22C-E81E-40F6-8823-52EB2CFBA2EB}"/>
              </a:ext>
            </a:extLst>
          </p:cNvPr>
          <p:cNvSpPr>
            <a:spLocks xmlns:a="http://schemas.openxmlformats.org/drawingml/2006/main" noGrp="1"/>
          </p:cNvSpPr>
          <p:nvPr/>
        </p:nvSpPr>
        <p:spPr>
          <a:xfrm xmlns:a="http://schemas.openxmlformats.org/drawingml/2006/main">
            <a:off x="9962198" y="2171700"/>
            <a:ext cx="9525" cy="2807970"/>
          </a:xfrm>
          <a:custGeom xmlns:a="http://schemas.openxmlformats.org/drawingml/2006/main">
            <a:pathLst>
              <a:path w="9525" h="2807970">
                <a:moveTo>
                  <a:pt x="0" y="0"/>
                </a:moveTo>
                <a:lnTo>
                  <a:pt x="0" y="2807970"/>
                </a:lnTo>
              </a:path>
            </a:pathLst>
          </a:custGeom>
          <a:noFill xmlns:a="http://schemas.openxmlformats.org/drawingml/2006/main"/>
          <a:ln xmlns:a="http://schemas.openxmlformats.org/drawingml/2006/main" w="19050">
            <a:solidFill>
              <a:srgbClr val="CFD9DD"/>
            </a:solidFill>
            <a:prstDash val="dash"/>
          </a:ln>
        </p:spPr>
      </p:sp>
      <p:sp>
        <p:nvSpPr>
          <p:cNvPr id="15" name="">
            <a:extLst xmlns:a="http://schemas.openxmlformats.org/drawingml/2006/main">
              <a:ext uri="{FF2B5EF4-FFF2-40B4-BE49-F238E27FC236}">
                <a16:creationId xmlns:a16="http://schemas.microsoft.com/office/drawing/2014/main" id="{212EBB93-9766-402A-8D89-0E9FF42AE426}"/>
              </a:ext>
            </a:extLst>
          </p:cNvPr>
          <p:cNvSpPr>
            <a:spLocks xmlns:a="http://schemas.openxmlformats.org/drawingml/2006/main" noGrp="1"/>
          </p:cNvSpPr>
          <p:nvPr/>
        </p:nvSpPr>
        <p:spPr>
          <a:xfrm xmlns:a="http://schemas.openxmlformats.org/drawingml/2006/main">
            <a:off x="7141369" y="2887980"/>
            <a:ext cx="647700" cy="64770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6" name="">
            <a:extLst xmlns:a="http://schemas.openxmlformats.org/drawingml/2006/main">
              <a:ext uri="{FF2B5EF4-FFF2-40B4-BE49-F238E27FC236}">
                <a16:creationId xmlns:a16="http://schemas.microsoft.com/office/drawing/2014/main" id="{F574D496-610C-41C5-8698-0EB38C0E43B2}"/>
              </a:ext>
            </a:extLst>
          </p:cNvPr>
          <p:cNvSpPr>
            <a:spLocks xmlns:a="http://schemas.openxmlformats.org/drawingml/2006/main" noGrp="1"/>
          </p:cNvSpPr>
          <p:nvPr/>
        </p:nvSpPr>
        <p:spPr>
          <a:xfrm xmlns:a="http://schemas.openxmlformats.org/drawingml/2006/main">
            <a:off x="10066973" y="2887980"/>
            <a:ext cx="647700" cy="64770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7" name="">
            <a:extLst xmlns:a="http://schemas.openxmlformats.org/drawingml/2006/main">
              <a:ext uri="{FF2B5EF4-FFF2-40B4-BE49-F238E27FC236}">
                <a16:creationId xmlns:a16="http://schemas.microsoft.com/office/drawing/2014/main" id="{AF6FB983-7253-46A6-9DCB-C9A87C53941D}"/>
              </a:ext>
            </a:extLst>
          </p:cNvPr>
          <p:cNvSpPr>
            <a:spLocks xmlns:a="http://schemas.openxmlformats.org/drawingml/2006/main" noGrp="1"/>
          </p:cNvSpPr>
          <p:nvPr/>
        </p:nvSpPr>
        <p:spPr>
          <a:xfrm xmlns:a="http://schemas.openxmlformats.org/drawingml/2006/main">
            <a:off x="5988844" y="3088005"/>
            <a:ext cx="116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器械中心</a:t>
            </a:r>
          </a:p>
        </p:txBody>
      </p:sp>
      <p:sp>
        <p:nvSpPr>
          <p:cNvPr id="18" name="">
            <a:extLst xmlns:a="http://schemas.openxmlformats.org/drawingml/2006/main">
              <a:ext uri="{FF2B5EF4-FFF2-40B4-BE49-F238E27FC236}">
                <a16:creationId xmlns:a16="http://schemas.microsoft.com/office/drawing/2014/main" id="{66EAAF98-DB6D-4104-BA39-1A0ACD4E28F2}"/>
              </a:ext>
            </a:extLst>
          </p:cNvPr>
          <p:cNvSpPr>
            <a:spLocks xmlns:a="http://schemas.openxmlformats.org/drawingml/2006/main" noGrp="1"/>
          </p:cNvSpPr>
          <p:nvPr/>
        </p:nvSpPr>
        <p:spPr>
          <a:xfrm xmlns:a="http://schemas.openxmlformats.org/drawingml/2006/main">
            <a:off x="8914448" y="3088005"/>
            <a:ext cx="116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器械中心</a:t>
            </a:r>
          </a:p>
        </p:txBody>
      </p:sp>
      <p:sp>
        <p:nvSpPr>
          <p:cNvPr id="19" name="">
            <a:extLst xmlns:a="http://schemas.openxmlformats.org/drawingml/2006/main">
              <a:ext uri="{FF2B5EF4-FFF2-40B4-BE49-F238E27FC236}">
                <a16:creationId xmlns:a16="http://schemas.microsoft.com/office/drawing/2014/main" id="{4F88825F-1DD3-4F0B-8709-F498D44A2E1B}"/>
              </a:ext>
            </a:extLst>
          </p:cNvPr>
          <p:cNvSpPr>
            <a:spLocks xmlns:a="http://schemas.openxmlformats.org/drawingml/2006/main" noGrp="1"/>
          </p:cNvSpPr>
          <p:nvPr/>
        </p:nvSpPr>
        <p:spPr>
          <a:xfrm xmlns:a="http://schemas.openxmlformats.org/drawingml/2006/main">
            <a:off x="7398544" y="4989195"/>
            <a:ext cx="133350" cy="13335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0" name="">
            <a:extLst xmlns:a="http://schemas.openxmlformats.org/drawingml/2006/main">
              <a:ext uri="{FF2B5EF4-FFF2-40B4-BE49-F238E27FC236}">
                <a16:creationId xmlns:a16="http://schemas.microsoft.com/office/drawing/2014/main" id="{2B19F9CD-9CF5-4CD0-95DE-818D4BF5EDC1}"/>
              </a:ext>
            </a:extLst>
          </p:cNvPr>
          <p:cNvSpPr>
            <a:spLocks xmlns:a="http://schemas.openxmlformats.org/drawingml/2006/main" noGrp="1"/>
          </p:cNvSpPr>
          <p:nvPr/>
        </p:nvSpPr>
        <p:spPr>
          <a:xfrm xmlns:a="http://schemas.openxmlformats.org/drawingml/2006/main">
            <a:off x="9895523" y="4989195"/>
            <a:ext cx="133350" cy="1333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1" name="">
            <a:extLst xmlns:a="http://schemas.openxmlformats.org/drawingml/2006/main">
              <a:ext uri="{FF2B5EF4-FFF2-40B4-BE49-F238E27FC236}">
                <a16:creationId xmlns:a16="http://schemas.microsoft.com/office/drawing/2014/main" id="{CFA38491-4DBE-43DC-8234-4BF0832C88B1}"/>
              </a:ext>
            </a:extLst>
          </p:cNvPr>
          <p:cNvSpPr>
            <a:spLocks xmlns:a="http://schemas.openxmlformats.org/drawingml/2006/main" noGrp="1"/>
          </p:cNvSpPr>
          <p:nvPr/>
        </p:nvSpPr>
        <p:spPr>
          <a:xfrm xmlns:a="http://schemas.openxmlformats.org/drawingml/2006/main">
            <a:off x="7008019" y="5122545"/>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測点 O</a:t>
            </a:r>
          </a:p>
        </p:txBody>
      </p:sp>
      <p:sp>
        <p:nvSpPr>
          <p:cNvPr id="22" name="">
            <a:extLst xmlns:a="http://schemas.openxmlformats.org/drawingml/2006/main">
              <a:ext uri="{FF2B5EF4-FFF2-40B4-BE49-F238E27FC236}">
                <a16:creationId xmlns:a16="http://schemas.microsoft.com/office/drawing/2014/main" id="{82CAA964-AF8A-4274-8A27-BE06C4AE7488}"/>
              </a:ext>
            </a:extLst>
          </p:cNvPr>
          <p:cNvSpPr>
            <a:spLocks xmlns:a="http://schemas.openxmlformats.org/drawingml/2006/main" noGrp="1"/>
          </p:cNvSpPr>
          <p:nvPr/>
        </p:nvSpPr>
        <p:spPr>
          <a:xfrm xmlns:a="http://schemas.openxmlformats.org/drawingml/2006/main">
            <a:off x="9504998" y="5122545"/>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測点 O</a:t>
            </a:r>
          </a:p>
        </p:txBody>
      </p:sp>
      <p:sp>
        <p:nvSpPr>
          <p:cNvPr id="23" name="">
            <a:extLst xmlns:a="http://schemas.openxmlformats.org/drawingml/2006/main">
              <a:ext uri="{FF2B5EF4-FFF2-40B4-BE49-F238E27FC236}">
                <a16:creationId xmlns:a16="http://schemas.microsoft.com/office/drawing/2014/main" id="{FD198933-CC73-4019-84CC-02D7B9229589}"/>
              </a:ext>
            </a:extLst>
          </p:cNvPr>
          <p:cNvSpPr>
            <a:spLocks xmlns:a="http://schemas.openxmlformats.org/drawingml/2006/main" noGrp="1"/>
          </p:cNvSpPr>
          <p:nvPr/>
        </p:nvSpPr>
        <p:spPr>
          <a:xfrm xmlns:a="http://schemas.openxmlformats.org/drawingml/2006/main">
            <a:off x="7065169" y="1638300"/>
            <a:ext cx="800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正常</a:t>
            </a:r>
          </a:p>
        </p:txBody>
      </p:sp>
      <p:sp>
        <p:nvSpPr>
          <p:cNvPr id="24" name="">
            <a:extLst xmlns:a="http://schemas.openxmlformats.org/drawingml/2006/main">
              <a:ext uri="{FF2B5EF4-FFF2-40B4-BE49-F238E27FC236}">
                <a16:creationId xmlns:a16="http://schemas.microsoft.com/office/drawing/2014/main" id="{05F490D1-AB47-41ED-8344-248E6A399CF4}"/>
              </a:ext>
            </a:extLst>
          </p:cNvPr>
          <p:cNvSpPr>
            <a:spLocks xmlns:a="http://schemas.openxmlformats.org/drawingml/2006/main" noGrp="1"/>
          </p:cNvSpPr>
          <p:nvPr/>
        </p:nvSpPr>
        <p:spPr>
          <a:xfrm xmlns:a="http://schemas.openxmlformats.org/drawingml/2006/main">
            <a:off x="9276398" y="1638300"/>
            <a:ext cx="1371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中心がずれる</a:t>
            </a:r>
          </a:p>
        </p:txBody>
      </p:sp>
    </p:spTree>
    <p:extLst>
      <p:ext uri="{BB962C8B-B14F-4D97-AF65-F5344CB8AC3E}">
        <p14:creationId xmlns:p14="http://schemas.microsoft.com/office/powerpoint/2010/main" val="36236465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43E2961-E09B-48CB-97CB-E925957BE6D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E575A052-2C24-49FF-9DF1-C9731C907B8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4-2 据える｜11–18分</a:t>
            </a:r>
          </a:p>
        </p:txBody>
      </p:sp>
      <p:sp>
        <p:nvSpPr>
          <p:cNvPr id="3" name="">
            <a:extLst xmlns:a="http://schemas.openxmlformats.org/drawingml/2006/main">
              <a:ext uri="{FF2B5EF4-FFF2-40B4-BE49-F238E27FC236}">
                <a16:creationId xmlns:a16="http://schemas.microsoft.com/office/drawing/2014/main" id="{06C5F184-A074-434E-AF3C-4BBCCDF817D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整準は、鉛直軸を鉛直にする</a:t>
            </a:r>
          </a:p>
        </p:txBody>
      </p:sp>
      <p:sp>
        <p:nvSpPr>
          <p:cNvPr id="4" name="">
            <a:extLst xmlns:a="http://schemas.openxmlformats.org/drawingml/2006/main">
              <a:ext uri="{FF2B5EF4-FFF2-40B4-BE49-F238E27FC236}">
                <a16:creationId xmlns:a16="http://schemas.microsoft.com/office/drawing/2014/main" id="{39CA5D1B-086E-449A-A13B-694B0D356A9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EE588A1-DCAB-42EC-B795-6FD7CEA6F7D8}"/>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894665F2-FE9B-4CEE-B6F8-552CDD828B5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14</a:t>
            </a:r>
          </a:p>
        </p:txBody>
      </p:sp>
      <p:sp>
        <p:nvSpPr>
          <p:cNvPr id="7" name="">
            <a:extLst xmlns:a="http://schemas.openxmlformats.org/drawingml/2006/main">
              <a:ext uri="{FF2B5EF4-FFF2-40B4-BE49-F238E27FC236}">
                <a16:creationId xmlns:a16="http://schemas.microsoft.com/office/drawing/2014/main" id="{21F6BA6C-1AA8-480A-B7A0-F4591D112CC3}"/>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合わせるのは「傾き」</a:t>
            </a:r>
          </a:p>
        </p:txBody>
      </p:sp>
      <p:sp>
        <p:nvSpPr>
          <p:cNvPr id="8" name="">
            <a:extLst xmlns:a="http://schemas.openxmlformats.org/drawingml/2006/main">
              <a:ext uri="{FF2B5EF4-FFF2-40B4-BE49-F238E27FC236}">
                <a16:creationId xmlns:a16="http://schemas.microsoft.com/office/drawing/2014/main" id="{443132A4-A3E5-40E4-8F5A-A327459889C9}"/>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気泡・電子気泡を確認</a:t>
            </a:r>
          </a:p>
        </p:txBody>
      </p:sp>
      <p:sp>
        <p:nvSpPr>
          <p:cNvPr id="9" name="">
            <a:extLst xmlns:a="http://schemas.openxmlformats.org/drawingml/2006/main">
              <a:ext uri="{FF2B5EF4-FFF2-40B4-BE49-F238E27FC236}">
                <a16:creationId xmlns:a16="http://schemas.microsoft.com/office/drawing/2014/main" id="{F48C49A8-076E-4398-B633-F51780EEEE75}"/>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整準後に求心も再確認</a:t>
            </a:r>
          </a:p>
        </p:txBody>
      </p:sp>
      <p:sp>
        <p:nvSpPr>
          <p:cNvPr id="10" name="">
            <a:extLst xmlns:a="http://schemas.openxmlformats.org/drawingml/2006/main">
              <a:ext uri="{FF2B5EF4-FFF2-40B4-BE49-F238E27FC236}">
                <a16:creationId xmlns:a16="http://schemas.microsoft.com/office/drawing/2014/main" id="{BDE7F2D2-2A0D-48DB-96FF-D1DA235780A7}"/>
              </a:ext>
            </a:extLst>
          </p:cNvPr>
          <p:cNvSpPr>
            <a:spLocks xmlns:a="http://schemas.openxmlformats.org/drawingml/2006/main" noGrp="1"/>
          </p:cNvSpPr>
          <p:nvPr/>
        </p:nvSpPr>
        <p:spPr>
          <a:xfrm xmlns:a="http://schemas.openxmlformats.org/drawingml/2006/main">
            <a:off x="6334125" y="5055870"/>
            <a:ext cx="4810125" cy="9525"/>
          </a:xfrm>
          <a:custGeom xmlns:a="http://schemas.openxmlformats.org/drawingml/2006/main">
            <a:pathLst>
              <a:path w="4810125" h="9525">
                <a:moveTo>
                  <a:pt x="0" y="0"/>
                </a:moveTo>
                <a:lnTo>
                  <a:pt x="4810125" y="0"/>
                </a:lnTo>
              </a:path>
            </a:pathLst>
          </a:custGeom>
          <a:noFill xmlns:a="http://schemas.openxmlformats.org/drawingml/2006/main"/>
          <a:ln xmlns:a="http://schemas.openxmlformats.org/drawingml/2006/main" w="28575">
            <a:solidFill>
              <a:srgbClr val="CFD9DD"/>
            </a:solidFill>
            <a:prstDash val="solid"/>
          </a:ln>
        </p:spPr>
      </p:sp>
      <p:sp>
        <p:nvSpPr>
          <p:cNvPr id="11" name="">
            <a:extLst xmlns:a="http://schemas.openxmlformats.org/drawingml/2006/main">
              <a:ext uri="{FF2B5EF4-FFF2-40B4-BE49-F238E27FC236}">
                <a16:creationId xmlns:a16="http://schemas.microsoft.com/office/drawing/2014/main" id="{B59041DF-D33A-415A-85C5-CB4C34BF4EA4}"/>
              </a:ext>
            </a:extLst>
          </p:cNvPr>
          <p:cNvSpPr>
            <a:spLocks xmlns:a="http://schemas.openxmlformats.org/drawingml/2006/main" noGrp="1"/>
          </p:cNvSpPr>
          <p:nvPr/>
        </p:nvSpPr>
        <p:spPr>
          <a:xfrm xmlns:a="http://schemas.openxmlformats.org/drawingml/2006/main">
            <a:off x="7017544" y="1905000"/>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重力方向</a:t>
            </a:r>
          </a:p>
        </p:txBody>
      </p:sp>
      <p:sp>
        <p:nvSpPr>
          <p:cNvPr id="12" name="">
            <a:extLst xmlns:a="http://schemas.openxmlformats.org/drawingml/2006/main">
              <a:ext uri="{FF2B5EF4-FFF2-40B4-BE49-F238E27FC236}">
                <a16:creationId xmlns:a16="http://schemas.microsoft.com/office/drawing/2014/main" id="{294645E6-3222-4849-9E0F-12F3BC2016D7}"/>
              </a:ext>
            </a:extLst>
          </p:cNvPr>
          <p:cNvSpPr>
            <a:spLocks xmlns:a="http://schemas.openxmlformats.org/drawingml/2006/main" noGrp="1"/>
          </p:cNvSpPr>
          <p:nvPr/>
        </p:nvSpPr>
        <p:spPr>
          <a:xfrm xmlns:a="http://schemas.openxmlformats.org/drawingml/2006/main">
            <a:off x="7465219" y="2171700"/>
            <a:ext cx="9525" cy="2807970"/>
          </a:xfrm>
          <a:custGeom xmlns:a="http://schemas.openxmlformats.org/drawingml/2006/main">
            <a:pathLst>
              <a:path w="9525" h="2807970">
                <a:moveTo>
                  <a:pt x="0" y="0"/>
                </a:moveTo>
                <a:lnTo>
                  <a:pt x="0" y="2807970"/>
                </a:lnTo>
              </a:path>
            </a:pathLst>
          </a:custGeom>
          <a:noFill xmlns:a="http://schemas.openxmlformats.org/drawingml/2006/main"/>
          <a:ln xmlns:a="http://schemas.openxmlformats.org/drawingml/2006/main" w="47625">
            <a:solidFill>
              <a:srgbClr val="166B68"/>
            </a:solidFill>
            <a:prstDash val="solid"/>
          </a:ln>
        </p:spPr>
      </p:sp>
      <p:sp>
        <p:nvSpPr>
          <p:cNvPr id="13" name="">
            <a:extLst xmlns:a="http://schemas.openxmlformats.org/drawingml/2006/main">
              <a:ext uri="{FF2B5EF4-FFF2-40B4-BE49-F238E27FC236}">
                <a16:creationId xmlns:a16="http://schemas.microsoft.com/office/drawing/2014/main" id="{9D1DD09A-7D99-490D-8721-C34E10397190}"/>
              </a:ext>
            </a:extLst>
          </p:cNvPr>
          <p:cNvSpPr>
            <a:spLocks xmlns:a="http://schemas.openxmlformats.org/drawingml/2006/main" noGrp="1"/>
          </p:cNvSpPr>
          <p:nvPr/>
        </p:nvSpPr>
        <p:spPr>
          <a:xfrm xmlns:a="http://schemas.openxmlformats.org/drawingml/2006/main">
            <a:off x="9800273" y="2171700"/>
            <a:ext cx="276225" cy="2807970"/>
          </a:xfrm>
          <a:custGeom xmlns:a="http://schemas.openxmlformats.org/drawingml/2006/main">
            <a:pathLst>
              <a:path w="276225" h="2807970">
                <a:moveTo>
                  <a:pt x="0" y="0"/>
                </a:moveTo>
                <a:lnTo>
                  <a:pt x="276225" y="2807970"/>
                </a:lnTo>
              </a:path>
            </a:pathLst>
          </a:custGeom>
          <a:noFill xmlns:a="http://schemas.openxmlformats.org/drawingml/2006/main"/>
          <a:ln xmlns:a="http://schemas.openxmlformats.org/drawingml/2006/main" w="47625">
            <a:solidFill>
              <a:srgbClr val="A94737"/>
            </a:solidFill>
            <a:prstDash val="solid"/>
          </a:ln>
        </p:spPr>
      </p:sp>
      <p:sp>
        <p:nvSpPr>
          <p:cNvPr id="14" name="">
            <a:extLst xmlns:a="http://schemas.openxmlformats.org/drawingml/2006/main">
              <a:ext uri="{FF2B5EF4-FFF2-40B4-BE49-F238E27FC236}">
                <a16:creationId xmlns:a16="http://schemas.microsoft.com/office/drawing/2014/main" id="{8413D2EF-B2F9-4DFF-8575-47158073DD26}"/>
              </a:ext>
            </a:extLst>
          </p:cNvPr>
          <p:cNvSpPr>
            <a:spLocks xmlns:a="http://schemas.openxmlformats.org/drawingml/2006/main" noGrp="1"/>
          </p:cNvSpPr>
          <p:nvPr/>
        </p:nvSpPr>
        <p:spPr>
          <a:xfrm xmlns:a="http://schemas.openxmlformats.org/drawingml/2006/main">
            <a:off x="7141369" y="2887980"/>
            <a:ext cx="647700" cy="64770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5" name="">
            <a:extLst xmlns:a="http://schemas.openxmlformats.org/drawingml/2006/main">
              <a:ext uri="{FF2B5EF4-FFF2-40B4-BE49-F238E27FC236}">
                <a16:creationId xmlns:a16="http://schemas.microsoft.com/office/drawing/2014/main" id="{F684A525-DE7A-4E94-B668-A9F5272987F3}"/>
              </a:ext>
            </a:extLst>
          </p:cNvPr>
          <p:cNvSpPr>
            <a:spLocks xmlns:a="http://schemas.openxmlformats.org/drawingml/2006/main" noGrp="1"/>
          </p:cNvSpPr>
          <p:nvPr/>
        </p:nvSpPr>
        <p:spPr>
          <a:xfrm xmlns:a="http://schemas.openxmlformats.org/drawingml/2006/main">
            <a:off x="9638348" y="2887980"/>
            <a:ext cx="647700" cy="64770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6" name="">
            <a:extLst xmlns:a="http://schemas.openxmlformats.org/drawingml/2006/main">
              <a:ext uri="{FF2B5EF4-FFF2-40B4-BE49-F238E27FC236}">
                <a16:creationId xmlns:a16="http://schemas.microsoft.com/office/drawing/2014/main" id="{68624DB9-95D0-4919-9AFA-8554B9B0B61F}"/>
              </a:ext>
            </a:extLst>
          </p:cNvPr>
          <p:cNvSpPr>
            <a:spLocks xmlns:a="http://schemas.openxmlformats.org/drawingml/2006/main" noGrp="1"/>
          </p:cNvSpPr>
          <p:nvPr/>
        </p:nvSpPr>
        <p:spPr>
          <a:xfrm xmlns:a="http://schemas.openxmlformats.org/drawingml/2006/main">
            <a:off x="5988844" y="3088005"/>
            <a:ext cx="116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器械中心</a:t>
            </a:r>
          </a:p>
        </p:txBody>
      </p:sp>
      <p:sp>
        <p:nvSpPr>
          <p:cNvPr id="17" name="">
            <a:extLst xmlns:a="http://schemas.openxmlformats.org/drawingml/2006/main">
              <a:ext uri="{FF2B5EF4-FFF2-40B4-BE49-F238E27FC236}">
                <a16:creationId xmlns:a16="http://schemas.microsoft.com/office/drawing/2014/main" id="{B0DECF10-BD63-40AF-B135-C6B64DD2026A}"/>
              </a:ext>
            </a:extLst>
          </p:cNvPr>
          <p:cNvSpPr>
            <a:spLocks xmlns:a="http://schemas.openxmlformats.org/drawingml/2006/main" noGrp="1"/>
          </p:cNvSpPr>
          <p:nvPr/>
        </p:nvSpPr>
        <p:spPr>
          <a:xfrm xmlns:a="http://schemas.openxmlformats.org/drawingml/2006/main">
            <a:off x="8485823" y="3088005"/>
            <a:ext cx="116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器械中心</a:t>
            </a:r>
          </a:p>
        </p:txBody>
      </p:sp>
      <p:sp>
        <p:nvSpPr>
          <p:cNvPr id="18" name="">
            <a:extLst xmlns:a="http://schemas.openxmlformats.org/drawingml/2006/main">
              <a:ext uri="{FF2B5EF4-FFF2-40B4-BE49-F238E27FC236}">
                <a16:creationId xmlns:a16="http://schemas.microsoft.com/office/drawing/2014/main" id="{CFD33C82-D35F-4F19-9D9B-E0D56C94F07D}"/>
              </a:ext>
            </a:extLst>
          </p:cNvPr>
          <p:cNvSpPr>
            <a:spLocks xmlns:a="http://schemas.openxmlformats.org/drawingml/2006/main" noGrp="1"/>
          </p:cNvSpPr>
          <p:nvPr/>
        </p:nvSpPr>
        <p:spPr>
          <a:xfrm xmlns:a="http://schemas.openxmlformats.org/drawingml/2006/main">
            <a:off x="7398544" y="4989195"/>
            <a:ext cx="133350" cy="13335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9" name="">
            <a:extLst xmlns:a="http://schemas.openxmlformats.org/drawingml/2006/main">
              <a:ext uri="{FF2B5EF4-FFF2-40B4-BE49-F238E27FC236}">
                <a16:creationId xmlns:a16="http://schemas.microsoft.com/office/drawing/2014/main" id="{B2C98C96-E9E8-4BE6-A6D1-10A26AD023DF}"/>
              </a:ext>
            </a:extLst>
          </p:cNvPr>
          <p:cNvSpPr>
            <a:spLocks xmlns:a="http://schemas.openxmlformats.org/drawingml/2006/main" noGrp="1"/>
          </p:cNvSpPr>
          <p:nvPr/>
        </p:nvSpPr>
        <p:spPr>
          <a:xfrm xmlns:a="http://schemas.openxmlformats.org/drawingml/2006/main">
            <a:off x="9895523" y="4989195"/>
            <a:ext cx="133350" cy="1333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0" name="">
            <a:extLst xmlns:a="http://schemas.openxmlformats.org/drawingml/2006/main">
              <a:ext uri="{FF2B5EF4-FFF2-40B4-BE49-F238E27FC236}">
                <a16:creationId xmlns:a16="http://schemas.microsoft.com/office/drawing/2014/main" id="{5FBB6AFC-2DC6-4E0C-9433-F456B7860A38}"/>
              </a:ext>
            </a:extLst>
          </p:cNvPr>
          <p:cNvSpPr>
            <a:spLocks xmlns:a="http://schemas.openxmlformats.org/drawingml/2006/main" noGrp="1"/>
          </p:cNvSpPr>
          <p:nvPr/>
        </p:nvSpPr>
        <p:spPr>
          <a:xfrm xmlns:a="http://schemas.openxmlformats.org/drawingml/2006/main">
            <a:off x="7008019" y="5122545"/>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測点 O</a:t>
            </a:r>
          </a:p>
        </p:txBody>
      </p:sp>
      <p:sp>
        <p:nvSpPr>
          <p:cNvPr id="21" name="">
            <a:extLst xmlns:a="http://schemas.openxmlformats.org/drawingml/2006/main">
              <a:ext uri="{FF2B5EF4-FFF2-40B4-BE49-F238E27FC236}">
                <a16:creationId xmlns:a16="http://schemas.microsoft.com/office/drawing/2014/main" id="{31C34976-617D-40E4-98E9-EA510F5689C4}"/>
              </a:ext>
            </a:extLst>
          </p:cNvPr>
          <p:cNvSpPr>
            <a:spLocks xmlns:a="http://schemas.openxmlformats.org/drawingml/2006/main" noGrp="1"/>
          </p:cNvSpPr>
          <p:nvPr/>
        </p:nvSpPr>
        <p:spPr>
          <a:xfrm xmlns:a="http://schemas.openxmlformats.org/drawingml/2006/main">
            <a:off x="9504998" y="5122545"/>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測点 O</a:t>
            </a:r>
          </a:p>
        </p:txBody>
      </p:sp>
      <p:sp>
        <p:nvSpPr>
          <p:cNvPr id="22" name="">
            <a:extLst xmlns:a="http://schemas.openxmlformats.org/drawingml/2006/main">
              <a:ext uri="{FF2B5EF4-FFF2-40B4-BE49-F238E27FC236}">
                <a16:creationId xmlns:a16="http://schemas.microsoft.com/office/drawing/2014/main" id="{FF162225-E8C6-433E-9D3D-BF99A7B1B01E}"/>
              </a:ext>
            </a:extLst>
          </p:cNvPr>
          <p:cNvSpPr>
            <a:spLocks xmlns:a="http://schemas.openxmlformats.org/drawingml/2006/main" noGrp="1"/>
          </p:cNvSpPr>
          <p:nvPr/>
        </p:nvSpPr>
        <p:spPr>
          <a:xfrm xmlns:a="http://schemas.openxmlformats.org/drawingml/2006/main">
            <a:off x="7065169" y="1638300"/>
            <a:ext cx="800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正常</a:t>
            </a:r>
          </a:p>
        </p:txBody>
      </p:sp>
      <p:sp>
        <p:nvSpPr>
          <p:cNvPr id="23" name="">
            <a:extLst xmlns:a="http://schemas.openxmlformats.org/drawingml/2006/main">
              <a:ext uri="{FF2B5EF4-FFF2-40B4-BE49-F238E27FC236}">
                <a16:creationId xmlns:a16="http://schemas.microsoft.com/office/drawing/2014/main" id="{CB0CDD8C-0A26-4DF6-88CC-B55DA3AF97F2}"/>
              </a:ext>
            </a:extLst>
          </p:cNvPr>
          <p:cNvSpPr>
            <a:spLocks xmlns:a="http://schemas.openxmlformats.org/drawingml/2006/main" noGrp="1"/>
          </p:cNvSpPr>
          <p:nvPr/>
        </p:nvSpPr>
        <p:spPr>
          <a:xfrm xmlns:a="http://schemas.openxmlformats.org/drawingml/2006/main">
            <a:off x="9276398" y="1638300"/>
            <a:ext cx="1371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鉛直軸が傾く</a:t>
            </a:r>
          </a:p>
        </p:txBody>
      </p:sp>
    </p:spTree>
    <p:extLst>
      <p:ext uri="{BB962C8B-B14F-4D97-AF65-F5344CB8AC3E}">
        <p14:creationId xmlns:p14="http://schemas.microsoft.com/office/powerpoint/2010/main" val="192742509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AFCCCD2-4C68-44F9-869D-05B8BF4671E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FD89792-750E-4A7B-9334-944781143FB7}"/>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4-2 据える｜11–18分</a:t>
            </a:r>
          </a:p>
        </p:txBody>
      </p:sp>
      <p:sp>
        <p:nvSpPr>
          <p:cNvPr id="3" name="">
            <a:extLst xmlns:a="http://schemas.openxmlformats.org/drawingml/2006/main">
              <a:ext uri="{FF2B5EF4-FFF2-40B4-BE49-F238E27FC236}">
                <a16:creationId xmlns:a16="http://schemas.microsoft.com/office/drawing/2014/main" id="{78116602-1234-4423-AC98-EA29A2434941}"/>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視差は、目を動かすと見つかる</a:t>
            </a:r>
          </a:p>
        </p:txBody>
      </p:sp>
      <p:sp>
        <p:nvSpPr>
          <p:cNvPr id="4" name="">
            <a:extLst xmlns:a="http://schemas.openxmlformats.org/drawingml/2006/main">
              <a:ext uri="{FF2B5EF4-FFF2-40B4-BE49-F238E27FC236}">
                <a16:creationId xmlns:a16="http://schemas.microsoft.com/office/drawing/2014/main" id="{A9AF7A68-E32A-49D6-AA1B-7D23B931CE8D}"/>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8C2A2AA9-7EEF-4602-B3EB-E6F8975583DF}"/>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EBE647C7-9BDD-4D0E-8A7A-DA5448133364}"/>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15</a:t>
            </a:r>
          </a:p>
        </p:txBody>
      </p:sp>
      <p:sp>
        <p:nvSpPr>
          <p:cNvPr id="7" name="">
            <a:extLst xmlns:a="http://schemas.openxmlformats.org/drawingml/2006/main">
              <a:ext uri="{FF2B5EF4-FFF2-40B4-BE49-F238E27FC236}">
                <a16:creationId xmlns:a16="http://schemas.microsoft.com/office/drawing/2014/main" id="{068D1911-A625-4203-86B8-BC5682A824E6}"/>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像が十字線に対して動くなら未調整</a:t>
            </a:r>
          </a:p>
        </p:txBody>
      </p:sp>
      <p:sp>
        <p:nvSpPr>
          <p:cNvPr id="8" name="">
            <a:extLst xmlns:a="http://schemas.openxmlformats.org/drawingml/2006/main">
              <a:ext uri="{FF2B5EF4-FFF2-40B4-BE49-F238E27FC236}">
                <a16:creationId xmlns:a16="http://schemas.microsoft.com/office/drawing/2014/main" id="{9B1652A6-6A96-476F-ACB3-D49E156F5D99}"/>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接眼：十字線にピント</a:t>
            </a:r>
          </a:p>
        </p:txBody>
      </p:sp>
      <p:sp>
        <p:nvSpPr>
          <p:cNvPr id="9" name="">
            <a:extLst xmlns:a="http://schemas.openxmlformats.org/drawingml/2006/main">
              <a:ext uri="{FF2B5EF4-FFF2-40B4-BE49-F238E27FC236}">
                <a16:creationId xmlns:a16="http://schemas.microsoft.com/office/drawing/2014/main" id="{66933AE1-741F-456B-BF43-C9E37E2001E5}"/>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対物：目標にピント</a:t>
            </a:r>
          </a:p>
        </p:txBody>
      </p:sp>
      <p:sp>
        <p:nvSpPr>
          <p:cNvPr id="10" name="">
            <a:extLst xmlns:a="http://schemas.openxmlformats.org/drawingml/2006/main">
              <a:ext uri="{FF2B5EF4-FFF2-40B4-BE49-F238E27FC236}">
                <a16:creationId xmlns:a16="http://schemas.microsoft.com/office/drawing/2014/main" id="{FDFF05AF-046D-4172-9220-DAFD038CA546}"/>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目を動かし、相対位置を確認</a:t>
            </a:r>
          </a:p>
        </p:txBody>
      </p:sp>
      <p:sp>
        <p:nvSpPr>
          <p:cNvPr id="11" name="">
            <a:extLst xmlns:a="http://schemas.openxmlformats.org/drawingml/2006/main">
              <a:ext uri="{FF2B5EF4-FFF2-40B4-BE49-F238E27FC236}">
                <a16:creationId xmlns:a16="http://schemas.microsoft.com/office/drawing/2014/main" id="{EDB95F06-1EE3-497B-BBE7-B916DC1F83B5}"/>
              </a:ext>
            </a:extLst>
          </p:cNvPr>
          <p:cNvSpPr>
            <a:spLocks xmlns:a="http://schemas.openxmlformats.org/drawingml/2006/main" noGrp="1"/>
          </p:cNvSpPr>
          <p:nvPr/>
        </p:nvSpPr>
        <p:spPr>
          <a:xfrm xmlns:a="http://schemas.openxmlformats.org/drawingml/2006/main">
            <a:off x="6191250" y="1638300"/>
            <a:ext cx="193643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目位置 A</a:t>
            </a:r>
          </a:p>
        </p:txBody>
      </p:sp>
      <p:sp>
        <p:nvSpPr>
          <p:cNvPr id="12" name="">
            <a:extLst xmlns:a="http://schemas.openxmlformats.org/drawingml/2006/main">
              <a:ext uri="{FF2B5EF4-FFF2-40B4-BE49-F238E27FC236}">
                <a16:creationId xmlns:a16="http://schemas.microsoft.com/office/drawing/2014/main" id="{377FF2AD-831D-4752-87E7-F08DBB632840}"/>
              </a:ext>
            </a:extLst>
          </p:cNvPr>
          <p:cNvSpPr>
            <a:spLocks xmlns:a="http://schemas.openxmlformats.org/drawingml/2006/main" noGrp="1"/>
          </p:cNvSpPr>
          <p:nvPr/>
        </p:nvSpPr>
        <p:spPr>
          <a:xfrm xmlns:a="http://schemas.openxmlformats.org/drawingml/2006/main">
            <a:off x="6446044" y="3085148"/>
            <a:ext cx="1426845" cy="1426845"/>
          </a:xfrm>
          <a:prstGeom xmlns:a="http://schemas.openxmlformats.org/drawingml/2006/main" prst="ellipse">
            <a:avLst/>
          </a:prstGeom>
          <a:noFill xmlns:a="http://schemas.openxmlformats.org/drawingml/2006/main"/>
          <a:ln xmlns:a="http://schemas.openxmlformats.org/drawingml/2006/main" w="28575">
            <a:solidFill>
              <a:srgbClr val="CFD9DD"/>
            </a:solidFill>
            <a:prstDash val="solid"/>
          </a:ln>
        </p:spPr>
      </p:sp>
      <p:sp>
        <p:nvSpPr>
          <p:cNvPr id="13" name="">
            <a:extLst xmlns:a="http://schemas.openxmlformats.org/drawingml/2006/main">
              <a:ext uri="{FF2B5EF4-FFF2-40B4-BE49-F238E27FC236}">
                <a16:creationId xmlns:a16="http://schemas.microsoft.com/office/drawing/2014/main" id="{B704CED0-9FDA-4513-B923-DD40325F91A8}"/>
              </a:ext>
            </a:extLst>
          </p:cNvPr>
          <p:cNvSpPr>
            <a:spLocks xmlns:a="http://schemas.openxmlformats.org/drawingml/2006/main" noGrp="1"/>
          </p:cNvSpPr>
          <p:nvPr/>
        </p:nvSpPr>
        <p:spPr>
          <a:xfrm xmlns:a="http://schemas.openxmlformats.org/drawingml/2006/main">
            <a:off x="7159466" y="3085148"/>
            <a:ext cx="9525" cy="1426845"/>
          </a:xfrm>
          <a:custGeom xmlns:a="http://schemas.openxmlformats.org/drawingml/2006/main">
            <a:pathLst>
              <a:path w="9525" h="1426845">
                <a:moveTo>
                  <a:pt x="0" y="0"/>
                </a:moveTo>
                <a:lnTo>
                  <a:pt x="0" y="1426845"/>
                </a:lnTo>
              </a:path>
            </a:pathLst>
          </a:custGeom>
          <a:noFill xmlns:a="http://schemas.openxmlformats.org/drawingml/2006/main"/>
          <a:ln xmlns:a="http://schemas.openxmlformats.org/drawingml/2006/main" w="28575">
            <a:solidFill>
              <a:srgbClr val="182B33"/>
            </a:solidFill>
            <a:prstDash val="solid"/>
          </a:ln>
        </p:spPr>
      </p:sp>
      <p:sp>
        <p:nvSpPr>
          <p:cNvPr id="14" name="">
            <a:extLst xmlns:a="http://schemas.openxmlformats.org/drawingml/2006/main">
              <a:ext uri="{FF2B5EF4-FFF2-40B4-BE49-F238E27FC236}">
                <a16:creationId xmlns:a16="http://schemas.microsoft.com/office/drawing/2014/main" id="{308C7EA6-4466-4D19-BE95-5F5E69BF88BA}"/>
              </a:ext>
            </a:extLst>
          </p:cNvPr>
          <p:cNvSpPr>
            <a:spLocks xmlns:a="http://schemas.openxmlformats.org/drawingml/2006/main" noGrp="1"/>
          </p:cNvSpPr>
          <p:nvPr/>
        </p:nvSpPr>
        <p:spPr>
          <a:xfrm xmlns:a="http://schemas.openxmlformats.org/drawingml/2006/main">
            <a:off x="6446044" y="3798570"/>
            <a:ext cx="1426845" cy="9525"/>
          </a:xfrm>
          <a:custGeom xmlns:a="http://schemas.openxmlformats.org/drawingml/2006/main">
            <a:pathLst>
              <a:path w="1426845" h="9525">
                <a:moveTo>
                  <a:pt x="0" y="0"/>
                </a:moveTo>
                <a:lnTo>
                  <a:pt x="1426845" y="0"/>
                </a:lnTo>
              </a:path>
            </a:pathLst>
          </a:custGeom>
          <a:noFill xmlns:a="http://schemas.openxmlformats.org/drawingml/2006/main"/>
          <a:ln xmlns:a="http://schemas.openxmlformats.org/drawingml/2006/main" w="28575">
            <a:solidFill>
              <a:srgbClr val="182B33"/>
            </a:solidFill>
            <a:prstDash val="solid"/>
          </a:ln>
        </p:spPr>
      </p:sp>
      <p:sp>
        <p:nvSpPr>
          <p:cNvPr id="15" name="">
            <a:extLst xmlns:a="http://schemas.openxmlformats.org/drawingml/2006/main">
              <a:ext uri="{FF2B5EF4-FFF2-40B4-BE49-F238E27FC236}">
                <a16:creationId xmlns:a16="http://schemas.microsoft.com/office/drawing/2014/main" id="{E070C618-166F-4317-BE55-9CE49B7680E7}"/>
              </a:ext>
            </a:extLst>
          </p:cNvPr>
          <p:cNvSpPr>
            <a:spLocks xmlns:a="http://schemas.openxmlformats.org/drawingml/2006/main" noGrp="1"/>
          </p:cNvSpPr>
          <p:nvPr/>
        </p:nvSpPr>
        <p:spPr>
          <a:xfrm xmlns:a="http://schemas.openxmlformats.org/drawingml/2006/main">
            <a:off x="7073741" y="3598545"/>
            <a:ext cx="171450" cy="1714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16" name="">
            <a:extLst xmlns:a="http://schemas.openxmlformats.org/drawingml/2006/main">
              <a:ext uri="{FF2B5EF4-FFF2-40B4-BE49-F238E27FC236}">
                <a16:creationId xmlns:a16="http://schemas.microsoft.com/office/drawing/2014/main" id="{9B604698-E5FC-45C5-B192-6A69E668B6C0}"/>
              </a:ext>
            </a:extLst>
          </p:cNvPr>
          <p:cNvSpPr>
            <a:spLocks xmlns:a="http://schemas.openxmlformats.org/drawingml/2006/main" noGrp="1"/>
          </p:cNvSpPr>
          <p:nvPr/>
        </p:nvSpPr>
        <p:spPr>
          <a:xfrm xmlns:a="http://schemas.openxmlformats.org/drawingml/2006/main">
            <a:off x="7254716" y="344614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像</a:t>
            </a:r>
          </a:p>
        </p:txBody>
      </p:sp>
      <p:sp>
        <p:nvSpPr>
          <p:cNvPr id="17" name="">
            <a:extLst xmlns:a="http://schemas.openxmlformats.org/drawingml/2006/main">
              <a:ext uri="{FF2B5EF4-FFF2-40B4-BE49-F238E27FC236}">
                <a16:creationId xmlns:a16="http://schemas.microsoft.com/office/drawing/2014/main" id="{85B09AAE-FAA8-481C-8857-F2FF433AF94C}"/>
              </a:ext>
            </a:extLst>
          </p:cNvPr>
          <p:cNvSpPr>
            <a:spLocks xmlns:a="http://schemas.openxmlformats.org/drawingml/2006/main" noGrp="1"/>
          </p:cNvSpPr>
          <p:nvPr/>
        </p:nvSpPr>
        <p:spPr>
          <a:xfrm xmlns:a="http://schemas.openxmlformats.org/drawingml/2006/main">
            <a:off x="8790146" y="1638300"/>
            <a:ext cx="193643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目位置 B</a:t>
            </a:r>
          </a:p>
        </p:txBody>
      </p:sp>
      <p:sp>
        <p:nvSpPr>
          <p:cNvPr id="18" name="">
            <a:extLst xmlns:a="http://schemas.openxmlformats.org/drawingml/2006/main">
              <a:ext uri="{FF2B5EF4-FFF2-40B4-BE49-F238E27FC236}">
                <a16:creationId xmlns:a16="http://schemas.microsoft.com/office/drawing/2014/main" id="{E7DA008B-FF43-49B2-A4BC-0B7409AE01DF}"/>
              </a:ext>
            </a:extLst>
          </p:cNvPr>
          <p:cNvSpPr>
            <a:spLocks xmlns:a="http://schemas.openxmlformats.org/drawingml/2006/main" noGrp="1"/>
          </p:cNvSpPr>
          <p:nvPr/>
        </p:nvSpPr>
        <p:spPr>
          <a:xfrm xmlns:a="http://schemas.openxmlformats.org/drawingml/2006/main">
            <a:off x="9044940" y="3085148"/>
            <a:ext cx="1426845" cy="1426845"/>
          </a:xfrm>
          <a:prstGeom xmlns:a="http://schemas.openxmlformats.org/drawingml/2006/main" prst="ellipse">
            <a:avLst/>
          </a:prstGeom>
          <a:noFill xmlns:a="http://schemas.openxmlformats.org/drawingml/2006/main"/>
          <a:ln xmlns:a="http://schemas.openxmlformats.org/drawingml/2006/main" w="28575">
            <a:solidFill>
              <a:srgbClr val="CFD9DD"/>
            </a:solidFill>
            <a:prstDash val="solid"/>
          </a:ln>
        </p:spPr>
      </p:sp>
      <p:sp>
        <p:nvSpPr>
          <p:cNvPr id="19" name="">
            <a:extLst xmlns:a="http://schemas.openxmlformats.org/drawingml/2006/main">
              <a:ext uri="{FF2B5EF4-FFF2-40B4-BE49-F238E27FC236}">
                <a16:creationId xmlns:a16="http://schemas.microsoft.com/office/drawing/2014/main" id="{AB50050C-CE09-4710-9726-27E55082A4EC}"/>
              </a:ext>
            </a:extLst>
          </p:cNvPr>
          <p:cNvSpPr>
            <a:spLocks xmlns:a="http://schemas.openxmlformats.org/drawingml/2006/main" noGrp="1"/>
          </p:cNvSpPr>
          <p:nvPr/>
        </p:nvSpPr>
        <p:spPr>
          <a:xfrm xmlns:a="http://schemas.openxmlformats.org/drawingml/2006/main">
            <a:off x="9758363" y="3085148"/>
            <a:ext cx="9525" cy="1426845"/>
          </a:xfrm>
          <a:custGeom xmlns:a="http://schemas.openxmlformats.org/drawingml/2006/main">
            <a:pathLst>
              <a:path w="9525" h="1426845">
                <a:moveTo>
                  <a:pt x="0" y="0"/>
                </a:moveTo>
                <a:lnTo>
                  <a:pt x="0" y="1426845"/>
                </a:lnTo>
              </a:path>
            </a:pathLst>
          </a:custGeom>
          <a:noFill xmlns:a="http://schemas.openxmlformats.org/drawingml/2006/main"/>
          <a:ln xmlns:a="http://schemas.openxmlformats.org/drawingml/2006/main" w="28575">
            <a:solidFill>
              <a:srgbClr val="182B33"/>
            </a:solidFill>
            <a:prstDash val="solid"/>
          </a:ln>
        </p:spPr>
      </p:sp>
      <p:sp>
        <p:nvSpPr>
          <p:cNvPr id="20" name="">
            <a:extLst xmlns:a="http://schemas.openxmlformats.org/drawingml/2006/main">
              <a:ext uri="{FF2B5EF4-FFF2-40B4-BE49-F238E27FC236}">
                <a16:creationId xmlns:a16="http://schemas.microsoft.com/office/drawing/2014/main" id="{17B1AA3F-06CD-4B39-A077-0087A184E122}"/>
              </a:ext>
            </a:extLst>
          </p:cNvPr>
          <p:cNvSpPr>
            <a:spLocks xmlns:a="http://schemas.openxmlformats.org/drawingml/2006/main" noGrp="1"/>
          </p:cNvSpPr>
          <p:nvPr/>
        </p:nvSpPr>
        <p:spPr>
          <a:xfrm xmlns:a="http://schemas.openxmlformats.org/drawingml/2006/main">
            <a:off x="9044940" y="3798570"/>
            <a:ext cx="1426845" cy="9525"/>
          </a:xfrm>
          <a:custGeom xmlns:a="http://schemas.openxmlformats.org/drawingml/2006/main">
            <a:pathLst>
              <a:path w="1426845" h="9525">
                <a:moveTo>
                  <a:pt x="0" y="0"/>
                </a:moveTo>
                <a:lnTo>
                  <a:pt x="1426845" y="0"/>
                </a:lnTo>
              </a:path>
            </a:pathLst>
          </a:custGeom>
          <a:noFill xmlns:a="http://schemas.openxmlformats.org/drawingml/2006/main"/>
          <a:ln xmlns:a="http://schemas.openxmlformats.org/drawingml/2006/main" w="28575">
            <a:solidFill>
              <a:srgbClr val="182B33"/>
            </a:solidFill>
            <a:prstDash val="solid"/>
          </a:ln>
        </p:spPr>
      </p:sp>
      <p:sp>
        <p:nvSpPr>
          <p:cNvPr id="21" name="">
            <a:extLst xmlns:a="http://schemas.openxmlformats.org/drawingml/2006/main">
              <a:ext uri="{FF2B5EF4-FFF2-40B4-BE49-F238E27FC236}">
                <a16:creationId xmlns:a16="http://schemas.microsoft.com/office/drawing/2014/main" id="{80785CE0-B3BD-468E-9095-676AD522126B}"/>
              </a:ext>
            </a:extLst>
          </p:cNvPr>
          <p:cNvSpPr>
            <a:spLocks xmlns:a="http://schemas.openxmlformats.org/drawingml/2006/main" noGrp="1"/>
          </p:cNvSpPr>
          <p:nvPr/>
        </p:nvSpPr>
        <p:spPr>
          <a:xfrm xmlns:a="http://schemas.openxmlformats.org/drawingml/2006/main">
            <a:off x="9910763" y="3598545"/>
            <a:ext cx="171450" cy="1714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2" name="">
            <a:extLst xmlns:a="http://schemas.openxmlformats.org/drawingml/2006/main">
              <a:ext uri="{FF2B5EF4-FFF2-40B4-BE49-F238E27FC236}">
                <a16:creationId xmlns:a16="http://schemas.microsoft.com/office/drawing/2014/main" id="{3DD22B57-96D2-4B10-B4F5-D800FDCDADB4}"/>
              </a:ext>
            </a:extLst>
          </p:cNvPr>
          <p:cNvSpPr>
            <a:spLocks xmlns:a="http://schemas.openxmlformats.org/drawingml/2006/main" noGrp="1"/>
          </p:cNvSpPr>
          <p:nvPr/>
        </p:nvSpPr>
        <p:spPr>
          <a:xfrm xmlns:a="http://schemas.openxmlformats.org/drawingml/2006/main">
            <a:off x="10091738" y="344614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像</a:t>
            </a:r>
          </a:p>
        </p:txBody>
      </p:sp>
      <p:sp>
        <p:nvSpPr>
          <p:cNvPr id="23" name="">
            <a:extLst xmlns:a="http://schemas.openxmlformats.org/drawingml/2006/main">
              <a:ext uri="{FF2B5EF4-FFF2-40B4-BE49-F238E27FC236}">
                <a16:creationId xmlns:a16="http://schemas.microsoft.com/office/drawing/2014/main" id="{27234E64-3E69-498E-8140-57D80133459B}"/>
              </a:ext>
            </a:extLst>
          </p:cNvPr>
          <p:cNvSpPr>
            <a:spLocks xmlns:a="http://schemas.openxmlformats.org/drawingml/2006/main" noGrp="1"/>
          </p:cNvSpPr>
          <p:nvPr/>
        </p:nvSpPr>
        <p:spPr>
          <a:xfrm xmlns:a="http://schemas.openxmlformats.org/drawingml/2006/main">
            <a:off x="6229350" y="5534025"/>
            <a:ext cx="5019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十字線に対する像の位置が変化 → 視差あり</a:t>
            </a:r>
          </a:p>
        </p:txBody>
      </p:sp>
    </p:spTree>
    <p:extLst>
      <p:ext uri="{BB962C8B-B14F-4D97-AF65-F5344CB8AC3E}">
        <p14:creationId xmlns:p14="http://schemas.microsoft.com/office/powerpoint/2010/main" val="97357356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B5AB58B-85F6-4C1C-A761-212A0CB74F2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87258112-A0E5-4850-88BC-636E5F2387F0}"/>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4-2 据える｜11–18分</a:t>
            </a:r>
          </a:p>
        </p:txBody>
      </p:sp>
      <p:sp>
        <p:nvSpPr>
          <p:cNvPr id="3" name="">
            <a:extLst xmlns:a="http://schemas.openxmlformats.org/drawingml/2006/main">
              <a:ext uri="{FF2B5EF4-FFF2-40B4-BE49-F238E27FC236}">
                <a16:creationId xmlns:a16="http://schemas.microsoft.com/office/drawing/2014/main" id="{CB7D450B-5AF9-4975-953B-A172C73C908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確認②：平均で据付のずれは直る？</a:t>
            </a:r>
          </a:p>
        </p:txBody>
      </p:sp>
      <p:sp>
        <p:nvSpPr>
          <p:cNvPr id="4" name="">
            <a:extLst xmlns:a="http://schemas.openxmlformats.org/drawingml/2006/main">
              <a:ext uri="{FF2B5EF4-FFF2-40B4-BE49-F238E27FC236}">
                <a16:creationId xmlns:a16="http://schemas.microsoft.com/office/drawing/2014/main" id="{931586C5-5A19-4F4D-AADB-0DD3A303E06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B51BC2F4-A649-4C5E-BF1A-0D6D76B62D3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BFAE014C-0B3E-443D-A2BC-BE893FA9517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16</a:t>
            </a:r>
          </a:p>
        </p:txBody>
      </p:sp>
      <p:sp>
        <p:nvSpPr>
          <p:cNvPr id="7" name="">
            <a:extLst xmlns:a="http://schemas.openxmlformats.org/drawingml/2006/main">
              <a:ext uri="{FF2B5EF4-FFF2-40B4-BE49-F238E27FC236}">
                <a16:creationId xmlns:a16="http://schemas.microsoft.com/office/drawing/2014/main" id="{148957BB-203C-4639-B593-8C9A0083C4FD}"/>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位置ずれと傾きは、正反平均では消えない</a:t>
            </a:r>
          </a:p>
        </p:txBody>
      </p:sp>
      <p:sp>
        <p:nvSpPr>
          <p:cNvPr id="8" name="">
            <a:extLst xmlns:a="http://schemas.openxmlformats.org/drawingml/2006/main">
              <a:ext uri="{FF2B5EF4-FFF2-40B4-BE49-F238E27FC236}">
                <a16:creationId xmlns:a16="http://schemas.microsoft.com/office/drawing/2014/main" id="{723EF8A8-5453-4AB7-B51A-7E7AE5A0F44B}"/>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求心＝位置、整準＝傾き</a:t>
            </a:r>
          </a:p>
        </p:txBody>
      </p:sp>
      <p:sp>
        <p:nvSpPr>
          <p:cNvPr id="9" name="">
            <a:extLst xmlns:a="http://schemas.openxmlformats.org/drawingml/2006/main">
              <a:ext uri="{FF2B5EF4-FFF2-40B4-BE49-F238E27FC236}">
                <a16:creationId xmlns:a16="http://schemas.microsoft.com/office/drawing/2014/main" id="{9647BD90-3C86-4312-BD97-12B1619A54DE}"/>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ずれを別に測れば補正できる場合はある</a:t>
            </a:r>
          </a:p>
        </p:txBody>
      </p:sp>
    </p:spTree>
    <p:extLst>
      <p:ext uri="{BB962C8B-B14F-4D97-AF65-F5344CB8AC3E}">
        <p14:creationId xmlns:p14="http://schemas.microsoft.com/office/powerpoint/2010/main" val="189651645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A5DE75D-9646-4228-9D06-AB90FA9984A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C7745C8-1ED0-4057-877A-62CEC01BAF3F}"/>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2DC154A9-A742-4B8F-B6C8-315F30A9B1F2}"/>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正と反で、同じ目標を見直す</a:t>
            </a:r>
          </a:p>
        </p:txBody>
      </p:sp>
      <p:sp>
        <p:nvSpPr>
          <p:cNvPr id="4" name="">
            <a:extLst xmlns:a="http://schemas.openxmlformats.org/drawingml/2006/main">
              <a:ext uri="{FF2B5EF4-FFF2-40B4-BE49-F238E27FC236}">
                <a16:creationId xmlns:a16="http://schemas.microsoft.com/office/drawing/2014/main" id="{CDDD3EC5-B03B-4E9F-BF87-9871F4551CE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175E17ED-5469-4F8C-B865-DF81D4FD4868}"/>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70D13E94-F4D2-4B95-A6DA-B3C26119F05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17</a:t>
            </a:r>
          </a:p>
        </p:txBody>
      </p:sp>
      <p:sp>
        <p:nvSpPr>
          <p:cNvPr id="7" name="">
            <a:extLst xmlns:a="http://schemas.openxmlformats.org/drawingml/2006/main">
              <a:ext uri="{FF2B5EF4-FFF2-40B4-BE49-F238E27FC236}">
                <a16:creationId xmlns:a16="http://schemas.microsoft.com/office/drawing/2014/main" id="{A5FA9233-4BC5-417F-B74B-4AA7FAC08830}"/>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器械点Oは動かさない</a:t>
            </a:r>
          </a:p>
        </p:txBody>
      </p:sp>
      <p:sp>
        <p:nvSpPr>
          <p:cNvPr id="8" name="">
            <a:extLst xmlns:a="http://schemas.openxmlformats.org/drawingml/2006/main">
              <a:ext uri="{FF2B5EF4-FFF2-40B4-BE49-F238E27FC236}">
                <a16:creationId xmlns:a16="http://schemas.microsoft.com/office/drawing/2014/main" id="{58E85AB5-C001-43AB-A03F-A18E363B08F1}"/>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正の生読定 r・反の生読定 l</a:t>
            </a:r>
          </a:p>
        </p:txBody>
      </p:sp>
      <p:sp>
        <p:nvSpPr>
          <p:cNvPr id="9" name="">
            <a:extLst xmlns:a="http://schemas.openxmlformats.org/drawingml/2006/main">
              <a:ext uri="{FF2B5EF4-FFF2-40B4-BE49-F238E27FC236}">
                <a16:creationId xmlns:a16="http://schemas.microsoft.com/office/drawing/2014/main" id="{04EE03E9-A47B-4FB1-9975-9AB0AEE9E4EE}"/>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望遠鏡反転＋本体を半周回す</a:t>
            </a:r>
          </a:p>
        </p:txBody>
      </p:sp>
      <p:sp>
        <p:nvSpPr>
          <p:cNvPr id="10" name="">
            <a:extLst xmlns:a="http://schemas.openxmlformats.org/drawingml/2006/main">
              <a:ext uri="{FF2B5EF4-FFF2-40B4-BE49-F238E27FC236}">
                <a16:creationId xmlns:a16="http://schemas.microsoft.com/office/drawing/2014/main" id="{F0828872-8CBE-4579-864E-5122CF32F8A1}"/>
              </a:ext>
            </a:extLst>
          </p:cNvPr>
          <p:cNvSpPr>
            <a:spLocks xmlns:a="http://schemas.openxmlformats.org/drawingml/2006/main" noGrp="1"/>
          </p:cNvSpPr>
          <p:nvPr/>
        </p:nvSpPr>
        <p:spPr>
          <a:xfrm xmlns:a="http://schemas.openxmlformats.org/drawingml/2006/main">
            <a:off x="6229350" y="1628775"/>
            <a:ext cx="5019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器械は移動しない：同じ器械点 O・同じ目標</a:t>
            </a:r>
          </a:p>
        </p:txBody>
      </p:sp>
      <p:sp>
        <p:nvSpPr>
          <p:cNvPr id="11" name="">
            <a:extLst xmlns:a="http://schemas.openxmlformats.org/drawingml/2006/main">
              <a:ext uri="{FF2B5EF4-FFF2-40B4-BE49-F238E27FC236}">
                <a16:creationId xmlns:a16="http://schemas.microsoft.com/office/drawing/2014/main" id="{94A1EE9D-74DC-431A-A8C1-64D21DF6C39E}"/>
              </a:ext>
            </a:extLst>
          </p:cNvPr>
          <p:cNvSpPr>
            <a:spLocks xmlns:a="http://schemas.openxmlformats.org/drawingml/2006/main" noGrp="1"/>
          </p:cNvSpPr>
          <p:nvPr/>
        </p:nvSpPr>
        <p:spPr>
          <a:xfrm xmlns:a="http://schemas.openxmlformats.org/drawingml/2006/main">
            <a:off x="6191250" y="1981200"/>
            <a:ext cx="2462213" cy="3790950"/>
          </a:xfrm>
          <a:prstGeom xmlns:a="http://schemas.openxmlformats.org/drawingml/2006/main" prst="roundRect">
            <a:avLst>
              <a:gd name="adj" fmla="val 3095"/>
            </a:avLst>
          </a:prstGeom>
          <a:solidFill xmlns:a="http://schemas.openxmlformats.org/drawingml/2006/main">
            <a:srgbClr val="EEF5F4"/>
          </a:solidFill>
          <a:ln xmlns:a="http://schemas.openxmlformats.org/drawingml/2006/main" w="19050">
            <a:solidFill>
              <a:srgbClr val="CFD9DD"/>
            </a:solidFill>
          </a:ln>
        </p:spPr>
      </p:sp>
      <p:sp>
        <p:nvSpPr>
          <p:cNvPr id="12" name="">
            <a:extLst xmlns:a="http://schemas.openxmlformats.org/drawingml/2006/main">
              <a:ext uri="{FF2B5EF4-FFF2-40B4-BE49-F238E27FC236}">
                <a16:creationId xmlns:a16="http://schemas.microsoft.com/office/drawing/2014/main" id="{328B5062-591D-4310-A24B-3C01653C5F4D}"/>
              </a:ext>
            </a:extLst>
          </p:cNvPr>
          <p:cNvSpPr>
            <a:spLocks xmlns:a="http://schemas.openxmlformats.org/drawingml/2006/main" noGrp="1"/>
          </p:cNvSpPr>
          <p:nvPr/>
        </p:nvSpPr>
        <p:spPr>
          <a:xfrm xmlns:a="http://schemas.openxmlformats.org/drawingml/2006/main">
            <a:off x="7422356" y="2667000"/>
            <a:ext cx="9525" cy="1969770"/>
          </a:xfrm>
          <a:custGeom xmlns:a="http://schemas.openxmlformats.org/drawingml/2006/main">
            <a:pathLst>
              <a:path w="9525" h="1969770">
                <a:moveTo>
                  <a:pt x="0" y="1969770"/>
                </a:moveTo>
                <a:lnTo>
                  <a:pt x="0" y="0"/>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0A6BF55D-6741-42D4-BC7F-CB93D4B71D81}"/>
              </a:ext>
            </a:extLst>
          </p:cNvPr>
          <p:cNvSpPr>
            <a:spLocks xmlns:a="http://schemas.openxmlformats.org/drawingml/2006/main" noGrp="1"/>
          </p:cNvSpPr>
          <p:nvPr/>
        </p:nvSpPr>
        <p:spPr>
          <a:xfrm xmlns:a="http://schemas.openxmlformats.org/drawingml/2006/main">
            <a:off x="7346156" y="4560570"/>
            <a:ext cx="152400" cy="1524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4" name="">
            <a:extLst xmlns:a="http://schemas.openxmlformats.org/drawingml/2006/main">
              <a:ext uri="{FF2B5EF4-FFF2-40B4-BE49-F238E27FC236}">
                <a16:creationId xmlns:a16="http://schemas.microsoft.com/office/drawing/2014/main" id="{BDFBCBAE-5F64-4604-9E37-E59BCB2C8D5B}"/>
              </a:ext>
            </a:extLst>
          </p:cNvPr>
          <p:cNvSpPr>
            <a:spLocks xmlns:a="http://schemas.openxmlformats.org/drawingml/2006/main" noGrp="1"/>
          </p:cNvSpPr>
          <p:nvPr/>
        </p:nvSpPr>
        <p:spPr>
          <a:xfrm xmlns:a="http://schemas.openxmlformats.org/drawingml/2006/main">
            <a:off x="7355681" y="2600325"/>
            <a:ext cx="133350" cy="133350"/>
          </a:xfrm>
          <a:prstGeom xmlns:a="http://schemas.openxmlformats.org/drawingml/2006/main" prst="ellipse">
            <a:avLst/>
          </a:prstGeom>
          <a:solidFill xmlns:a="http://schemas.openxmlformats.org/drawingml/2006/main">
            <a:srgbClr val="182B33"/>
          </a:solidFill>
          <a:ln xmlns:a="http://schemas.openxmlformats.org/drawingml/2006/main" w="9525">
            <a:solidFill>
              <a:srgbClr val="182B33"/>
            </a:solidFill>
          </a:ln>
        </p:spPr>
      </p:sp>
      <p:sp>
        <p:nvSpPr>
          <p:cNvPr id="15" name="">
            <a:extLst xmlns:a="http://schemas.openxmlformats.org/drawingml/2006/main">
              <a:ext uri="{FF2B5EF4-FFF2-40B4-BE49-F238E27FC236}">
                <a16:creationId xmlns:a16="http://schemas.microsoft.com/office/drawing/2014/main" id="{04C45522-5FBD-4218-8D46-6A492A2504FB}"/>
              </a:ext>
            </a:extLst>
          </p:cNvPr>
          <p:cNvSpPr>
            <a:spLocks xmlns:a="http://schemas.openxmlformats.org/drawingml/2006/main" noGrp="1"/>
          </p:cNvSpPr>
          <p:nvPr/>
        </p:nvSpPr>
        <p:spPr>
          <a:xfrm xmlns:a="http://schemas.openxmlformats.org/drawingml/2006/main">
            <a:off x="6267450" y="2066925"/>
            <a:ext cx="230981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正 r</a:t>
            </a:r>
          </a:p>
        </p:txBody>
      </p:sp>
      <p:sp>
        <p:nvSpPr>
          <p:cNvPr id="16" name="">
            <a:extLst xmlns:a="http://schemas.openxmlformats.org/drawingml/2006/main">
              <a:ext uri="{FF2B5EF4-FFF2-40B4-BE49-F238E27FC236}">
                <a16:creationId xmlns:a16="http://schemas.microsoft.com/office/drawing/2014/main" id="{AF2438C3-B3AF-4B7F-9D34-B699CC9E19BF}"/>
              </a:ext>
            </a:extLst>
          </p:cNvPr>
          <p:cNvSpPr>
            <a:spLocks xmlns:a="http://schemas.openxmlformats.org/drawingml/2006/main" noGrp="1"/>
          </p:cNvSpPr>
          <p:nvPr/>
        </p:nvSpPr>
        <p:spPr>
          <a:xfrm xmlns:a="http://schemas.openxmlformats.org/drawingml/2006/main">
            <a:off x="7060406" y="240982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目標</a:t>
            </a:r>
          </a:p>
        </p:txBody>
      </p:sp>
      <p:sp>
        <p:nvSpPr>
          <p:cNvPr id="17" name="">
            <a:extLst xmlns:a="http://schemas.openxmlformats.org/drawingml/2006/main">
              <a:ext uri="{FF2B5EF4-FFF2-40B4-BE49-F238E27FC236}">
                <a16:creationId xmlns:a16="http://schemas.microsoft.com/office/drawing/2014/main" id="{D95CE36C-1A20-48C1-B92C-C296B755CF98}"/>
              </a:ext>
            </a:extLst>
          </p:cNvPr>
          <p:cNvSpPr>
            <a:spLocks xmlns:a="http://schemas.openxmlformats.org/drawingml/2006/main" noGrp="1"/>
          </p:cNvSpPr>
          <p:nvPr/>
        </p:nvSpPr>
        <p:spPr>
          <a:xfrm xmlns:a="http://schemas.openxmlformats.org/drawingml/2006/main">
            <a:off x="7250906" y="471297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AB252A26-3BB4-49CE-8B19-B6C4029D5A72}"/>
              </a:ext>
            </a:extLst>
          </p:cNvPr>
          <p:cNvSpPr>
            <a:spLocks xmlns:a="http://schemas.openxmlformats.org/drawingml/2006/main" noGrp="1"/>
          </p:cNvSpPr>
          <p:nvPr/>
        </p:nvSpPr>
        <p:spPr>
          <a:xfrm xmlns:a="http://schemas.openxmlformats.org/drawingml/2006/main">
            <a:off x="7098506" y="4408170"/>
            <a:ext cx="647700" cy="9525"/>
          </a:xfrm>
          <a:custGeom xmlns:a="http://schemas.openxmlformats.org/drawingml/2006/main">
            <a:pathLst>
              <a:path w="647700" h="9525">
                <a:moveTo>
                  <a:pt x="0" y="0"/>
                </a:moveTo>
                <a:lnTo>
                  <a:pt x="647700" y="0"/>
                </a:lnTo>
              </a:path>
            </a:pathLst>
          </a:custGeom>
          <a:noFill xmlns:a="http://schemas.openxmlformats.org/drawingml/2006/main"/>
          <a:ln xmlns:a="http://schemas.openxmlformats.org/drawingml/2006/main" w="57150">
            <a:solidFill>
              <a:srgbClr val="166B68"/>
            </a:solidFill>
            <a:prstDash val="solid"/>
          </a:ln>
        </p:spPr>
      </p:sp>
      <p:sp>
        <p:nvSpPr>
          <p:cNvPr id="19" name="">
            <a:extLst xmlns:a="http://schemas.openxmlformats.org/drawingml/2006/main">
              <a:ext uri="{FF2B5EF4-FFF2-40B4-BE49-F238E27FC236}">
                <a16:creationId xmlns:a16="http://schemas.microsoft.com/office/drawing/2014/main" id="{E7AD3C5F-E6FF-41FD-BBE3-68516B0F6854}"/>
              </a:ext>
            </a:extLst>
          </p:cNvPr>
          <p:cNvSpPr>
            <a:spLocks xmlns:a="http://schemas.openxmlformats.org/drawingml/2006/main" noGrp="1"/>
          </p:cNvSpPr>
          <p:nvPr/>
        </p:nvSpPr>
        <p:spPr>
          <a:xfrm xmlns:a="http://schemas.openxmlformats.org/drawingml/2006/main">
            <a:off x="8824913" y="1981200"/>
            <a:ext cx="2462213" cy="3790950"/>
          </a:xfrm>
          <a:prstGeom xmlns:a="http://schemas.openxmlformats.org/drawingml/2006/main" prst="roundRect">
            <a:avLst>
              <a:gd name="adj" fmla="val 3095"/>
            </a:avLst>
          </a:prstGeom>
          <a:solidFill xmlns:a="http://schemas.openxmlformats.org/drawingml/2006/main">
            <a:srgbClr val="EEF5F4"/>
          </a:solidFill>
          <a:ln xmlns:a="http://schemas.openxmlformats.org/drawingml/2006/main" w="19050">
            <a:solidFill>
              <a:srgbClr val="CFD9DD"/>
            </a:solidFill>
          </a:ln>
        </p:spPr>
      </p:sp>
      <p:sp>
        <p:nvSpPr>
          <p:cNvPr id="20" name="">
            <a:extLst xmlns:a="http://schemas.openxmlformats.org/drawingml/2006/main">
              <a:ext uri="{FF2B5EF4-FFF2-40B4-BE49-F238E27FC236}">
                <a16:creationId xmlns:a16="http://schemas.microsoft.com/office/drawing/2014/main" id="{6D4C87DF-4555-4B35-9E08-EBAFFA00116B}"/>
              </a:ext>
            </a:extLst>
          </p:cNvPr>
          <p:cNvSpPr>
            <a:spLocks xmlns:a="http://schemas.openxmlformats.org/drawingml/2006/main" noGrp="1"/>
          </p:cNvSpPr>
          <p:nvPr/>
        </p:nvSpPr>
        <p:spPr>
          <a:xfrm xmlns:a="http://schemas.openxmlformats.org/drawingml/2006/main">
            <a:off x="10056019" y="2667000"/>
            <a:ext cx="9525" cy="1969770"/>
          </a:xfrm>
          <a:custGeom xmlns:a="http://schemas.openxmlformats.org/drawingml/2006/main">
            <a:pathLst>
              <a:path w="9525" h="1969770">
                <a:moveTo>
                  <a:pt x="0" y="1969770"/>
                </a:moveTo>
                <a:lnTo>
                  <a:pt x="0" y="0"/>
                </a:lnTo>
              </a:path>
            </a:pathLst>
          </a:custGeom>
          <a:noFill xmlns:a="http://schemas.openxmlformats.org/drawingml/2006/main"/>
          <a:ln xmlns:a="http://schemas.openxmlformats.org/drawingml/2006/main" w="38100">
            <a:solidFill>
              <a:srgbClr val="A94737"/>
            </a:solidFill>
            <a:prstDash val="solid"/>
          </a:ln>
        </p:spPr>
      </p:sp>
      <p:sp>
        <p:nvSpPr>
          <p:cNvPr id="21" name="">
            <a:extLst xmlns:a="http://schemas.openxmlformats.org/drawingml/2006/main">
              <a:ext uri="{FF2B5EF4-FFF2-40B4-BE49-F238E27FC236}">
                <a16:creationId xmlns:a16="http://schemas.microsoft.com/office/drawing/2014/main" id="{C20A8BD4-6231-474E-BBB6-B97ED529272D}"/>
              </a:ext>
            </a:extLst>
          </p:cNvPr>
          <p:cNvSpPr>
            <a:spLocks xmlns:a="http://schemas.openxmlformats.org/drawingml/2006/main" noGrp="1"/>
          </p:cNvSpPr>
          <p:nvPr/>
        </p:nvSpPr>
        <p:spPr>
          <a:xfrm xmlns:a="http://schemas.openxmlformats.org/drawingml/2006/main">
            <a:off x="9979819" y="4560570"/>
            <a:ext cx="152400" cy="15240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2" name="">
            <a:extLst xmlns:a="http://schemas.openxmlformats.org/drawingml/2006/main">
              <a:ext uri="{FF2B5EF4-FFF2-40B4-BE49-F238E27FC236}">
                <a16:creationId xmlns:a16="http://schemas.microsoft.com/office/drawing/2014/main" id="{B9B0250F-566E-4C56-9CE1-41C86DFCB3C0}"/>
              </a:ext>
            </a:extLst>
          </p:cNvPr>
          <p:cNvSpPr>
            <a:spLocks xmlns:a="http://schemas.openxmlformats.org/drawingml/2006/main" noGrp="1"/>
          </p:cNvSpPr>
          <p:nvPr/>
        </p:nvSpPr>
        <p:spPr>
          <a:xfrm xmlns:a="http://schemas.openxmlformats.org/drawingml/2006/main">
            <a:off x="9989344" y="2600325"/>
            <a:ext cx="133350" cy="133350"/>
          </a:xfrm>
          <a:prstGeom xmlns:a="http://schemas.openxmlformats.org/drawingml/2006/main" prst="ellipse">
            <a:avLst/>
          </a:prstGeom>
          <a:solidFill xmlns:a="http://schemas.openxmlformats.org/drawingml/2006/main">
            <a:srgbClr val="182B33"/>
          </a:solidFill>
          <a:ln xmlns:a="http://schemas.openxmlformats.org/drawingml/2006/main" w="9525">
            <a:solidFill>
              <a:srgbClr val="182B33"/>
            </a:solidFill>
          </a:ln>
        </p:spPr>
      </p:sp>
      <p:sp>
        <p:nvSpPr>
          <p:cNvPr id="23" name="">
            <a:extLst xmlns:a="http://schemas.openxmlformats.org/drawingml/2006/main">
              <a:ext uri="{FF2B5EF4-FFF2-40B4-BE49-F238E27FC236}">
                <a16:creationId xmlns:a16="http://schemas.microsoft.com/office/drawing/2014/main" id="{948AC04B-975B-49C6-9C5E-46CD38E648B6}"/>
              </a:ext>
            </a:extLst>
          </p:cNvPr>
          <p:cNvSpPr>
            <a:spLocks xmlns:a="http://schemas.openxmlformats.org/drawingml/2006/main" noGrp="1"/>
          </p:cNvSpPr>
          <p:nvPr/>
        </p:nvSpPr>
        <p:spPr>
          <a:xfrm xmlns:a="http://schemas.openxmlformats.org/drawingml/2006/main">
            <a:off x="8901113" y="2066925"/>
            <a:ext cx="230981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反 l</a:t>
            </a:r>
          </a:p>
        </p:txBody>
      </p:sp>
      <p:sp>
        <p:nvSpPr>
          <p:cNvPr id="24" name="">
            <a:extLst xmlns:a="http://schemas.openxmlformats.org/drawingml/2006/main">
              <a:ext uri="{FF2B5EF4-FFF2-40B4-BE49-F238E27FC236}">
                <a16:creationId xmlns:a16="http://schemas.microsoft.com/office/drawing/2014/main" id="{0C9C261A-701D-496D-B5FA-F6ED41F65427}"/>
              </a:ext>
            </a:extLst>
          </p:cNvPr>
          <p:cNvSpPr>
            <a:spLocks xmlns:a="http://schemas.openxmlformats.org/drawingml/2006/main" noGrp="1"/>
          </p:cNvSpPr>
          <p:nvPr/>
        </p:nvSpPr>
        <p:spPr>
          <a:xfrm xmlns:a="http://schemas.openxmlformats.org/drawingml/2006/main">
            <a:off x="9694069" y="240982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目標</a:t>
            </a:r>
          </a:p>
        </p:txBody>
      </p:sp>
      <p:sp>
        <p:nvSpPr>
          <p:cNvPr id="25" name="">
            <a:extLst xmlns:a="http://schemas.openxmlformats.org/drawingml/2006/main">
              <a:ext uri="{FF2B5EF4-FFF2-40B4-BE49-F238E27FC236}">
                <a16:creationId xmlns:a16="http://schemas.microsoft.com/office/drawing/2014/main" id="{531839D8-82CA-4935-8338-647BC1F94C8F}"/>
              </a:ext>
            </a:extLst>
          </p:cNvPr>
          <p:cNvSpPr>
            <a:spLocks xmlns:a="http://schemas.openxmlformats.org/drawingml/2006/main" noGrp="1"/>
          </p:cNvSpPr>
          <p:nvPr/>
        </p:nvSpPr>
        <p:spPr>
          <a:xfrm xmlns:a="http://schemas.openxmlformats.org/drawingml/2006/main">
            <a:off x="9884569" y="471297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26" name="">
            <a:extLst xmlns:a="http://schemas.openxmlformats.org/drawingml/2006/main">
              <a:ext uri="{FF2B5EF4-FFF2-40B4-BE49-F238E27FC236}">
                <a16:creationId xmlns:a16="http://schemas.microsoft.com/office/drawing/2014/main" id="{CD663E52-0111-4A66-9196-C0F0E31D543D}"/>
              </a:ext>
            </a:extLst>
          </p:cNvPr>
          <p:cNvSpPr>
            <a:spLocks xmlns:a="http://schemas.openxmlformats.org/drawingml/2006/main" noGrp="1"/>
          </p:cNvSpPr>
          <p:nvPr/>
        </p:nvSpPr>
        <p:spPr>
          <a:xfrm xmlns:a="http://schemas.openxmlformats.org/drawingml/2006/main">
            <a:off x="9732169" y="4408170"/>
            <a:ext cx="647700" cy="9525"/>
          </a:xfrm>
          <a:custGeom xmlns:a="http://schemas.openxmlformats.org/drawingml/2006/main">
            <a:pathLst>
              <a:path w="647700" h="9525">
                <a:moveTo>
                  <a:pt x="0" y="0"/>
                </a:moveTo>
                <a:lnTo>
                  <a:pt x="647700" y="0"/>
                </a:lnTo>
              </a:path>
            </a:pathLst>
          </a:custGeom>
          <a:noFill xmlns:a="http://schemas.openxmlformats.org/drawingml/2006/main"/>
          <a:ln xmlns:a="http://schemas.openxmlformats.org/drawingml/2006/main" w="57150">
            <a:solidFill>
              <a:srgbClr val="A94737"/>
            </a:solidFill>
            <a:prstDash val="solid"/>
          </a:ln>
        </p:spPr>
      </p:sp>
      <p:sp>
        <p:nvSpPr>
          <p:cNvPr id="27" name="">
            <a:extLst xmlns:a="http://schemas.openxmlformats.org/drawingml/2006/main">
              <a:ext uri="{FF2B5EF4-FFF2-40B4-BE49-F238E27FC236}">
                <a16:creationId xmlns:a16="http://schemas.microsoft.com/office/drawing/2014/main" id="{1C081BFF-9A54-4DF7-99E3-C5F261830664}"/>
              </a:ext>
            </a:extLst>
          </p:cNvPr>
          <p:cNvSpPr>
            <a:spLocks xmlns:a="http://schemas.openxmlformats.org/drawingml/2006/main" noGrp="1"/>
          </p:cNvSpPr>
          <p:nvPr/>
        </p:nvSpPr>
        <p:spPr>
          <a:xfrm xmlns:a="http://schemas.openxmlformats.org/drawingml/2006/main">
            <a:off x="9808369" y="4408170"/>
            <a:ext cx="495300" cy="247650"/>
          </a:xfrm>
          <a:custGeom xmlns:a="http://schemas.openxmlformats.org/drawingml/2006/main">
            <a:pathLst>
              <a:path w="495300" h="247650">
                <a:moveTo>
                  <a:pt x="495300" y="0"/>
                </a:moveTo>
                <a:lnTo>
                  <a:pt x="494358" y="21584"/>
                </a:lnTo>
                <a:lnTo>
                  <a:pt x="491538" y="43004"/>
                </a:lnTo>
                <a:lnTo>
                  <a:pt x="486862" y="64097"/>
                </a:lnTo>
                <a:lnTo>
                  <a:pt x="480365" y="84701"/>
                </a:lnTo>
                <a:lnTo>
                  <a:pt x="472097" y="104661"/>
                </a:lnTo>
                <a:lnTo>
                  <a:pt x="462121" y="123825"/>
                </a:lnTo>
                <a:lnTo>
                  <a:pt x="450513" y="142046"/>
                </a:lnTo>
                <a:lnTo>
                  <a:pt x="437361" y="159186"/>
                </a:lnTo>
                <a:lnTo>
                  <a:pt x="422765" y="175115"/>
                </a:lnTo>
                <a:lnTo>
                  <a:pt x="406836" y="189711"/>
                </a:lnTo>
                <a:lnTo>
                  <a:pt x="389696" y="202863"/>
                </a:lnTo>
                <a:lnTo>
                  <a:pt x="371475" y="214471"/>
                </a:lnTo>
                <a:lnTo>
                  <a:pt x="352311" y="224447"/>
                </a:lnTo>
                <a:lnTo>
                  <a:pt x="332351" y="232715"/>
                </a:lnTo>
                <a:lnTo>
                  <a:pt x="311747" y="239212"/>
                </a:lnTo>
                <a:lnTo>
                  <a:pt x="290654" y="243888"/>
                </a:lnTo>
                <a:lnTo>
                  <a:pt x="269234" y="246708"/>
                </a:lnTo>
                <a:lnTo>
                  <a:pt x="247650" y="247650"/>
                </a:lnTo>
                <a:lnTo>
                  <a:pt x="226066" y="246708"/>
                </a:lnTo>
                <a:lnTo>
                  <a:pt x="204646" y="243888"/>
                </a:lnTo>
                <a:lnTo>
                  <a:pt x="183553" y="239212"/>
                </a:lnTo>
                <a:lnTo>
                  <a:pt x="162949" y="232715"/>
                </a:lnTo>
                <a:lnTo>
                  <a:pt x="142989" y="224447"/>
                </a:lnTo>
                <a:lnTo>
                  <a:pt x="123825" y="214471"/>
                </a:lnTo>
                <a:lnTo>
                  <a:pt x="105604" y="202863"/>
                </a:lnTo>
                <a:lnTo>
                  <a:pt x="88464" y="189711"/>
                </a:lnTo>
                <a:lnTo>
                  <a:pt x="72535" y="175115"/>
                </a:lnTo>
                <a:lnTo>
                  <a:pt x="57939" y="159186"/>
                </a:lnTo>
                <a:lnTo>
                  <a:pt x="44787" y="142046"/>
                </a:lnTo>
                <a:lnTo>
                  <a:pt x="33179" y="123825"/>
                </a:lnTo>
                <a:lnTo>
                  <a:pt x="23203" y="104661"/>
                </a:lnTo>
                <a:lnTo>
                  <a:pt x="14935" y="84701"/>
                </a:lnTo>
                <a:lnTo>
                  <a:pt x="8438" y="64097"/>
                </a:lnTo>
                <a:lnTo>
                  <a:pt x="3762" y="43004"/>
                </a:lnTo>
                <a:lnTo>
                  <a:pt x="942" y="21584"/>
                </a:lnTo>
                <a:lnTo>
                  <a:pt x="0" y="0"/>
                </a:lnTo>
              </a:path>
            </a:pathLst>
          </a:custGeom>
          <a:noFill xmlns:a="http://schemas.openxmlformats.org/drawingml/2006/main"/>
          <a:ln xmlns:a="http://schemas.openxmlformats.org/drawingml/2006/main" w="28575">
            <a:solidFill>
              <a:srgbClr val="A94737"/>
            </a:solidFill>
            <a:prstDash val="solid"/>
          </a:ln>
        </p:spPr>
      </p:sp>
    </p:spTree>
    <p:extLst>
      <p:ext uri="{BB962C8B-B14F-4D97-AF65-F5344CB8AC3E}">
        <p14:creationId xmlns:p14="http://schemas.microsoft.com/office/powerpoint/2010/main" val="44279620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 name="">
            <a:extLst xmlns:a="http://schemas.openxmlformats.org/drawingml/2006/main">
              <a:ext uri="{FF2B5EF4-FFF2-40B4-BE49-F238E27FC236}">
                <a16:creationId xmlns:a16="http://schemas.microsoft.com/office/drawing/2014/main" id="{0B9AF136-F91A-41B3-9778-D86CAEE700B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FF6C34B4-5A07-4145-B1E4-B99D7DDC1F17}"/>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81ABE348-1DB8-4126-8141-D5B07D8060E3}"/>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視準軸のずれは、反転で向きが逆になる</a:t>
            </a:r>
          </a:p>
        </p:txBody>
      </p:sp>
      <p:sp>
        <p:nvSpPr>
          <p:cNvPr id="4" name="">
            <a:extLst xmlns:a="http://schemas.openxmlformats.org/drawingml/2006/main">
              <a:ext uri="{FF2B5EF4-FFF2-40B4-BE49-F238E27FC236}">
                <a16:creationId xmlns:a16="http://schemas.microsoft.com/office/drawing/2014/main" id="{D8B8CF36-9BA1-4740-BEC0-33046E4A16E5}"/>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38FF3EF5-FF83-4589-A2F8-1E2641092F25}"/>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48D7104D-C1A2-4E83-BF89-505C44A0387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18</a:t>
            </a:r>
          </a:p>
        </p:txBody>
      </p:sp>
      <p:sp>
        <p:nvSpPr>
          <p:cNvPr id="7" name="">
            <a:extLst xmlns:a="http://schemas.openxmlformats.org/drawingml/2006/main">
              <a:ext uri="{FF2B5EF4-FFF2-40B4-BE49-F238E27FC236}">
                <a16:creationId xmlns:a16="http://schemas.microsoft.com/office/drawing/2014/main" id="{E3A2F36D-7B07-4E48-A335-6F75F054157B}"/>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同じ目標を見ても、小さなずれが乗る</a:t>
            </a:r>
          </a:p>
        </p:txBody>
      </p:sp>
      <p:sp>
        <p:nvSpPr>
          <p:cNvPr id="8" name="">
            <a:extLst xmlns:a="http://schemas.openxmlformats.org/drawingml/2006/main">
              <a:ext uri="{FF2B5EF4-FFF2-40B4-BE49-F238E27FC236}">
                <a16:creationId xmlns:a16="http://schemas.microsoft.com/office/drawing/2014/main" id="{A2D681D0-4836-4498-AD35-D2B579B8D6F2}"/>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正では＋c、反では−c</a:t>
            </a:r>
          </a:p>
        </p:txBody>
      </p:sp>
      <p:sp>
        <p:nvSpPr>
          <p:cNvPr id="9" name="">
            <a:extLst xmlns:a="http://schemas.openxmlformats.org/drawingml/2006/main">
              <a:ext uri="{FF2B5EF4-FFF2-40B4-BE49-F238E27FC236}">
                <a16:creationId xmlns:a16="http://schemas.microsoft.com/office/drawing/2014/main" id="{C68D433B-65B1-43A0-A23A-89CBF9CE9F29}"/>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同じ基準へ直して比べる</a:t>
            </a:r>
          </a:p>
        </p:txBody>
      </p:sp>
      <p:sp>
        <p:nvSpPr>
          <p:cNvPr id="10" name="">
            <a:extLst xmlns:a="http://schemas.openxmlformats.org/drawingml/2006/main">
              <a:ext uri="{FF2B5EF4-FFF2-40B4-BE49-F238E27FC236}">
                <a16:creationId xmlns:a16="http://schemas.microsoft.com/office/drawing/2014/main" id="{D804268D-B64F-48DF-9DD4-3B190BEB5DF2}"/>
              </a:ext>
            </a:extLst>
          </p:cNvPr>
          <p:cNvSpPr>
            <a:spLocks xmlns:a="http://schemas.openxmlformats.org/drawingml/2006/main" noGrp="1"/>
          </p:cNvSpPr>
          <p:nvPr/>
        </p:nvSpPr>
        <p:spPr>
          <a:xfrm xmlns:a="http://schemas.openxmlformats.org/drawingml/2006/main">
            <a:off x="7465219" y="2457450"/>
            <a:ext cx="9525" cy="2011680"/>
          </a:xfrm>
          <a:custGeom xmlns:a="http://schemas.openxmlformats.org/drawingml/2006/main">
            <a:pathLst>
              <a:path w="9525" h="2011680">
                <a:moveTo>
                  <a:pt x="0" y="2011680"/>
                </a:moveTo>
                <a:lnTo>
                  <a:pt x="0" y="0"/>
                </a:lnTo>
              </a:path>
            </a:pathLst>
          </a:custGeom>
          <a:noFill xmlns:a="http://schemas.openxmlformats.org/drawingml/2006/main"/>
          <a:ln xmlns:a="http://schemas.openxmlformats.org/drawingml/2006/main" w="19050">
            <a:solidFill>
              <a:srgbClr val="CFD9DD"/>
            </a:solidFill>
            <a:prstDash val="dash"/>
          </a:ln>
        </p:spPr>
      </p:sp>
      <p:sp>
        <p:nvSpPr>
          <p:cNvPr id="11" name="">
            <a:extLst xmlns:a="http://schemas.openxmlformats.org/drawingml/2006/main">
              <a:ext uri="{FF2B5EF4-FFF2-40B4-BE49-F238E27FC236}">
                <a16:creationId xmlns:a16="http://schemas.microsoft.com/office/drawing/2014/main" id="{CECE43B3-34D2-4020-B30E-BD0F1558040D}"/>
              </a:ext>
            </a:extLst>
          </p:cNvPr>
          <p:cNvSpPr>
            <a:spLocks xmlns:a="http://schemas.openxmlformats.org/drawingml/2006/main" noGrp="1"/>
          </p:cNvSpPr>
          <p:nvPr/>
        </p:nvSpPr>
        <p:spPr>
          <a:xfrm xmlns:a="http://schemas.openxmlformats.org/drawingml/2006/main">
            <a:off x="7465219" y="2457450"/>
            <a:ext cx="333375" cy="2011680"/>
          </a:xfrm>
          <a:custGeom xmlns:a="http://schemas.openxmlformats.org/drawingml/2006/main">
            <a:pathLst>
              <a:path w="333375" h="2011680">
                <a:moveTo>
                  <a:pt x="0" y="2011680"/>
                </a:moveTo>
                <a:lnTo>
                  <a:pt x="333375"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3C019285-9D0B-47DE-892B-BB211357DFBB}"/>
              </a:ext>
            </a:extLst>
          </p:cNvPr>
          <p:cNvSpPr>
            <a:spLocks xmlns:a="http://schemas.openxmlformats.org/drawingml/2006/main" noGrp="1"/>
          </p:cNvSpPr>
          <p:nvPr/>
        </p:nvSpPr>
        <p:spPr>
          <a:xfrm xmlns:a="http://schemas.openxmlformats.org/drawingml/2006/main">
            <a:off x="7465219" y="3802380"/>
            <a:ext cx="9525" cy="9525"/>
          </a:xfrm>
          <a:custGeom xmlns:a="http://schemas.openxmlformats.org/drawingml/2006/main">
            <a:pathLst>
              <a:path w="9525" h="9525">
                <a:moveTo>
                  <a:pt x="0" y="0"/>
                </a:moveTo>
                <a:lnTo>
                  <a:pt x="5818" y="25"/>
                </a:lnTo>
              </a:path>
            </a:pathLst>
          </a:custGeom>
          <a:noFill xmlns:a="http://schemas.openxmlformats.org/drawingml/2006/main"/>
          <a:ln xmlns:a="http://schemas.openxmlformats.org/drawingml/2006/main" w="28575">
            <a:solidFill>
              <a:srgbClr val="166B68"/>
            </a:solidFill>
            <a:prstDash val="solid"/>
          </a:ln>
        </p:spPr>
      </p:sp>
      <p:sp>
        <p:nvSpPr>
          <p:cNvPr id="13" name="">
            <a:extLst xmlns:a="http://schemas.openxmlformats.org/drawingml/2006/main">
              <a:ext uri="{FF2B5EF4-FFF2-40B4-BE49-F238E27FC236}">
                <a16:creationId xmlns:a16="http://schemas.microsoft.com/office/drawing/2014/main" id="{29D14715-7A14-4C04-9664-5E4E4E175052}"/>
              </a:ext>
            </a:extLst>
          </p:cNvPr>
          <p:cNvSpPr>
            <a:spLocks xmlns:a="http://schemas.openxmlformats.org/drawingml/2006/main" noGrp="1"/>
          </p:cNvSpPr>
          <p:nvPr/>
        </p:nvSpPr>
        <p:spPr>
          <a:xfrm xmlns:a="http://schemas.openxmlformats.org/drawingml/2006/main">
            <a:off x="7471037" y="3802405"/>
            <a:ext cx="9525" cy="9525"/>
          </a:xfrm>
          <a:custGeom xmlns:a="http://schemas.openxmlformats.org/drawingml/2006/main">
            <a:pathLst>
              <a:path w="9525" h="9525">
                <a:moveTo>
                  <a:pt x="0" y="0"/>
                </a:moveTo>
                <a:lnTo>
                  <a:pt x="5818" y="76"/>
                </a:lnTo>
              </a:path>
            </a:pathLst>
          </a:custGeom>
          <a:noFill xmlns:a="http://schemas.openxmlformats.org/drawingml/2006/main"/>
          <a:ln xmlns:a="http://schemas.openxmlformats.org/drawingml/2006/main" w="28575">
            <a:solidFill>
              <a:srgbClr val="166B68"/>
            </a:solidFill>
            <a:prstDash val="solid"/>
          </a:ln>
        </p:spPr>
      </p:sp>
      <p:sp>
        <p:nvSpPr>
          <p:cNvPr id="14" name="">
            <a:extLst xmlns:a="http://schemas.openxmlformats.org/drawingml/2006/main">
              <a:ext uri="{FF2B5EF4-FFF2-40B4-BE49-F238E27FC236}">
                <a16:creationId xmlns:a16="http://schemas.microsoft.com/office/drawing/2014/main" id="{DCE694CF-AEC7-4044-8296-CCFBC2D6BE40}"/>
              </a:ext>
            </a:extLst>
          </p:cNvPr>
          <p:cNvSpPr>
            <a:spLocks xmlns:a="http://schemas.openxmlformats.org/drawingml/2006/main" noGrp="1"/>
          </p:cNvSpPr>
          <p:nvPr/>
        </p:nvSpPr>
        <p:spPr>
          <a:xfrm xmlns:a="http://schemas.openxmlformats.org/drawingml/2006/main">
            <a:off x="7476855" y="3802482"/>
            <a:ext cx="9525" cy="9525"/>
          </a:xfrm>
          <a:custGeom xmlns:a="http://schemas.openxmlformats.org/drawingml/2006/main">
            <a:pathLst>
              <a:path w="9525" h="9525">
                <a:moveTo>
                  <a:pt x="0" y="0"/>
                </a:moveTo>
                <a:lnTo>
                  <a:pt x="5817" y="127"/>
                </a:lnTo>
              </a:path>
            </a:pathLst>
          </a:custGeom>
          <a:noFill xmlns:a="http://schemas.openxmlformats.org/drawingml/2006/main"/>
          <a:ln xmlns:a="http://schemas.openxmlformats.org/drawingml/2006/main" w="28575">
            <a:solidFill>
              <a:srgbClr val="166B68"/>
            </a:solidFill>
            <a:prstDash val="solid"/>
          </a:ln>
        </p:spPr>
      </p:sp>
      <p:sp>
        <p:nvSpPr>
          <p:cNvPr id="15" name="">
            <a:extLst xmlns:a="http://schemas.openxmlformats.org/drawingml/2006/main">
              <a:ext uri="{FF2B5EF4-FFF2-40B4-BE49-F238E27FC236}">
                <a16:creationId xmlns:a16="http://schemas.microsoft.com/office/drawing/2014/main" id="{62238358-88F1-478A-99D1-83D5C095B90A}"/>
              </a:ext>
            </a:extLst>
          </p:cNvPr>
          <p:cNvSpPr>
            <a:spLocks xmlns:a="http://schemas.openxmlformats.org/drawingml/2006/main" noGrp="1"/>
          </p:cNvSpPr>
          <p:nvPr/>
        </p:nvSpPr>
        <p:spPr>
          <a:xfrm xmlns:a="http://schemas.openxmlformats.org/drawingml/2006/main">
            <a:off x="7482672" y="3802608"/>
            <a:ext cx="9525" cy="9525"/>
          </a:xfrm>
          <a:custGeom xmlns:a="http://schemas.openxmlformats.org/drawingml/2006/main">
            <a:pathLst>
              <a:path w="9525" h="9525">
                <a:moveTo>
                  <a:pt x="0" y="0"/>
                </a:moveTo>
                <a:lnTo>
                  <a:pt x="5816" y="178"/>
                </a:lnTo>
              </a:path>
            </a:pathLst>
          </a:custGeom>
          <a:noFill xmlns:a="http://schemas.openxmlformats.org/drawingml/2006/main"/>
          <a:ln xmlns:a="http://schemas.openxmlformats.org/drawingml/2006/main" w="28575">
            <a:solidFill>
              <a:srgbClr val="166B68"/>
            </a:solidFill>
            <a:prstDash val="solid"/>
          </a:ln>
        </p:spPr>
      </p:sp>
      <p:sp>
        <p:nvSpPr>
          <p:cNvPr id="16" name="">
            <a:extLst xmlns:a="http://schemas.openxmlformats.org/drawingml/2006/main">
              <a:ext uri="{FF2B5EF4-FFF2-40B4-BE49-F238E27FC236}">
                <a16:creationId xmlns:a16="http://schemas.microsoft.com/office/drawing/2014/main" id="{C7A289F3-1ABC-40F2-ACE3-18F00BE92C41}"/>
              </a:ext>
            </a:extLst>
          </p:cNvPr>
          <p:cNvSpPr>
            <a:spLocks xmlns:a="http://schemas.openxmlformats.org/drawingml/2006/main" noGrp="1"/>
          </p:cNvSpPr>
          <p:nvPr/>
        </p:nvSpPr>
        <p:spPr>
          <a:xfrm xmlns:a="http://schemas.openxmlformats.org/drawingml/2006/main">
            <a:off x="7488488" y="3802786"/>
            <a:ext cx="9525" cy="9525"/>
          </a:xfrm>
          <a:custGeom xmlns:a="http://schemas.openxmlformats.org/drawingml/2006/main">
            <a:pathLst>
              <a:path w="9525" h="9525">
                <a:moveTo>
                  <a:pt x="0" y="0"/>
                </a:moveTo>
                <a:lnTo>
                  <a:pt x="5814" y="228"/>
                </a:lnTo>
              </a:path>
            </a:pathLst>
          </a:custGeom>
          <a:noFill xmlns:a="http://schemas.openxmlformats.org/drawingml/2006/main"/>
          <a:ln xmlns:a="http://schemas.openxmlformats.org/drawingml/2006/main" w="28575">
            <a:solidFill>
              <a:srgbClr val="166B68"/>
            </a:solidFill>
            <a:prstDash val="solid"/>
          </a:ln>
        </p:spPr>
      </p:sp>
      <p:sp>
        <p:nvSpPr>
          <p:cNvPr id="17" name="">
            <a:extLst xmlns:a="http://schemas.openxmlformats.org/drawingml/2006/main">
              <a:ext uri="{FF2B5EF4-FFF2-40B4-BE49-F238E27FC236}">
                <a16:creationId xmlns:a16="http://schemas.microsoft.com/office/drawing/2014/main" id="{4BEFA359-DB05-49D4-8BED-FC93BF6B115B}"/>
              </a:ext>
            </a:extLst>
          </p:cNvPr>
          <p:cNvSpPr>
            <a:spLocks xmlns:a="http://schemas.openxmlformats.org/drawingml/2006/main" noGrp="1"/>
          </p:cNvSpPr>
          <p:nvPr/>
        </p:nvSpPr>
        <p:spPr>
          <a:xfrm xmlns:a="http://schemas.openxmlformats.org/drawingml/2006/main">
            <a:off x="7494302" y="3803015"/>
            <a:ext cx="9525" cy="9525"/>
          </a:xfrm>
          <a:custGeom xmlns:a="http://schemas.openxmlformats.org/drawingml/2006/main">
            <a:pathLst>
              <a:path w="9525" h="9525">
                <a:moveTo>
                  <a:pt x="0" y="0"/>
                </a:moveTo>
                <a:lnTo>
                  <a:pt x="5812" y="279"/>
                </a:lnTo>
              </a:path>
            </a:pathLst>
          </a:custGeom>
          <a:noFill xmlns:a="http://schemas.openxmlformats.org/drawingml/2006/main"/>
          <a:ln xmlns:a="http://schemas.openxmlformats.org/drawingml/2006/main" w="28575">
            <a:solidFill>
              <a:srgbClr val="166B68"/>
            </a:solidFill>
            <a:prstDash val="solid"/>
          </a:ln>
        </p:spPr>
      </p:sp>
      <p:sp>
        <p:nvSpPr>
          <p:cNvPr id="18" name="">
            <a:extLst xmlns:a="http://schemas.openxmlformats.org/drawingml/2006/main">
              <a:ext uri="{FF2B5EF4-FFF2-40B4-BE49-F238E27FC236}">
                <a16:creationId xmlns:a16="http://schemas.microsoft.com/office/drawing/2014/main" id="{1523543A-0C93-4A15-A485-9911834C4720}"/>
              </a:ext>
            </a:extLst>
          </p:cNvPr>
          <p:cNvSpPr>
            <a:spLocks xmlns:a="http://schemas.openxmlformats.org/drawingml/2006/main" noGrp="1"/>
          </p:cNvSpPr>
          <p:nvPr/>
        </p:nvSpPr>
        <p:spPr>
          <a:xfrm xmlns:a="http://schemas.openxmlformats.org/drawingml/2006/main">
            <a:off x="7500114" y="3803294"/>
            <a:ext cx="9525" cy="9525"/>
          </a:xfrm>
          <a:custGeom xmlns:a="http://schemas.openxmlformats.org/drawingml/2006/main">
            <a:pathLst>
              <a:path w="9525" h="9525">
                <a:moveTo>
                  <a:pt x="0" y="0"/>
                </a:moveTo>
                <a:lnTo>
                  <a:pt x="5809" y="330"/>
                </a:lnTo>
              </a:path>
            </a:pathLst>
          </a:custGeom>
          <a:noFill xmlns:a="http://schemas.openxmlformats.org/drawingml/2006/main"/>
          <a:ln xmlns:a="http://schemas.openxmlformats.org/drawingml/2006/main" w="28575">
            <a:solidFill>
              <a:srgbClr val="166B68"/>
            </a:solidFill>
            <a:prstDash val="solid"/>
          </a:ln>
        </p:spPr>
      </p:sp>
      <p:sp>
        <p:nvSpPr>
          <p:cNvPr id="19" name="">
            <a:extLst xmlns:a="http://schemas.openxmlformats.org/drawingml/2006/main">
              <a:ext uri="{FF2B5EF4-FFF2-40B4-BE49-F238E27FC236}">
                <a16:creationId xmlns:a16="http://schemas.microsoft.com/office/drawing/2014/main" id="{50DBB840-AED6-44A0-B6EB-ACA35305C21D}"/>
              </a:ext>
            </a:extLst>
          </p:cNvPr>
          <p:cNvSpPr>
            <a:spLocks xmlns:a="http://schemas.openxmlformats.org/drawingml/2006/main" noGrp="1"/>
          </p:cNvSpPr>
          <p:nvPr/>
        </p:nvSpPr>
        <p:spPr>
          <a:xfrm xmlns:a="http://schemas.openxmlformats.org/drawingml/2006/main">
            <a:off x="7505923" y="3803624"/>
            <a:ext cx="9525" cy="9525"/>
          </a:xfrm>
          <a:custGeom xmlns:a="http://schemas.openxmlformats.org/drawingml/2006/main">
            <a:pathLst>
              <a:path w="9525" h="9525">
                <a:moveTo>
                  <a:pt x="0" y="0"/>
                </a:moveTo>
                <a:lnTo>
                  <a:pt x="5806" y="381"/>
                </a:lnTo>
              </a:path>
            </a:pathLst>
          </a:custGeom>
          <a:noFill xmlns:a="http://schemas.openxmlformats.org/drawingml/2006/main"/>
          <a:ln xmlns:a="http://schemas.openxmlformats.org/drawingml/2006/main" w="28575">
            <a:solidFill>
              <a:srgbClr val="166B68"/>
            </a:solidFill>
            <a:prstDash val="solid"/>
          </a:ln>
        </p:spPr>
      </p:sp>
      <p:sp>
        <p:nvSpPr>
          <p:cNvPr id="20" name="">
            <a:extLst xmlns:a="http://schemas.openxmlformats.org/drawingml/2006/main">
              <a:ext uri="{FF2B5EF4-FFF2-40B4-BE49-F238E27FC236}">
                <a16:creationId xmlns:a16="http://schemas.microsoft.com/office/drawing/2014/main" id="{922C2843-7C33-4CC4-A145-D0F841559A17}"/>
              </a:ext>
            </a:extLst>
          </p:cNvPr>
          <p:cNvSpPr>
            <a:spLocks xmlns:a="http://schemas.openxmlformats.org/drawingml/2006/main" noGrp="1"/>
          </p:cNvSpPr>
          <p:nvPr/>
        </p:nvSpPr>
        <p:spPr>
          <a:xfrm xmlns:a="http://schemas.openxmlformats.org/drawingml/2006/main">
            <a:off x="7511729" y="3804004"/>
            <a:ext cx="9525" cy="9525"/>
          </a:xfrm>
          <a:custGeom xmlns:a="http://schemas.openxmlformats.org/drawingml/2006/main">
            <a:pathLst>
              <a:path w="9525" h="9525">
                <a:moveTo>
                  <a:pt x="0" y="0"/>
                </a:moveTo>
                <a:lnTo>
                  <a:pt x="5802" y="431"/>
                </a:lnTo>
              </a:path>
            </a:pathLst>
          </a:custGeom>
          <a:noFill xmlns:a="http://schemas.openxmlformats.org/drawingml/2006/main"/>
          <a:ln xmlns:a="http://schemas.openxmlformats.org/drawingml/2006/main" w="28575">
            <a:solidFill>
              <a:srgbClr val="166B68"/>
            </a:solidFill>
            <a:prstDash val="solid"/>
          </a:ln>
        </p:spPr>
      </p:sp>
      <p:sp>
        <p:nvSpPr>
          <p:cNvPr id="21" name="">
            <a:extLst xmlns:a="http://schemas.openxmlformats.org/drawingml/2006/main">
              <a:ext uri="{FF2B5EF4-FFF2-40B4-BE49-F238E27FC236}">
                <a16:creationId xmlns:a16="http://schemas.microsoft.com/office/drawing/2014/main" id="{1886C4EC-B9C2-4DB2-B0B3-4F1342B6B8C9}"/>
              </a:ext>
            </a:extLst>
          </p:cNvPr>
          <p:cNvSpPr>
            <a:spLocks xmlns:a="http://schemas.openxmlformats.org/drawingml/2006/main" noGrp="1"/>
          </p:cNvSpPr>
          <p:nvPr/>
        </p:nvSpPr>
        <p:spPr>
          <a:xfrm xmlns:a="http://schemas.openxmlformats.org/drawingml/2006/main">
            <a:off x="7517531" y="3804435"/>
            <a:ext cx="9525" cy="9525"/>
          </a:xfrm>
          <a:custGeom xmlns:a="http://schemas.openxmlformats.org/drawingml/2006/main">
            <a:pathLst>
              <a:path w="9525" h="9525">
                <a:moveTo>
                  <a:pt x="0" y="0"/>
                </a:moveTo>
                <a:lnTo>
                  <a:pt x="5798" y="482"/>
                </a:lnTo>
              </a:path>
            </a:pathLst>
          </a:custGeom>
          <a:noFill xmlns:a="http://schemas.openxmlformats.org/drawingml/2006/main"/>
          <a:ln xmlns:a="http://schemas.openxmlformats.org/drawingml/2006/main" w="28575">
            <a:solidFill>
              <a:srgbClr val="166B68"/>
            </a:solidFill>
            <a:prstDash val="solid"/>
          </a:ln>
        </p:spPr>
      </p:sp>
      <p:sp>
        <p:nvSpPr>
          <p:cNvPr id="22" name="">
            <a:extLst xmlns:a="http://schemas.openxmlformats.org/drawingml/2006/main">
              <a:ext uri="{FF2B5EF4-FFF2-40B4-BE49-F238E27FC236}">
                <a16:creationId xmlns:a16="http://schemas.microsoft.com/office/drawing/2014/main" id="{C2C1DE01-D53A-41CB-A2AF-00ED3344F218}"/>
              </a:ext>
            </a:extLst>
          </p:cNvPr>
          <p:cNvSpPr>
            <a:spLocks xmlns:a="http://schemas.openxmlformats.org/drawingml/2006/main" noGrp="1"/>
          </p:cNvSpPr>
          <p:nvPr/>
        </p:nvSpPr>
        <p:spPr>
          <a:xfrm xmlns:a="http://schemas.openxmlformats.org/drawingml/2006/main">
            <a:off x="7523330" y="3804917"/>
            <a:ext cx="9525" cy="9525"/>
          </a:xfrm>
          <a:custGeom xmlns:a="http://schemas.openxmlformats.org/drawingml/2006/main">
            <a:pathLst>
              <a:path w="9525" h="9525">
                <a:moveTo>
                  <a:pt x="0" y="0"/>
                </a:moveTo>
                <a:lnTo>
                  <a:pt x="5794" y="532"/>
                </a:lnTo>
              </a:path>
            </a:pathLst>
          </a:custGeom>
          <a:noFill xmlns:a="http://schemas.openxmlformats.org/drawingml/2006/main"/>
          <a:ln xmlns:a="http://schemas.openxmlformats.org/drawingml/2006/main" w="28575">
            <a:solidFill>
              <a:srgbClr val="166B68"/>
            </a:solidFill>
            <a:prstDash val="solid"/>
          </a:ln>
        </p:spPr>
      </p:sp>
      <p:sp>
        <p:nvSpPr>
          <p:cNvPr id="23" name="">
            <a:extLst xmlns:a="http://schemas.openxmlformats.org/drawingml/2006/main">
              <a:ext uri="{FF2B5EF4-FFF2-40B4-BE49-F238E27FC236}">
                <a16:creationId xmlns:a16="http://schemas.microsoft.com/office/drawing/2014/main" id="{512133E4-994D-4C8E-A8EC-90267A9FD3C1}"/>
              </a:ext>
            </a:extLst>
          </p:cNvPr>
          <p:cNvSpPr>
            <a:spLocks xmlns:a="http://schemas.openxmlformats.org/drawingml/2006/main" noGrp="1"/>
          </p:cNvSpPr>
          <p:nvPr/>
        </p:nvSpPr>
        <p:spPr>
          <a:xfrm xmlns:a="http://schemas.openxmlformats.org/drawingml/2006/main">
            <a:off x="7529124" y="3805450"/>
            <a:ext cx="9525" cy="9525"/>
          </a:xfrm>
          <a:custGeom xmlns:a="http://schemas.openxmlformats.org/drawingml/2006/main">
            <a:pathLst>
              <a:path w="9525" h="9525">
                <a:moveTo>
                  <a:pt x="0" y="0"/>
                </a:moveTo>
                <a:lnTo>
                  <a:pt x="5789" y="583"/>
                </a:lnTo>
              </a:path>
            </a:pathLst>
          </a:custGeom>
          <a:noFill xmlns:a="http://schemas.openxmlformats.org/drawingml/2006/main"/>
          <a:ln xmlns:a="http://schemas.openxmlformats.org/drawingml/2006/main" w="28575">
            <a:solidFill>
              <a:srgbClr val="166B68"/>
            </a:solidFill>
            <a:prstDash val="solid"/>
          </a:ln>
        </p:spPr>
      </p:sp>
      <p:sp>
        <p:nvSpPr>
          <p:cNvPr id="24" name="">
            <a:extLst xmlns:a="http://schemas.openxmlformats.org/drawingml/2006/main">
              <a:ext uri="{FF2B5EF4-FFF2-40B4-BE49-F238E27FC236}">
                <a16:creationId xmlns:a16="http://schemas.microsoft.com/office/drawing/2014/main" id="{AFDCC55B-B2BC-4A7E-87DD-3F1D88353857}"/>
              </a:ext>
            </a:extLst>
          </p:cNvPr>
          <p:cNvSpPr>
            <a:spLocks xmlns:a="http://schemas.openxmlformats.org/drawingml/2006/main" noGrp="1"/>
          </p:cNvSpPr>
          <p:nvPr/>
        </p:nvSpPr>
        <p:spPr>
          <a:xfrm xmlns:a="http://schemas.openxmlformats.org/drawingml/2006/main">
            <a:off x="7534913" y="3806033"/>
            <a:ext cx="9525" cy="9525"/>
          </a:xfrm>
          <a:custGeom xmlns:a="http://schemas.openxmlformats.org/drawingml/2006/main">
            <a:pathLst>
              <a:path w="9525" h="9525">
                <a:moveTo>
                  <a:pt x="0" y="0"/>
                </a:moveTo>
                <a:lnTo>
                  <a:pt x="5784" y="633"/>
                </a:lnTo>
              </a:path>
            </a:pathLst>
          </a:custGeom>
          <a:noFill xmlns:a="http://schemas.openxmlformats.org/drawingml/2006/main"/>
          <a:ln xmlns:a="http://schemas.openxmlformats.org/drawingml/2006/main" w="28575">
            <a:solidFill>
              <a:srgbClr val="166B68"/>
            </a:solidFill>
            <a:prstDash val="solid"/>
          </a:ln>
        </p:spPr>
      </p:sp>
      <p:sp>
        <p:nvSpPr>
          <p:cNvPr id="25" name="">
            <a:extLst xmlns:a="http://schemas.openxmlformats.org/drawingml/2006/main">
              <a:ext uri="{FF2B5EF4-FFF2-40B4-BE49-F238E27FC236}">
                <a16:creationId xmlns:a16="http://schemas.microsoft.com/office/drawing/2014/main" id="{AE6DD323-B69C-41E6-BA13-0810AF984DD9}"/>
              </a:ext>
            </a:extLst>
          </p:cNvPr>
          <p:cNvSpPr>
            <a:spLocks xmlns:a="http://schemas.openxmlformats.org/drawingml/2006/main" noGrp="1"/>
          </p:cNvSpPr>
          <p:nvPr/>
        </p:nvSpPr>
        <p:spPr>
          <a:xfrm xmlns:a="http://schemas.openxmlformats.org/drawingml/2006/main">
            <a:off x="7540697" y="3806666"/>
            <a:ext cx="9525" cy="9525"/>
          </a:xfrm>
          <a:custGeom xmlns:a="http://schemas.openxmlformats.org/drawingml/2006/main">
            <a:pathLst>
              <a:path w="9525" h="9525">
                <a:moveTo>
                  <a:pt x="0" y="0"/>
                </a:moveTo>
                <a:lnTo>
                  <a:pt x="5778" y="684"/>
                </a:lnTo>
              </a:path>
            </a:pathLst>
          </a:custGeom>
          <a:noFill xmlns:a="http://schemas.openxmlformats.org/drawingml/2006/main"/>
          <a:ln xmlns:a="http://schemas.openxmlformats.org/drawingml/2006/main" w="28575">
            <a:solidFill>
              <a:srgbClr val="166B68"/>
            </a:solidFill>
            <a:prstDash val="solid"/>
          </a:ln>
        </p:spPr>
      </p:sp>
      <p:sp>
        <p:nvSpPr>
          <p:cNvPr id="26" name="">
            <a:extLst xmlns:a="http://schemas.openxmlformats.org/drawingml/2006/main">
              <a:ext uri="{FF2B5EF4-FFF2-40B4-BE49-F238E27FC236}">
                <a16:creationId xmlns:a16="http://schemas.microsoft.com/office/drawing/2014/main" id="{2ABBD779-00AC-4AE3-AE21-E76F44C50296}"/>
              </a:ext>
            </a:extLst>
          </p:cNvPr>
          <p:cNvSpPr>
            <a:spLocks xmlns:a="http://schemas.openxmlformats.org/drawingml/2006/main" noGrp="1"/>
          </p:cNvSpPr>
          <p:nvPr/>
        </p:nvSpPr>
        <p:spPr>
          <a:xfrm xmlns:a="http://schemas.openxmlformats.org/drawingml/2006/main">
            <a:off x="7546475" y="3807350"/>
            <a:ext cx="9525" cy="9525"/>
          </a:xfrm>
          <a:custGeom xmlns:a="http://schemas.openxmlformats.org/drawingml/2006/main">
            <a:pathLst>
              <a:path w="9525" h="9525">
                <a:moveTo>
                  <a:pt x="0" y="0"/>
                </a:moveTo>
                <a:lnTo>
                  <a:pt x="5772" y="734"/>
                </a:lnTo>
              </a:path>
            </a:pathLst>
          </a:custGeom>
          <a:noFill xmlns:a="http://schemas.openxmlformats.org/drawingml/2006/main"/>
          <a:ln xmlns:a="http://schemas.openxmlformats.org/drawingml/2006/main" w="28575">
            <a:solidFill>
              <a:srgbClr val="166B68"/>
            </a:solidFill>
            <a:prstDash val="solid"/>
          </a:ln>
        </p:spPr>
      </p:sp>
      <p:sp>
        <p:nvSpPr>
          <p:cNvPr id="27" name="">
            <a:extLst xmlns:a="http://schemas.openxmlformats.org/drawingml/2006/main">
              <a:ext uri="{FF2B5EF4-FFF2-40B4-BE49-F238E27FC236}">
                <a16:creationId xmlns:a16="http://schemas.microsoft.com/office/drawing/2014/main" id="{64EC18D3-B2ED-4432-A75A-EAD3B5B789BE}"/>
              </a:ext>
            </a:extLst>
          </p:cNvPr>
          <p:cNvSpPr>
            <a:spLocks xmlns:a="http://schemas.openxmlformats.org/drawingml/2006/main" noGrp="1"/>
          </p:cNvSpPr>
          <p:nvPr/>
        </p:nvSpPr>
        <p:spPr>
          <a:xfrm xmlns:a="http://schemas.openxmlformats.org/drawingml/2006/main">
            <a:off x="7552247" y="3808084"/>
            <a:ext cx="9525" cy="9525"/>
          </a:xfrm>
          <a:custGeom xmlns:a="http://schemas.openxmlformats.org/drawingml/2006/main">
            <a:pathLst>
              <a:path w="9525" h="9525">
                <a:moveTo>
                  <a:pt x="0" y="0"/>
                </a:moveTo>
                <a:lnTo>
                  <a:pt x="5765" y="785"/>
                </a:lnTo>
              </a:path>
            </a:pathLst>
          </a:custGeom>
          <a:noFill xmlns:a="http://schemas.openxmlformats.org/drawingml/2006/main"/>
          <a:ln xmlns:a="http://schemas.openxmlformats.org/drawingml/2006/main" w="28575">
            <a:solidFill>
              <a:srgbClr val="166B68"/>
            </a:solidFill>
            <a:prstDash val="solid"/>
          </a:ln>
        </p:spPr>
      </p:sp>
      <p:sp>
        <p:nvSpPr>
          <p:cNvPr id="28" name="">
            <a:extLst xmlns:a="http://schemas.openxmlformats.org/drawingml/2006/main">
              <a:ext uri="{FF2B5EF4-FFF2-40B4-BE49-F238E27FC236}">
                <a16:creationId xmlns:a16="http://schemas.microsoft.com/office/drawing/2014/main" id="{4A9BB9D4-8A67-4AE6-853C-00783302B643}"/>
              </a:ext>
            </a:extLst>
          </p:cNvPr>
          <p:cNvSpPr>
            <a:spLocks xmlns:a="http://schemas.openxmlformats.org/drawingml/2006/main" noGrp="1"/>
          </p:cNvSpPr>
          <p:nvPr/>
        </p:nvSpPr>
        <p:spPr>
          <a:xfrm xmlns:a="http://schemas.openxmlformats.org/drawingml/2006/main">
            <a:off x="7558012" y="3808869"/>
            <a:ext cx="9525" cy="9525"/>
          </a:xfrm>
          <a:custGeom xmlns:a="http://schemas.openxmlformats.org/drawingml/2006/main">
            <a:pathLst>
              <a:path w="9525" h="9525">
                <a:moveTo>
                  <a:pt x="0" y="0"/>
                </a:moveTo>
                <a:lnTo>
                  <a:pt x="5758" y="835"/>
                </a:lnTo>
              </a:path>
            </a:pathLst>
          </a:custGeom>
          <a:noFill xmlns:a="http://schemas.openxmlformats.org/drawingml/2006/main"/>
          <a:ln xmlns:a="http://schemas.openxmlformats.org/drawingml/2006/main" w="28575">
            <a:solidFill>
              <a:srgbClr val="166B68"/>
            </a:solidFill>
            <a:prstDash val="solid"/>
          </a:ln>
        </p:spPr>
      </p:sp>
      <p:sp>
        <p:nvSpPr>
          <p:cNvPr id="29" name="">
            <a:extLst xmlns:a="http://schemas.openxmlformats.org/drawingml/2006/main">
              <a:ext uri="{FF2B5EF4-FFF2-40B4-BE49-F238E27FC236}">
                <a16:creationId xmlns:a16="http://schemas.microsoft.com/office/drawing/2014/main" id="{65CBDEAB-6D9A-4F99-97CA-832A95A74C3C}"/>
              </a:ext>
            </a:extLst>
          </p:cNvPr>
          <p:cNvSpPr>
            <a:spLocks xmlns:a="http://schemas.openxmlformats.org/drawingml/2006/main" noGrp="1"/>
          </p:cNvSpPr>
          <p:nvPr/>
        </p:nvSpPr>
        <p:spPr>
          <a:xfrm xmlns:a="http://schemas.openxmlformats.org/drawingml/2006/main">
            <a:off x="7563771" y="3809704"/>
            <a:ext cx="9525" cy="9525"/>
          </a:xfrm>
          <a:custGeom xmlns:a="http://schemas.openxmlformats.org/drawingml/2006/main">
            <a:pathLst>
              <a:path w="9525" h="9525">
                <a:moveTo>
                  <a:pt x="0" y="0"/>
                </a:moveTo>
                <a:lnTo>
                  <a:pt x="5751" y="885"/>
                </a:lnTo>
              </a:path>
            </a:pathLst>
          </a:custGeom>
          <a:noFill xmlns:a="http://schemas.openxmlformats.org/drawingml/2006/main"/>
          <a:ln xmlns:a="http://schemas.openxmlformats.org/drawingml/2006/main" w="28575">
            <a:solidFill>
              <a:srgbClr val="166B68"/>
            </a:solidFill>
            <a:prstDash val="solid"/>
          </a:ln>
        </p:spPr>
      </p:sp>
      <p:sp>
        <p:nvSpPr>
          <p:cNvPr id="30" name="">
            <a:extLst xmlns:a="http://schemas.openxmlformats.org/drawingml/2006/main">
              <a:ext uri="{FF2B5EF4-FFF2-40B4-BE49-F238E27FC236}">
                <a16:creationId xmlns:a16="http://schemas.microsoft.com/office/drawing/2014/main" id="{772229C9-F2FC-45BB-BE92-40E1FDE1D920}"/>
              </a:ext>
            </a:extLst>
          </p:cNvPr>
          <p:cNvSpPr>
            <a:spLocks xmlns:a="http://schemas.openxmlformats.org/drawingml/2006/main" noGrp="1"/>
          </p:cNvSpPr>
          <p:nvPr/>
        </p:nvSpPr>
        <p:spPr>
          <a:xfrm xmlns:a="http://schemas.openxmlformats.org/drawingml/2006/main">
            <a:off x="7569521" y="3810589"/>
            <a:ext cx="9525" cy="9525"/>
          </a:xfrm>
          <a:custGeom xmlns:a="http://schemas.openxmlformats.org/drawingml/2006/main">
            <a:pathLst>
              <a:path w="9525" h="9525">
                <a:moveTo>
                  <a:pt x="0" y="0"/>
                </a:moveTo>
                <a:lnTo>
                  <a:pt x="5743" y="935"/>
                </a:lnTo>
              </a:path>
            </a:pathLst>
          </a:custGeom>
          <a:noFill xmlns:a="http://schemas.openxmlformats.org/drawingml/2006/main"/>
          <a:ln xmlns:a="http://schemas.openxmlformats.org/drawingml/2006/main" w="28575">
            <a:solidFill>
              <a:srgbClr val="166B68"/>
            </a:solidFill>
            <a:prstDash val="solid"/>
          </a:ln>
        </p:spPr>
      </p:sp>
      <p:sp>
        <p:nvSpPr>
          <p:cNvPr id="31" name="">
            <a:extLst xmlns:a="http://schemas.openxmlformats.org/drawingml/2006/main">
              <a:ext uri="{FF2B5EF4-FFF2-40B4-BE49-F238E27FC236}">
                <a16:creationId xmlns:a16="http://schemas.microsoft.com/office/drawing/2014/main" id="{43740CD1-F3E3-491E-B285-17217206A25E}"/>
              </a:ext>
            </a:extLst>
          </p:cNvPr>
          <p:cNvSpPr>
            <a:spLocks xmlns:a="http://schemas.openxmlformats.org/drawingml/2006/main" noGrp="1"/>
          </p:cNvSpPr>
          <p:nvPr/>
        </p:nvSpPr>
        <p:spPr>
          <a:xfrm xmlns:a="http://schemas.openxmlformats.org/drawingml/2006/main">
            <a:off x="7575264" y="3811524"/>
            <a:ext cx="9525" cy="9525"/>
          </a:xfrm>
          <a:custGeom xmlns:a="http://schemas.openxmlformats.org/drawingml/2006/main">
            <a:pathLst>
              <a:path w="9525" h="9525">
                <a:moveTo>
                  <a:pt x="0" y="0"/>
                </a:moveTo>
                <a:lnTo>
                  <a:pt x="5734" y="985"/>
                </a:lnTo>
              </a:path>
            </a:pathLst>
          </a:custGeom>
          <a:noFill xmlns:a="http://schemas.openxmlformats.org/drawingml/2006/main"/>
          <a:ln xmlns:a="http://schemas.openxmlformats.org/drawingml/2006/main" w="28575">
            <a:solidFill>
              <a:srgbClr val="166B68"/>
            </a:solidFill>
            <a:prstDash val="solid"/>
          </a:ln>
        </p:spPr>
      </p:sp>
      <p:sp>
        <p:nvSpPr>
          <p:cNvPr id="32" name="">
            <a:extLst xmlns:a="http://schemas.openxmlformats.org/drawingml/2006/main">
              <a:ext uri="{FF2B5EF4-FFF2-40B4-BE49-F238E27FC236}">
                <a16:creationId xmlns:a16="http://schemas.microsoft.com/office/drawing/2014/main" id="{4239F8B5-02B6-4316-931B-EE10008AFFFB}"/>
              </a:ext>
            </a:extLst>
          </p:cNvPr>
          <p:cNvSpPr>
            <a:spLocks xmlns:a="http://schemas.openxmlformats.org/drawingml/2006/main" noGrp="1"/>
          </p:cNvSpPr>
          <p:nvPr/>
        </p:nvSpPr>
        <p:spPr>
          <a:xfrm xmlns:a="http://schemas.openxmlformats.org/drawingml/2006/main">
            <a:off x="7580999" y="3812509"/>
            <a:ext cx="9525" cy="9525"/>
          </a:xfrm>
          <a:custGeom xmlns:a="http://schemas.openxmlformats.org/drawingml/2006/main">
            <a:pathLst>
              <a:path w="9525" h="9525">
                <a:moveTo>
                  <a:pt x="0" y="0"/>
                </a:moveTo>
                <a:lnTo>
                  <a:pt x="5726" y="1035"/>
                </a:lnTo>
              </a:path>
            </a:pathLst>
          </a:custGeom>
          <a:noFill xmlns:a="http://schemas.openxmlformats.org/drawingml/2006/main"/>
          <a:ln xmlns:a="http://schemas.openxmlformats.org/drawingml/2006/main" w="28575">
            <a:solidFill>
              <a:srgbClr val="166B68"/>
            </a:solidFill>
            <a:prstDash val="solid"/>
          </a:ln>
        </p:spPr>
      </p:sp>
      <p:sp>
        <p:nvSpPr>
          <p:cNvPr id="33" name="">
            <a:extLst xmlns:a="http://schemas.openxmlformats.org/drawingml/2006/main">
              <a:ext uri="{FF2B5EF4-FFF2-40B4-BE49-F238E27FC236}">
                <a16:creationId xmlns:a16="http://schemas.microsoft.com/office/drawing/2014/main" id="{3CC736BB-0907-4867-9132-03CDCB52E554}"/>
              </a:ext>
            </a:extLst>
          </p:cNvPr>
          <p:cNvSpPr>
            <a:spLocks xmlns:a="http://schemas.openxmlformats.org/drawingml/2006/main" noGrp="1"/>
          </p:cNvSpPr>
          <p:nvPr/>
        </p:nvSpPr>
        <p:spPr>
          <a:xfrm xmlns:a="http://schemas.openxmlformats.org/drawingml/2006/main">
            <a:off x="7586724" y="3813545"/>
            <a:ext cx="9525" cy="9525"/>
          </a:xfrm>
          <a:custGeom xmlns:a="http://schemas.openxmlformats.org/drawingml/2006/main">
            <a:pathLst>
              <a:path w="9525" h="9525">
                <a:moveTo>
                  <a:pt x="0" y="0"/>
                </a:moveTo>
                <a:lnTo>
                  <a:pt x="5716" y="1085"/>
                </a:lnTo>
              </a:path>
            </a:pathLst>
          </a:custGeom>
          <a:noFill xmlns:a="http://schemas.openxmlformats.org/drawingml/2006/main"/>
          <a:ln xmlns:a="http://schemas.openxmlformats.org/drawingml/2006/main" w="28575">
            <a:solidFill>
              <a:srgbClr val="166B68"/>
            </a:solidFill>
            <a:prstDash val="solid"/>
          </a:ln>
        </p:spPr>
      </p:sp>
      <p:sp>
        <p:nvSpPr>
          <p:cNvPr id="34" name="">
            <a:extLst xmlns:a="http://schemas.openxmlformats.org/drawingml/2006/main">
              <a:ext uri="{FF2B5EF4-FFF2-40B4-BE49-F238E27FC236}">
                <a16:creationId xmlns:a16="http://schemas.microsoft.com/office/drawing/2014/main" id="{283BC196-AF79-443B-9D24-C6CAAE714B5E}"/>
              </a:ext>
            </a:extLst>
          </p:cNvPr>
          <p:cNvSpPr>
            <a:spLocks xmlns:a="http://schemas.openxmlformats.org/drawingml/2006/main" noGrp="1"/>
          </p:cNvSpPr>
          <p:nvPr/>
        </p:nvSpPr>
        <p:spPr>
          <a:xfrm xmlns:a="http://schemas.openxmlformats.org/drawingml/2006/main">
            <a:off x="7592441" y="3814630"/>
            <a:ext cx="9525" cy="9525"/>
          </a:xfrm>
          <a:custGeom xmlns:a="http://schemas.openxmlformats.org/drawingml/2006/main">
            <a:pathLst>
              <a:path w="9525" h="9525">
                <a:moveTo>
                  <a:pt x="0" y="0"/>
                </a:moveTo>
                <a:lnTo>
                  <a:pt x="5707" y="1135"/>
                </a:lnTo>
              </a:path>
            </a:pathLst>
          </a:custGeom>
          <a:noFill xmlns:a="http://schemas.openxmlformats.org/drawingml/2006/main"/>
          <a:ln xmlns:a="http://schemas.openxmlformats.org/drawingml/2006/main" w="28575">
            <a:solidFill>
              <a:srgbClr val="166B68"/>
            </a:solidFill>
            <a:prstDash val="solid"/>
          </a:ln>
        </p:spPr>
      </p:sp>
      <p:sp>
        <p:nvSpPr>
          <p:cNvPr id="35" name="">
            <a:extLst xmlns:a="http://schemas.openxmlformats.org/drawingml/2006/main">
              <a:ext uri="{FF2B5EF4-FFF2-40B4-BE49-F238E27FC236}">
                <a16:creationId xmlns:a16="http://schemas.microsoft.com/office/drawing/2014/main" id="{53199E03-3895-478B-B53D-56E4FC75BEBD}"/>
              </a:ext>
            </a:extLst>
          </p:cNvPr>
          <p:cNvSpPr>
            <a:spLocks xmlns:a="http://schemas.openxmlformats.org/drawingml/2006/main" noGrp="1"/>
          </p:cNvSpPr>
          <p:nvPr/>
        </p:nvSpPr>
        <p:spPr>
          <a:xfrm xmlns:a="http://schemas.openxmlformats.org/drawingml/2006/main">
            <a:off x="7598147" y="3815765"/>
            <a:ext cx="9525" cy="9525"/>
          </a:xfrm>
          <a:custGeom xmlns:a="http://schemas.openxmlformats.org/drawingml/2006/main">
            <a:pathLst>
              <a:path w="9525" h="9525">
                <a:moveTo>
                  <a:pt x="0" y="0"/>
                </a:moveTo>
                <a:lnTo>
                  <a:pt x="5697" y="1185"/>
                </a:lnTo>
              </a:path>
            </a:pathLst>
          </a:custGeom>
          <a:noFill xmlns:a="http://schemas.openxmlformats.org/drawingml/2006/main"/>
          <a:ln xmlns:a="http://schemas.openxmlformats.org/drawingml/2006/main" w="28575">
            <a:solidFill>
              <a:srgbClr val="166B68"/>
            </a:solidFill>
            <a:prstDash val="solid"/>
          </a:ln>
        </p:spPr>
      </p:sp>
      <p:sp>
        <p:nvSpPr>
          <p:cNvPr id="36" name="">
            <a:extLst xmlns:a="http://schemas.openxmlformats.org/drawingml/2006/main">
              <a:ext uri="{FF2B5EF4-FFF2-40B4-BE49-F238E27FC236}">
                <a16:creationId xmlns:a16="http://schemas.microsoft.com/office/drawing/2014/main" id="{6E8B1421-6DC5-4A20-B2AC-48D792427AB3}"/>
              </a:ext>
            </a:extLst>
          </p:cNvPr>
          <p:cNvSpPr>
            <a:spLocks xmlns:a="http://schemas.openxmlformats.org/drawingml/2006/main" noGrp="1"/>
          </p:cNvSpPr>
          <p:nvPr/>
        </p:nvSpPr>
        <p:spPr>
          <a:xfrm xmlns:a="http://schemas.openxmlformats.org/drawingml/2006/main">
            <a:off x="7417594" y="442150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37" name="">
            <a:extLst xmlns:a="http://schemas.openxmlformats.org/drawingml/2006/main">
              <a:ext uri="{FF2B5EF4-FFF2-40B4-BE49-F238E27FC236}">
                <a16:creationId xmlns:a16="http://schemas.microsoft.com/office/drawing/2014/main" id="{DD08E029-42AE-4313-9E05-B109150BE86D}"/>
              </a:ext>
            </a:extLst>
          </p:cNvPr>
          <p:cNvSpPr>
            <a:spLocks xmlns:a="http://schemas.openxmlformats.org/drawingml/2006/main" noGrp="1"/>
          </p:cNvSpPr>
          <p:nvPr/>
        </p:nvSpPr>
        <p:spPr>
          <a:xfrm xmlns:a="http://schemas.openxmlformats.org/drawingml/2006/main">
            <a:off x="6750844" y="16954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a:solidFill>
                  <a:srgbClr val="166B68"/>
                </a:solidFill>
                <a:latin typeface="Yu Gothic"/>
                <a:ea typeface="Yu Gothic"/>
                <a:cs typeface="Yu Gothic"/>
              </a:defRPr>
            </a:defPPr>
            <a:lvl1pPr>
              <a:defRPr sz="2025">
                <a:solidFill>
                  <a:srgbClr val="166B68"/>
                </a:solidFill>
                <a:latin typeface="Yu Gothic"/>
                <a:ea typeface="Yu Gothic"/>
                <a:cs typeface="Yu Gothic"/>
              </a:defRPr>
            </a:lvl1pPr>
            <a:lvl2pPr>
              <a:defRPr sz="2025">
                <a:solidFill>
                  <a:srgbClr val="166B68"/>
                </a:solidFill>
                <a:latin typeface="Yu Gothic"/>
                <a:ea typeface="Yu Gothic"/>
                <a:cs typeface="Yu Gothic"/>
              </a:defRPr>
            </a:lvl2pPr>
            <a:lvl3pPr>
              <a:defRPr sz="2025">
                <a:solidFill>
                  <a:srgbClr val="166B68"/>
                </a:solidFill>
                <a:latin typeface="Yu Gothic"/>
                <a:ea typeface="Yu Gothic"/>
                <a:cs typeface="Yu Gothic"/>
              </a:defRPr>
            </a:lvl3pPr>
            <a:lvl4pPr>
              <a:defRPr sz="2025">
                <a:solidFill>
                  <a:srgbClr val="166B68"/>
                </a:solidFill>
                <a:latin typeface="Yu Gothic"/>
                <a:ea typeface="Yu Gothic"/>
                <a:cs typeface="Yu Gothic"/>
              </a:defRPr>
            </a:lvl4pPr>
            <a:lvl5pPr>
              <a:defRPr sz="2025">
                <a:solidFill>
                  <a:srgbClr val="166B68"/>
                </a:solidFill>
                <a:latin typeface="Yu Gothic"/>
                <a:ea typeface="Yu Gothic"/>
                <a:cs typeface="Yu Gothic"/>
              </a:defRPr>
            </a:lvl5pPr>
            <a:lvl6pPr>
              <a:defRPr sz="2025">
                <a:solidFill>
                  <a:srgbClr val="166B68"/>
                </a:solidFill>
                <a:latin typeface="Yu Gothic"/>
                <a:ea typeface="Yu Gothic"/>
                <a:cs typeface="Yu Gothic"/>
              </a:defRPr>
            </a:lvl6pPr>
            <a:lvl7pPr>
              <a:defRPr sz="2025">
                <a:solidFill>
                  <a:srgbClr val="166B68"/>
                </a:solidFill>
                <a:latin typeface="Yu Gothic"/>
                <a:ea typeface="Yu Gothic"/>
                <a:cs typeface="Yu Gothic"/>
              </a:defRPr>
            </a:lvl7pPr>
            <a:lvl8pPr>
              <a:defRPr sz="2025">
                <a:solidFill>
                  <a:srgbClr val="166B68"/>
                </a:solidFill>
                <a:latin typeface="Yu Gothic"/>
                <a:ea typeface="Yu Gothic"/>
                <a:cs typeface="Yu Gothic"/>
              </a:defRPr>
            </a:lvl8pPr>
            <a:lvl9pPr>
              <a:defRPr sz="2025">
                <a:solidFill>
                  <a:srgbClr val="166B68"/>
                </a:solidFill>
                <a:latin typeface="Yu Gothic"/>
                <a:ea typeface="Yu Gothic"/>
                <a:cs typeface="Yu Gothic"/>
              </a:defRPr>
            </a:lvl9pPr>
          </a:lstStyle>
          <a:p xmlns:a="http://schemas.openxmlformats.org/drawingml/2006/main">
            <a:pPr>
              <a:defRPr sz="2025">
                <a:solidFill>
                  <a:srgbClr val="166B68"/>
                </a:solidFill>
                <a:latin typeface="Yu Gothic"/>
                <a:ea typeface="Yu Gothic"/>
                <a:cs typeface="Yu Gothic"/>
              </a:defRPr>
            </a:pPr>
            <a:r>
              <a:rPr sz="2025">
                <a:solidFill>
                  <a:srgbClr val="166B68"/>
                </a:solidFill>
                <a:latin typeface="Yu Gothic"/>
                <a:ea typeface="Yu Gothic"/>
                <a:cs typeface="Yu Gothic"/>
              </a:rPr>
              <a:t>正：＋c</a:t>
            </a:r>
          </a:p>
        </p:txBody>
      </p:sp>
      <p:sp>
        <p:nvSpPr>
          <p:cNvPr id="38" name="">
            <a:extLst xmlns:a="http://schemas.openxmlformats.org/drawingml/2006/main">
              <a:ext uri="{FF2B5EF4-FFF2-40B4-BE49-F238E27FC236}">
                <a16:creationId xmlns:a16="http://schemas.microsoft.com/office/drawing/2014/main" id="{4890DF72-70B4-4EF3-B7FA-F624404C2843}"/>
              </a:ext>
            </a:extLst>
          </p:cNvPr>
          <p:cNvSpPr>
            <a:spLocks xmlns:a="http://schemas.openxmlformats.org/drawingml/2006/main" noGrp="1"/>
          </p:cNvSpPr>
          <p:nvPr/>
        </p:nvSpPr>
        <p:spPr>
          <a:xfrm xmlns:a="http://schemas.openxmlformats.org/drawingml/2006/main">
            <a:off x="7369969" y="4554855"/>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166B68"/>
                </a:solidFill>
                <a:latin typeface="Yu Gothic"/>
                <a:ea typeface="Yu Gothic"/>
                <a:cs typeface="Yu Gothic"/>
              </a:defRPr>
            </a:defPPr>
            <a:lvl1pPr>
              <a:defRPr sz="1875">
                <a:solidFill>
                  <a:srgbClr val="166B68"/>
                </a:solidFill>
                <a:latin typeface="Yu Gothic"/>
                <a:ea typeface="Yu Gothic"/>
                <a:cs typeface="Yu Gothic"/>
              </a:defRPr>
            </a:lvl1pPr>
            <a:lvl2pPr>
              <a:defRPr sz="1875">
                <a:solidFill>
                  <a:srgbClr val="166B68"/>
                </a:solidFill>
                <a:latin typeface="Yu Gothic"/>
                <a:ea typeface="Yu Gothic"/>
                <a:cs typeface="Yu Gothic"/>
              </a:defRPr>
            </a:lvl2pPr>
            <a:lvl3pPr>
              <a:defRPr sz="1875">
                <a:solidFill>
                  <a:srgbClr val="166B68"/>
                </a:solidFill>
                <a:latin typeface="Yu Gothic"/>
                <a:ea typeface="Yu Gothic"/>
                <a:cs typeface="Yu Gothic"/>
              </a:defRPr>
            </a:lvl3pPr>
            <a:lvl4pPr>
              <a:defRPr sz="1875">
                <a:solidFill>
                  <a:srgbClr val="166B68"/>
                </a:solidFill>
                <a:latin typeface="Yu Gothic"/>
                <a:ea typeface="Yu Gothic"/>
                <a:cs typeface="Yu Gothic"/>
              </a:defRPr>
            </a:lvl4pPr>
            <a:lvl5pPr>
              <a:defRPr sz="1875">
                <a:solidFill>
                  <a:srgbClr val="166B68"/>
                </a:solidFill>
                <a:latin typeface="Yu Gothic"/>
                <a:ea typeface="Yu Gothic"/>
                <a:cs typeface="Yu Gothic"/>
              </a:defRPr>
            </a:lvl5pPr>
            <a:lvl6pPr>
              <a:defRPr sz="1875">
                <a:solidFill>
                  <a:srgbClr val="166B68"/>
                </a:solidFill>
                <a:latin typeface="Yu Gothic"/>
                <a:ea typeface="Yu Gothic"/>
                <a:cs typeface="Yu Gothic"/>
              </a:defRPr>
            </a:lvl6pPr>
            <a:lvl7pPr>
              <a:defRPr sz="1875">
                <a:solidFill>
                  <a:srgbClr val="166B68"/>
                </a:solidFill>
                <a:latin typeface="Yu Gothic"/>
                <a:ea typeface="Yu Gothic"/>
                <a:cs typeface="Yu Gothic"/>
              </a:defRPr>
            </a:lvl7pPr>
            <a:lvl8pPr>
              <a:defRPr sz="1875">
                <a:solidFill>
                  <a:srgbClr val="166B68"/>
                </a:solidFill>
                <a:latin typeface="Yu Gothic"/>
                <a:ea typeface="Yu Gothic"/>
                <a:cs typeface="Yu Gothic"/>
              </a:defRPr>
            </a:lvl8pPr>
            <a:lvl9pPr>
              <a:defRPr sz="1875">
                <a:solidFill>
                  <a:srgbClr val="166B68"/>
                </a:solidFill>
                <a:latin typeface="Yu Gothic"/>
                <a:ea typeface="Yu Gothic"/>
                <a:cs typeface="Yu Gothic"/>
              </a:defRPr>
            </a:lvl9pPr>
          </a:lstStyle>
          <a:p xmlns:a="http://schemas.openxmlformats.org/drawingml/2006/main">
            <a:pPr>
              <a:defRPr sz="1875">
                <a:solidFill>
                  <a:srgbClr val="166B68"/>
                </a:solidFill>
                <a:latin typeface="Yu Gothic"/>
                <a:ea typeface="Yu Gothic"/>
                <a:cs typeface="Yu Gothic"/>
              </a:defRPr>
            </a:pPr>
            <a:r>
              <a:rPr sz="1875">
                <a:solidFill>
                  <a:srgbClr val="166B68"/>
                </a:solidFill>
                <a:latin typeface="Yu Gothic"/>
                <a:ea typeface="Yu Gothic"/>
                <a:cs typeface="Yu Gothic"/>
              </a:rPr>
              <a:t>O</a:t>
            </a:r>
          </a:p>
        </p:txBody>
      </p:sp>
      <p:sp>
        <p:nvSpPr>
          <p:cNvPr id="39" name="">
            <a:extLst xmlns:a="http://schemas.openxmlformats.org/drawingml/2006/main">
              <a:ext uri="{FF2B5EF4-FFF2-40B4-BE49-F238E27FC236}">
                <a16:creationId xmlns:a16="http://schemas.microsoft.com/office/drawing/2014/main" id="{22B10F7E-AF83-4399-A6A9-40D2F250A638}"/>
              </a:ext>
            </a:extLst>
          </p:cNvPr>
          <p:cNvSpPr>
            <a:spLocks xmlns:a="http://schemas.openxmlformats.org/drawingml/2006/main" noGrp="1"/>
          </p:cNvSpPr>
          <p:nvPr/>
        </p:nvSpPr>
        <p:spPr>
          <a:xfrm xmlns:a="http://schemas.openxmlformats.org/drawingml/2006/main">
            <a:off x="7674769" y="351663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166B68"/>
                </a:solidFill>
                <a:latin typeface="Yu Gothic"/>
                <a:ea typeface="Yu Gothic"/>
                <a:cs typeface="Yu Gothic"/>
              </a:defRPr>
            </a:defPPr>
            <a:lvl1pPr>
              <a:defRPr sz="1875">
                <a:solidFill>
                  <a:srgbClr val="166B68"/>
                </a:solidFill>
                <a:latin typeface="Yu Gothic"/>
                <a:ea typeface="Yu Gothic"/>
                <a:cs typeface="Yu Gothic"/>
              </a:defRPr>
            </a:lvl1pPr>
            <a:lvl2pPr>
              <a:defRPr sz="1875">
                <a:solidFill>
                  <a:srgbClr val="166B68"/>
                </a:solidFill>
                <a:latin typeface="Yu Gothic"/>
                <a:ea typeface="Yu Gothic"/>
                <a:cs typeface="Yu Gothic"/>
              </a:defRPr>
            </a:lvl2pPr>
            <a:lvl3pPr>
              <a:defRPr sz="1875">
                <a:solidFill>
                  <a:srgbClr val="166B68"/>
                </a:solidFill>
                <a:latin typeface="Yu Gothic"/>
                <a:ea typeface="Yu Gothic"/>
                <a:cs typeface="Yu Gothic"/>
              </a:defRPr>
            </a:lvl3pPr>
            <a:lvl4pPr>
              <a:defRPr sz="1875">
                <a:solidFill>
                  <a:srgbClr val="166B68"/>
                </a:solidFill>
                <a:latin typeface="Yu Gothic"/>
                <a:ea typeface="Yu Gothic"/>
                <a:cs typeface="Yu Gothic"/>
              </a:defRPr>
            </a:lvl4pPr>
            <a:lvl5pPr>
              <a:defRPr sz="1875">
                <a:solidFill>
                  <a:srgbClr val="166B68"/>
                </a:solidFill>
                <a:latin typeface="Yu Gothic"/>
                <a:ea typeface="Yu Gothic"/>
                <a:cs typeface="Yu Gothic"/>
              </a:defRPr>
            </a:lvl5pPr>
            <a:lvl6pPr>
              <a:defRPr sz="1875">
                <a:solidFill>
                  <a:srgbClr val="166B68"/>
                </a:solidFill>
                <a:latin typeface="Yu Gothic"/>
                <a:ea typeface="Yu Gothic"/>
                <a:cs typeface="Yu Gothic"/>
              </a:defRPr>
            </a:lvl6pPr>
            <a:lvl7pPr>
              <a:defRPr sz="1875">
                <a:solidFill>
                  <a:srgbClr val="166B68"/>
                </a:solidFill>
                <a:latin typeface="Yu Gothic"/>
                <a:ea typeface="Yu Gothic"/>
                <a:cs typeface="Yu Gothic"/>
              </a:defRPr>
            </a:lvl7pPr>
            <a:lvl8pPr>
              <a:defRPr sz="1875">
                <a:solidFill>
                  <a:srgbClr val="166B68"/>
                </a:solidFill>
                <a:latin typeface="Yu Gothic"/>
                <a:ea typeface="Yu Gothic"/>
                <a:cs typeface="Yu Gothic"/>
              </a:defRPr>
            </a:lvl8pPr>
            <a:lvl9pPr>
              <a:defRPr sz="1875">
                <a:solidFill>
                  <a:srgbClr val="166B68"/>
                </a:solidFill>
                <a:latin typeface="Yu Gothic"/>
                <a:ea typeface="Yu Gothic"/>
                <a:cs typeface="Yu Gothic"/>
              </a:defRPr>
            </a:lvl9pPr>
          </a:lstStyle>
          <a:p xmlns:a="http://schemas.openxmlformats.org/drawingml/2006/main">
            <a:pPr>
              <a:defRPr sz="1875">
                <a:solidFill>
                  <a:srgbClr val="166B68"/>
                </a:solidFill>
                <a:latin typeface="Yu Gothic"/>
                <a:ea typeface="Yu Gothic"/>
                <a:cs typeface="Yu Gothic"/>
              </a:defRPr>
            </a:pPr>
            <a:r>
              <a:rPr sz="1875">
                <a:solidFill>
                  <a:srgbClr val="166B68"/>
                </a:solidFill>
                <a:latin typeface="Yu Gothic"/>
                <a:ea typeface="Yu Gothic"/>
                <a:cs typeface="Yu Gothic"/>
              </a:rPr>
              <a:t>＋c</a:t>
            </a:r>
          </a:p>
        </p:txBody>
      </p:sp>
      <p:sp>
        <p:nvSpPr>
          <p:cNvPr id="40" name="">
            <a:extLst xmlns:a="http://schemas.openxmlformats.org/drawingml/2006/main">
              <a:ext uri="{FF2B5EF4-FFF2-40B4-BE49-F238E27FC236}">
                <a16:creationId xmlns:a16="http://schemas.microsoft.com/office/drawing/2014/main" id="{9ECABFA1-9A86-4D5E-A1CB-AF07D6061972}"/>
              </a:ext>
            </a:extLst>
          </p:cNvPr>
          <p:cNvSpPr>
            <a:spLocks xmlns:a="http://schemas.openxmlformats.org/drawingml/2006/main" noGrp="1"/>
          </p:cNvSpPr>
          <p:nvPr/>
        </p:nvSpPr>
        <p:spPr>
          <a:xfrm xmlns:a="http://schemas.openxmlformats.org/drawingml/2006/main">
            <a:off x="10013156" y="2457450"/>
            <a:ext cx="9525" cy="2011680"/>
          </a:xfrm>
          <a:custGeom xmlns:a="http://schemas.openxmlformats.org/drawingml/2006/main">
            <a:pathLst>
              <a:path w="9525" h="2011680">
                <a:moveTo>
                  <a:pt x="0" y="2011680"/>
                </a:moveTo>
                <a:lnTo>
                  <a:pt x="0" y="0"/>
                </a:lnTo>
              </a:path>
            </a:pathLst>
          </a:custGeom>
          <a:noFill xmlns:a="http://schemas.openxmlformats.org/drawingml/2006/main"/>
          <a:ln xmlns:a="http://schemas.openxmlformats.org/drawingml/2006/main" w="19050">
            <a:solidFill>
              <a:srgbClr val="CFD9DD"/>
            </a:solidFill>
            <a:prstDash val="dash"/>
          </a:ln>
        </p:spPr>
      </p:sp>
      <p:sp>
        <p:nvSpPr>
          <p:cNvPr id="41" name="">
            <a:extLst xmlns:a="http://schemas.openxmlformats.org/drawingml/2006/main">
              <a:ext uri="{FF2B5EF4-FFF2-40B4-BE49-F238E27FC236}">
                <a16:creationId xmlns:a16="http://schemas.microsoft.com/office/drawing/2014/main" id="{8C815044-E0A0-401E-8602-28E25471AD59}"/>
              </a:ext>
            </a:extLst>
          </p:cNvPr>
          <p:cNvSpPr>
            <a:spLocks xmlns:a="http://schemas.openxmlformats.org/drawingml/2006/main" noGrp="1"/>
          </p:cNvSpPr>
          <p:nvPr/>
        </p:nvSpPr>
        <p:spPr>
          <a:xfrm xmlns:a="http://schemas.openxmlformats.org/drawingml/2006/main">
            <a:off x="9679781" y="2457450"/>
            <a:ext cx="333375" cy="2011680"/>
          </a:xfrm>
          <a:custGeom xmlns:a="http://schemas.openxmlformats.org/drawingml/2006/main">
            <a:pathLst>
              <a:path w="333375" h="2011680">
                <a:moveTo>
                  <a:pt x="333375" y="2011680"/>
                </a:moveTo>
                <a:lnTo>
                  <a:pt x="0" y="0"/>
                </a:lnTo>
              </a:path>
            </a:pathLst>
          </a:custGeom>
          <a:noFill xmlns:a="http://schemas.openxmlformats.org/drawingml/2006/main"/>
          <a:ln xmlns:a="http://schemas.openxmlformats.org/drawingml/2006/main" w="38100">
            <a:solidFill>
              <a:srgbClr val="A94737"/>
            </a:solidFill>
            <a:prstDash val="solid"/>
          </a:ln>
        </p:spPr>
      </p:sp>
      <p:sp>
        <p:nvSpPr>
          <p:cNvPr id="42" name="">
            <a:extLst xmlns:a="http://schemas.openxmlformats.org/drawingml/2006/main">
              <a:ext uri="{FF2B5EF4-FFF2-40B4-BE49-F238E27FC236}">
                <a16:creationId xmlns:a16="http://schemas.microsoft.com/office/drawing/2014/main" id="{58FF9FF9-E938-4D41-814D-E8A4AF3E16A6}"/>
              </a:ext>
            </a:extLst>
          </p:cNvPr>
          <p:cNvSpPr>
            <a:spLocks xmlns:a="http://schemas.openxmlformats.org/drawingml/2006/main" noGrp="1"/>
          </p:cNvSpPr>
          <p:nvPr/>
        </p:nvSpPr>
        <p:spPr>
          <a:xfrm xmlns:a="http://schemas.openxmlformats.org/drawingml/2006/main">
            <a:off x="9874531" y="3815765"/>
            <a:ext cx="9525" cy="9525"/>
          </a:xfrm>
          <a:custGeom xmlns:a="http://schemas.openxmlformats.org/drawingml/2006/main">
            <a:pathLst>
              <a:path w="9525" h="9525">
                <a:moveTo>
                  <a:pt x="0" y="1185"/>
                </a:moveTo>
                <a:lnTo>
                  <a:pt x="5697" y="0"/>
                </a:lnTo>
              </a:path>
            </a:pathLst>
          </a:custGeom>
          <a:noFill xmlns:a="http://schemas.openxmlformats.org/drawingml/2006/main"/>
          <a:ln xmlns:a="http://schemas.openxmlformats.org/drawingml/2006/main" w="28575">
            <a:solidFill>
              <a:srgbClr val="A94737"/>
            </a:solidFill>
            <a:prstDash val="solid"/>
          </a:ln>
        </p:spPr>
      </p:sp>
      <p:sp>
        <p:nvSpPr>
          <p:cNvPr id="43" name="">
            <a:extLst xmlns:a="http://schemas.openxmlformats.org/drawingml/2006/main">
              <a:ext uri="{FF2B5EF4-FFF2-40B4-BE49-F238E27FC236}">
                <a16:creationId xmlns:a16="http://schemas.microsoft.com/office/drawing/2014/main" id="{15D576A8-AB72-45DA-B488-60077D3A98BA}"/>
              </a:ext>
            </a:extLst>
          </p:cNvPr>
          <p:cNvSpPr>
            <a:spLocks xmlns:a="http://schemas.openxmlformats.org/drawingml/2006/main" noGrp="1"/>
          </p:cNvSpPr>
          <p:nvPr/>
        </p:nvSpPr>
        <p:spPr>
          <a:xfrm xmlns:a="http://schemas.openxmlformats.org/drawingml/2006/main">
            <a:off x="9880228" y="3814630"/>
            <a:ext cx="9525" cy="9525"/>
          </a:xfrm>
          <a:custGeom xmlns:a="http://schemas.openxmlformats.org/drawingml/2006/main">
            <a:pathLst>
              <a:path w="9525" h="9525">
                <a:moveTo>
                  <a:pt x="0" y="1135"/>
                </a:moveTo>
                <a:lnTo>
                  <a:pt x="5707" y="0"/>
                </a:lnTo>
              </a:path>
            </a:pathLst>
          </a:custGeom>
          <a:noFill xmlns:a="http://schemas.openxmlformats.org/drawingml/2006/main"/>
          <a:ln xmlns:a="http://schemas.openxmlformats.org/drawingml/2006/main" w="28575">
            <a:solidFill>
              <a:srgbClr val="A94737"/>
            </a:solidFill>
            <a:prstDash val="solid"/>
          </a:ln>
        </p:spPr>
      </p:sp>
      <p:sp>
        <p:nvSpPr>
          <p:cNvPr id="44" name="">
            <a:extLst xmlns:a="http://schemas.openxmlformats.org/drawingml/2006/main">
              <a:ext uri="{FF2B5EF4-FFF2-40B4-BE49-F238E27FC236}">
                <a16:creationId xmlns:a16="http://schemas.microsoft.com/office/drawing/2014/main" id="{67C4E589-AC06-4750-BD5D-357CB8C774F8}"/>
              </a:ext>
            </a:extLst>
          </p:cNvPr>
          <p:cNvSpPr>
            <a:spLocks xmlns:a="http://schemas.openxmlformats.org/drawingml/2006/main" noGrp="1"/>
          </p:cNvSpPr>
          <p:nvPr/>
        </p:nvSpPr>
        <p:spPr>
          <a:xfrm xmlns:a="http://schemas.openxmlformats.org/drawingml/2006/main">
            <a:off x="9885934" y="3813545"/>
            <a:ext cx="9525" cy="9525"/>
          </a:xfrm>
          <a:custGeom xmlns:a="http://schemas.openxmlformats.org/drawingml/2006/main">
            <a:pathLst>
              <a:path w="9525" h="9525">
                <a:moveTo>
                  <a:pt x="0" y="1085"/>
                </a:moveTo>
                <a:lnTo>
                  <a:pt x="5716" y="0"/>
                </a:lnTo>
              </a:path>
            </a:pathLst>
          </a:custGeom>
          <a:noFill xmlns:a="http://schemas.openxmlformats.org/drawingml/2006/main"/>
          <a:ln xmlns:a="http://schemas.openxmlformats.org/drawingml/2006/main" w="28575">
            <a:solidFill>
              <a:srgbClr val="A94737"/>
            </a:solidFill>
            <a:prstDash val="solid"/>
          </a:ln>
        </p:spPr>
      </p:sp>
      <p:sp>
        <p:nvSpPr>
          <p:cNvPr id="45" name="">
            <a:extLst xmlns:a="http://schemas.openxmlformats.org/drawingml/2006/main">
              <a:ext uri="{FF2B5EF4-FFF2-40B4-BE49-F238E27FC236}">
                <a16:creationId xmlns:a16="http://schemas.microsoft.com/office/drawing/2014/main" id="{0D01F097-CFE9-4476-AA34-E9375E28DFF0}"/>
              </a:ext>
            </a:extLst>
          </p:cNvPr>
          <p:cNvSpPr>
            <a:spLocks xmlns:a="http://schemas.openxmlformats.org/drawingml/2006/main" noGrp="1"/>
          </p:cNvSpPr>
          <p:nvPr/>
        </p:nvSpPr>
        <p:spPr>
          <a:xfrm xmlns:a="http://schemas.openxmlformats.org/drawingml/2006/main">
            <a:off x="9891651" y="3812509"/>
            <a:ext cx="9525" cy="9525"/>
          </a:xfrm>
          <a:custGeom xmlns:a="http://schemas.openxmlformats.org/drawingml/2006/main">
            <a:pathLst>
              <a:path w="9525" h="9525">
                <a:moveTo>
                  <a:pt x="0" y="1035"/>
                </a:moveTo>
                <a:lnTo>
                  <a:pt x="5726" y="0"/>
                </a:lnTo>
              </a:path>
            </a:pathLst>
          </a:custGeom>
          <a:noFill xmlns:a="http://schemas.openxmlformats.org/drawingml/2006/main"/>
          <a:ln xmlns:a="http://schemas.openxmlformats.org/drawingml/2006/main" w="28575">
            <a:solidFill>
              <a:srgbClr val="A94737"/>
            </a:solidFill>
            <a:prstDash val="solid"/>
          </a:ln>
        </p:spPr>
      </p:sp>
      <p:sp>
        <p:nvSpPr>
          <p:cNvPr id="46" name="">
            <a:extLst xmlns:a="http://schemas.openxmlformats.org/drawingml/2006/main">
              <a:ext uri="{FF2B5EF4-FFF2-40B4-BE49-F238E27FC236}">
                <a16:creationId xmlns:a16="http://schemas.microsoft.com/office/drawing/2014/main" id="{380611C0-9DDA-499F-AF4D-E7982CDF0889}"/>
              </a:ext>
            </a:extLst>
          </p:cNvPr>
          <p:cNvSpPr>
            <a:spLocks xmlns:a="http://schemas.openxmlformats.org/drawingml/2006/main" noGrp="1"/>
          </p:cNvSpPr>
          <p:nvPr/>
        </p:nvSpPr>
        <p:spPr>
          <a:xfrm xmlns:a="http://schemas.openxmlformats.org/drawingml/2006/main">
            <a:off x="9897376" y="3811524"/>
            <a:ext cx="9525" cy="9525"/>
          </a:xfrm>
          <a:custGeom xmlns:a="http://schemas.openxmlformats.org/drawingml/2006/main">
            <a:pathLst>
              <a:path w="9525" h="9525">
                <a:moveTo>
                  <a:pt x="0" y="985"/>
                </a:moveTo>
                <a:lnTo>
                  <a:pt x="5734" y="0"/>
                </a:lnTo>
              </a:path>
            </a:pathLst>
          </a:custGeom>
          <a:noFill xmlns:a="http://schemas.openxmlformats.org/drawingml/2006/main"/>
          <a:ln xmlns:a="http://schemas.openxmlformats.org/drawingml/2006/main" w="28575">
            <a:solidFill>
              <a:srgbClr val="A94737"/>
            </a:solidFill>
            <a:prstDash val="solid"/>
          </a:ln>
        </p:spPr>
      </p:sp>
      <p:sp>
        <p:nvSpPr>
          <p:cNvPr id="47" name="">
            <a:extLst xmlns:a="http://schemas.openxmlformats.org/drawingml/2006/main">
              <a:ext uri="{FF2B5EF4-FFF2-40B4-BE49-F238E27FC236}">
                <a16:creationId xmlns:a16="http://schemas.microsoft.com/office/drawing/2014/main" id="{281DC7A5-9AEA-4B45-BA89-D704D3558B80}"/>
              </a:ext>
            </a:extLst>
          </p:cNvPr>
          <p:cNvSpPr>
            <a:spLocks xmlns:a="http://schemas.openxmlformats.org/drawingml/2006/main" noGrp="1"/>
          </p:cNvSpPr>
          <p:nvPr/>
        </p:nvSpPr>
        <p:spPr>
          <a:xfrm xmlns:a="http://schemas.openxmlformats.org/drawingml/2006/main">
            <a:off x="9903111" y="3810589"/>
            <a:ext cx="9525" cy="9525"/>
          </a:xfrm>
          <a:custGeom xmlns:a="http://schemas.openxmlformats.org/drawingml/2006/main">
            <a:pathLst>
              <a:path w="9525" h="9525">
                <a:moveTo>
                  <a:pt x="0" y="935"/>
                </a:moveTo>
                <a:lnTo>
                  <a:pt x="5743" y="0"/>
                </a:lnTo>
              </a:path>
            </a:pathLst>
          </a:custGeom>
          <a:noFill xmlns:a="http://schemas.openxmlformats.org/drawingml/2006/main"/>
          <a:ln xmlns:a="http://schemas.openxmlformats.org/drawingml/2006/main" w="28575">
            <a:solidFill>
              <a:srgbClr val="A94737"/>
            </a:solidFill>
            <a:prstDash val="solid"/>
          </a:ln>
        </p:spPr>
      </p:sp>
      <p:sp>
        <p:nvSpPr>
          <p:cNvPr id="48" name="">
            <a:extLst xmlns:a="http://schemas.openxmlformats.org/drawingml/2006/main">
              <a:ext uri="{FF2B5EF4-FFF2-40B4-BE49-F238E27FC236}">
                <a16:creationId xmlns:a16="http://schemas.microsoft.com/office/drawing/2014/main" id="{F5FDEE86-C0A8-4092-874B-0D7C3373BFE2}"/>
              </a:ext>
            </a:extLst>
          </p:cNvPr>
          <p:cNvSpPr>
            <a:spLocks xmlns:a="http://schemas.openxmlformats.org/drawingml/2006/main" noGrp="1"/>
          </p:cNvSpPr>
          <p:nvPr/>
        </p:nvSpPr>
        <p:spPr>
          <a:xfrm xmlns:a="http://schemas.openxmlformats.org/drawingml/2006/main">
            <a:off x="9908854" y="3809704"/>
            <a:ext cx="9525" cy="9525"/>
          </a:xfrm>
          <a:custGeom xmlns:a="http://schemas.openxmlformats.org/drawingml/2006/main">
            <a:pathLst>
              <a:path w="9525" h="9525">
                <a:moveTo>
                  <a:pt x="0" y="885"/>
                </a:moveTo>
                <a:lnTo>
                  <a:pt x="5751" y="0"/>
                </a:lnTo>
              </a:path>
            </a:pathLst>
          </a:custGeom>
          <a:noFill xmlns:a="http://schemas.openxmlformats.org/drawingml/2006/main"/>
          <a:ln xmlns:a="http://schemas.openxmlformats.org/drawingml/2006/main" w="28575">
            <a:solidFill>
              <a:srgbClr val="A94737"/>
            </a:solidFill>
            <a:prstDash val="solid"/>
          </a:ln>
        </p:spPr>
      </p:sp>
      <p:sp>
        <p:nvSpPr>
          <p:cNvPr id="49" name="">
            <a:extLst xmlns:a="http://schemas.openxmlformats.org/drawingml/2006/main">
              <a:ext uri="{FF2B5EF4-FFF2-40B4-BE49-F238E27FC236}">
                <a16:creationId xmlns:a16="http://schemas.microsoft.com/office/drawing/2014/main" id="{AD3A5A73-E065-415F-A2C6-24CC72D9B17F}"/>
              </a:ext>
            </a:extLst>
          </p:cNvPr>
          <p:cNvSpPr>
            <a:spLocks xmlns:a="http://schemas.openxmlformats.org/drawingml/2006/main" noGrp="1"/>
          </p:cNvSpPr>
          <p:nvPr/>
        </p:nvSpPr>
        <p:spPr>
          <a:xfrm xmlns:a="http://schemas.openxmlformats.org/drawingml/2006/main">
            <a:off x="9914604" y="3808869"/>
            <a:ext cx="9525" cy="9525"/>
          </a:xfrm>
          <a:custGeom xmlns:a="http://schemas.openxmlformats.org/drawingml/2006/main">
            <a:pathLst>
              <a:path w="9525" h="9525">
                <a:moveTo>
                  <a:pt x="0" y="835"/>
                </a:moveTo>
                <a:lnTo>
                  <a:pt x="5758" y="0"/>
                </a:lnTo>
              </a:path>
            </a:pathLst>
          </a:custGeom>
          <a:noFill xmlns:a="http://schemas.openxmlformats.org/drawingml/2006/main"/>
          <a:ln xmlns:a="http://schemas.openxmlformats.org/drawingml/2006/main" w="28575">
            <a:solidFill>
              <a:srgbClr val="A94737"/>
            </a:solidFill>
            <a:prstDash val="solid"/>
          </a:ln>
        </p:spPr>
      </p:sp>
      <p:sp>
        <p:nvSpPr>
          <p:cNvPr id="50" name="">
            <a:extLst xmlns:a="http://schemas.openxmlformats.org/drawingml/2006/main">
              <a:ext uri="{FF2B5EF4-FFF2-40B4-BE49-F238E27FC236}">
                <a16:creationId xmlns:a16="http://schemas.microsoft.com/office/drawing/2014/main" id="{767F7CAA-D144-4897-BB6C-D5CCE30D81FB}"/>
              </a:ext>
            </a:extLst>
          </p:cNvPr>
          <p:cNvSpPr>
            <a:spLocks xmlns:a="http://schemas.openxmlformats.org/drawingml/2006/main" noGrp="1"/>
          </p:cNvSpPr>
          <p:nvPr/>
        </p:nvSpPr>
        <p:spPr>
          <a:xfrm xmlns:a="http://schemas.openxmlformats.org/drawingml/2006/main">
            <a:off x="9920363" y="3808084"/>
            <a:ext cx="9525" cy="9525"/>
          </a:xfrm>
          <a:custGeom xmlns:a="http://schemas.openxmlformats.org/drawingml/2006/main">
            <a:pathLst>
              <a:path w="9525" h="9525">
                <a:moveTo>
                  <a:pt x="0" y="785"/>
                </a:moveTo>
                <a:lnTo>
                  <a:pt x="5765" y="0"/>
                </a:lnTo>
              </a:path>
            </a:pathLst>
          </a:custGeom>
          <a:noFill xmlns:a="http://schemas.openxmlformats.org/drawingml/2006/main"/>
          <a:ln xmlns:a="http://schemas.openxmlformats.org/drawingml/2006/main" w="28575">
            <a:solidFill>
              <a:srgbClr val="A94737"/>
            </a:solidFill>
            <a:prstDash val="solid"/>
          </a:ln>
        </p:spPr>
      </p:sp>
      <p:sp>
        <p:nvSpPr>
          <p:cNvPr id="51" name="">
            <a:extLst xmlns:a="http://schemas.openxmlformats.org/drawingml/2006/main">
              <a:ext uri="{FF2B5EF4-FFF2-40B4-BE49-F238E27FC236}">
                <a16:creationId xmlns:a16="http://schemas.microsoft.com/office/drawing/2014/main" id="{8C663E41-8C97-4D6E-9329-B1A08FD4ED2F}"/>
              </a:ext>
            </a:extLst>
          </p:cNvPr>
          <p:cNvSpPr>
            <a:spLocks xmlns:a="http://schemas.openxmlformats.org/drawingml/2006/main" noGrp="1"/>
          </p:cNvSpPr>
          <p:nvPr/>
        </p:nvSpPr>
        <p:spPr>
          <a:xfrm xmlns:a="http://schemas.openxmlformats.org/drawingml/2006/main">
            <a:off x="9926128" y="3807350"/>
            <a:ext cx="9525" cy="9525"/>
          </a:xfrm>
          <a:custGeom xmlns:a="http://schemas.openxmlformats.org/drawingml/2006/main">
            <a:pathLst>
              <a:path w="9525" h="9525">
                <a:moveTo>
                  <a:pt x="0" y="734"/>
                </a:moveTo>
                <a:lnTo>
                  <a:pt x="5772" y="0"/>
                </a:lnTo>
              </a:path>
            </a:pathLst>
          </a:custGeom>
          <a:noFill xmlns:a="http://schemas.openxmlformats.org/drawingml/2006/main"/>
          <a:ln xmlns:a="http://schemas.openxmlformats.org/drawingml/2006/main" w="28575">
            <a:solidFill>
              <a:srgbClr val="A94737"/>
            </a:solidFill>
            <a:prstDash val="solid"/>
          </a:ln>
        </p:spPr>
      </p:sp>
      <p:sp>
        <p:nvSpPr>
          <p:cNvPr id="52" name="">
            <a:extLst xmlns:a="http://schemas.openxmlformats.org/drawingml/2006/main">
              <a:ext uri="{FF2B5EF4-FFF2-40B4-BE49-F238E27FC236}">
                <a16:creationId xmlns:a16="http://schemas.microsoft.com/office/drawing/2014/main" id="{08082EC1-D434-447D-B19F-A4E4E53BA1A7}"/>
              </a:ext>
            </a:extLst>
          </p:cNvPr>
          <p:cNvSpPr>
            <a:spLocks xmlns:a="http://schemas.openxmlformats.org/drawingml/2006/main" noGrp="1"/>
          </p:cNvSpPr>
          <p:nvPr/>
        </p:nvSpPr>
        <p:spPr>
          <a:xfrm xmlns:a="http://schemas.openxmlformats.org/drawingml/2006/main">
            <a:off x="9931900" y="3806666"/>
            <a:ext cx="9525" cy="9525"/>
          </a:xfrm>
          <a:custGeom xmlns:a="http://schemas.openxmlformats.org/drawingml/2006/main">
            <a:pathLst>
              <a:path w="9525" h="9525">
                <a:moveTo>
                  <a:pt x="0" y="684"/>
                </a:moveTo>
                <a:lnTo>
                  <a:pt x="5778" y="0"/>
                </a:lnTo>
              </a:path>
            </a:pathLst>
          </a:custGeom>
          <a:noFill xmlns:a="http://schemas.openxmlformats.org/drawingml/2006/main"/>
          <a:ln xmlns:a="http://schemas.openxmlformats.org/drawingml/2006/main" w="28575">
            <a:solidFill>
              <a:srgbClr val="A94737"/>
            </a:solidFill>
            <a:prstDash val="solid"/>
          </a:ln>
        </p:spPr>
      </p:sp>
      <p:sp>
        <p:nvSpPr>
          <p:cNvPr id="53" name="">
            <a:extLst xmlns:a="http://schemas.openxmlformats.org/drawingml/2006/main">
              <a:ext uri="{FF2B5EF4-FFF2-40B4-BE49-F238E27FC236}">
                <a16:creationId xmlns:a16="http://schemas.microsoft.com/office/drawing/2014/main" id="{C9727A5F-23F5-4B28-9D81-1CC2203D9BA1}"/>
              </a:ext>
            </a:extLst>
          </p:cNvPr>
          <p:cNvSpPr>
            <a:spLocks xmlns:a="http://schemas.openxmlformats.org/drawingml/2006/main" noGrp="1"/>
          </p:cNvSpPr>
          <p:nvPr/>
        </p:nvSpPr>
        <p:spPr>
          <a:xfrm xmlns:a="http://schemas.openxmlformats.org/drawingml/2006/main">
            <a:off x="9937678" y="3806033"/>
            <a:ext cx="9525" cy="9525"/>
          </a:xfrm>
          <a:custGeom xmlns:a="http://schemas.openxmlformats.org/drawingml/2006/main">
            <a:pathLst>
              <a:path w="9525" h="9525">
                <a:moveTo>
                  <a:pt x="0" y="633"/>
                </a:moveTo>
                <a:lnTo>
                  <a:pt x="5784" y="0"/>
                </a:lnTo>
              </a:path>
            </a:pathLst>
          </a:custGeom>
          <a:noFill xmlns:a="http://schemas.openxmlformats.org/drawingml/2006/main"/>
          <a:ln xmlns:a="http://schemas.openxmlformats.org/drawingml/2006/main" w="28575">
            <a:solidFill>
              <a:srgbClr val="A94737"/>
            </a:solidFill>
            <a:prstDash val="solid"/>
          </a:ln>
        </p:spPr>
      </p:sp>
      <p:sp>
        <p:nvSpPr>
          <p:cNvPr id="54" name="">
            <a:extLst xmlns:a="http://schemas.openxmlformats.org/drawingml/2006/main">
              <a:ext uri="{FF2B5EF4-FFF2-40B4-BE49-F238E27FC236}">
                <a16:creationId xmlns:a16="http://schemas.microsoft.com/office/drawing/2014/main" id="{F053EEE3-88DB-4AD4-AECA-7276758A4014}"/>
              </a:ext>
            </a:extLst>
          </p:cNvPr>
          <p:cNvSpPr>
            <a:spLocks xmlns:a="http://schemas.openxmlformats.org/drawingml/2006/main" noGrp="1"/>
          </p:cNvSpPr>
          <p:nvPr/>
        </p:nvSpPr>
        <p:spPr>
          <a:xfrm xmlns:a="http://schemas.openxmlformats.org/drawingml/2006/main">
            <a:off x="9943462" y="3805450"/>
            <a:ext cx="9525" cy="9525"/>
          </a:xfrm>
          <a:custGeom xmlns:a="http://schemas.openxmlformats.org/drawingml/2006/main">
            <a:pathLst>
              <a:path w="9525" h="9525">
                <a:moveTo>
                  <a:pt x="0" y="583"/>
                </a:moveTo>
                <a:lnTo>
                  <a:pt x="5789" y="0"/>
                </a:lnTo>
              </a:path>
            </a:pathLst>
          </a:custGeom>
          <a:noFill xmlns:a="http://schemas.openxmlformats.org/drawingml/2006/main"/>
          <a:ln xmlns:a="http://schemas.openxmlformats.org/drawingml/2006/main" w="28575">
            <a:solidFill>
              <a:srgbClr val="A94737"/>
            </a:solidFill>
            <a:prstDash val="solid"/>
          </a:ln>
        </p:spPr>
      </p:sp>
      <p:sp>
        <p:nvSpPr>
          <p:cNvPr id="55" name="">
            <a:extLst xmlns:a="http://schemas.openxmlformats.org/drawingml/2006/main">
              <a:ext uri="{FF2B5EF4-FFF2-40B4-BE49-F238E27FC236}">
                <a16:creationId xmlns:a16="http://schemas.microsoft.com/office/drawing/2014/main" id="{32F3DD2B-ED44-4A12-A915-1C0B97B24698}"/>
              </a:ext>
            </a:extLst>
          </p:cNvPr>
          <p:cNvSpPr>
            <a:spLocks xmlns:a="http://schemas.openxmlformats.org/drawingml/2006/main" noGrp="1"/>
          </p:cNvSpPr>
          <p:nvPr/>
        </p:nvSpPr>
        <p:spPr>
          <a:xfrm xmlns:a="http://schemas.openxmlformats.org/drawingml/2006/main">
            <a:off x="9949251" y="3804917"/>
            <a:ext cx="9525" cy="9525"/>
          </a:xfrm>
          <a:custGeom xmlns:a="http://schemas.openxmlformats.org/drawingml/2006/main">
            <a:pathLst>
              <a:path w="9525" h="9525">
                <a:moveTo>
                  <a:pt x="0" y="532"/>
                </a:moveTo>
                <a:lnTo>
                  <a:pt x="5794" y="0"/>
                </a:lnTo>
              </a:path>
            </a:pathLst>
          </a:custGeom>
          <a:noFill xmlns:a="http://schemas.openxmlformats.org/drawingml/2006/main"/>
          <a:ln xmlns:a="http://schemas.openxmlformats.org/drawingml/2006/main" w="28575">
            <a:solidFill>
              <a:srgbClr val="A94737"/>
            </a:solidFill>
            <a:prstDash val="solid"/>
          </a:ln>
        </p:spPr>
      </p:sp>
      <p:sp>
        <p:nvSpPr>
          <p:cNvPr id="56" name="">
            <a:extLst xmlns:a="http://schemas.openxmlformats.org/drawingml/2006/main">
              <a:ext uri="{FF2B5EF4-FFF2-40B4-BE49-F238E27FC236}">
                <a16:creationId xmlns:a16="http://schemas.microsoft.com/office/drawing/2014/main" id="{84A3FA93-079E-42EA-AA5D-BFF9838DB86B}"/>
              </a:ext>
            </a:extLst>
          </p:cNvPr>
          <p:cNvSpPr>
            <a:spLocks xmlns:a="http://schemas.openxmlformats.org/drawingml/2006/main" noGrp="1"/>
          </p:cNvSpPr>
          <p:nvPr/>
        </p:nvSpPr>
        <p:spPr>
          <a:xfrm xmlns:a="http://schemas.openxmlformats.org/drawingml/2006/main">
            <a:off x="9955045" y="3804435"/>
            <a:ext cx="9525" cy="9525"/>
          </a:xfrm>
          <a:custGeom xmlns:a="http://schemas.openxmlformats.org/drawingml/2006/main">
            <a:pathLst>
              <a:path w="9525" h="9525">
                <a:moveTo>
                  <a:pt x="0" y="482"/>
                </a:moveTo>
                <a:lnTo>
                  <a:pt x="5798" y="0"/>
                </a:lnTo>
              </a:path>
            </a:pathLst>
          </a:custGeom>
          <a:noFill xmlns:a="http://schemas.openxmlformats.org/drawingml/2006/main"/>
          <a:ln xmlns:a="http://schemas.openxmlformats.org/drawingml/2006/main" w="28575">
            <a:solidFill>
              <a:srgbClr val="A94737"/>
            </a:solidFill>
            <a:prstDash val="solid"/>
          </a:ln>
        </p:spPr>
      </p:sp>
      <p:sp>
        <p:nvSpPr>
          <p:cNvPr id="57" name="">
            <a:extLst xmlns:a="http://schemas.openxmlformats.org/drawingml/2006/main">
              <a:ext uri="{FF2B5EF4-FFF2-40B4-BE49-F238E27FC236}">
                <a16:creationId xmlns:a16="http://schemas.microsoft.com/office/drawing/2014/main" id="{A62DC886-461F-4037-8A9B-43726C9CC964}"/>
              </a:ext>
            </a:extLst>
          </p:cNvPr>
          <p:cNvSpPr>
            <a:spLocks xmlns:a="http://schemas.openxmlformats.org/drawingml/2006/main" noGrp="1"/>
          </p:cNvSpPr>
          <p:nvPr/>
        </p:nvSpPr>
        <p:spPr>
          <a:xfrm xmlns:a="http://schemas.openxmlformats.org/drawingml/2006/main">
            <a:off x="9960844" y="3804004"/>
            <a:ext cx="9525" cy="9525"/>
          </a:xfrm>
          <a:custGeom xmlns:a="http://schemas.openxmlformats.org/drawingml/2006/main">
            <a:pathLst>
              <a:path w="9525" h="9525">
                <a:moveTo>
                  <a:pt x="0" y="431"/>
                </a:moveTo>
                <a:lnTo>
                  <a:pt x="5802" y="0"/>
                </a:lnTo>
              </a:path>
            </a:pathLst>
          </a:custGeom>
          <a:noFill xmlns:a="http://schemas.openxmlformats.org/drawingml/2006/main"/>
          <a:ln xmlns:a="http://schemas.openxmlformats.org/drawingml/2006/main" w="28575">
            <a:solidFill>
              <a:srgbClr val="A94737"/>
            </a:solidFill>
            <a:prstDash val="solid"/>
          </a:ln>
        </p:spPr>
      </p:sp>
      <p:sp>
        <p:nvSpPr>
          <p:cNvPr id="58" name="">
            <a:extLst xmlns:a="http://schemas.openxmlformats.org/drawingml/2006/main">
              <a:ext uri="{FF2B5EF4-FFF2-40B4-BE49-F238E27FC236}">
                <a16:creationId xmlns:a16="http://schemas.microsoft.com/office/drawing/2014/main" id="{68DE4AD4-24C5-4F40-8682-1C9F13D353EA}"/>
              </a:ext>
            </a:extLst>
          </p:cNvPr>
          <p:cNvSpPr>
            <a:spLocks xmlns:a="http://schemas.openxmlformats.org/drawingml/2006/main" noGrp="1"/>
          </p:cNvSpPr>
          <p:nvPr/>
        </p:nvSpPr>
        <p:spPr>
          <a:xfrm xmlns:a="http://schemas.openxmlformats.org/drawingml/2006/main">
            <a:off x="9966646" y="3803624"/>
            <a:ext cx="9525" cy="9525"/>
          </a:xfrm>
          <a:custGeom xmlns:a="http://schemas.openxmlformats.org/drawingml/2006/main">
            <a:pathLst>
              <a:path w="9525" h="9525">
                <a:moveTo>
                  <a:pt x="0" y="381"/>
                </a:moveTo>
                <a:lnTo>
                  <a:pt x="5806" y="0"/>
                </a:lnTo>
              </a:path>
            </a:pathLst>
          </a:custGeom>
          <a:noFill xmlns:a="http://schemas.openxmlformats.org/drawingml/2006/main"/>
          <a:ln xmlns:a="http://schemas.openxmlformats.org/drawingml/2006/main" w="28575">
            <a:solidFill>
              <a:srgbClr val="A94737"/>
            </a:solidFill>
            <a:prstDash val="solid"/>
          </a:ln>
        </p:spPr>
      </p:sp>
      <p:sp>
        <p:nvSpPr>
          <p:cNvPr id="59" name="">
            <a:extLst xmlns:a="http://schemas.openxmlformats.org/drawingml/2006/main">
              <a:ext uri="{FF2B5EF4-FFF2-40B4-BE49-F238E27FC236}">
                <a16:creationId xmlns:a16="http://schemas.microsoft.com/office/drawing/2014/main" id="{6F876EC9-7FF1-40D4-B5E1-556E24C37617}"/>
              </a:ext>
            </a:extLst>
          </p:cNvPr>
          <p:cNvSpPr>
            <a:spLocks xmlns:a="http://schemas.openxmlformats.org/drawingml/2006/main" noGrp="1"/>
          </p:cNvSpPr>
          <p:nvPr/>
        </p:nvSpPr>
        <p:spPr>
          <a:xfrm xmlns:a="http://schemas.openxmlformats.org/drawingml/2006/main">
            <a:off x="9972452" y="3803294"/>
            <a:ext cx="9525" cy="9525"/>
          </a:xfrm>
          <a:custGeom xmlns:a="http://schemas.openxmlformats.org/drawingml/2006/main">
            <a:pathLst>
              <a:path w="9525" h="9525">
                <a:moveTo>
                  <a:pt x="0" y="330"/>
                </a:moveTo>
                <a:lnTo>
                  <a:pt x="5809" y="0"/>
                </a:lnTo>
              </a:path>
            </a:pathLst>
          </a:custGeom>
          <a:noFill xmlns:a="http://schemas.openxmlformats.org/drawingml/2006/main"/>
          <a:ln xmlns:a="http://schemas.openxmlformats.org/drawingml/2006/main" w="28575">
            <a:solidFill>
              <a:srgbClr val="A94737"/>
            </a:solidFill>
            <a:prstDash val="solid"/>
          </a:ln>
        </p:spPr>
      </p:sp>
      <p:sp>
        <p:nvSpPr>
          <p:cNvPr id="60" name="">
            <a:extLst xmlns:a="http://schemas.openxmlformats.org/drawingml/2006/main">
              <a:ext uri="{FF2B5EF4-FFF2-40B4-BE49-F238E27FC236}">
                <a16:creationId xmlns:a16="http://schemas.microsoft.com/office/drawing/2014/main" id="{B6B76F2E-2401-40A1-A576-66CE4E25E2A0}"/>
              </a:ext>
            </a:extLst>
          </p:cNvPr>
          <p:cNvSpPr>
            <a:spLocks xmlns:a="http://schemas.openxmlformats.org/drawingml/2006/main" noGrp="1"/>
          </p:cNvSpPr>
          <p:nvPr/>
        </p:nvSpPr>
        <p:spPr>
          <a:xfrm xmlns:a="http://schemas.openxmlformats.org/drawingml/2006/main">
            <a:off x="9978261" y="3803015"/>
            <a:ext cx="9525" cy="9525"/>
          </a:xfrm>
          <a:custGeom xmlns:a="http://schemas.openxmlformats.org/drawingml/2006/main">
            <a:pathLst>
              <a:path w="9525" h="9525">
                <a:moveTo>
                  <a:pt x="0" y="279"/>
                </a:moveTo>
                <a:lnTo>
                  <a:pt x="5812" y="0"/>
                </a:lnTo>
              </a:path>
            </a:pathLst>
          </a:custGeom>
          <a:noFill xmlns:a="http://schemas.openxmlformats.org/drawingml/2006/main"/>
          <a:ln xmlns:a="http://schemas.openxmlformats.org/drawingml/2006/main" w="28575">
            <a:solidFill>
              <a:srgbClr val="A94737"/>
            </a:solidFill>
            <a:prstDash val="solid"/>
          </a:ln>
        </p:spPr>
      </p:sp>
      <p:sp>
        <p:nvSpPr>
          <p:cNvPr id="61" name="">
            <a:extLst xmlns:a="http://schemas.openxmlformats.org/drawingml/2006/main">
              <a:ext uri="{FF2B5EF4-FFF2-40B4-BE49-F238E27FC236}">
                <a16:creationId xmlns:a16="http://schemas.microsoft.com/office/drawing/2014/main" id="{2CB545C0-79E0-443C-AC55-E8D8ED1EF288}"/>
              </a:ext>
            </a:extLst>
          </p:cNvPr>
          <p:cNvSpPr>
            <a:spLocks xmlns:a="http://schemas.openxmlformats.org/drawingml/2006/main" noGrp="1"/>
          </p:cNvSpPr>
          <p:nvPr/>
        </p:nvSpPr>
        <p:spPr>
          <a:xfrm xmlns:a="http://schemas.openxmlformats.org/drawingml/2006/main">
            <a:off x="9984073" y="3802786"/>
            <a:ext cx="9525" cy="9525"/>
          </a:xfrm>
          <a:custGeom xmlns:a="http://schemas.openxmlformats.org/drawingml/2006/main">
            <a:pathLst>
              <a:path w="9525" h="9525">
                <a:moveTo>
                  <a:pt x="0" y="228"/>
                </a:moveTo>
                <a:lnTo>
                  <a:pt x="5814" y="0"/>
                </a:lnTo>
              </a:path>
            </a:pathLst>
          </a:custGeom>
          <a:noFill xmlns:a="http://schemas.openxmlformats.org/drawingml/2006/main"/>
          <a:ln xmlns:a="http://schemas.openxmlformats.org/drawingml/2006/main" w="28575">
            <a:solidFill>
              <a:srgbClr val="A94737"/>
            </a:solidFill>
            <a:prstDash val="solid"/>
          </a:ln>
        </p:spPr>
      </p:sp>
      <p:sp>
        <p:nvSpPr>
          <p:cNvPr id="62" name="">
            <a:extLst xmlns:a="http://schemas.openxmlformats.org/drawingml/2006/main">
              <a:ext uri="{FF2B5EF4-FFF2-40B4-BE49-F238E27FC236}">
                <a16:creationId xmlns:a16="http://schemas.microsoft.com/office/drawing/2014/main" id="{799FB233-BA2A-42B5-AB24-E56CF4A323B2}"/>
              </a:ext>
            </a:extLst>
          </p:cNvPr>
          <p:cNvSpPr>
            <a:spLocks xmlns:a="http://schemas.openxmlformats.org/drawingml/2006/main" noGrp="1"/>
          </p:cNvSpPr>
          <p:nvPr/>
        </p:nvSpPr>
        <p:spPr>
          <a:xfrm xmlns:a="http://schemas.openxmlformats.org/drawingml/2006/main">
            <a:off x="9989887" y="3802608"/>
            <a:ext cx="9525" cy="9525"/>
          </a:xfrm>
          <a:custGeom xmlns:a="http://schemas.openxmlformats.org/drawingml/2006/main">
            <a:pathLst>
              <a:path w="9525" h="9525">
                <a:moveTo>
                  <a:pt x="0" y="178"/>
                </a:moveTo>
                <a:lnTo>
                  <a:pt x="5816" y="0"/>
                </a:lnTo>
              </a:path>
            </a:pathLst>
          </a:custGeom>
          <a:noFill xmlns:a="http://schemas.openxmlformats.org/drawingml/2006/main"/>
          <a:ln xmlns:a="http://schemas.openxmlformats.org/drawingml/2006/main" w="28575">
            <a:solidFill>
              <a:srgbClr val="A94737"/>
            </a:solidFill>
            <a:prstDash val="solid"/>
          </a:ln>
        </p:spPr>
      </p:sp>
      <p:sp>
        <p:nvSpPr>
          <p:cNvPr id="63" name="">
            <a:extLst xmlns:a="http://schemas.openxmlformats.org/drawingml/2006/main">
              <a:ext uri="{FF2B5EF4-FFF2-40B4-BE49-F238E27FC236}">
                <a16:creationId xmlns:a16="http://schemas.microsoft.com/office/drawing/2014/main" id="{318166E9-6866-4695-B169-44788B4C461B}"/>
              </a:ext>
            </a:extLst>
          </p:cNvPr>
          <p:cNvSpPr>
            <a:spLocks xmlns:a="http://schemas.openxmlformats.org/drawingml/2006/main" noGrp="1"/>
          </p:cNvSpPr>
          <p:nvPr/>
        </p:nvSpPr>
        <p:spPr>
          <a:xfrm xmlns:a="http://schemas.openxmlformats.org/drawingml/2006/main">
            <a:off x="9995703" y="3802482"/>
            <a:ext cx="9525" cy="9525"/>
          </a:xfrm>
          <a:custGeom xmlns:a="http://schemas.openxmlformats.org/drawingml/2006/main">
            <a:pathLst>
              <a:path w="9525" h="9525">
                <a:moveTo>
                  <a:pt x="0" y="127"/>
                </a:moveTo>
                <a:lnTo>
                  <a:pt x="5817" y="0"/>
                </a:lnTo>
              </a:path>
            </a:pathLst>
          </a:custGeom>
          <a:noFill xmlns:a="http://schemas.openxmlformats.org/drawingml/2006/main"/>
          <a:ln xmlns:a="http://schemas.openxmlformats.org/drawingml/2006/main" w="28575">
            <a:solidFill>
              <a:srgbClr val="A94737"/>
            </a:solidFill>
            <a:prstDash val="solid"/>
          </a:ln>
        </p:spPr>
      </p:sp>
      <p:sp>
        <p:nvSpPr>
          <p:cNvPr id="64" name="">
            <a:extLst xmlns:a="http://schemas.openxmlformats.org/drawingml/2006/main">
              <a:ext uri="{FF2B5EF4-FFF2-40B4-BE49-F238E27FC236}">
                <a16:creationId xmlns:a16="http://schemas.microsoft.com/office/drawing/2014/main" id="{86175841-5A17-4E45-A36B-375A605C351C}"/>
              </a:ext>
            </a:extLst>
          </p:cNvPr>
          <p:cNvSpPr>
            <a:spLocks xmlns:a="http://schemas.openxmlformats.org/drawingml/2006/main" noGrp="1"/>
          </p:cNvSpPr>
          <p:nvPr/>
        </p:nvSpPr>
        <p:spPr>
          <a:xfrm xmlns:a="http://schemas.openxmlformats.org/drawingml/2006/main">
            <a:off x="10001520" y="3802405"/>
            <a:ext cx="9525" cy="9525"/>
          </a:xfrm>
          <a:custGeom xmlns:a="http://schemas.openxmlformats.org/drawingml/2006/main">
            <a:pathLst>
              <a:path w="9525" h="9525">
                <a:moveTo>
                  <a:pt x="0" y="76"/>
                </a:moveTo>
                <a:lnTo>
                  <a:pt x="5818" y="0"/>
                </a:lnTo>
              </a:path>
            </a:pathLst>
          </a:custGeom>
          <a:noFill xmlns:a="http://schemas.openxmlformats.org/drawingml/2006/main"/>
          <a:ln xmlns:a="http://schemas.openxmlformats.org/drawingml/2006/main" w="28575">
            <a:solidFill>
              <a:srgbClr val="A94737"/>
            </a:solidFill>
            <a:prstDash val="solid"/>
          </a:ln>
        </p:spPr>
      </p:sp>
      <p:sp>
        <p:nvSpPr>
          <p:cNvPr id="65" name="">
            <a:extLst xmlns:a="http://schemas.openxmlformats.org/drawingml/2006/main">
              <a:ext uri="{FF2B5EF4-FFF2-40B4-BE49-F238E27FC236}">
                <a16:creationId xmlns:a16="http://schemas.microsoft.com/office/drawing/2014/main" id="{90EB4A85-9587-4171-AA5D-BCCE7FBF3BBF}"/>
              </a:ext>
            </a:extLst>
          </p:cNvPr>
          <p:cNvSpPr>
            <a:spLocks xmlns:a="http://schemas.openxmlformats.org/drawingml/2006/main" noGrp="1"/>
          </p:cNvSpPr>
          <p:nvPr/>
        </p:nvSpPr>
        <p:spPr>
          <a:xfrm xmlns:a="http://schemas.openxmlformats.org/drawingml/2006/main">
            <a:off x="10007338" y="3802380"/>
            <a:ext cx="9525" cy="9525"/>
          </a:xfrm>
          <a:custGeom xmlns:a="http://schemas.openxmlformats.org/drawingml/2006/main">
            <a:pathLst>
              <a:path w="9525" h="9525">
                <a:moveTo>
                  <a:pt x="0" y="25"/>
                </a:moveTo>
                <a:lnTo>
                  <a:pt x="5818" y="0"/>
                </a:lnTo>
              </a:path>
            </a:pathLst>
          </a:custGeom>
          <a:noFill xmlns:a="http://schemas.openxmlformats.org/drawingml/2006/main"/>
          <a:ln xmlns:a="http://schemas.openxmlformats.org/drawingml/2006/main" w="28575">
            <a:solidFill>
              <a:srgbClr val="A94737"/>
            </a:solidFill>
            <a:prstDash val="solid"/>
          </a:ln>
        </p:spPr>
      </p:sp>
      <p:sp>
        <p:nvSpPr>
          <p:cNvPr id="66" name="">
            <a:extLst xmlns:a="http://schemas.openxmlformats.org/drawingml/2006/main">
              <a:ext uri="{FF2B5EF4-FFF2-40B4-BE49-F238E27FC236}">
                <a16:creationId xmlns:a16="http://schemas.microsoft.com/office/drawing/2014/main" id="{C85B6F5C-F37D-47C9-9347-7C6010C11C2E}"/>
              </a:ext>
            </a:extLst>
          </p:cNvPr>
          <p:cNvSpPr>
            <a:spLocks xmlns:a="http://schemas.openxmlformats.org/drawingml/2006/main" noGrp="1"/>
          </p:cNvSpPr>
          <p:nvPr/>
        </p:nvSpPr>
        <p:spPr>
          <a:xfrm xmlns:a="http://schemas.openxmlformats.org/drawingml/2006/main">
            <a:off x="9965531" y="4421505"/>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67" name="">
            <a:extLst xmlns:a="http://schemas.openxmlformats.org/drawingml/2006/main">
              <a:ext uri="{FF2B5EF4-FFF2-40B4-BE49-F238E27FC236}">
                <a16:creationId xmlns:a16="http://schemas.microsoft.com/office/drawing/2014/main" id="{5D43EBDB-7614-4FC0-A899-1EFDF17959EE}"/>
              </a:ext>
            </a:extLst>
          </p:cNvPr>
          <p:cNvSpPr>
            <a:spLocks xmlns:a="http://schemas.openxmlformats.org/drawingml/2006/main" noGrp="1"/>
          </p:cNvSpPr>
          <p:nvPr/>
        </p:nvSpPr>
        <p:spPr>
          <a:xfrm xmlns:a="http://schemas.openxmlformats.org/drawingml/2006/main">
            <a:off x="9298781" y="16954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a:solidFill>
                  <a:srgbClr val="A94737"/>
                </a:solidFill>
                <a:latin typeface="Yu Gothic"/>
                <a:ea typeface="Yu Gothic"/>
                <a:cs typeface="Yu Gothic"/>
              </a:defRPr>
            </a:defPPr>
            <a:lvl1pPr>
              <a:defRPr sz="2025">
                <a:solidFill>
                  <a:srgbClr val="A94737"/>
                </a:solidFill>
                <a:latin typeface="Yu Gothic"/>
                <a:ea typeface="Yu Gothic"/>
                <a:cs typeface="Yu Gothic"/>
              </a:defRPr>
            </a:lvl1pPr>
            <a:lvl2pPr>
              <a:defRPr sz="2025">
                <a:solidFill>
                  <a:srgbClr val="A94737"/>
                </a:solidFill>
                <a:latin typeface="Yu Gothic"/>
                <a:ea typeface="Yu Gothic"/>
                <a:cs typeface="Yu Gothic"/>
              </a:defRPr>
            </a:lvl2pPr>
            <a:lvl3pPr>
              <a:defRPr sz="2025">
                <a:solidFill>
                  <a:srgbClr val="A94737"/>
                </a:solidFill>
                <a:latin typeface="Yu Gothic"/>
                <a:ea typeface="Yu Gothic"/>
                <a:cs typeface="Yu Gothic"/>
              </a:defRPr>
            </a:lvl3pPr>
            <a:lvl4pPr>
              <a:defRPr sz="2025">
                <a:solidFill>
                  <a:srgbClr val="A94737"/>
                </a:solidFill>
                <a:latin typeface="Yu Gothic"/>
                <a:ea typeface="Yu Gothic"/>
                <a:cs typeface="Yu Gothic"/>
              </a:defRPr>
            </a:lvl4pPr>
            <a:lvl5pPr>
              <a:defRPr sz="2025">
                <a:solidFill>
                  <a:srgbClr val="A94737"/>
                </a:solidFill>
                <a:latin typeface="Yu Gothic"/>
                <a:ea typeface="Yu Gothic"/>
                <a:cs typeface="Yu Gothic"/>
              </a:defRPr>
            </a:lvl5pPr>
            <a:lvl6pPr>
              <a:defRPr sz="2025">
                <a:solidFill>
                  <a:srgbClr val="A94737"/>
                </a:solidFill>
                <a:latin typeface="Yu Gothic"/>
                <a:ea typeface="Yu Gothic"/>
                <a:cs typeface="Yu Gothic"/>
              </a:defRPr>
            </a:lvl6pPr>
            <a:lvl7pPr>
              <a:defRPr sz="2025">
                <a:solidFill>
                  <a:srgbClr val="A94737"/>
                </a:solidFill>
                <a:latin typeface="Yu Gothic"/>
                <a:ea typeface="Yu Gothic"/>
                <a:cs typeface="Yu Gothic"/>
              </a:defRPr>
            </a:lvl7pPr>
            <a:lvl8pPr>
              <a:defRPr sz="2025">
                <a:solidFill>
                  <a:srgbClr val="A94737"/>
                </a:solidFill>
                <a:latin typeface="Yu Gothic"/>
                <a:ea typeface="Yu Gothic"/>
                <a:cs typeface="Yu Gothic"/>
              </a:defRPr>
            </a:lvl8pPr>
            <a:lvl9pPr>
              <a:defRPr sz="2025">
                <a:solidFill>
                  <a:srgbClr val="A94737"/>
                </a:solidFill>
                <a:latin typeface="Yu Gothic"/>
                <a:ea typeface="Yu Gothic"/>
                <a:cs typeface="Yu Gothic"/>
              </a:defRPr>
            </a:lvl9pPr>
          </a:lstStyle>
          <a:p xmlns:a="http://schemas.openxmlformats.org/drawingml/2006/main">
            <a:pPr>
              <a:defRPr sz="2025">
                <a:solidFill>
                  <a:srgbClr val="A94737"/>
                </a:solidFill>
                <a:latin typeface="Yu Gothic"/>
                <a:ea typeface="Yu Gothic"/>
                <a:cs typeface="Yu Gothic"/>
              </a:defRPr>
            </a:pPr>
            <a:r>
              <a:rPr sz="2025">
                <a:solidFill>
                  <a:srgbClr val="A94737"/>
                </a:solidFill>
                <a:latin typeface="Yu Gothic"/>
                <a:ea typeface="Yu Gothic"/>
                <a:cs typeface="Yu Gothic"/>
              </a:rPr>
              <a:t>反：−c</a:t>
            </a:r>
          </a:p>
        </p:txBody>
      </p:sp>
      <p:sp>
        <p:nvSpPr>
          <p:cNvPr id="68" name="">
            <a:extLst xmlns:a="http://schemas.openxmlformats.org/drawingml/2006/main">
              <a:ext uri="{FF2B5EF4-FFF2-40B4-BE49-F238E27FC236}">
                <a16:creationId xmlns:a16="http://schemas.microsoft.com/office/drawing/2014/main" id="{DB1A6E07-637A-4094-A495-979FC3DF8D31}"/>
              </a:ext>
            </a:extLst>
          </p:cNvPr>
          <p:cNvSpPr>
            <a:spLocks xmlns:a="http://schemas.openxmlformats.org/drawingml/2006/main" noGrp="1"/>
          </p:cNvSpPr>
          <p:nvPr/>
        </p:nvSpPr>
        <p:spPr>
          <a:xfrm xmlns:a="http://schemas.openxmlformats.org/drawingml/2006/main">
            <a:off x="9917906" y="4554855"/>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O</a:t>
            </a:r>
          </a:p>
        </p:txBody>
      </p:sp>
      <p:sp>
        <p:nvSpPr>
          <p:cNvPr id="69" name="">
            <a:extLst xmlns:a="http://schemas.openxmlformats.org/drawingml/2006/main">
              <a:ext uri="{FF2B5EF4-FFF2-40B4-BE49-F238E27FC236}">
                <a16:creationId xmlns:a16="http://schemas.microsoft.com/office/drawing/2014/main" id="{909A3904-2068-4414-AB1A-D7D3B2BD5479}"/>
              </a:ext>
            </a:extLst>
          </p:cNvPr>
          <p:cNvSpPr>
            <a:spLocks xmlns:a="http://schemas.openxmlformats.org/drawingml/2006/main" noGrp="1"/>
          </p:cNvSpPr>
          <p:nvPr/>
        </p:nvSpPr>
        <p:spPr>
          <a:xfrm xmlns:a="http://schemas.openxmlformats.org/drawingml/2006/main">
            <a:off x="9155906" y="351663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−c</a:t>
            </a:r>
          </a:p>
        </p:txBody>
      </p:sp>
      <p:sp>
        <p:nvSpPr>
          <p:cNvPr id="70" name="">
            <a:extLst xmlns:a="http://schemas.openxmlformats.org/drawingml/2006/main">
              <a:ext uri="{FF2B5EF4-FFF2-40B4-BE49-F238E27FC236}">
                <a16:creationId xmlns:a16="http://schemas.microsoft.com/office/drawing/2014/main" id="{32194F67-5645-4E9D-8FFD-3BEE6C575515}"/>
              </a:ext>
            </a:extLst>
          </p:cNvPr>
          <p:cNvSpPr>
            <a:spLocks xmlns:a="http://schemas.openxmlformats.org/drawingml/2006/main" noGrp="1"/>
          </p:cNvSpPr>
          <p:nvPr/>
        </p:nvSpPr>
        <p:spPr>
          <a:xfrm xmlns:a="http://schemas.openxmlformats.org/drawingml/2006/main">
            <a:off x="6210300" y="5505450"/>
            <a:ext cx="5057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a:solidFill>
                  <a:srgbClr val="52616A"/>
                </a:solidFill>
                <a:latin typeface="Yu Gothic"/>
                <a:ea typeface="Yu Gothic"/>
                <a:cs typeface="Yu Gothic"/>
              </a:defRPr>
            </a:defPPr>
            <a:lvl1pPr>
              <a:defRPr sz="1650">
                <a:solidFill>
                  <a:srgbClr val="52616A"/>
                </a:solidFill>
                <a:latin typeface="Yu Gothic"/>
                <a:ea typeface="Yu Gothic"/>
                <a:cs typeface="Yu Gothic"/>
              </a:defRPr>
            </a:lvl1pPr>
            <a:lvl2pPr>
              <a:defRPr sz="1650">
                <a:solidFill>
                  <a:srgbClr val="52616A"/>
                </a:solidFill>
                <a:latin typeface="Yu Gothic"/>
                <a:ea typeface="Yu Gothic"/>
                <a:cs typeface="Yu Gothic"/>
              </a:defRPr>
            </a:lvl2pPr>
            <a:lvl3pPr>
              <a:defRPr sz="1650">
                <a:solidFill>
                  <a:srgbClr val="52616A"/>
                </a:solidFill>
                <a:latin typeface="Yu Gothic"/>
                <a:ea typeface="Yu Gothic"/>
                <a:cs typeface="Yu Gothic"/>
              </a:defRPr>
            </a:lvl3pPr>
            <a:lvl4pPr>
              <a:defRPr sz="1650">
                <a:solidFill>
                  <a:srgbClr val="52616A"/>
                </a:solidFill>
                <a:latin typeface="Yu Gothic"/>
                <a:ea typeface="Yu Gothic"/>
                <a:cs typeface="Yu Gothic"/>
              </a:defRPr>
            </a:lvl4pPr>
            <a:lvl5pPr>
              <a:defRPr sz="1650">
                <a:solidFill>
                  <a:srgbClr val="52616A"/>
                </a:solidFill>
                <a:latin typeface="Yu Gothic"/>
                <a:ea typeface="Yu Gothic"/>
                <a:cs typeface="Yu Gothic"/>
              </a:defRPr>
            </a:lvl5pPr>
            <a:lvl6pPr>
              <a:defRPr sz="1650">
                <a:solidFill>
                  <a:srgbClr val="52616A"/>
                </a:solidFill>
                <a:latin typeface="Yu Gothic"/>
                <a:ea typeface="Yu Gothic"/>
                <a:cs typeface="Yu Gothic"/>
              </a:defRPr>
            </a:lvl6pPr>
            <a:lvl7pPr>
              <a:defRPr sz="1650">
                <a:solidFill>
                  <a:srgbClr val="52616A"/>
                </a:solidFill>
                <a:latin typeface="Yu Gothic"/>
                <a:ea typeface="Yu Gothic"/>
                <a:cs typeface="Yu Gothic"/>
              </a:defRPr>
            </a:lvl7pPr>
            <a:lvl8pPr>
              <a:defRPr sz="1650">
                <a:solidFill>
                  <a:srgbClr val="52616A"/>
                </a:solidFill>
                <a:latin typeface="Yu Gothic"/>
                <a:ea typeface="Yu Gothic"/>
                <a:cs typeface="Yu Gothic"/>
              </a:defRPr>
            </a:lvl8pPr>
            <a:lvl9pPr>
              <a:defRPr sz="1650">
                <a:solidFill>
                  <a:srgbClr val="52616A"/>
                </a:solidFill>
                <a:latin typeface="Yu Gothic"/>
                <a:ea typeface="Yu Gothic"/>
                <a:cs typeface="Yu Gothic"/>
              </a:defRPr>
            </a:lvl9pPr>
          </a:lstStyle>
          <a:p xmlns:a="http://schemas.openxmlformats.org/drawingml/2006/main">
            <a:pPr>
              <a:defRPr sz="1650">
                <a:solidFill>
                  <a:srgbClr val="52616A"/>
                </a:solidFill>
                <a:latin typeface="Yu Gothic"/>
                <a:ea typeface="Yu Gothic"/>
                <a:cs typeface="Yu Gothic"/>
              </a:defRPr>
            </a:pPr>
            <a:r>
              <a:rPr sz="1650">
                <a:solidFill>
                  <a:srgbClr val="52616A"/>
                </a:solidFill>
                <a:latin typeface="Yu Gothic"/>
                <a:ea typeface="Yu Gothic"/>
                <a:cs typeface="Yu Gothic"/>
              </a:rPr>
              <a:t>同じ器械点の姿勢比較／角を誇張</a:t>
            </a:r>
          </a:p>
        </p:txBody>
      </p:sp>
    </p:spTree>
    <p:extLst>
      <p:ext uri="{BB962C8B-B14F-4D97-AF65-F5344CB8AC3E}">
        <p14:creationId xmlns:p14="http://schemas.microsoft.com/office/powerpoint/2010/main" val="209499755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61A7EF2-4E38-494E-A6DF-7C53C508667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7FBD966B-26CB-4665-B456-3901A9D70E9F}"/>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BA6C145E-4C35-4621-BDD7-FA3D6ED541C5}"/>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反対符号の成分は、平均で相殺する</a:t>
            </a:r>
          </a:p>
        </p:txBody>
      </p:sp>
      <p:sp>
        <p:nvSpPr>
          <p:cNvPr id="4" name="">
            <a:extLst xmlns:a="http://schemas.openxmlformats.org/drawingml/2006/main">
              <a:ext uri="{FF2B5EF4-FFF2-40B4-BE49-F238E27FC236}">
                <a16:creationId xmlns:a16="http://schemas.microsoft.com/office/drawing/2014/main" id="{DCFD244B-AD0D-4D19-AE51-4B6A3EBF5423}"/>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6CC1969-7BB1-4FC9-88D4-C13ABB046207}"/>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70FDACCC-9C61-4935-B082-643C5A1DD163}"/>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19</a:t>
            </a:r>
          </a:p>
        </p:txBody>
      </p:sp>
      <p:sp>
        <p:nvSpPr>
          <p:cNvPr id="7" name="">
            <a:extLst xmlns:a="http://schemas.openxmlformats.org/drawingml/2006/main">
              <a:ext uri="{FF2B5EF4-FFF2-40B4-BE49-F238E27FC236}">
                <a16:creationId xmlns:a16="http://schemas.microsoft.com/office/drawing/2014/main" id="{6F99D278-F485-4778-A1C5-0D340D9A7C74}"/>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真の方向40°、正に＋3″、換算反に−3″</a:t>
            </a:r>
          </a:p>
        </p:txBody>
      </p:sp>
      <p:sp>
        <p:nvSpPr>
          <p:cNvPr id="8" name="">
            <a:extLst xmlns:a="http://schemas.openxmlformats.org/drawingml/2006/main">
              <a:ext uri="{FF2B5EF4-FFF2-40B4-BE49-F238E27FC236}">
                <a16:creationId xmlns:a16="http://schemas.microsoft.com/office/drawing/2014/main" id="{4CC3FB0E-B0C7-47DD-8D0B-DEE0F02C17C3}"/>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正＝40°00′03″、換算反＝39°59′57″</a:t>
            </a:r>
          </a:p>
        </p:txBody>
      </p:sp>
      <p:sp>
        <p:nvSpPr>
          <p:cNvPr id="9" name="">
            <a:extLst xmlns:a="http://schemas.openxmlformats.org/drawingml/2006/main">
              <a:ext uri="{FF2B5EF4-FFF2-40B4-BE49-F238E27FC236}">
                <a16:creationId xmlns:a16="http://schemas.microsoft.com/office/drawing/2014/main" id="{97E6D010-A481-473B-9BAF-236A31134A44}"/>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共通の＋5″があれば平均にも＋5″残る</a:t>
            </a:r>
          </a:p>
        </p:txBody>
      </p:sp>
      <p:sp>
        <p:nvSpPr>
          <p:cNvPr id="10" name="">
            <a:extLst xmlns:a="http://schemas.openxmlformats.org/drawingml/2006/main">
              <a:ext uri="{FF2B5EF4-FFF2-40B4-BE49-F238E27FC236}">
                <a16:creationId xmlns:a16="http://schemas.microsoft.com/office/drawing/2014/main" id="{0667C2E5-8A35-4929-A2B8-73CE3B9B396D}"/>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平均で減る成分と、残る成分がある</a:t>
            </a:r>
          </a:p>
        </p:txBody>
      </p:sp>
    </p:spTree>
    <p:extLst>
      <p:ext uri="{BB962C8B-B14F-4D97-AF65-F5344CB8AC3E}">
        <p14:creationId xmlns:p14="http://schemas.microsoft.com/office/powerpoint/2010/main" val="206987397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A8F3BE2-FE03-4E26-BFD6-1350DA0D1C7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9F6A94A9-68A3-4720-A654-93FB9DF446C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05E9A354-A38F-4A20-9DD9-812353D612FB}"/>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正反観測で軽減するのは、この3つ</a:t>
            </a:r>
          </a:p>
        </p:txBody>
      </p:sp>
      <p:sp>
        <p:nvSpPr>
          <p:cNvPr id="4" name="">
            <a:extLst xmlns:a="http://schemas.openxmlformats.org/drawingml/2006/main">
              <a:ext uri="{FF2B5EF4-FFF2-40B4-BE49-F238E27FC236}">
                <a16:creationId xmlns:a16="http://schemas.microsoft.com/office/drawing/2014/main" id="{B1A78FB4-65FC-486D-A53B-D677919A9D7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A95703C3-020F-417B-AAB2-1985F96C4E7E}"/>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E0A0C9AF-E58E-4A40-931C-A584A0682B6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20</a:t>
            </a:r>
          </a:p>
        </p:txBody>
      </p:sp>
      <p:sp>
        <p:nvSpPr>
          <p:cNvPr id="7" name="">
            <a:extLst xmlns:a="http://schemas.openxmlformats.org/drawingml/2006/main">
              <a:ext uri="{FF2B5EF4-FFF2-40B4-BE49-F238E27FC236}">
                <a16:creationId xmlns:a16="http://schemas.microsoft.com/office/drawing/2014/main" id="{32DC8E2D-A9A4-4781-A314-5EA9165D72AB}"/>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同じ条件で反転し、平均する</a:t>
            </a:r>
          </a:p>
        </p:txBody>
      </p:sp>
      <p:graphicFrame>
        <p:nvGraphicFramePr>
          <p:cNvPr id="8" name="">
            <a:extLst xmlns:a="http://schemas.openxmlformats.org/drawingml/2006/main">
              <a:ext uri="{FF2B5EF4-FFF2-40B4-BE49-F238E27FC236}">
                <a16:creationId xmlns:a16="http://schemas.microsoft.com/office/drawing/2014/main" id="{590C5133-5F99-4F5A-BDD3-23D90E3E4FF4}"/>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4297680"/>
                <a:gridCol w="6446520"/>
              </a:tblGrid>
              <a:tr h="690563">
                <a:tc>
                  <a:txBody>
                    <a:bodyPr wrap="square" lIns="57150" tIns="57150" rIns="57150" bIns="57150">
                      <a:noAutofit/>
                    </a:bodyPr>
                    <a:lstStyle/>
                    <a:p>
                      <a:pPr algn="ctr"/>
                      <a:r>
                        <a:rPr sz="1950" b="1">
                          <a:solidFill>
                            <a:srgbClr val="FFFFFF"/>
                          </a:solidFill>
                          <a:latin typeface="Yu Gothic"/>
                          <a:ea typeface="Yu Gothic"/>
                          <a:cs typeface="Yu Gothic"/>
                        </a:rPr>
                        <a:t>誤差の種類</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由来</a:t>
                      </a:r>
                    </a:p>
                  </a:txBody>
                  <a:tcPr marL="91440" marR="91440" marT="45720" marB="45720" anchor="ctr">
                    <a:solidFill>
                      <a:srgbClr val="166B68"/>
                    </a:solidFill>
                  </a:tcPr>
                </a:tc>
              </a:tr>
              <a:tr h="690563">
                <a:tc>
                  <a:txBody>
                    <a:bodyPr wrap="square" lIns="57150" tIns="57150" rIns="57150" bIns="57150">
                      <a:noAutofit/>
                    </a:bodyPr>
                    <a:lstStyle/>
                    <a:p>
                      <a:pPr algn="ctr"/>
                      <a:r>
                        <a:rPr sz="1950" b="0">
                          <a:solidFill>
                            <a:srgbClr val="182B33"/>
                          </a:solidFill>
                          <a:latin typeface="Yu Gothic"/>
                          <a:ea typeface="Yu Gothic"/>
                          <a:cs typeface="Yu Gothic"/>
                        </a:rPr>
                        <a:t>視準軸誤差</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視準軸と水平軸の直交ずれ</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水平軸誤差</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水平軸と鉛直軸の直交ずれ</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水平目盛盤の偏心</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目盛円中心と回転中心のずれ</a:t>
                      </a:r>
                    </a:p>
                  </a:txBody>
                  <a:tcPr marL="91440" marR="91440" marT="45720" marB="45720" anchor="ctr"/>
                </a:tc>
              </a:tr>
            </a:tbl>
          </a:graphicData>
        </a:graphic>
      </p:graphicFrame>
    </p:spTree>
    <p:extLst>
      <p:ext uri="{BB962C8B-B14F-4D97-AF65-F5344CB8AC3E}">
        <p14:creationId xmlns:p14="http://schemas.microsoft.com/office/powerpoint/2010/main" val="64625977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F08C27A-4369-4216-8FB1-46A38965248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D88B2BF4-AC50-424F-AAF6-83438B45113F}"/>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85DCBC57-CBDD-482E-9E81-B74AAA5C523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目盛盤の偏心と、求心ずれは別物</a:t>
            </a:r>
          </a:p>
        </p:txBody>
      </p:sp>
      <p:sp>
        <p:nvSpPr>
          <p:cNvPr id="4" name="">
            <a:extLst xmlns:a="http://schemas.openxmlformats.org/drawingml/2006/main">
              <a:ext uri="{FF2B5EF4-FFF2-40B4-BE49-F238E27FC236}">
                <a16:creationId xmlns:a16="http://schemas.microsoft.com/office/drawing/2014/main" id="{D619A574-36E7-4549-80B1-7593851C7C47}"/>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E82F9DE-D024-426F-9645-9BDDA440E217}"/>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C4B6B03C-D54B-4750-9915-F3C8D5D78D88}"/>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21</a:t>
            </a:r>
          </a:p>
        </p:txBody>
      </p:sp>
      <p:sp>
        <p:nvSpPr>
          <p:cNvPr id="7" name="">
            <a:extLst xmlns:a="http://schemas.openxmlformats.org/drawingml/2006/main">
              <a:ext uri="{FF2B5EF4-FFF2-40B4-BE49-F238E27FC236}">
                <a16:creationId xmlns:a16="http://schemas.microsoft.com/office/drawing/2014/main" id="{B69DFBD8-D320-4366-96AB-CDB0AB2FA8E5}"/>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器械内部の中心ずれと</a:t>
            </a:r>
          </a:p>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据付位置のずれ</a:t>
            </a:r>
          </a:p>
        </p:txBody>
      </p:sp>
      <p:sp>
        <p:nvSpPr>
          <p:cNvPr id="8" name="">
            <a:extLst xmlns:a="http://schemas.openxmlformats.org/drawingml/2006/main">
              <a:ext uri="{FF2B5EF4-FFF2-40B4-BE49-F238E27FC236}">
                <a16:creationId xmlns:a16="http://schemas.microsoft.com/office/drawing/2014/main" id="{4F3D41E5-6BF4-4FF3-9226-2AC0093E8EDB}"/>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目盛盤の偏心：正反で軽減</a:t>
            </a:r>
          </a:p>
        </p:txBody>
      </p:sp>
      <p:sp>
        <p:nvSpPr>
          <p:cNvPr id="9" name="">
            <a:extLst xmlns:a="http://schemas.openxmlformats.org/drawingml/2006/main">
              <a:ext uri="{FF2B5EF4-FFF2-40B4-BE49-F238E27FC236}">
                <a16:creationId xmlns:a16="http://schemas.microsoft.com/office/drawing/2014/main" id="{34286F84-2FEC-4C2F-87EE-81D6FD591B52}"/>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求心ずれ・鉛直軸の傾き：残る</a:t>
            </a:r>
          </a:p>
        </p:txBody>
      </p:sp>
      <p:sp>
        <p:nvSpPr>
          <p:cNvPr id="10" name="">
            <a:extLst xmlns:a="http://schemas.openxmlformats.org/drawingml/2006/main">
              <a:ext uri="{FF2B5EF4-FFF2-40B4-BE49-F238E27FC236}">
                <a16:creationId xmlns:a16="http://schemas.microsoft.com/office/drawing/2014/main" id="{5A23261E-F405-485F-935B-1D5FF74EEA90}"/>
              </a:ext>
            </a:extLst>
          </p:cNvPr>
          <p:cNvSpPr>
            <a:spLocks xmlns:a="http://schemas.openxmlformats.org/drawingml/2006/main" noGrp="1"/>
          </p:cNvSpPr>
          <p:nvPr/>
        </p:nvSpPr>
        <p:spPr>
          <a:xfrm xmlns:a="http://schemas.openxmlformats.org/drawingml/2006/main">
            <a:off x="7296150" y="2541270"/>
            <a:ext cx="2682240" cy="2682240"/>
          </a:xfrm>
          <a:prstGeom xmlns:a="http://schemas.openxmlformats.org/drawingml/2006/main" prst="ellipse">
            <a:avLst/>
          </a:prstGeom>
          <a:noFill xmlns:a="http://schemas.openxmlformats.org/drawingml/2006/main"/>
          <a:ln xmlns:a="http://schemas.openxmlformats.org/drawingml/2006/main" w="38100">
            <a:solidFill>
              <a:srgbClr val="166B68"/>
            </a:solidFill>
            <a:prstDash val="solid"/>
          </a:ln>
        </p:spPr>
      </p:sp>
      <p:sp>
        <p:nvSpPr>
          <p:cNvPr id="11" name="">
            <a:extLst xmlns:a="http://schemas.openxmlformats.org/drawingml/2006/main">
              <a:ext uri="{FF2B5EF4-FFF2-40B4-BE49-F238E27FC236}">
                <a16:creationId xmlns:a16="http://schemas.microsoft.com/office/drawing/2014/main" id="{FA434E13-DA62-4482-A6D7-4EE95B48292C}"/>
              </a:ext>
            </a:extLst>
          </p:cNvPr>
          <p:cNvSpPr>
            <a:spLocks xmlns:a="http://schemas.openxmlformats.org/drawingml/2006/main" noGrp="1"/>
          </p:cNvSpPr>
          <p:nvPr/>
        </p:nvSpPr>
        <p:spPr>
          <a:xfrm xmlns:a="http://schemas.openxmlformats.org/drawingml/2006/main">
            <a:off x="8561070" y="3806190"/>
            <a:ext cx="152400" cy="1524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2" name="">
            <a:extLst xmlns:a="http://schemas.openxmlformats.org/drawingml/2006/main">
              <a:ext uri="{FF2B5EF4-FFF2-40B4-BE49-F238E27FC236}">
                <a16:creationId xmlns:a16="http://schemas.microsoft.com/office/drawing/2014/main" id="{7507F276-2E2B-4228-99BC-3FA73BF86F25}"/>
              </a:ext>
            </a:extLst>
          </p:cNvPr>
          <p:cNvSpPr>
            <a:spLocks xmlns:a="http://schemas.openxmlformats.org/drawingml/2006/main" noGrp="1"/>
          </p:cNvSpPr>
          <p:nvPr/>
        </p:nvSpPr>
        <p:spPr>
          <a:xfrm xmlns:a="http://schemas.openxmlformats.org/drawingml/2006/main">
            <a:off x="9019699" y="3512820"/>
            <a:ext cx="152400" cy="15240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13" name="">
            <a:extLst xmlns:a="http://schemas.openxmlformats.org/drawingml/2006/main">
              <a:ext uri="{FF2B5EF4-FFF2-40B4-BE49-F238E27FC236}">
                <a16:creationId xmlns:a16="http://schemas.microsoft.com/office/drawing/2014/main" id="{D88729A9-EA7E-470D-BC10-9BD74CBD01FE}"/>
              </a:ext>
            </a:extLst>
          </p:cNvPr>
          <p:cNvSpPr>
            <a:spLocks xmlns:a="http://schemas.openxmlformats.org/drawingml/2006/main" noGrp="1"/>
          </p:cNvSpPr>
          <p:nvPr/>
        </p:nvSpPr>
        <p:spPr>
          <a:xfrm xmlns:a="http://schemas.openxmlformats.org/drawingml/2006/main">
            <a:off x="8637270" y="3589020"/>
            <a:ext cx="458629" cy="293370"/>
          </a:xfrm>
          <a:custGeom xmlns:a="http://schemas.openxmlformats.org/drawingml/2006/main">
            <a:pathLst>
              <a:path w="458629" h="293370">
                <a:moveTo>
                  <a:pt x="458629" y="0"/>
                </a:moveTo>
                <a:lnTo>
                  <a:pt x="0" y="293370"/>
                </a:lnTo>
              </a:path>
            </a:pathLst>
          </a:custGeom>
          <a:noFill xmlns:a="http://schemas.openxmlformats.org/drawingml/2006/main"/>
          <a:ln xmlns:a="http://schemas.openxmlformats.org/drawingml/2006/main" w="28575">
            <a:solidFill>
              <a:srgbClr val="A94737"/>
            </a:solidFill>
            <a:prstDash val="solid"/>
          </a:ln>
        </p:spPr>
      </p:sp>
      <p:sp>
        <p:nvSpPr>
          <p:cNvPr id="14" name="">
            <a:extLst xmlns:a="http://schemas.openxmlformats.org/drawingml/2006/main">
              <a:ext uri="{FF2B5EF4-FFF2-40B4-BE49-F238E27FC236}">
                <a16:creationId xmlns:a16="http://schemas.microsoft.com/office/drawing/2014/main" id="{8A59EC54-E693-42FB-8F51-6174F37831CB}"/>
              </a:ext>
            </a:extLst>
          </p:cNvPr>
          <p:cNvSpPr>
            <a:spLocks xmlns:a="http://schemas.openxmlformats.org/drawingml/2006/main" noGrp="1"/>
          </p:cNvSpPr>
          <p:nvPr/>
        </p:nvSpPr>
        <p:spPr>
          <a:xfrm xmlns:a="http://schemas.openxmlformats.org/drawingml/2006/main">
            <a:off x="7302558" y="3401368"/>
            <a:ext cx="2586598" cy="611884"/>
          </a:xfrm>
          <a:custGeom xmlns:a="http://schemas.openxmlformats.org/drawingml/2006/main">
            <a:pathLst>
              <a:path w="2586598" h="611884">
                <a:moveTo>
                  <a:pt x="2586598" y="0"/>
                </a:moveTo>
                <a:lnTo>
                  <a:pt x="0" y="611884"/>
                </a:lnTo>
              </a:path>
            </a:pathLst>
          </a:custGeom>
          <a:noFill xmlns:a="http://schemas.openxmlformats.org/drawingml/2006/main"/>
          <a:ln xmlns:a="http://schemas.openxmlformats.org/drawingml/2006/main" w="28575">
            <a:solidFill>
              <a:srgbClr val="182B33"/>
            </a:solidFill>
            <a:prstDash val="solid"/>
          </a:ln>
        </p:spPr>
      </p:sp>
      <p:sp>
        <p:nvSpPr>
          <p:cNvPr id="15" name="">
            <a:extLst xmlns:a="http://schemas.openxmlformats.org/drawingml/2006/main">
              <a:ext uri="{FF2B5EF4-FFF2-40B4-BE49-F238E27FC236}">
                <a16:creationId xmlns:a16="http://schemas.microsoft.com/office/drawing/2014/main" id="{92052F91-A755-45C6-B539-9E78F621462C}"/>
              </a:ext>
            </a:extLst>
          </p:cNvPr>
          <p:cNvSpPr>
            <a:spLocks xmlns:a="http://schemas.openxmlformats.org/drawingml/2006/main" noGrp="1"/>
          </p:cNvSpPr>
          <p:nvPr/>
        </p:nvSpPr>
        <p:spPr>
          <a:xfrm xmlns:a="http://schemas.openxmlformats.org/drawingml/2006/main">
            <a:off x="9832005" y="3344218"/>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6" name="">
            <a:extLst xmlns:a="http://schemas.openxmlformats.org/drawingml/2006/main">
              <a:ext uri="{FF2B5EF4-FFF2-40B4-BE49-F238E27FC236}">
                <a16:creationId xmlns:a16="http://schemas.microsoft.com/office/drawing/2014/main" id="{13A3D795-DC0C-4D0F-B669-F9CEEB902443}"/>
              </a:ext>
            </a:extLst>
          </p:cNvPr>
          <p:cNvSpPr>
            <a:spLocks xmlns:a="http://schemas.openxmlformats.org/drawingml/2006/main" noGrp="1"/>
          </p:cNvSpPr>
          <p:nvPr/>
        </p:nvSpPr>
        <p:spPr>
          <a:xfrm xmlns:a="http://schemas.openxmlformats.org/drawingml/2006/main">
            <a:off x="9965355" y="3144193"/>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読Ⅰ</a:t>
            </a:r>
          </a:p>
        </p:txBody>
      </p:sp>
      <p:sp>
        <p:nvSpPr>
          <p:cNvPr id="17" name="">
            <a:extLst xmlns:a="http://schemas.openxmlformats.org/drawingml/2006/main">
              <a:ext uri="{FF2B5EF4-FFF2-40B4-BE49-F238E27FC236}">
                <a16:creationId xmlns:a16="http://schemas.microsoft.com/office/drawing/2014/main" id="{29866C3A-C2A2-4B7F-83CF-59860F01575E}"/>
              </a:ext>
            </a:extLst>
          </p:cNvPr>
          <p:cNvSpPr>
            <a:spLocks xmlns:a="http://schemas.openxmlformats.org/drawingml/2006/main" noGrp="1"/>
          </p:cNvSpPr>
          <p:nvPr/>
        </p:nvSpPr>
        <p:spPr>
          <a:xfrm xmlns:a="http://schemas.openxmlformats.org/drawingml/2006/main">
            <a:off x="7245408" y="3956101"/>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8" name="">
            <a:extLst xmlns:a="http://schemas.openxmlformats.org/drawingml/2006/main">
              <a:ext uri="{FF2B5EF4-FFF2-40B4-BE49-F238E27FC236}">
                <a16:creationId xmlns:a16="http://schemas.microsoft.com/office/drawing/2014/main" id="{6B6E775F-AC3B-46AA-91BD-C84ADE0301E2}"/>
              </a:ext>
            </a:extLst>
          </p:cNvPr>
          <p:cNvSpPr>
            <a:spLocks xmlns:a="http://schemas.openxmlformats.org/drawingml/2006/main" noGrp="1"/>
          </p:cNvSpPr>
          <p:nvPr/>
        </p:nvSpPr>
        <p:spPr>
          <a:xfrm xmlns:a="http://schemas.openxmlformats.org/drawingml/2006/main">
            <a:off x="6654858" y="4060876"/>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読Ⅱ</a:t>
            </a:r>
          </a:p>
        </p:txBody>
      </p:sp>
      <p:sp>
        <p:nvSpPr>
          <p:cNvPr id="19" name="">
            <a:extLst xmlns:a="http://schemas.openxmlformats.org/drawingml/2006/main">
              <a:ext uri="{FF2B5EF4-FFF2-40B4-BE49-F238E27FC236}">
                <a16:creationId xmlns:a16="http://schemas.microsoft.com/office/drawing/2014/main" id="{0713F70B-E777-45FF-BDA7-94632FB7587D}"/>
              </a:ext>
            </a:extLst>
          </p:cNvPr>
          <p:cNvSpPr>
            <a:spLocks xmlns:a="http://schemas.openxmlformats.org/drawingml/2006/main" noGrp="1"/>
          </p:cNvSpPr>
          <p:nvPr/>
        </p:nvSpPr>
        <p:spPr>
          <a:xfrm xmlns:a="http://schemas.openxmlformats.org/drawingml/2006/main">
            <a:off x="7312343" y="2373630"/>
            <a:ext cx="1324927" cy="1508760"/>
          </a:xfrm>
          <a:custGeom xmlns:a="http://schemas.openxmlformats.org/drawingml/2006/main">
            <a:pathLst>
              <a:path w="1324927" h="1508760">
                <a:moveTo>
                  <a:pt x="1324927" y="1508760"/>
                </a:moveTo>
                <a:lnTo>
                  <a:pt x="0" y="0"/>
                </a:lnTo>
              </a:path>
            </a:pathLst>
          </a:custGeom>
          <a:noFill xmlns:a="http://schemas.openxmlformats.org/drawingml/2006/main"/>
          <a:ln xmlns:a="http://schemas.openxmlformats.org/drawingml/2006/main" w="19050">
            <a:solidFill>
              <a:srgbClr val="166B68"/>
            </a:solidFill>
            <a:prstDash val="solid"/>
          </a:ln>
        </p:spPr>
      </p:sp>
      <p:sp>
        <p:nvSpPr>
          <p:cNvPr id="20" name="">
            <a:extLst xmlns:a="http://schemas.openxmlformats.org/drawingml/2006/main">
              <a:ext uri="{FF2B5EF4-FFF2-40B4-BE49-F238E27FC236}">
                <a16:creationId xmlns:a16="http://schemas.microsoft.com/office/drawing/2014/main" id="{8422E329-99A1-498A-AF49-A294AB6DDFAA}"/>
              </a:ext>
            </a:extLst>
          </p:cNvPr>
          <p:cNvSpPr>
            <a:spLocks xmlns:a="http://schemas.openxmlformats.org/drawingml/2006/main" noGrp="1"/>
          </p:cNvSpPr>
          <p:nvPr/>
        </p:nvSpPr>
        <p:spPr>
          <a:xfrm xmlns:a="http://schemas.openxmlformats.org/drawingml/2006/main">
            <a:off x="6344126" y="2038350"/>
            <a:ext cx="1273969"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目盛円中心</a:t>
            </a:r>
          </a:p>
        </p:txBody>
      </p:sp>
      <p:sp>
        <p:nvSpPr>
          <p:cNvPr id="21" name="">
            <a:extLst xmlns:a="http://schemas.openxmlformats.org/drawingml/2006/main">
              <a:ext uri="{FF2B5EF4-FFF2-40B4-BE49-F238E27FC236}">
                <a16:creationId xmlns:a16="http://schemas.microsoft.com/office/drawing/2014/main" id="{8DB477F1-EAEA-4FB2-A506-B9EEF1607050}"/>
              </a:ext>
            </a:extLst>
          </p:cNvPr>
          <p:cNvSpPr>
            <a:spLocks xmlns:a="http://schemas.openxmlformats.org/drawingml/2006/main" noGrp="1"/>
          </p:cNvSpPr>
          <p:nvPr/>
        </p:nvSpPr>
        <p:spPr>
          <a:xfrm xmlns:a="http://schemas.openxmlformats.org/drawingml/2006/main">
            <a:off x="9095899" y="2205990"/>
            <a:ext cx="1019175" cy="1383030"/>
          </a:xfrm>
          <a:custGeom xmlns:a="http://schemas.openxmlformats.org/drawingml/2006/main">
            <a:pathLst>
              <a:path w="1019175" h="1383030">
                <a:moveTo>
                  <a:pt x="0" y="1383030"/>
                </a:moveTo>
                <a:lnTo>
                  <a:pt x="1019175" y="0"/>
                </a:lnTo>
              </a:path>
            </a:pathLst>
          </a:custGeom>
          <a:noFill xmlns:a="http://schemas.openxmlformats.org/drawingml/2006/main"/>
          <a:ln xmlns:a="http://schemas.openxmlformats.org/drawingml/2006/main" w="19050">
            <a:solidFill>
              <a:srgbClr val="A94737"/>
            </a:solidFill>
            <a:prstDash val="solid"/>
          </a:ln>
        </p:spPr>
      </p:sp>
      <p:sp>
        <p:nvSpPr>
          <p:cNvPr id="22" name="">
            <a:extLst xmlns:a="http://schemas.openxmlformats.org/drawingml/2006/main">
              <a:ext uri="{FF2B5EF4-FFF2-40B4-BE49-F238E27FC236}">
                <a16:creationId xmlns:a16="http://schemas.microsoft.com/office/drawing/2014/main" id="{BDB329F6-44B7-47D7-9670-8BA47E92160F}"/>
              </a:ext>
            </a:extLst>
          </p:cNvPr>
          <p:cNvSpPr>
            <a:spLocks xmlns:a="http://schemas.openxmlformats.org/drawingml/2006/main" noGrp="1"/>
          </p:cNvSpPr>
          <p:nvPr/>
        </p:nvSpPr>
        <p:spPr>
          <a:xfrm xmlns:a="http://schemas.openxmlformats.org/drawingml/2006/main">
            <a:off x="10064115" y="1870710"/>
            <a:ext cx="112109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回転中心</a:t>
            </a:r>
          </a:p>
        </p:txBody>
      </p:sp>
      <p:sp>
        <p:nvSpPr>
          <p:cNvPr id="23" name="">
            <a:extLst xmlns:a="http://schemas.openxmlformats.org/drawingml/2006/main">
              <a:ext uri="{FF2B5EF4-FFF2-40B4-BE49-F238E27FC236}">
                <a16:creationId xmlns:a16="http://schemas.microsoft.com/office/drawing/2014/main" id="{00DCFD7F-132B-45B3-BA7B-5C2EDABCF2C6}"/>
              </a:ext>
            </a:extLst>
          </p:cNvPr>
          <p:cNvSpPr>
            <a:spLocks xmlns:a="http://schemas.openxmlformats.org/drawingml/2006/main" noGrp="1"/>
          </p:cNvSpPr>
          <p:nvPr/>
        </p:nvSpPr>
        <p:spPr>
          <a:xfrm xmlns:a="http://schemas.openxmlformats.org/drawingml/2006/main">
            <a:off x="6238875" y="5534025"/>
            <a:ext cx="5000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読Ⅰ と 読Ⅱ は180°対向読み</a:t>
            </a:r>
          </a:p>
        </p:txBody>
      </p:sp>
    </p:spTree>
    <p:extLst>
      <p:ext uri="{BB962C8B-B14F-4D97-AF65-F5344CB8AC3E}">
        <p14:creationId xmlns:p14="http://schemas.microsoft.com/office/powerpoint/2010/main" val="130557955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C92543-FA0B-45CE-BD0E-4A823803C51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945BC2B6-F645-4EE2-82AE-397CC6D6F1A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CF715DE0-493F-4187-B74C-5CD8F73BCC45}"/>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試験の型：正反で軽減できないもの</a:t>
            </a:r>
          </a:p>
        </p:txBody>
      </p:sp>
      <p:sp>
        <p:nvSpPr>
          <p:cNvPr id="4" name="">
            <a:extLst xmlns:a="http://schemas.openxmlformats.org/drawingml/2006/main">
              <a:ext uri="{FF2B5EF4-FFF2-40B4-BE49-F238E27FC236}">
                <a16:creationId xmlns:a16="http://schemas.microsoft.com/office/drawing/2014/main" id="{EFE5D864-AFC0-4BAF-BD99-A4642AE36EB5}"/>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03A05C10-1015-4D86-BA43-3B0986099F06}"/>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40557A96-8FC4-4A8D-8FB0-B3B4A2CA0662}"/>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22</a:t>
            </a:r>
          </a:p>
        </p:txBody>
      </p:sp>
      <p:sp>
        <p:nvSpPr>
          <p:cNvPr id="7" name="">
            <a:extLst xmlns:a="http://schemas.openxmlformats.org/drawingml/2006/main">
              <a:ext uri="{FF2B5EF4-FFF2-40B4-BE49-F238E27FC236}">
                <a16:creationId xmlns:a16="http://schemas.microsoft.com/office/drawing/2014/main" id="{EBDBB09C-E6C5-4EFB-9143-036D2C8E3ACB}"/>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視準軸・水平軸・鉛直軸・目盛盤偏心</a:t>
            </a:r>
          </a:p>
        </p:txBody>
      </p:sp>
      <p:sp>
        <p:nvSpPr>
          <p:cNvPr id="8" name="">
            <a:extLst xmlns:a="http://schemas.openxmlformats.org/drawingml/2006/main">
              <a:ext uri="{FF2B5EF4-FFF2-40B4-BE49-F238E27FC236}">
                <a16:creationId xmlns:a16="http://schemas.microsoft.com/office/drawing/2014/main" id="{9532F731-B42B-4BB9-AE69-D0330C81328C}"/>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器械を反転しても、鉛直に戻らないのは？</a:t>
            </a:r>
          </a:p>
        </p:txBody>
      </p:sp>
    </p:spTree>
    <p:extLst>
      <p:ext uri="{BB962C8B-B14F-4D97-AF65-F5344CB8AC3E}">
        <p14:creationId xmlns:p14="http://schemas.microsoft.com/office/powerpoint/2010/main" val="207173020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61C978-687C-4349-9059-3CF2CEAAB18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A5355012-113B-4F9E-B142-5DD3AF74EFE8}"/>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B84513BF-D4F7-400B-89F3-7FFCDE62E914}"/>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確認③：そろったら、正しいと言える？</a:t>
            </a:r>
          </a:p>
        </p:txBody>
      </p:sp>
      <p:sp>
        <p:nvSpPr>
          <p:cNvPr id="4" name="">
            <a:extLst xmlns:a="http://schemas.openxmlformats.org/drawingml/2006/main">
              <a:ext uri="{FF2B5EF4-FFF2-40B4-BE49-F238E27FC236}">
                <a16:creationId xmlns:a16="http://schemas.microsoft.com/office/drawing/2014/main" id="{29517793-063B-4A3D-A041-33B95DC3ABA3}"/>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1E090D5-7E43-43B0-8437-1DB8D2B0B9F7}"/>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212CB2CB-186D-4469-B06A-BA7171C6DE7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23</a:t>
            </a:r>
          </a:p>
        </p:txBody>
      </p:sp>
      <p:sp>
        <p:nvSpPr>
          <p:cNvPr id="7" name="">
            <a:extLst xmlns:a="http://schemas.openxmlformats.org/drawingml/2006/main">
              <a:ext uri="{FF2B5EF4-FFF2-40B4-BE49-F238E27FC236}">
                <a16:creationId xmlns:a16="http://schemas.microsoft.com/office/drawing/2014/main" id="{D2D6EA79-DFCF-43BD-966E-8A4D589451AA}"/>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2回とも同じずれが加わっていたら？</a:t>
            </a:r>
          </a:p>
        </p:txBody>
      </p:sp>
      <p:sp>
        <p:nvSpPr>
          <p:cNvPr id="8" name="">
            <a:extLst xmlns:a="http://schemas.openxmlformats.org/drawingml/2006/main">
              <a:ext uri="{FF2B5EF4-FFF2-40B4-BE49-F238E27FC236}">
                <a16:creationId xmlns:a16="http://schemas.microsoft.com/office/drawing/2014/main" id="{A1B25DED-9132-434D-9804-393296DFA52B}"/>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正反の一致＝全誤差が消えた証拠ではない</a:t>
            </a:r>
          </a:p>
        </p:txBody>
      </p:sp>
    </p:spTree>
    <p:extLst>
      <p:ext uri="{BB962C8B-B14F-4D97-AF65-F5344CB8AC3E}">
        <p14:creationId xmlns:p14="http://schemas.microsoft.com/office/powerpoint/2010/main" val="96573955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3FD574A-1CEB-41A1-A1E7-DDDA594B439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99132A2-6F7F-4E2A-897F-791FD3B37609}"/>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493B7477-4F03-4B0E-9830-B3B525105765}"/>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同じ点から、複数の方向を1対回測る</a:t>
            </a:r>
          </a:p>
        </p:txBody>
      </p:sp>
      <p:sp>
        <p:nvSpPr>
          <p:cNvPr id="4" name="">
            <a:extLst xmlns:a="http://schemas.openxmlformats.org/drawingml/2006/main">
              <a:ext uri="{FF2B5EF4-FFF2-40B4-BE49-F238E27FC236}">
                <a16:creationId xmlns:a16="http://schemas.microsoft.com/office/drawing/2014/main" id="{0C90503F-27AB-4BF0-BA74-61E70A4ABC27}"/>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351D1879-D93C-448B-A6FE-3E13EA026D30}"/>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6201F16B-04DD-469C-8AD6-769BB539CAE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24</a:t>
            </a:r>
          </a:p>
        </p:txBody>
      </p:sp>
      <p:sp>
        <p:nvSpPr>
          <p:cNvPr id="7" name="">
            <a:extLst xmlns:a="http://schemas.openxmlformats.org/drawingml/2006/main">
              <a:ext uri="{FF2B5EF4-FFF2-40B4-BE49-F238E27FC236}">
                <a16:creationId xmlns:a16="http://schemas.microsoft.com/office/drawing/2014/main" id="{4F3E0C6C-1953-49CF-AB0B-75766CC6049B}"/>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例：正 A→B→C、反 C→B→A</a:t>
            </a:r>
          </a:p>
        </p:txBody>
      </p:sp>
      <p:sp>
        <p:nvSpPr>
          <p:cNvPr id="8" name="">
            <a:extLst xmlns:a="http://schemas.openxmlformats.org/drawingml/2006/main">
              <a:ext uri="{FF2B5EF4-FFF2-40B4-BE49-F238E27FC236}">
                <a16:creationId xmlns:a16="http://schemas.microsoft.com/office/drawing/2014/main" id="{E300CD5D-E062-42D0-BAA5-49AE022EA5E0}"/>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零方向はA</a:t>
            </a:r>
          </a:p>
        </p:txBody>
      </p:sp>
      <p:sp>
        <p:nvSpPr>
          <p:cNvPr id="9" name="">
            <a:extLst xmlns:a="http://schemas.openxmlformats.org/drawingml/2006/main">
              <a:ext uri="{FF2B5EF4-FFF2-40B4-BE49-F238E27FC236}">
                <a16:creationId xmlns:a16="http://schemas.microsoft.com/office/drawing/2014/main" id="{AF49336B-1172-4794-AE2B-AEC6160C3517}"/>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次の対回では初期目盛を変える</a:t>
            </a:r>
          </a:p>
        </p:txBody>
      </p:sp>
      <p:sp>
        <p:nvSpPr>
          <p:cNvPr id="10" name="">
            <a:extLst xmlns:a="http://schemas.openxmlformats.org/drawingml/2006/main">
              <a:ext uri="{FF2B5EF4-FFF2-40B4-BE49-F238E27FC236}">
                <a16:creationId xmlns:a16="http://schemas.microsoft.com/office/drawing/2014/main" id="{EFEE6B96-13AD-43DE-95F1-912261F2BEF0}"/>
              </a:ext>
            </a:extLst>
          </p:cNvPr>
          <p:cNvSpPr>
            <a:spLocks xmlns:a="http://schemas.openxmlformats.org/drawingml/2006/main" noGrp="1"/>
          </p:cNvSpPr>
          <p:nvPr/>
        </p:nvSpPr>
        <p:spPr>
          <a:xfrm xmlns:a="http://schemas.openxmlformats.org/drawingml/2006/main">
            <a:off x="8739188" y="2277237"/>
            <a:ext cx="9525" cy="1362075"/>
          </a:xfrm>
          <a:custGeom xmlns:a="http://schemas.openxmlformats.org/drawingml/2006/main">
            <a:pathLst>
              <a:path w="9525" h="1362075">
                <a:moveTo>
                  <a:pt x="0" y="1362075"/>
                </a:moveTo>
                <a:lnTo>
                  <a:pt x="0" y="0"/>
                </a:lnTo>
              </a:path>
            </a:pathLst>
          </a:custGeom>
          <a:noFill xmlns:a="http://schemas.openxmlformats.org/drawingml/2006/main"/>
          <a:ln xmlns:a="http://schemas.openxmlformats.org/drawingml/2006/main" w="28575">
            <a:solidFill>
              <a:srgbClr val="182B33"/>
            </a:solidFill>
            <a:prstDash val="solid"/>
          </a:ln>
        </p:spPr>
      </p:sp>
      <p:sp>
        <p:nvSpPr>
          <p:cNvPr id="11" name="">
            <a:extLst xmlns:a="http://schemas.openxmlformats.org/drawingml/2006/main">
              <a:ext uri="{FF2B5EF4-FFF2-40B4-BE49-F238E27FC236}">
                <a16:creationId xmlns:a16="http://schemas.microsoft.com/office/drawing/2014/main" id="{472749E1-C372-457C-A20D-C15918D8D929}"/>
              </a:ext>
            </a:extLst>
          </p:cNvPr>
          <p:cNvSpPr>
            <a:spLocks xmlns:a="http://schemas.openxmlformats.org/drawingml/2006/main" noGrp="1"/>
          </p:cNvSpPr>
          <p:nvPr/>
        </p:nvSpPr>
        <p:spPr>
          <a:xfrm xmlns:a="http://schemas.openxmlformats.org/drawingml/2006/main">
            <a:off x="8739188" y="3250639"/>
            <a:ext cx="1305443" cy="388673"/>
          </a:xfrm>
          <a:custGeom xmlns:a="http://schemas.openxmlformats.org/drawingml/2006/main">
            <a:pathLst>
              <a:path w="1305443" h="388673">
                <a:moveTo>
                  <a:pt x="0" y="388673"/>
                </a:moveTo>
                <a:lnTo>
                  <a:pt x="1305443" y="0"/>
                </a:lnTo>
              </a:path>
            </a:pathLst>
          </a:custGeom>
          <a:noFill xmlns:a="http://schemas.openxmlformats.org/drawingml/2006/main"/>
          <a:ln xmlns:a="http://schemas.openxmlformats.org/drawingml/2006/main" w="28575">
            <a:solidFill>
              <a:srgbClr val="182B33"/>
            </a:solidFill>
            <a:prstDash val="solid"/>
          </a:ln>
        </p:spPr>
      </p:sp>
      <p:sp>
        <p:nvSpPr>
          <p:cNvPr id="12" name="">
            <a:extLst xmlns:a="http://schemas.openxmlformats.org/drawingml/2006/main">
              <a:ext uri="{FF2B5EF4-FFF2-40B4-BE49-F238E27FC236}">
                <a16:creationId xmlns:a16="http://schemas.microsoft.com/office/drawing/2014/main" id="{77766F38-4AE0-4F3E-94BA-1E36E96F1361}"/>
              </a:ext>
            </a:extLst>
          </p:cNvPr>
          <p:cNvSpPr>
            <a:spLocks xmlns:a="http://schemas.openxmlformats.org/drawingml/2006/main" noGrp="1"/>
          </p:cNvSpPr>
          <p:nvPr/>
        </p:nvSpPr>
        <p:spPr>
          <a:xfrm xmlns:a="http://schemas.openxmlformats.org/drawingml/2006/main">
            <a:off x="8739188" y="3176207"/>
            <a:ext cx="443851" cy="330957"/>
          </a:xfrm>
          <a:custGeom xmlns:a="http://schemas.openxmlformats.org/drawingml/2006/main">
            <a:pathLst>
              <a:path w="443851" h="330957">
                <a:moveTo>
                  <a:pt x="0" y="0"/>
                </a:moveTo>
                <a:lnTo>
                  <a:pt x="39514" y="1689"/>
                </a:lnTo>
                <a:lnTo>
                  <a:pt x="78740" y="6743"/>
                </a:lnTo>
                <a:lnTo>
                  <a:pt x="117392" y="15126"/>
                </a:lnTo>
                <a:lnTo>
                  <a:pt x="155187" y="26776"/>
                </a:lnTo>
                <a:lnTo>
                  <a:pt x="191851" y="41608"/>
                </a:lnTo>
                <a:lnTo>
                  <a:pt x="227115" y="59515"/>
                </a:lnTo>
                <a:lnTo>
                  <a:pt x="260723" y="80365"/>
                </a:lnTo>
                <a:lnTo>
                  <a:pt x="292429" y="104007"/>
                </a:lnTo>
                <a:lnTo>
                  <a:pt x="322002" y="130267"/>
                </a:lnTo>
                <a:lnTo>
                  <a:pt x="349227" y="158956"/>
                </a:lnTo>
                <a:lnTo>
                  <a:pt x="373905" y="189862"/>
                </a:lnTo>
                <a:lnTo>
                  <a:pt x="395856" y="222762"/>
                </a:lnTo>
                <a:lnTo>
                  <a:pt x="414919" y="257415"/>
                </a:lnTo>
                <a:lnTo>
                  <a:pt x="430956" y="293567"/>
                </a:lnTo>
                <a:lnTo>
                  <a:pt x="443851" y="330957"/>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E0423199-16BF-430E-9B01-24B32388393B}"/>
              </a:ext>
            </a:extLst>
          </p:cNvPr>
          <p:cNvSpPr>
            <a:spLocks xmlns:a="http://schemas.openxmlformats.org/drawingml/2006/main" noGrp="1"/>
          </p:cNvSpPr>
          <p:nvPr/>
        </p:nvSpPr>
        <p:spPr>
          <a:xfrm xmlns:a="http://schemas.openxmlformats.org/drawingml/2006/main">
            <a:off x="9147704" y="3388486"/>
            <a:ext cx="35334" cy="118677"/>
          </a:xfrm>
          <a:custGeom xmlns:a="http://schemas.openxmlformats.org/drawingml/2006/main">
            <a:pathLst>
              <a:path w="35334" h="118677">
                <a:moveTo>
                  <a:pt x="0" y="0"/>
                </a:moveTo>
                <a:lnTo>
                  <a:pt x="35334" y="118677"/>
                </a:lnTo>
              </a:path>
            </a:pathLst>
          </a:custGeom>
          <a:noFill xmlns:a="http://schemas.openxmlformats.org/drawingml/2006/main"/>
          <a:ln xmlns:a="http://schemas.openxmlformats.org/drawingml/2006/main" w="28575">
            <a:solidFill>
              <a:srgbClr val="166B68"/>
            </a:solidFill>
            <a:prstDash val="solid"/>
          </a:ln>
        </p:spPr>
      </p:sp>
      <p:sp>
        <p:nvSpPr>
          <p:cNvPr id="14" name="">
            <a:extLst xmlns:a="http://schemas.openxmlformats.org/drawingml/2006/main">
              <a:ext uri="{FF2B5EF4-FFF2-40B4-BE49-F238E27FC236}">
                <a16:creationId xmlns:a16="http://schemas.microsoft.com/office/drawing/2014/main" id="{9FF482DF-EEAC-4BE6-9D93-D6EEA750D792}"/>
              </a:ext>
            </a:extLst>
          </p:cNvPr>
          <p:cNvSpPr>
            <a:spLocks xmlns:a="http://schemas.openxmlformats.org/drawingml/2006/main" noGrp="1"/>
          </p:cNvSpPr>
          <p:nvPr/>
        </p:nvSpPr>
        <p:spPr>
          <a:xfrm xmlns:a="http://schemas.openxmlformats.org/drawingml/2006/main">
            <a:off x="9112151" y="3415130"/>
            <a:ext cx="95432" cy="92033"/>
          </a:xfrm>
          <a:custGeom xmlns:a="http://schemas.openxmlformats.org/drawingml/2006/main">
            <a:pathLst>
              <a:path w="95432" h="92033">
                <a:moveTo>
                  <a:pt x="0" y="28413"/>
                </a:moveTo>
                <a:lnTo>
                  <a:pt x="70888" y="92033"/>
                </a:lnTo>
                <a:lnTo>
                  <a:pt x="95432" y="0"/>
                </a:lnTo>
              </a:path>
            </a:pathLst>
          </a:custGeom>
          <a:noFill xmlns:a="http://schemas.openxmlformats.org/drawingml/2006/main"/>
          <a:ln xmlns:a="http://schemas.openxmlformats.org/drawingml/2006/main" w="28575">
            <a:solidFill>
              <a:srgbClr val="166B68"/>
            </a:solidFill>
            <a:prstDash val="solid"/>
          </a:ln>
        </p:spPr>
      </p:sp>
      <p:sp>
        <p:nvSpPr>
          <p:cNvPr id="15" name="">
            <a:extLst xmlns:a="http://schemas.openxmlformats.org/drawingml/2006/main">
              <a:ext uri="{FF2B5EF4-FFF2-40B4-BE49-F238E27FC236}">
                <a16:creationId xmlns:a16="http://schemas.microsoft.com/office/drawing/2014/main" id="{9342A8CE-B89B-4E07-B1C9-749AEA61D81E}"/>
              </a:ext>
            </a:extLst>
          </p:cNvPr>
          <p:cNvSpPr>
            <a:spLocks xmlns:a="http://schemas.openxmlformats.org/drawingml/2006/main" noGrp="1"/>
          </p:cNvSpPr>
          <p:nvPr/>
        </p:nvSpPr>
        <p:spPr>
          <a:xfrm xmlns:a="http://schemas.openxmlformats.org/drawingml/2006/main">
            <a:off x="8682038" y="2220087"/>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6" name="">
            <a:extLst xmlns:a="http://schemas.openxmlformats.org/drawingml/2006/main">
              <a:ext uri="{FF2B5EF4-FFF2-40B4-BE49-F238E27FC236}">
                <a16:creationId xmlns:a16="http://schemas.microsoft.com/office/drawing/2014/main" id="{CB97DE36-B660-4FF3-90A9-B608F2C693FB}"/>
              </a:ext>
            </a:extLst>
          </p:cNvPr>
          <p:cNvSpPr>
            <a:spLocks xmlns:a="http://schemas.openxmlformats.org/drawingml/2006/main" noGrp="1"/>
          </p:cNvSpPr>
          <p:nvPr/>
        </p:nvSpPr>
        <p:spPr>
          <a:xfrm xmlns:a="http://schemas.openxmlformats.org/drawingml/2006/main">
            <a:off x="8501063" y="2020062"/>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17" name="">
            <a:extLst xmlns:a="http://schemas.openxmlformats.org/drawingml/2006/main">
              <a:ext uri="{FF2B5EF4-FFF2-40B4-BE49-F238E27FC236}">
                <a16:creationId xmlns:a16="http://schemas.microsoft.com/office/drawing/2014/main" id="{4A072DBD-2579-4339-97DC-86F2D5F6F72C}"/>
              </a:ext>
            </a:extLst>
          </p:cNvPr>
          <p:cNvSpPr>
            <a:spLocks xmlns:a="http://schemas.openxmlformats.org/drawingml/2006/main" noGrp="1"/>
          </p:cNvSpPr>
          <p:nvPr/>
        </p:nvSpPr>
        <p:spPr>
          <a:xfrm xmlns:a="http://schemas.openxmlformats.org/drawingml/2006/main">
            <a:off x="8682038" y="3582162"/>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8" name="">
            <a:extLst xmlns:a="http://schemas.openxmlformats.org/drawingml/2006/main">
              <a:ext uri="{FF2B5EF4-FFF2-40B4-BE49-F238E27FC236}">
                <a16:creationId xmlns:a16="http://schemas.microsoft.com/office/drawing/2014/main" id="{DF12CDC9-7892-4E5A-8D07-4EF601F28098}"/>
              </a:ext>
            </a:extLst>
          </p:cNvPr>
          <p:cNvSpPr>
            <a:spLocks xmlns:a="http://schemas.openxmlformats.org/drawingml/2006/main" noGrp="1"/>
          </p:cNvSpPr>
          <p:nvPr/>
        </p:nvSpPr>
        <p:spPr>
          <a:xfrm xmlns:a="http://schemas.openxmlformats.org/drawingml/2006/main">
            <a:off x="8462963" y="3686937"/>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9" name="">
            <a:extLst xmlns:a="http://schemas.openxmlformats.org/drawingml/2006/main">
              <a:ext uri="{FF2B5EF4-FFF2-40B4-BE49-F238E27FC236}">
                <a16:creationId xmlns:a16="http://schemas.microsoft.com/office/drawing/2014/main" id="{1EF0395C-DC3F-4404-88F6-640897E9A0FF}"/>
              </a:ext>
            </a:extLst>
          </p:cNvPr>
          <p:cNvSpPr>
            <a:spLocks xmlns:a="http://schemas.openxmlformats.org/drawingml/2006/main" noGrp="1"/>
          </p:cNvSpPr>
          <p:nvPr/>
        </p:nvSpPr>
        <p:spPr>
          <a:xfrm xmlns:a="http://schemas.openxmlformats.org/drawingml/2006/main">
            <a:off x="9987480" y="3193489"/>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0" name="">
            <a:extLst xmlns:a="http://schemas.openxmlformats.org/drawingml/2006/main">
              <a:ext uri="{FF2B5EF4-FFF2-40B4-BE49-F238E27FC236}">
                <a16:creationId xmlns:a16="http://schemas.microsoft.com/office/drawing/2014/main" id="{0ECB6182-7746-445F-8DE5-F67453335EF1}"/>
              </a:ext>
            </a:extLst>
          </p:cNvPr>
          <p:cNvSpPr>
            <a:spLocks xmlns:a="http://schemas.openxmlformats.org/drawingml/2006/main" noGrp="1"/>
          </p:cNvSpPr>
          <p:nvPr/>
        </p:nvSpPr>
        <p:spPr>
          <a:xfrm xmlns:a="http://schemas.openxmlformats.org/drawingml/2006/main">
            <a:off x="10130355" y="3079189"/>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a:t>
            </a:r>
          </a:p>
        </p:txBody>
      </p:sp>
      <p:sp>
        <p:nvSpPr>
          <p:cNvPr id="21" name="">
            <a:extLst xmlns:a="http://schemas.openxmlformats.org/drawingml/2006/main">
              <a:ext uri="{FF2B5EF4-FFF2-40B4-BE49-F238E27FC236}">
                <a16:creationId xmlns:a16="http://schemas.microsoft.com/office/drawing/2014/main" id="{F8F40449-8D43-4A10-BD95-D9CC1A330E8B}"/>
              </a:ext>
            </a:extLst>
          </p:cNvPr>
          <p:cNvSpPr>
            <a:spLocks xmlns:a="http://schemas.openxmlformats.org/drawingml/2006/main" noGrp="1"/>
          </p:cNvSpPr>
          <p:nvPr/>
        </p:nvSpPr>
        <p:spPr>
          <a:xfrm xmlns:a="http://schemas.openxmlformats.org/drawingml/2006/main">
            <a:off x="9358313" y="2753963"/>
            <a:ext cx="104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73.42°</a:t>
            </a:r>
          </a:p>
        </p:txBody>
      </p:sp>
      <p:sp>
        <p:nvSpPr>
          <p:cNvPr id="22" name="">
            <a:extLst xmlns:a="http://schemas.openxmlformats.org/drawingml/2006/main">
              <a:ext uri="{FF2B5EF4-FFF2-40B4-BE49-F238E27FC236}">
                <a16:creationId xmlns:a16="http://schemas.microsoft.com/office/drawing/2014/main" id="{9ED28B17-AB55-45AE-A624-D1364D4B0843}"/>
              </a:ext>
            </a:extLst>
          </p:cNvPr>
          <p:cNvSpPr>
            <a:spLocks xmlns:a="http://schemas.openxmlformats.org/drawingml/2006/main" noGrp="1"/>
          </p:cNvSpPr>
          <p:nvPr/>
        </p:nvSpPr>
        <p:spPr>
          <a:xfrm xmlns:a="http://schemas.openxmlformats.org/drawingml/2006/main">
            <a:off x="8739188" y="3639312"/>
            <a:ext cx="832946" cy="1077706"/>
          </a:xfrm>
          <a:custGeom xmlns:a="http://schemas.openxmlformats.org/drawingml/2006/main">
            <a:pathLst>
              <a:path w="832946" h="1077706">
                <a:moveTo>
                  <a:pt x="0" y="0"/>
                </a:moveTo>
                <a:lnTo>
                  <a:pt x="832946" y="1077706"/>
                </a:lnTo>
              </a:path>
            </a:pathLst>
          </a:custGeom>
          <a:noFill xmlns:a="http://schemas.openxmlformats.org/drawingml/2006/main"/>
          <a:ln xmlns:a="http://schemas.openxmlformats.org/drawingml/2006/main" w="28575">
            <a:solidFill>
              <a:srgbClr val="182B33"/>
            </a:solidFill>
            <a:prstDash val="solid"/>
          </a:ln>
        </p:spPr>
      </p:sp>
      <p:sp>
        <p:nvSpPr>
          <p:cNvPr id="23" name="">
            <a:extLst xmlns:a="http://schemas.openxmlformats.org/drawingml/2006/main">
              <a:ext uri="{FF2B5EF4-FFF2-40B4-BE49-F238E27FC236}">
                <a16:creationId xmlns:a16="http://schemas.microsoft.com/office/drawing/2014/main" id="{4F5278BE-A95B-41E1-BB35-F5504CB562BF}"/>
              </a:ext>
            </a:extLst>
          </p:cNvPr>
          <p:cNvSpPr>
            <a:spLocks xmlns:a="http://schemas.openxmlformats.org/drawingml/2006/main" noGrp="1"/>
          </p:cNvSpPr>
          <p:nvPr/>
        </p:nvSpPr>
        <p:spPr>
          <a:xfrm xmlns:a="http://schemas.openxmlformats.org/drawingml/2006/main">
            <a:off x="9147331" y="3448862"/>
            <a:ext cx="258937" cy="718526"/>
          </a:xfrm>
          <a:custGeom xmlns:a="http://schemas.openxmlformats.org/drawingml/2006/main">
            <a:pathLst>
              <a:path w="258937" h="718526">
                <a:moveTo>
                  <a:pt x="231524" y="0"/>
                </a:moveTo>
                <a:lnTo>
                  <a:pt x="245501" y="55563"/>
                </a:lnTo>
                <a:lnTo>
                  <a:pt x="254661" y="112119"/>
                </a:lnTo>
                <a:lnTo>
                  <a:pt x="258937" y="169253"/>
                </a:lnTo>
                <a:lnTo>
                  <a:pt x="258297" y="226543"/>
                </a:lnTo>
                <a:lnTo>
                  <a:pt x="252746" y="283567"/>
                </a:lnTo>
                <a:lnTo>
                  <a:pt x="242324" y="339905"/>
                </a:lnTo>
                <a:lnTo>
                  <a:pt x="227110" y="395141"/>
                </a:lnTo>
                <a:lnTo>
                  <a:pt x="207214" y="448870"/>
                </a:lnTo>
                <a:lnTo>
                  <a:pt x="182783" y="500693"/>
                </a:lnTo>
                <a:lnTo>
                  <a:pt x="153998" y="550231"/>
                </a:lnTo>
                <a:lnTo>
                  <a:pt x="121070" y="597117"/>
                </a:lnTo>
                <a:lnTo>
                  <a:pt x="84243" y="641007"/>
                </a:lnTo>
                <a:lnTo>
                  <a:pt x="43786" y="681576"/>
                </a:lnTo>
                <a:lnTo>
                  <a:pt x="0" y="718526"/>
                </a:lnTo>
              </a:path>
            </a:pathLst>
          </a:custGeom>
          <a:noFill xmlns:a="http://schemas.openxmlformats.org/drawingml/2006/main"/>
          <a:ln xmlns:a="http://schemas.openxmlformats.org/drawingml/2006/main" w="28575">
            <a:solidFill>
              <a:srgbClr val="A94737"/>
            </a:solidFill>
            <a:prstDash val="solid"/>
          </a:ln>
        </p:spPr>
      </p:sp>
      <p:sp>
        <p:nvSpPr>
          <p:cNvPr id="24" name="">
            <a:extLst xmlns:a="http://schemas.openxmlformats.org/drawingml/2006/main">
              <a:ext uri="{FF2B5EF4-FFF2-40B4-BE49-F238E27FC236}">
                <a16:creationId xmlns:a16="http://schemas.microsoft.com/office/drawing/2014/main" id="{213E4EF3-CCB8-4800-9780-A91B1FB01AA6}"/>
              </a:ext>
            </a:extLst>
          </p:cNvPr>
          <p:cNvSpPr>
            <a:spLocks xmlns:a="http://schemas.openxmlformats.org/drawingml/2006/main" noGrp="1"/>
          </p:cNvSpPr>
          <p:nvPr/>
        </p:nvSpPr>
        <p:spPr>
          <a:xfrm xmlns:a="http://schemas.openxmlformats.org/drawingml/2006/main">
            <a:off x="9147331" y="4091666"/>
            <a:ext cx="97973" cy="75722"/>
          </a:xfrm>
          <a:custGeom xmlns:a="http://schemas.openxmlformats.org/drawingml/2006/main">
            <a:pathLst>
              <a:path w="97973" h="75722">
                <a:moveTo>
                  <a:pt x="97973" y="0"/>
                </a:moveTo>
                <a:lnTo>
                  <a:pt x="0" y="75722"/>
                </a:lnTo>
              </a:path>
            </a:pathLst>
          </a:custGeom>
          <a:noFill xmlns:a="http://schemas.openxmlformats.org/drawingml/2006/main"/>
          <a:ln xmlns:a="http://schemas.openxmlformats.org/drawingml/2006/main" w="28575">
            <a:solidFill>
              <a:srgbClr val="A94737"/>
            </a:solidFill>
            <a:prstDash val="solid"/>
          </a:ln>
        </p:spPr>
      </p:sp>
      <p:sp>
        <p:nvSpPr>
          <p:cNvPr id="25" name="">
            <a:extLst xmlns:a="http://schemas.openxmlformats.org/drawingml/2006/main">
              <a:ext uri="{FF2B5EF4-FFF2-40B4-BE49-F238E27FC236}">
                <a16:creationId xmlns:a16="http://schemas.microsoft.com/office/drawing/2014/main" id="{BA5859E0-FE2A-4631-9344-2FE837CDCA3D}"/>
              </a:ext>
            </a:extLst>
          </p:cNvPr>
          <p:cNvSpPr>
            <a:spLocks xmlns:a="http://schemas.openxmlformats.org/drawingml/2006/main" noGrp="1"/>
          </p:cNvSpPr>
          <p:nvPr/>
        </p:nvSpPr>
        <p:spPr>
          <a:xfrm xmlns:a="http://schemas.openxmlformats.org/drawingml/2006/main">
            <a:off x="9147331" y="4078338"/>
            <a:ext cx="94695" cy="89050"/>
          </a:xfrm>
          <a:custGeom xmlns:a="http://schemas.openxmlformats.org/drawingml/2006/main">
            <a:pathLst>
              <a:path w="94695" h="89050">
                <a:moveTo>
                  <a:pt x="33804" y="0"/>
                </a:moveTo>
                <a:lnTo>
                  <a:pt x="0" y="89050"/>
                </a:lnTo>
                <a:lnTo>
                  <a:pt x="94695" y="78784"/>
                </a:lnTo>
              </a:path>
            </a:pathLst>
          </a:custGeom>
          <a:noFill xmlns:a="http://schemas.openxmlformats.org/drawingml/2006/main"/>
          <a:ln xmlns:a="http://schemas.openxmlformats.org/drawingml/2006/main" w="28575">
            <a:solidFill>
              <a:srgbClr val="A94737"/>
            </a:solidFill>
            <a:prstDash val="solid"/>
          </a:ln>
        </p:spPr>
      </p:sp>
      <p:sp>
        <p:nvSpPr>
          <p:cNvPr id="26" name="">
            <a:extLst xmlns:a="http://schemas.openxmlformats.org/drawingml/2006/main">
              <a:ext uri="{FF2B5EF4-FFF2-40B4-BE49-F238E27FC236}">
                <a16:creationId xmlns:a16="http://schemas.microsoft.com/office/drawing/2014/main" id="{AD83FC52-C722-42C9-A65E-5D13335FB12B}"/>
              </a:ext>
            </a:extLst>
          </p:cNvPr>
          <p:cNvSpPr>
            <a:spLocks xmlns:a="http://schemas.openxmlformats.org/drawingml/2006/main" noGrp="1"/>
          </p:cNvSpPr>
          <p:nvPr/>
        </p:nvSpPr>
        <p:spPr>
          <a:xfrm xmlns:a="http://schemas.openxmlformats.org/drawingml/2006/main">
            <a:off x="9514983" y="4659868"/>
            <a:ext cx="114300" cy="11430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7" name="">
            <a:extLst xmlns:a="http://schemas.openxmlformats.org/drawingml/2006/main">
              <a:ext uri="{FF2B5EF4-FFF2-40B4-BE49-F238E27FC236}">
                <a16:creationId xmlns:a16="http://schemas.microsoft.com/office/drawing/2014/main" id="{9E4316FA-5D80-4648-9654-7925AC30C9ED}"/>
              </a:ext>
            </a:extLst>
          </p:cNvPr>
          <p:cNvSpPr>
            <a:spLocks xmlns:a="http://schemas.openxmlformats.org/drawingml/2006/main" noGrp="1"/>
          </p:cNvSpPr>
          <p:nvPr/>
        </p:nvSpPr>
        <p:spPr>
          <a:xfrm xmlns:a="http://schemas.openxmlformats.org/drawingml/2006/main">
            <a:off x="9314958" y="4736068"/>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C</a:t>
            </a:r>
          </a:p>
        </p:txBody>
      </p:sp>
      <p:sp>
        <p:nvSpPr>
          <p:cNvPr id="28" name="">
            <a:extLst xmlns:a="http://schemas.openxmlformats.org/drawingml/2006/main">
              <a:ext uri="{FF2B5EF4-FFF2-40B4-BE49-F238E27FC236}">
                <a16:creationId xmlns:a16="http://schemas.microsoft.com/office/drawing/2014/main" id="{93D649EC-60E3-485B-A213-E855AF529438}"/>
              </a:ext>
            </a:extLst>
          </p:cNvPr>
          <p:cNvSpPr>
            <a:spLocks xmlns:a="http://schemas.openxmlformats.org/drawingml/2006/main" noGrp="1"/>
          </p:cNvSpPr>
          <p:nvPr/>
        </p:nvSpPr>
        <p:spPr>
          <a:xfrm xmlns:a="http://schemas.openxmlformats.org/drawingml/2006/main">
            <a:off x="9624536" y="3667887"/>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68.88°</a:t>
            </a:r>
          </a:p>
        </p:txBody>
      </p:sp>
      <p:sp>
        <p:nvSpPr>
          <p:cNvPr id="29" name="">
            <a:extLst xmlns:a="http://schemas.openxmlformats.org/drawingml/2006/main">
              <a:ext uri="{FF2B5EF4-FFF2-40B4-BE49-F238E27FC236}">
                <a16:creationId xmlns:a16="http://schemas.microsoft.com/office/drawing/2014/main" id="{A57FAA5A-8C74-4D0B-9C94-5C37165B3982}"/>
              </a:ext>
            </a:extLst>
          </p:cNvPr>
          <p:cNvSpPr>
            <a:spLocks xmlns:a="http://schemas.openxmlformats.org/drawingml/2006/main" noGrp="1"/>
          </p:cNvSpPr>
          <p:nvPr/>
        </p:nvSpPr>
        <p:spPr>
          <a:xfrm xmlns:a="http://schemas.openxmlformats.org/drawingml/2006/main">
            <a:off x="6267450" y="1815465"/>
            <a:ext cx="1619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52616A"/>
                </a:solidFill>
                <a:latin typeface="Yu Gothic"/>
                <a:ea typeface="Yu Gothic"/>
                <a:cs typeface="Yu Gothic"/>
              </a:defRPr>
            </a:defPPr>
            <a:lvl1pPr algn="l">
              <a:defRPr sz="1650" b="1">
                <a:solidFill>
                  <a:srgbClr val="52616A"/>
                </a:solidFill>
                <a:latin typeface="Yu Gothic"/>
                <a:ea typeface="Yu Gothic"/>
                <a:cs typeface="Yu Gothic"/>
              </a:defRPr>
            </a:lvl1pPr>
            <a:lvl2pPr algn="l">
              <a:defRPr sz="1650" b="1">
                <a:solidFill>
                  <a:srgbClr val="52616A"/>
                </a:solidFill>
                <a:latin typeface="Yu Gothic"/>
                <a:ea typeface="Yu Gothic"/>
                <a:cs typeface="Yu Gothic"/>
              </a:defRPr>
            </a:lvl2pPr>
            <a:lvl3pPr algn="l">
              <a:defRPr sz="1650" b="1">
                <a:solidFill>
                  <a:srgbClr val="52616A"/>
                </a:solidFill>
                <a:latin typeface="Yu Gothic"/>
                <a:ea typeface="Yu Gothic"/>
                <a:cs typeface="Yu Gothic"/>
              </a:defRPr>
            </a:lvl3pPr>
            <a:lvl4pPr algn="l">
              <a:defRPr sz="1650" b="1">
                <a:solidFill>
                  <a:srgbClr val="52616A"/>
                </a:solidFill>
                <a:latin typeface="Yu Gothic"/>
                <a:ea typeface="Yu Gothic"/>
                <a:cs typeface="Yu Gothic"/>
              </a:defRPr>
            </a:lvl4pPr>
            <a:lvl5pPr algn="l">
              <a:defRPr sz="1650" b="1">
                <a:solidFill>
                  <a:srgbClr val="52616A"/>
                </a:solidFill>
                <a:latin typeface="Yu Gothic"/>
                <a:ea typeface="Yu Gothic"/>
                <a:cs typeface="Yu Gothic"/>
              </a:defRPr>
            </a:lvl5pPr>
            <a:lvl6pPr algn="l">
              <a:defRPr sz="1650" b="1">
                <a:solidFill>
                  <a:srgbClr val="52616A"/>
                </a:solidFill>
                <a:latin typeface="Yu Gothic"/>
                <a:ea typeface="Yu Gothic"/>
                <a:cs typeface="Yu Gothic"/>
              </a:defRPr>
            </a:lvl6pPr>
            <a:lvl7pPr algn="l">
              <a:defRPr sz="1650" b="1">
                <a:solidFill>
                  <a:srgbClr val="52616A"/>
                </a:solidFill>
                <a:latin typeface="Yu Gothic"/>
                <a:ea typeface="Yu Gothic"/>
                <a:cs typeface="Yu Gothic"/>
              </a:defRPr>
            </a:lvl7pPr>
            <a:lvl8pPr algn="l">
              <a:defRPr sz="1650" b="1">
                <a:solidFill>
                  <a:srgbClr val="52616A"/>
                </a:solidFill>
                <a:latin typeface="Yu Gothic"/>
                <a:ea typeface="Yu Gothic"/>
                <a:cs typeface="Yu Gothic"/>
              </a:defRPr>
            </a:lvl8pPr>
            <a:lvl9pPr algn="l">
              <a:defRPr sz="1650" b="1">
                <a:solidFill>
                  <a:srgbClr val="52616A"/>
                </a:solidFill>
                <a:latin typeface="Yu Gothic"/>
                <a:ea typeface="Yu Gothic"/>
                <a:cs typeface="Yu Gothic"/>
              </a:defRPr>
            </a:lvl9pPr>
          </a:lstStyle>
          <a:p xmlns:a="http://schemas.openxmlformats.org/drawingml/2006/main">
            <a:pPr algn="l">
              <a:defRPr sz="1650" b="1">
                <a:solidFill>
                  <a:srgbClr val="52616A"/>
                </a:solidFill>
                <a:latin typeface="Yu Gothic"/>
                <a:ea typeface="Yu Gothic"/>
                <a:cs typeface="Yu Gothic"/>
              </a:defRPr>
            </a:pPr>
            <a:r>
              <a:rPr sz="1650" b="1">
                <a:solidFill>
                  <a:srgbClr val="52616A"/>
                </a:solidFill>
                <a:latin typeface="Yu Gothic"/>
                <a:ea typeface="Yu Gothic"/>
                <a:cs typeface="Yu Gothic"/>
              </a:rPr>
              <a:t>A → B → C</a:t>
            </a:r>
          </a:p>
        </p:txBody>
      </p:sp>
    </p:spTree>
    <p:extLst>
      <p:ext uri="{BB962C8B-B14F-4D97-AF65-F5344CB8AC3E}">
        <p14:creationId xmlns:p14="http://schemas.microsoft.com/office/powerpoint/2010/main" val="101694745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F7B7A7F-4E72-407D-863E-B67EA530952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25641EC5-6F5A-4E14-AC91-202FA43234C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3070FE71-2509-4370-A102-04D53FBCF13F}"/>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第1対回：読んだ値を、そのまま残す</a:t>
            </a:r>
          </a:p>
        </p:txBody>
      </p:sp>
      <p:sp>
        <p:nvSpPr>
          <p:cNvPr id="4" name="">
            <a:extLst xmlns:a="http://schemas.openxmlformats.org/drawingml/2006/main">
              <a:ext uri="{FF2B5EF4-FFF2-40B4-BE49-F238E27FC236}">
                <a16:creationId xmlns:a16="http://schemas.microsoft.com/office/drawing/2014/main" id="{0509A800-8D38-4701-819A-2E5347D86583}"/>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66421B5-3FD8-45F0-9345-C3F6BFDFAF5B}"/>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FEFABE97-5C2F-4A49-9086-13AB5783D719}"/>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25</a:t>
            </a:r>
          </a:p>
        </p:txBody>
      </p:sp>
      <p:sp>
        <p:nvSpPr>
          <p:cNvPr id="7" name="">
            <a:extLst xmlns:a="http://schemas.openxmlformats.org/drawingml/2006/main">
              <a:ext uri="{FF2B5EF4-FFF2-40B4-BE49-F238E27FC236}">
                <a16:creationId xmlns:a16="http://schemas.microsoft.com/office/drawing/2014/main" id="{5511DD57-D922-421F-A86B-6A1900A6023A}"/>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生読定。まだ水平角ではない</a:t>
            </a:r>
          </a:p>
        </p:txBody>
      </p:sp>
      <p:graphicFrame>
        <p:nvGraphicFramePr>
          <p:cNvPr id="8" name="">
            <a:extLst xmlns:a="http://schemas.openxmlformats.org/drawingml/2006/main">
              <a:ext uri="{FF2B5EF4-FFF2-40B4-BE49-F238E27FC236}">
                <a16:creationId xmlns:a16="http://schemas.microsoft.com/office/drawing/2014/main" id="{42CE6FCD-637B-4668-A995-36F81AC0E812}"/>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719072"/>
                <a:gridCol w="4512564"/>
                <a:gridCol w="4512564"/>
              </a:tblGrid>
              <a:tr h="920750">
                <a:tc>
                  <a:txBody>
                    <a:bodyPr wrap="square" lIns="57150" tIns="57150" rIns="57150" bIns="57150">
                      <a:noAutofit/>
                    </a:bodyPr>
                    <a:lstStyle/>
                    <a:p>
                      <a:pPr algn="ctr"/>
                      <a:r>
                        <a:rPr sz="1950" b="1">
                          <a:solidFill>
                            <a:srgbClr val="FFFFFF"/>
                          </a:solidFill>
                          <a:latin typeface="Yu Gothic"/>
                          <a:ea typeface="Yu Gothic"/>
                          <a:cs typeface="Yu Gothic"/>
                        </a:rPr>
                        <a:t>目標</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 r</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 l</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A</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12°15′20″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192°15′26″</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85°40′35″</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265°40′37″</a:t>
                      </a:r>
                    </a:p>
                  </a:txBody>
                  <a:tcPr marL="91440" marR="91440" marT="45720" marB="45720" anchor="ctr"/>
                </a:tc>
              </a:tr>
            </a:tbl>
          </a:graphicData>
        </a:graphic>
      </p:graphicFrame>
    </p:spTree>
    <p:extLst>
      <p:ext uri="{BB962C8B-B14F-4D97-AF65-F5344CB8AC3E}">
        <p14:creationId xmlns:p14="http://schemas.microsoft.com/office/powerpoint/2010/main" val="14409577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2B3545D-834D-42D5-8ACC-268494ACE1D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F4ED618-A0C0-4A58-B1B8-2051A6F3D319}"/>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AE53AEED-50B3-497D-9F09-0DE998B7647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正と反で、それぞれAを引く</a:t>
            </a:r>
          </a:p>
        </p:txBody>
      </p:sp>
      <p:sp>
        <p:nvSpPr>
          <p:cNvPr id="4" name="">
            <a:extLst xmlns:a="http://schemas.openxmlformats.org/drawingml/2006/main">
              <a:ext uri="{FF2B5EF4-FFF2-40B4-BE49-F238E27FC236}">
                <a16:creationId xmlns:a16="http://schemas.microsoft.com/office/drawing/2014/main" id="{8535650A-7A10-428C-BB3D-918B9A81B4C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1ECC4AA4-F4E5-4305-9F62-8E353AD6D431}"/>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71A5FD91-CEA0-4195-9C7C-E0BEBDA44EF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26</a:t>
            </a:r>
          </a:p>
        </p:txBody>
      </p:sp>
      <p:sp>
        <p:nvSpPr>
          <p:cNvPr id="7" name="">
            <a:extLst xmlns:a="http://schemas.openxmlformats.org/drawingml/2006/main">
              <a:ext uri="{FF2B5EF4-FFF2-40B4-BE49-F238E27FC236}">
                <a16:creationId xmlns:a16="http://schemas.microsoft.com/office/drawing/2014/main" id="{BDB8F03E-59E5-43DC-B50F-C28BBF66415A}"/>
              </a:ext>
            </a:extLst>
          </p:cNvPr>
          <p:cNvSpPr>
            <a:spLocks xmlns:a="http://schemas.openxmlformats.org/drawingml/2006/main" noGrp="1"/>
          </p:cNvSpPr>
          <p:nvPr/>
        </p:nvSpPr>
        <p:spPr>
          <a:xfrm xmlns:a="http://schemas.openxmlformats.org/drawingml/2006/main">
            <a:off x="723900" y="150495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結果 p・q＝その姿勢のB−その姿勢のA</a:t>
            </a:r>
          </a:p>
        </p:txBody>
      </p:sp>
      <p:sp>
        <p:nvSpPr>
          <p:cNvPr id="8" name="">
            <a:extLst xmlns:a="http://schemas.openxmlformats.org/drawingml/2006/main">
              <a:ext uri="{FF2B5EF4-FFF2-40B4-BE49-F238E27FC236}">
                <a16:creationId xmlns:a16="http://schemas.microsoft.com/office/drawing/2014/main" id="{925EA079-9CC0-4385-AC16-1EABABB3F9A8}"/>
              </a:ext>
            </a:extLst>
          </p:cNvPr>
          <p:cNvSpPr>
            <a:spLocks xmlns:a="http://schemas.openxmlformats.org/drawingml/2006/main" noGrp="1"/>
          </p:cNvSpPr>
          <p:nvPr/>
        </p:nvSpPr>
        <p:spPr>
          <a:xfrm xmlns:a="http://schemas.openxmlformats.org/drawingml/2006/main">
            <a:off x="1143000" y="2143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正：85°40′35″−12°15′20″</a:t>
            </a:r>
          </a:p>
        </p:txBody>
      </p:sp>
      <p:sp>
        <p:nvSpPr>
          <p:cNvPr id="9" name="">
            <a:extLst xmlns:a="http://schemas.openxmlformats.org/drawingml/2006/main">
              <a:ext uri="{FF2B5EF4-FFF2-40B4-BE49-F238E27FC236}">
                <a16:creationId xmlns:a16="http://schemas.microsoft.com/office/drawing/2014/main" id="{FA11CD8C-88A1-463F-8B09-42E9D9266C64}"/>
              </a:ext>
            </a:extLst>
          </p:cNvPr>
          <p:cNvSpPr>
            <a:spLocks xmlns:a="http://schemas.openxmlformats.org/drawingml/2006/main" noGrp="1"/>
          </p:cNvSpPr>
          <p:nvPr/>
        </p:nvSpPr>
        <p:spPr>
          <a:xfrm xmlns:a="http://schemas.openxmlformats.org/drawingml/2006/main">
            <a:off x="1143000" y="27146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反：265°40′37″−192°15′26″</a:t>
            </a:r>
          </a:p>
        </p:txBody>
      </p:sp>
      <p:sp>
        <p:nvSpPr>
          <p:cNvPr id="10" name="">
            <a:extLst xmlns:a="http://schemas.openxmlformats.org/drawingml/2006/main">
              <a:ext uri="{FF2B5EF4-FFF2-40B4-BE49-F238E27FC236}">
                <a16:creationId xmlns:a16="http://schemas.microsoft.com/office/drawing/2014/main" id="{D30E7091-65B7-405A-9170-8B8778B7E703}"/>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正の結果73°25′15″／反の結果73°25′11″</a:t>
            </a:r>
          </a:p>
        </p:txBody>
      </p:sp>
    </p:spTree>
    <p:extLst>
      <p:ext uri="{BB962C8B-B14F-4D97-AF65-F5344CB8AC3E}">
        <p14:creationId xmlns:p14="http://schemas.microsoft.com/office/powerpoint/2010/main" val="4713994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AF4ECD6-4789-4487-8905-BC577514C3C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912CEF0F-79D7-4BFE-9A39-CDCC6BD23A8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EC47D41D-50BC-4597-826D-FF19D7A9876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足して倍角、引いて較差</a:t>
            </a:r>
          </a:p>
        </p:txBody>
      </p:sp>
      <p:sp>
        <p:nvSpPr>
          <p:cNvPr id="4" name="">
            <a:extLst xmlns:a="http://schemas.openxmlformats.org/drawingml/2006/main">
              <a:ext uri="{FF2B5EF4-FFF2-40B4-BE49-F238E27FC236}">
                <a16:creationId xmlns:a16="http://schemas.microsoft.com/office/drawing/2014/main" id="{438C8CD8-0696-484D-B04C-7F217B72ECE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9CD2900B-B161-4233-A9FF-2455E7B82CE4}"/>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0E9DA8F6-1210-488A-A59F-0935CC107855}"/>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27</a:t>
            </a:r>
          </a:p>
        </p:txBody>
      </p:sp>
      <p:sp>
        <p:nvSpPr>
          <p:cNvPr id="7" name="">
            <a:extLst xmlns:a="http://schemas.openxmlformats.org/drawingml/2006/main">
              <a:ext uri="{FF2B5EF4-FFF2-40B4-BE49-F238E27FC236}">
                <a16:creationId xmlns:a16="http://schemas.microsoft.com/office/drawing/2014/main" id="{375730DD-B19E-433C-B389-FD67E98900C9}"/>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倍角D＝p＋q＝146°50′26″</a:t>
            </a:r>
          </a:p>
        </p:txBody>
      </p:sp>
      <p:sp>
        <p:nvSpPr>
          <p:cNvPr id="8" name="">
            <a:extLst xmlns:a="http://schemas.openxmlformats.org/drawingml/2006/main">
              <a:ext uri="{FF2B5EF4-FFF2-40B4-BE49-F238E27FC236}">
                <a16:creationId xmlns:a16="http://schemas.microsoft.com/office/drawing/2014/main" id="{20719BD4-FEB6-4080-B948-36DD6547981F}"/>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較差C＝p−q＝＋4″</a:t>
            </a:r>
          </a:p>
        </p:txBody>
      </p:sp>
      <p:sp>
        <p:nvSpPr>
          <p:cNvPr id="9" name="">
            <a:extLst xmlns:a="http://schemas.openxmlformats.org/drawingml/2006/main">
              <a:ext uri="{FF2B5EF4-FFF2-40B4-BE49-F238E27FC236}">
                <a16:creationId xmlns:a16="http://schemas.microsoft.com/office/drawing/2014/main" id="{33A87B4B-FA21-4304-AA54-D7BF79F52AE7}"/>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対回の角＝D/2＝73°25′13″</a:t>
            </a:r>
          </a:p>
        </p:txBody>
      </p:sp>
      <p:sp>
        <p:nvSpPr>
          <p:cNvPr id="10" name="">
            <a:extLst xmlns:a="http://schemas.openxmlformats.org/drawingml/2006/main">
              <a:ext uri="{FF2B5EF4-FFF2-40B4-BE49-F238E27FC236}">
                <a16:creationId xmlns:a16="http://schemas.microsoft.com/office/drawing/2014/main" id="{A3635157-8A1F-484A-ACE7-20D7E966884E}"/>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比較するのは「零方向を引いた結果」</a:t>
            </a:r>
          </a:p>
        </p:txBody>
      </p:sp>
    </p:spTree>
    <p:extLst>
      <p:ext uri="{BB962C8B-B14F-4D97-AF65-F5344CB8AC3E}">
        <p14:creationId xmlns:p14="http://schemas.microsoft.com/office/powerpoint/2010/main" val="110213442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C619F98-FCC5-4908-83DE-0627914FA3C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0671215E-8AC2-4A0E-9998-C3ED27D644CD}"/>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4773A73C-590E-48DE-BAE5-168D2D3A1D6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較差は「器械の狂いの2倍」ではない</a:t>
            </a:r>
          </a:p>
        </p:txBody>
      </p:sp>
      <p:sp>
        <p:nvSpPr>
          <p:cNvPr id="4" name="">
            <a:extLst xmlns:a="http://schemas.openxmlformats.org/drawingml/2006/main">
              <a:ext uri="{FF2B5EF4-FFF2-40B4-BE49-F238E27FC236}">
                <a16:creationId xmlns:a16="http://schemas.microsoft.com/office/drawing/2014/main" id="{7E84F9D7-8C96-48FD-99BD-1C381866AAA8}"/>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FD00EE1-5EFD-428A-808A-6E6B3CBAB971}"/>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404FFD78-9ADF-4297-9013-FC5BEE1F5C1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28</a:t>
            </a:r>
          </a:p>
        </p:txBody>
      </p:sp>
      <p:sp>
        <p:nvSpPr>
          <p:cNvPr id="7" name="">
            <a:extLst xmlns:a="http://schemas.openxmlformats.org/drawingml/2006/main">
              <a:ext uri="{FF2B5EF4-FFF2-40B4-BE49-F238E27FC236}">
                <a16:creationId xmlns:a16="http://schemas.microsoft.com/office/drawing/2014/main" id="{EBEDA44B-2454-4F74-B661-A752368E0E42}"/>
              </a:ext>
            </a:extLst>
          </p:cNvPr>
          <p:cNvSpPr>
            <a:spLocks xmlns:a="http://schemas.openxmlformats.org/drawingml/2006/main" noGrp="1"/>
          </p:cNvSpPr>
          <p:nvPr/>
        </p:nvSpPr>
        <p:spPr>
          <a:xfrm xmlns:a="http://schemas.openxmlformats.org/drawingml/2006/main">
            <a:off x="723900" y="1504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52616A"/>
                </a:solidFill>
                <a:latin typeface="Yu Gothic"/>
                <a:ea typeface="Yu Gothic"/>
                <a:cs typeface="Yu Gothic"/>
              </a:defRPr>
            </a:defPPr>
            <a:lvl1pPr algn="l">
              <a:defRPr sz="2175" b="1">
                <a:solidFill>
                  <a:srgbClr val="52616A"/>
                </a:solidFill>
                <a:latin typeface="Yu Gothic"/>
                <a:ea typeface="Yu Gothic"/>
                <a:cs typeface="Yu Gothic"/>
              </a:defRPr>
            </a:lvl1pPr>
            <a:lvl2pPr algn="l">
              <a:defRPr sz="2175" b="1">
                <a:solidFill>
                  <a:srgbClr val="52616A"/>
                </a:solidFill>
                <a:latin typeface="Yu Gothic"/>
                <a:ea typeface="Yu Gothic"/>
                <a:cs typeface="Yu Gothic"/>
              </a:defRPr>
            </a:lvl2pPr>
            <a:lvl3pPr algn="l">
              <a:defRPr sz="2175" b="1">
                <a:solidFill>
                  <a:srgbClr val="52616A"/>
                </a:solidFill>
                <a:latin typeface="Yu Gothic"/>
                <a:ea typeface="Yu Gothic"/>
                <a:cs typeface="Yu Gothic"/>
              </a:defRPr>
            </a:lvl3pPr>
            <a:lvl4pPr algn="l">
              <a:defRPr sz="2175" b="1">
                <a:solidFill>
                  <a:srgbClr val="52616A"/>
                </a:solidFill>
                <a:latin typeface="Yu Gothic"/>
                <a:ea typeface="Yu Gothic"/>
                <a:cs typeface="Yu Gothic"/>
              </a:defRPr>
            </a:lvl4pPr>
            <a:lvl5pPr algn="l">
              <a:defRPr sz="2175" b="1">
                <a:solidFill>
                  <a:srgbClr val="52616A"/>
                </a:solidFill>
                <a:latin typeface="Yu Gothic"/>
                <a:ea typeface="Yu Gothic"/>
                <a:cs typeface="Yu Gothic"/>
              </a:defRPr>
            </a:lvl5pPr>
            <a:lvl6pPr algn="l">
              <a:defRPr sz="2175" b="1">
                <a:solidFill>
                  <a:srgbClr val="52616A"/>
                </a:solidFill>
                <a:latin typeface="Yu Gothic"/>
                <a:ea typeface="Yu Gothic"/>
                <a:cs typeface="Yu Gothic"/>
              </a:defRPr>
            </a:lvl6pPr>
            <a:lvl7pPr algn="l">
              <a:defRPr sz="2175" b="1">
                <a:solidFill>
                  <a:srgbClr val="52616A"/>
                </a:solidFill>
                <a:latin typeface="Yu Gothic"/>
                <a:ea typeface="Yu Gothic"/>
                <a:cs typeface="Yu Gothic"/>
              </a:defRPr>
            </a:lvl7pPr>
            <a:lvl8pPr algn="l">
              <a:defRPr sz="2175" b="1">
                <a:solidFill>
                  <a:srgbClr val="52616A"/>
                </a:solidFill>
                <a:latin typeface="Yu Gothic"/>
                <a:ea typeface="Yu Gothic"/>
                <a:cs typeface="Yu Gothic"/>
              </a:defRPr>
            </a:lvl8pPr>
            <a:lvl9pPr algn="l">
              <a:defRPr sz="2175" b="1">
                <a:solidFill>
                  <a:srgbClr val="52616A"/>
                </a:solidFill>
                <a:latin typeface="Yu Gothic"/>
                <a:ea typeface="Yu Gothic"/>
                <a:cs typeface="Yu Gothic"/>
              </a:defRPr>
            </a:lvl9pPr>
          </a:lstStyle>
          <a:p xmlns:a="http://schemas.openxmlformats.org/drawingml/2006/main">
            <a:pPr algn="l">
              <a:defRPr sz="2175" b="1">
                <a:solidFill>
                  <a:srgbClr val="52616A"/>
                </a:solidFill>
                <a:latin typeface="Yu Gothic"/>
                <a:ea typeface="Yu Gothic"/>
                <a:cs typeface="Yu Gothic"/>
              </a:defRPr>
            </a:pPr>
            <a:r>
              <a:rPr sz="2175" b="1">
                <a:solidFill>
                  <a:srgbClr val="52616A"/>
                </a:solidFill>
                <a:latin typeface="Yu Gothic"/>
                <a:ea typeface="Yu Gothic"/>
                <a:cs typeface="Yu Gothic"/>
              </a:rPr>
              <a:t>AにもBにも同じずれが乗ったら？</a:t>
            </a:r>
          </a:p>
        </p:txBody>
      </p:sp>
      <p:sp>
        <p:nvSpPr>
          <p:cNvPr id="8" name="">
            <a:extLst xmlns:a="http://schemas.openxmlformats.org/drawingml/2006/main">
              <a:ext uri="{FF2B5EF4-FFF2-40B4-BE49-F238E27FC236}">
                <a16:creationId xmlns:a16="http://schemas.microsoft.com/office/drawing/2014/main" id="{C0C990B7-423F-472D-943C-11AE7C7058A4}"/>
              </a:ext>
            </a:extLst>
          </p:cNvPr>
          <p:cNvSpPr>
            <a:spLocks xmlns:a="http://schemas.openxmlformats.org/drawingml/2006/main" noGrp="1"/>
          </p:cNvSpPr>
          <p:nvPr/>
        </p:nvSpPr>
        <p:spPr>
          <a:xfrm xmlns:a="http://schemas.openxmlformats.org/drawingml/2006/main">
            <a:off x="6076950" y="2095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9" name="">
            <a:extLst xmlns:a="http://schemas.openxmlformats.org/drawingml/2006/main">
              <a:ext uri="{FF2B5EF4-FFF2-40B4-BE49-F238E27FC236}">
                <a16:creationId xmlns:a16="http://schemas.microsoft.com/office/drawing/2014/main" id="{3CAEEB85-5E8E-41FA-BA3F-247E78B75F56}"/>
              </a:ext>
            </a:extLst>
          </p:cNvPr>
          <p:cNvSpPr>
            <a:spLocks xmlns:a="http://schemas.openxmlformats.org/drawingml/2006/main" noGrp="1"/>
          </p:cNvSpPr>
          <p:nvPr/>
        </p:nvSpPr>
        <p:spPr>
          <a:xfrm xmlns:a="http://schemas.openxmlformats.org/drawingml/2006/main">
            <a:off x="74295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正に共通の＋5″</a:t>
            </a:r>
          </a:p>
        </p:txBody>
      </p:sp>
      <p:sp>
        <p:nvSpPr>
          <p:cNvPr id="10" name="">
            <a:extLst xmlns:a="http://schemas.openxmlformats.org/drawingml/2006/main">
              <a:ext uri="{FF2B5EF4-FFF2-40B4-BE49-F238E27FC236}">
                <a16:creationId xmlns:a16="http://schemas.microsoft.com/office/drawing/2014/main" id="{6EDAACE6-E65C-4FD7-936E-4D915CB90D19}"/>
              </a:ext>
            </a:extLst>
          </p:cNvPr>
          <p:cNvSpPr>
            <a:spLocks xmlns:a="http://schemas.openxmlformats.org/drawingml/2006/main" noGrp="1"/>
          </p:cNvSpPr>
          <p:nvPr/>
        </p:nvSpPr>
        <p:spPr>
          <a:xfrm xmlns:a="http://schemas.openxmlformats.org/drawingml/2006/main">
            <a:off x="647700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反に共通の−5″</a:t>
            </a:r>
          </a:p>
        </p:txBody>
      </p:sp>
      <p:sp>
        <p:nvSpPr>
          <p:cNvPr id="11" name="">
            <a:extLst xmlns:a="http://schemas.openxmlformats.org/drawingml/2006/main">
              <a:ext uri="{FF2B5EF4-FFF2-40B4-BE49-F238E27FC236}">
                <a16:creationId xmlns:a16="http://schemas.microsoft.com/office/drawing/2014/main" id="{EE4AA40A-738B-4405-9EF1-3EA3A9C08BB9}"/>
              </a:ext>
            </a:extLst>
          </p:cNvPr>
          <p:cNvSpPr>
            <a:spLocks xmlns:a="http://schemas.openxmlformats.org/drawingml/2006/main" noGrp="1"/>
          </p:cNvSpPr>
          <p:nvPr/>
        </p:nvSpPr>
        <p:spPr>
          <a:xfrm xmlns:a="http://schemas.openxmlformats.org/drawingml/2006/main">
            <a:off x="110490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B−Aで＋5″が相殺</a:t>
            </a:r>
          </a:p>
        </p:txBody>
      </p:sp>
      <p:sp>
        <p:nvSpPr>
          <p:cNvPr id="12" name="">
            <a:extLst xmlns:a="http://schemas.openxmlformats.org/drawingml/2006/main">
              <a:ext uri="{FF2B5EF4-FFF2-40B4-BE49-F238E27FC236}">
                <a16:creationId xmlns:a16="http://schemas.microsoft.com/office/drawing/2014/main" id="{E0990D0A-7070-48DE-872C-3DA67EFBC4A9}"/>
              </a:ext>
            </a:extLst>
          </p:cNvPr>
          <p:cNvSpPr>
            <a:spLocks xmlns:a="http://schemas.openxmlformats.org/drawingml/2006/main" noGrp="1"/>
          </p:cNvSpPr>
          <p:nvPr/>
        </p:nvSpPr>
        <p:spPr>
          <a:xfrm xmlns:a="http://schemas.openxmlformats.org/drawingml/2006/main">
            <a:off x="110490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正の結果＝60°</a:t>
            </a:r>
          </a:p>
        </p:txBody>
      </p:sp>
      <p:sp>
        <p:nvSpPr>
          <p:cNvPr id="13" name="">
            <a:extLst xmlns:a="http://schemas.openxmlformats.org/drawingml/2006/main">
              <a:ext uri="{FF2B5EF4-FFF2-40B4-BE49-F238E27FC236}">
                <a16:creationId xmlns:a16="http://schemas.microsoft.com/office/drawing/2014/main" id="{2ABFF4FF-7B6B-44C4-A11B-343518D3122B}"/>
              </a:ext>
            </a:extLst>
          </p:cNvPr>
          <p:cNvSpPr>
            <a:spLocks xmlns:a="http://schemas.openxmlformats.org/drawingml/2006/main" noGrp="1"/>
          </p:cNvSpPr>
          <p:nvPr/>
        </p:nvSpPr>
        <p:spPr>
          <a:xfrm xmlns:a="http://schemas.openxmlformats.org/drawingml/2006/main">
            <a:off x="683895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B−Aで−5″が相殺</a:t>
            </a:r>
          </a:p>
        </p:txBody>
      </p:sp>
      <p:sp>
        <p:nvSpPr>
          <p:cNvPr id="14" name="">
            <a:extLst xmlns:a="http://schemas.openxmlformats.org/drawingml/2006/main">
              <a:ext uri="{FF2B5EF4-FFF2-40B4-BE49-F238E27FC236}">
                <a16:creationId xmlns:a16="http://schemas.microsoft.com/office/drawing/2014/main" id="{29B14A94-AB66-4D57-9CB9-BD15F233179C}"/>
              </a:ext>
            </a:extLst>
          </p:cNvPr>
          <p:cNvSpPr>
            <a:spLocks xmlns:a="http://schemas.openxmlformats.org/drawingml/2006/main" noGrp="1"/>
          </p:cNvSpPr>
          <p:nvPr/>
        </p:nvSpPr>
        <p:spPr>
          <a:xfrm xmlns:a="http://schemas.openxmlformats.org/drawingml/2006/main">
            <a:off x="683895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反の結果＝60°</a:t>
            </a:r>
          </a:p>
        </p:txBody>
      </p:sp>
      <p:sp>
        <p:nvSpPr>
          <p:cNvPr id="15" name="">
            <a:extLst xmlns:a="http://schemas.openxmlformats.org/drawingml/2006/main">
              <a:ext uri="{FF2B5EF4-FFF2-40B4-BE49-F238E27FC236}">
                <a16:creationId xmlns:a16="http://schemas.microsoft.com/office/drawing/2014/main" id="{D61F3D5F-3C83-46F6-BBB5-7C0FA5D21082}"/>
              </a:ext>
            </a:extLst>
          </p:cNvPr>
          <p:cNvSpPr>
            <a:spLocks xmlns:a="http://schemas.openxmlformats.org/drawingml/2006/main" noGrp="1"/>
          </p:cNvSpPr>
          <p:nvPr/>
        </p:nvSpPr>
        <p:spPr>
          <a:xfrm xmlns:a="http://schemas.openxmlformats.org/drawingml/2006/main">
            <a:off x="1104900" y="5143500"/>
            <a:ext cx="99631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較差0″でも、個々の読みにはずれがあり得る</a:t>
            </a:r>
          </a:p>
        </p:txBody>
      </p:sp>
    </p:spTree>
    <p:extLst>
      <p:ext uri="{BB962C8B-B14F-4D97-AF65-F5344CB8AC3E}">
        <p14:creationId xmlns:p14="http://schemas.microsoft.com/office/powerpoint/2010/main" val="59344556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DE714C5-4F79-44F3-8681-F72152386C8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028DB1C1-1E35-4E9F-8CAC-B2622194D48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ECF2AF79-C9F6-4691-99EA-389A4499870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第2対回も、Aを別々に引く</a:t>
            </a:r>
          </a:p>
        </p:txBody>
      </p:sp>
      <p:sp>
        <p:nvSpPr>
          <p:cNvPr id="4" name="">
            <a:extLst xmlns:a="http://schemas.openxmlformats.org/drawingml/2006/main">
              <a:ext uri="{FF2B5EF4-FFF2-40B4-BE49-F238E27FC236}">
                <a16:creationId xmlns:a16="http://schemas.microsoft.com/office/drawing/2014/main" id="{1AE80D27-7631-4E57-927D-19105591379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BE3014A0-1742-4958-96BD-BA9CE41199C0}"/>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F4919C0F-8E8F-4022-A613-607A9DA3707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29</a:t>
            </a:r>
          </a:p>
        </p:txBody>
      </p:sp>
      <p:sp>
        <p:nvSpPr>
          <p:cNvPr id="7" name="">
            <a:extLst xmlns:a="http://schemas.openxmlformats.org/drawingml/2006/main">
              <a:ext uri="{FF2B5EF4-FFF2-40B4-BE49-F238E27FC236}">
                <a16:creationId xmlns:a16="http://schemas.microsoft.com/office/drawing/2014/main" id="{72C4A9E7-9F68-4496-A323-4D9638FE700B}"/>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初期目盛を変えて観測する</a:t>
            </a:r>
          </a:p>
        </p:txBody>
      </p:sp>
      <p:graphicFrame>
        <p:nvGraphicFramePr>
          <p:cNvPr id="8" name="">
            <a:extLst xmlns:a="http://schemas.openxmlformats.org/drawingml/2006/main">
              <a:ext uri="{FF2B5EF4-FFF2-40B4-BE49-F238E27FC236}">
                <a16:creationId xmlns:a16="http://schemas.microsoft.com/office/drawing/2014/main" id="{DE8A91CB-1826-4059-A468-DE5EDC107997}"/>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719072"/>
                <a:gridCol w="4512564"/>
                <a:gridCol w="4512564"/>
              </a:tblGrid>
              <a:tr h="920750">
                <a:tc>
                  <a:txBody>
                    <a:bodyPr wrap="square" lIns="57150" tIns="57150" rIns="57150" bIns="57150">
                      <a:noAutofit/>
                    </a:bodyPr>
                    <a:lstStyle/>
                    <a:p>
                      <a:pPr algn="ctr"/>
                      <a:r>
                        <a:rPr sz="1950" b="1">
                          <a:solidFill>
                            <a:srgbClr val="FFFFFF"/>
                          </a:solidFill>
                          <a:latin typeface="Yu Gothic"/>
                          <a:ea typeface="Yu Gothic"/>
                          <a:cs typeface="Yu Gothic"/>
                        </a:rPr>
                        <a:t>目標</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 r</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 l</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A</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102°07′40″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282°07′36″</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175°32′49″</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355°32′47″</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EF9D7730-481F-4ED1-8E1A-E9E779143F86}"/>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正の結果73°25′09″／反の結果73°25′11″</a:t>
            </a:r>
          </a:p>
        </p:txBody>
      </p:sp>
    </p:spTree>
    <p:extLst>
      <p:ext uri="{BB962C8B-B14F-4D97-AF65-F5344CB8AC3E}">
        <p14:creationId xmlns:p14="http://schemas.microsoft.com/office/powerpoint/2010/main" val="205688452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3DF7EB0-8AB0-4933-B17C-3E10205E12E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7BF03906-0E31-48E7-AB5C-95E7846F1E39}"/>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6BB890E8-104B-40FE-8DD5-DF8AF2E4B3D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同じ方向の、対回間の差を点検する</a:t>
            </a:r>
          </a:p>
        </p:txBody>
      </p:sp>
      <p:sp>
        <p:nvSpPr>
          <p:cNvPr id="4" name="">
            <a:extLst xmlns:a="http://schemas.openxmlformats.org/drawingml/2006/main">
              <a:ext uri="{FF2B5EF4-FFF2-40B4-BE49-F238E27FC236}">
                <a16:creationId xmlns:a16="http://schemas.microsoft.com/office/drawing/2014/main" id="{1BB97C51-E1AD-4E50-A9E2-1D2B76B2977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99E669BB-19D3-4A52-A57C-3E498C0D2F3A}"/>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94002557-F9AE-4D67-9D37-E5431894FF18}"/>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30</a:t>
            </a:r>
          </a:p>
        </p:txBody>
      </p:sp>
      <p:sp>
        <p:nvSpPr>
          <p:cNvPr id="7" name="">
            <a:extLst xmlns:a="http://schemas.openxmlformats.org/drawingml/2006/main">
              <a:ext uri="{FF2B5EF4-FFF2-40B4-BE49-F238E27FC236}">
                <a16:creationId xmlns:a16="http://schemas.microsoft.com/office/drawing/2014/main" id="{488CE1ED-FC63-4C28-9047-60C730FFEEEE}"/>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最大−最小。負の較差の扱いに注意</a:t>
            </a:r>
          </a:p>
        </p:txBody>
      </p:sp>
      <p:graphicFrame>
        <p:nvGraphicFramePr>
          <p:cNvPr id="8" name="">
            <a:extLst xmlns:a="http://schemas.openxmlformats.org/drawingml/2006/main">
              <a:ext uri="{FF2B5EF4-FFF2-40B4-BE49-F238E27FC236}">
                <a16:creationId xmlns:a16="http://schemas.microsoft.com/office/drawing/2014/main" id="{52761886-57F1-442E-AAE7-4BF6C6D0FE55}"/>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826514"/>
                <a:gridCol w="5479542"/>
                <a:gridCol w="3438144"/>
              </a:tblGrid>
              <a:tr h="920750">
                <a:tc>
                  <a:txBody>
                    <a:bodyPr wrap="square" lIns="57150" tIns="57150" rIns="57150" bIns="57150">
                      <a:noAutofit/>
                    </a:bodyPr>
                    <a:lstStyle/>
                    <a:p>
                      <a:pPr algn="ctr"/>
                      <a:r>
                        <a:rPr sz="1950" b="1">
                          <a:solidFill>
                            <a:srgbClr val="FFFFFF"/>
                          </a:solidFill>
                          <a:latin typeface="Yu Gothic"/>
                          <a:ea typeface="Yu Gothic"/>
                          <a:cs typeface="Yu Gothic"/>
                        </a:rPr>
                        <a:t>対回</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倍角 D</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較差 C</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1</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146°50′26″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146°50′20″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871C1A64-0056-46B7-9BF0-04E938697C53}"/>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倍角差6″／観測差6″</a:t>
            </a:r>
          </a:p>
        </p:txBody>
      </p:sp>
    </p:spTree>
    <p:extLst>
      <p:ext uri="{BB962C8B-B14F-4D97-AF65-F5344CB8AC3E}">
        <p14:creationId xmlns:p14="http://schemas.microsoft.com/office/powerpoint/2010/main" val="60529151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CE9BD3F-8BC7-4B76-B1BE-DB139695727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6331B3B-2B4E-4F8A-B3E3-66D9B798FA5D}"/>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0BEDF10B-AB50-4204-9159-ECAC1DA6B8A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点検に通ってから、平均を採用する</a:t>
            </a:r>
          </a:p>
        </p:txBody>
      </p:sp>
      <p:sp>
        <p:nvSpPr>
          <p:cNvPr id="4" name="">
            <a:extLst xmlns:a="http://schemas.openxmlformats.org/drawingml/2006/main">
              <a:ext uri="{FF2B5EF4-FFF2-40B4-BE49-F238E27FC236}">
                <a16:creationId xmlns:a16="http://schemas.microsoft.com/office/drawing/2014/main" id="{9064E2FA-6E09-40C6-9B2F-DD812C5257A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336484E3-1444-4DCF-A31C-6D976E525A5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5A23ECBA-48C4-4B77-BC1F-DC60F937A73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31</a:t>
            </a:r>
          </a:p>
        </p:txBody>
      </p:sp>
      <p:sp>
        <p:nvSpPr>
          <p:cNvPr id="7" name="">
            <a:extLst xmlns:a="http://schemas.openxmlformats.org/drawingml/2006/main">
              <a:ext uri="{FF2B5EF4-FFF2-40B4-BE49-F238E27FC236}">
                <a16:creationId xmlns:a16="http://schemas.microsoft.com/office/drawing/2014/main" id="{1D85FF9B-95A1-4DBE-94B5-59C1701AE91E}"/>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授業用の仮基準。公共測量の規程値ではない</a:t>
            </a:r>
          </a:p>
        </p:txBody>
      </p:sp>
      <p:graphicFrame>
        <p:nvGraphicFramePr>
          <p:cNvPr id="8" name="">
            <a:extLst xmlns:a="http://schemas.openxmlformats.org/drawingml/2006/main">
              <a:ext uri="{FF2B5EF4-FFF2-40B4-BE49-F238E27FC236}">
                <a16:creationId xmlns:a16="http://schemas.microsoft.com/office/drawing/2014/main" id="{9BE55001-644A-43E3-B485-DEDFD8BD497D}"/>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3008376"/>
                <a:gridCol w="1933956"/>
                <a:gridCol w="3115818"/>
                <a:gridCol w="2686050"/>
              </a:tblGrid>
              <a:tr h="920750">
                <a:tc>
                  <a:txBody>
                    <a:bodyPr wrap="square" lIns="57150" tIns="57150" rIns="57150" bIns="57150">
                      <a:noAutofit/>
                    </a:bodyPr>
                    <a:lstStyle/>
                    <a:p>
                      <a:pPr algn="ctr"/>
                      <a:r>
                        <a:rPr sz="1950" b="1">
                          <a:solidFill>
                            <a:srgbClr val="FFFFFF"/>
                          </a:solidFill>
                          <a:latin typeface="Yu Gothic"/>
                          <a:ea typeface="Yu Gothic"/>
                          <a:cs typeface="Yu Gothic"/>
                        </a:rPr>
                        <a:t>点検量</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計算値</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仮基準</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判定</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倍角差</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10″以下</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範囲内</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観測差</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8″以下</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範囲内</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9711E31E-0443-4856-B2FB-07598A14CFEB}"/>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採用する平均：73°25′11.5″</a:t>
            </a:r>
          </a:p>
        </p:txBody>
      </p:sp>
    </p:spTree>
    <p:extLst>
      <p:ext uri="{BB962C8B-B14F-4D97-AF65-F5344CB8AC3E}">
        <p14:creationId xmlns:p14="http://schemas.microsoft.com/office/powerpoint/2010/main" val="118077803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CC318D5-7B33-4FFB-8878-E644426EAD4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A3ED0B1F-ED4D-4109-B7FC-446576EF24F7}"/>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1BDA7654-353E-4D9F-A23D-2D3A531B68D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試験の型：較差の符号と繰り下がり</a:t>
            </a:r>
          </a:p>
        </p:txBody>
      </p:sp>
      <p:sp>
        <p:nvSpPr>
          <p:cNvPr id="4" name="">
            <a:extLst xmlns:a="http://schemas.openxmlformats.org/drawingml/2006/main">
              <a:ext uri="{FF2B5EF4-FFF2-40B4-BE49-F238E27FC236}">
                <a16:creationId xmlns:a16="http://schemas.microsoft.com/office/drawing/2014/main" id="{2A61E228-B627-4889-ACA3-66B67C2D8AC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388DF995-3623-4454-A73C-FE56180CCD6A}"/>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13315514-F885-4C40-A572-DB6B21C1921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32</a:t>
            </a:r>
          </a:p>
        </p:txBody>
      </p:sp>
      <p:sp>
        <p:nvSpPr>
          <p:cNvPr id="7" name="">
            <a:extLst xmlns:a="http://schemas.openxmlformats.org/drawingml/2006/main">
              <a:ext uri="{FF2B5EF4-FFF2-40B4-BE49-F238E27FC236}">
                <a16:creationId xmlns:a16="http://schemas.microsoft.com/office/drawing/2014/main" id="{D2B7B2A7-D03F-4368-92DF-143E8BF91E03}"/>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結果は各姿勢の零方向を引いて求める</a:t>
            </a:r>
          </a:p>
        </p:txBody>
      </p:sp>
      <p:sp>
        <p:nvSpPr>
          <p:cNvPr id="8" name="">
            <a:extLst xmlns:a="http://schemas.openxmlformats.org/drawingml/2006/main">
              <a:ext uri="{FF2B5EF4-FFF2-40B4-BE49-F238E27FC236}">
                <a16:creationId xmlns:a16="http://schemas.microsoft.com/office/drawing/2014/main" id="{5D06C966-51A8-4020-ABD2-0D2045148CE8}"/>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97°46′02″＝97°45′62″と繰り下げる</a:t>
            </a:r>
          </a:p>
        </p:txBody>
      </p:sp>
      <p:sp>
        <p:nvSpPr>
          <p:cNvPr id="9" name="">
            <a:extLst xmlns:a="http://schemas.openxmlformats.org/drawingml/2006/main">
              <a:ext uri="{FF2B5EF4-FFF2-40B4-BE49-F238E27FC236}">
                <a16:creationId xmlns:a16="http://schemas.microsoft.com/office/drawing/2014/main" id="{9356CA5E-7F3D-4387-AC1F-FD1B95DE55C7}"/>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観測差＝較差の最大−最小</a:t>
            </a:r>
          </a:p>
        </p:txBody>
      </p:sp>
      <p:sp>
        <p:nvSpPr>
          <p:cNvPr id="10" name="">
            <a:extLst xmlns:a="http://schemas.openxmlformats.org/drawingml/2006/main">
              <a:ext uri="{FF2B5EF4-FFF2-40B4-BE49-F238E27FC236}">
                <a16:creationId xmlns:a16="http://schemas.microsoft.com/office/drawing/2014/main" id="{8F46CAC2-246D-40B4-9875-AAF2C1347832}"/>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表のどの列を比較するかを先に決める</a:t>
            </a:r>
          </a:p>
        </p:txBody>
      </p:sp>
    </p:spTree>
    <p:extLst>
      <p:ext uri="{BB962C8B-B14F-4D97-AF65-F5344CB8AC3E}">
        <p14:creationId xmlns:p14="http://schemas.microsoft.com/office/powerpoint/2010/main" val="208544057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5730CD3-D86B-4E80-A623-800F0F8FB80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2CF2814D-5025-4BC6-96B9-B9B1AAF618D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3A208E19-03D9-4E29-A112-4F08FE32D944}"/>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確認④：−4″から＋4″までの幅は？</a:t>
            </a:r>
          </a:p>
        </p:txBody>
      </p:sp>
      <p:sp>
        <p:nvSpPr>
          <p:cNvPr id="4" name="">
            <a:extLst xmlns:a="http://schemas.openxmlformats.org/drawingml/2006/main">
              <a:ext uri="{FF2B5EF4-FFF2-40B4-BE49-F238E27FC236}">
                <a16:creationId xmlns:a16="http://schemas.microsoft.com/office/drawing/2014/main" id="{EBD24224-4B66-4F4F-8435-11B78A94969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71C11BA5-D6FF-4117-920C-4BB19F92D755}"/>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01FAAE37-0CAD-4746-8A8E-44B4F7151F6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33</a:t>
            </a:r>
          </a:p>
        </p:txBody>
      </p:sp>
      <p:sp>
        <p:nvSpPr>
          <p:cNvPr id="7" name="">
            <a:extLst xmlns:a="http://schemas.openxmlformats.org/drawingml/2006/main">
              <a:ext uri="{FF2B5EF4-FFF2-40B4-BE49-F238E27FC236}">
                <a16:creationId xmlns:a16="http://schemas.microsoft.com/office/drawing/2014/main" id="{0566FC70-39A1-4C93-82E6-E7E290A4F95F}"/>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較差が＋4″と−4″。観測差はいくら？</a:t>
            </a:r>
          </a:p>
        </p:txBody>
      </p:sp>
      <p:sp>
        <p:nvSpPr>
          <p:cNvPr id="8" name="">
            <a:extLst xmlns:a="http://schemas.openxmlformats.org/drawingml/2006/main">
              <a:ext uri="{FF2B5EF4-FFF2-40B4-BE49-F238E27FC236}">
                <a16:creationId xmlns:a16="http://schemas.microsoft.com/office/drawing/2014/main" id="{206B1BB8-5E56-4463-9FDB-F371767F04C6}"/>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0″？ 4″？ 8″？</a:t>
            </a:r>
          </a:p>
        </p:txBody>
      </p:sp>
      <p:sp>
        <p:nvSpPr>
          <p:cNvPr id="9" name="">
            <a:extLst xmlns:a="http://schemas.openxmlformats.org/drawingml/2006/main">
              <a:ext uri="{FF2B5EF4-FFF2-40B4-BE49-F238E27FC236}">
                <a16:creationId xmlns:a16="http://schemas.microsoft.com/office/drawing/2014/main" id="{97768EA2-65BA-4045-AF74-5CFAE0F2B90D}"/>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超過したら、数字を直す？ 測り直す？</a:t>
            </a:r>
          </a:p>
        </p:txBody>
      </p:sp>
    </p:spTree>
    <p:extLst>
      <p:ext uri="{BB962C8B-B14F-4D97-AF65-F5344CB8AC3E}">
        <p14:creationId xmlns:p14="http://schemas.microsoft.com/office/powerpoint/2010/main" val="157982842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53F1F22-0693-4086-A62E-E4905DF935E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79003FC0-8DDD-49CD-8E34-6918FC2A11BC}"/>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4-5 縦の角｜43–49分</a:t>
            </a:r>
          </a:p>
        </p:txBody>
      </p:sp>
      <p:sp>
        <p:nvSpPr>
          <p:cNvPr id="3" name="">
            <a:extLst xmlns:a="http://schemas.openxmlformats.org/drawingml/2006/main">
              <a:ext uri="{FF2B5EF4-FFF2-40B4-BE49-F238E27FC236}">
                <a16:creationId xmlns:a16="http://schemas.microsoft.com/office/drawing/2014/main" id="{FB9399C0-2F17-41A2-AD34-07D26DCF2E85}"/>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天頂角90°が、水平を意味する</a:t>
            </a:r>
          </a:p>
        </p:txBody>
      </p:sp>
      <p:sp>
        <p:nvSpPr>
          <p:cNvPr id="4" name="">
            <a:extLst xmlns:a="http://schemas.openxmlformats.org/drawingml/2006/main">
              <a:ext uri="{FF2B5EF4-FFF2-40B4-BE49-F238E27FC236}">
                <a16:creationId xmlns:a16="http://schemas.microsoft.com/office/drawing/2014/main" id="{5F60C4AA-2CCB-4120-9960-91BAED8C6E0A}"/>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3DC0337-195D-4985-AB9D-3C50927C7965}"/>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B0F53F24-B801-49E7-8131-55DEC1C5D0DA}"/>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34</a:t>
            </a:r>
          </a:p>
        </p:txBody>
      </p:sp>
      <p:sp>
        <p:nvSpPr>
          <p:cNvPr id="7" name="">
            <a:extLst xmlns:a="http://schemas.openxmlformats.org/drawingml/2006/main">
              <a:ext uri="{FF2B5EF4-FFF2-40B4-BE49-F238E27FC236}">
                <a16:creationId xmlns:a16="http://schemas.microsoft.com/office/drawing/2014/main" id="{5DC3C8A1-D23E-4087-ADD4-560CC95DF7F8}"/>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Zは真上から、αは水平から</a:t>
            </a:r>
          </a:p>
        </p:txBody>
      </p:sp>
      <p:sp>
        <p:nvSpPr>
          <p:cNvPr id="8" name="">
            <a:extLst xmlns:a="http://schemas.openxmlformats.org/drawingml/2006/main">
              <a:ext uri="{FF2B5EF4-FFF2-40B4-BE49-F238E27FC236}">
                <a16:creationId xmlns:a16="http://schemas.microsoft.com/office/drawing/2014/main" id="{9F1DCD09-DC01-4511-994D-E68A62067149}"/>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高度角 α＝90°−Z</a:t>
            </a:r>
          </a:p>
        </p:txBody>
      </p:sp>
      <p:sp>
        <p:nvSpPr>
          <p:cNvPr id="9" name="">
            <a:extLst xmlns:a="http://schemas.openxmlformats.org/drawingml/2006/main">
              <a:ext uri="{FF2B5EF4-FFF2-40B4-BE49-F238E27FC236}">
                <a16:creationId xmlns:a16="http://schemas.microsoft.com/office/drawing/2014/main" id="{190D2062-5C07-466B-B233-1CB3059D639F}"/>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上向きがαの正</a:t>
            </a:r>
          </a:p>
        </p:txBody>
      </p:sp>
      <p:sp>
        <p:nvSpPr>
          <p:cNvPr id="10" name="">
            <a:extLst xmlns:a="http://schemas.openxmlformats.org/drawingml/2006/main">
              <a:ext uri="{FF2B5EF4-FFF2-40B4-BE49-F238E27FC236}">
                <a16:creationId xmlns:a16="http://schemas.microsoft.com/office/drawing/2014/main" id="{28A51BC8-9B0C-4AEC-91FF-11F631A1ECF9}"/>
              </a:ext>
            </a:extLst>
          </p:cNvPr>
          <p:cNvSpPr>
            <a:spLocks xmlns:a="http://schemas.openxmlformats.org/drawingml/2006/main" noGrp="1"/>
          </p:cNvSpPr>
          <p:nvPr/>
        </p:nvSpPr>
        <p:spPr>
          <a:xfrm xmlns:a="http://schemas.openxmlformats.org/drawingml/2006/main">
            <a:off x="6400800" y="4552950"/>
            <a:ext cx="4714875" cy="9525"/>
          </a:xfrm>
          <a:custGeom xmlns:a="http://schemas.openxmlformats.org/drawingml/2006/main">
            <a:pathLst>
              <a:path w="4714875" h="9525">
                <a:moveTo>
                  <a:pt x="0" y="0"/>
                </a:moveTo>
                <a:lnTo>
                  <a:pt x="4714875" y="0"/>
                </a:lnTo>
              </a:path>
            </a:pathLst>
          </a:custGeom>
          <a:noFill xmlns:a="http://schemas.openxmlformats.org/drawingml/2006/main"/>
          <a:ln xmlns:a="http://schemas.openxmlformats.org/drawingml/2006/main" w="28575">
            <a:solidFill>
              <a:srgbClr val="CFD9DD"/>
            </a:solidFill>
            <a:prstDash val="dash"/>
          </a:ln>
        </p:spPr>
      </p:sp>
      <p:sp>
        <p:nvSpPr>
          <p:cNvPr id="11" name="">
            <a:extLst xmlns:a="http://schemas.openxmlformats.org/drawingml/2006/main">
              <a:ext uri="{FF2B5EF4-FFF2-40B4-BE49-F238E27FC236}">
                <a16:creationId xmlns:a16="http://schemas.microsoft.com/office/drawing/2014/main" id="{086259AD-7D0B-46A0-9F5C-45CC51D67005}"/>
              </a:ext>
            </a:extLst>
          </p:cNvPr>
          <p:cNvSpPr>
            <a:spLocks xmlns:a="http://schemas.openxmlformats.org/drawingml/2006/main" noGrp="1"/>
          </p:cNvSpPr>
          <p:nvPr/>
        </p:nvSpPr>
        <p:spPr>
          <a:xfrm xmlns:a="http://schemas.openxmlformats.org/drawingml/2006/main">
            <a:off x="8178641" y="1752600"/>
            <a:ext cx="9525" cy="2800350"/>
          </a:xfrm>
          <a:custGeom xmlns:a="http://schemas.openxmlformats.org/drawingml/2006/main">
            <a:pathLst>
              <a:path w="9525" h="2800350">
                <a:moveTo>
                  <a:pt x="0" y="2800350"/>
                </a:moveTo>
                <a:lnTo>
                  <a:pt x="0" y="0"/>
                </a:lnTo>
              </a:path>
            </a:pathLst>
          </a:custGeom>
          <a:noFill xmlns:a="http://schemas.openxmlformats.org/drawingml/2006/main"/>
          <a:ln xmlns:a="http://schemas.openxmlformats.org/drawingml/2006/main" w="28575">
            <a:solidFill>
              <a:srgbClr val="CFD9DD"/>
            </a:solidFill>
            <a:prstDash val="dash"/>
          </a:ln>
        </p:spPr>
      </p:sp>
      <p:sp>
        <p:nvSpPr>
          <p:cNvPr id="12" name="">
            <a:extLst xmlns:a="http://schemas.openxmlformats.org/drawingml/2006/main">
              <a:ext uri="{FF2B5EF4-FFF2-40B4-BE49-F238E27FC236}">
                <a16:creationId xmlns:a16="http://schemas.microsoft.com/office/drawing/2014/main" id="{96A2AFA3-93DD-4047-B5C5-BD09CA6D913A}"/>
              </a:ext>
            </a:extLst>
          </p:cNvPr>
          <p:cNvSpPr>
            <a:spLocks xmlns:a="http://schemas.openxmlformats.org/drawingml/2006/main" noGrp="1"/>
          </p:cNvSpPr>
          <p:nvPr/>
        </p:nvSpPr>
        <p:spPr>
          <a:xfrm xmlns:a="http://schemas.openxmlformats.org/drawingml/2006/main">
            <a:off x="8178641" y="3648434"/>
            <a:ext cx="1939741" cy="904516"/>
          </a:xfrm>
          <a:custGeom xmlns:a="http://schemas.openxmlformats.org/drawingml/2006/main">
            <a:pathLst>
              <a:path w="1939741" h="904516">
                <a:moveTo>
                  <a:pt x="0" y="904516"/>
                </a:moveTo>
                <a:lnTo>
                  <a:pt x="1939741" y="0"/>
                </a:lnTo>
              </a:path>
            </a:pathLst>
          </a:custGeom>
          <a:noFill xmlns:a="http://schemas.openxmlformats.org/drawingml/2006/main"/>
          <a:ln xmlns:a="http://schemas.openxmlformats.org/drawingml/2006/main" w="38100">
            <a:solidFill>
              <a:srgbClr val="182B33"/>
            </a:solidFill>
            <a:prstDash val="solid"/>
          </a:ln>
        </p:spPr>
      </p:sp>
      <p:sp>
        <p:nvSpPr>
          <p:cNvPr id="13" name="">
            <a:extLst xmlns:a="http://schemas.openxmlformats.org/drawingml/2006/main">
              <a:ext uri="{FF2B5EF4-FFF2-40B4-BE49-F238E27FC236}">
                <a16:creationId xmlns:a16="http://schemas.microsoft.com/office/drawing/2014/main" id="{D7641FC1-78D6-4308-B1C5-0B47C11AFC1C}"/>
              </a:ext>
            </a:extLst>
          </p:cNvPr>
          <p:cNvSpPr>
            <a:spLocks xmlns:a="http://schemas.openxmlformats.org/drawingml/2006/main" noGrp="1"/>
          </p:cNvSpPr>
          <p:nvPr/>
        </p:nvSpPr>
        <p:spPr>
          <a:xfrm xmlns:a="http://schemas.openxmlformats.org/drawingml/2006/main">
            <a:off x="8178641" y="3910870"/>
            <a:ext cx="581922" cy="370725"/>
          </a:xfrm>
          <a:custGeom xmlns:a="http://schemas.openxmlformats.org/drawingml/2006/main">
            <a:pathLst>
              <a:path w="581922" h="370725">
                <a:moveTo>
                  <a:pt x="0" y="0"/>
                </a:moveTo>
                <a:lnTo>
                  <a:pt x="55961" y="2443"/>
                </a:lnTo>
                <a:lnTo>
                  <a:pt x="111496" y="9755"/>
                </a:lnTo>
                <a:lnTo>
                  <a:pt x="166183" y="21878"/>
                </a:lnTo>
                <a:lnTo>
                  <a:pt x="219604" y="38722"/>
                </a:lnTo>
                <a:lnTo>
                  <a:pt x="271355" y="60158"/>
                </a:lnTo>
                <a:lnTo>
                  <a:pt x="321040" y="86022"/>
                </a:lnTo>
                <a:lnTo>
                  <a:pt x="368282" y="116119"/>
                </a:lnTo>
                <a:lnTo>
                  <a:pt x="412721" y="150218"/>
                </a:lnTo>
                <a:lnTo>
                  <a:pt x="454019" y="188061"/>
                </a:lnTo>
                <a:lnTo>
                  <a:pt x="491862" y="229359"/>
                </a:lnTo>
                <a:lnTo>
                  <a:pt x="525961" y="273798"/>
                </a:lnTo>
                <a:lnTo>
                  <a:pt x="556058" y="321040"/>
                </a:lnTo>
                <a:lnTo>
                  <a:pt x="581922" y="370725"/>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9CE73F8E-4FF8-4C73-AE5C-4EB77BC72E45}"/>
              </a:ext>
            </a:extLst>
          </p:cNvPr>
          <p:cNvSpPr>
            <a:spLocks xmlns:a="http://schemas.openxmlformats.org/drawingml/2006/main" noGrp="1"/>
          </p:cNvSpPr>
          <p:nvPr/>
        </p:nvSpPr>
        <p:spPr>
          <a:xfrm xmlns:a="http://schemas.openxmlformats.org/drawingml/2006/main">
            <a:off x="8993333" y="4173053"/>
            <a:ext cx="84221" cy="379897"/>
          </a:xfrm>
          <a:custGeom xmlns:a="http://schemas.openxmlformats.org/drawingml/2006/main">
            <a:pathLst>
              <a:path w="84221" h="379897">
                <a:moveTo>
                  <a:pt x="0" y="0"/>
                </a:moveTo>
                <a:lnTo>
                  <a:pt x="15795" y="35898"/>
                </a:lnTo>
                <a:lnTo>
                  <a:pt x="30010" y="72451"/>
                </a:lnTo>
                <a:lnTo>
                  <a:pt x="42617" y="109589"/>
                </a:lnTo>
                <a:lnTo>
                  <a:pt x="53591" y="147241"/>
                </a:lnTo>
                <a:lnTo>
                  <a:pt x="62913" y="185337"/>
                </a:lnTo>
                <a:lnTo>
                  <a:pt x="70565" y="223802"/>
                </a:lnTo>
                <a:lnTo>
                  <a:pt x="76531" y="262565"/>
                </a:lnTo>
                <a:lnTo>
                  <a:pt x="80800" y="301551"/>
                </a:lnTo>
                <a:lnTo>
                  <a:pt x="83366" y="340687"/>
                </a:lnTo>
                <a:lnTo>
                  <a:pt x="84221" y="379897"/>
                </a:lnTo>
              </a:path>
            </a:pathLst>
          </a:custGeom>
          <a:noFill xmlns:a="http://schemas.openxmlformats.org/drawingml/2006/main"/>
          <a:ln xmlns:a="http://schemas.openxmlformats.org/drawingml/2006/main" w="38100">
            <a:solidFill>
              <a:srgbClr val="A94737"/>
            </a:solidFill>
            <a:prstDash val="solid"/>
          </a:ln>
        </p:spPr>
      </p:sp>
      <p:sp>
        <p:nvSpPr>
          <p:cNvPr id="15" name="">
            <a:extLst xmlns:a="http://schemas.openxmlformats.org/drawingml/2006/main">
              <a:ext uri="{FF2B5EF4-FFF2-40B4-BE49-F238E27FC236}">
                <a16:creationId xmlns:a16="http://schemas.microsoft.com/office/drawing/2014/main" id="{6F3497F8-D837-4BD7-B8A5-26CA9D333A4A}"/>
              </a:ext>
            </a:extLst>
          </p:cNvPr>
          <p:cNvSpPr>
            <a:spLocks xmlns:a="http://schemas.openxmlformats.org/drawingml/2006/main" noGrp="1"/>
          </p:cNvSpPr>
          <p:nvPr/>
        </p:nvSpPr>
        <p:spPr>
          <a:xfrm xmlns:a="http://schemas.openxmlformats.org/drawingml/2006/main">
            <a:off x="8121491" y="449580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6" name="">
            <a:extLst xmlns:a="http://schemas.openxmlformats.org/drawingml/2006/main">
              <a:ext uri="{FF2B5EF4-FFF2-40B4-BE49-F238E27FC236}">
                <a16:creationId xmlns:a16="http://schemas.microsoft.com/office/drawing/2014/main" id="{3D76EF77-7143-471A-A51C-B5E7862EE11D}"/>
              </a:ext>
            </a:extLst>
          </p:cNvPr>
          <p:cNvSpPr>
            <a:spLocks xmlns:a="http://schemas.openxmlformats.org/drawingml/2006/main" noGrp="1"/>
          </p:cNvSpPr>
          <p:nvPr/>
        </p:nvSpPr>
        <p:spPr>
          <a:xfrm xmlns:a="http://schemas.openxmlformats.org/drawingml/2006/main">
            <a:off x="7911941" y="461010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7" name="">
            <a:extLst xmlns:a="http://schemas.openxmlformats.org/drawingml/2006/main">
              <a:ext uri="{FF2B5EF4-FFF2-40B4-BE49-F238E27FC236}">
                <a16:creationId xmlns:a16="http://schemas.microsoft.com/office/drawing/2014/main" id="{6DD77B50-1414-4F5C-922B-7E2D625C02D3}"/>
              </a:ext>
            </a:extLst>
          </p:cNvPr>
          <p:cNvSpPr>
            <a:spLocks xmlns:a="http://schemas.openxmlformats.org/drawingml/2006/main" noGrp="1"/>
          </p:cNvSpPr>
          <p:nvPr/>
        </p:nvSpPr>
        <p:spPr>
          <a:xfrm xmlns:a="http://schemas.openxmlformats.org/drawingml/2006/main">
            <a:off x="10061232" y="3591284"/>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8" name="">
            <a:extLst xmlns:a="http://schemas.openxmlformats.org/drawingml/2006/main">
              <a:ext uri="{FF2B5EF4-FFF2-40B4-BE49-F238E27FC236}">
                <a16:creationId xmlns:a16="http://schemas.microsoft.com/office/drawing/2014/main" id="{4A5A70B5-FA2C-476A-B5F9-D43780278F6E}"/>
              </a:ext>
            </a:extLst>
          </p:cNvPr>
          <p:cNvSpPr>
            <a:spLocks xmlns:a="http://schemas.openxmlformats.org/drawingml/2006/main" noGrp="1"/>
          </p:cNvSpPr>
          <p:nvPr/>
        </p:nvSpPr>
        <p:spPr>
          <a:xfrm xmlns:a="http://schemas.openxmlformats.org/drawingml/2006/main">
            <a:off x="10185057" y="3381734"/>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目標</a:t>
            </a:r>
          </a:p>
        </p:txBody>
      </p:sp>
      <p:sp>
        <p:nvSpPr>
          <p:cNvPr id="19" name="">
            <a:extLst xmlns:a="http://schemas.openxmlformats.org/drawingml/2006/main">
              <a:ext uri="{FF2B5EF4-FFF2-40B4-BE49-F238E27FC236}">
                <a16:creationId xmlns:a16="http://schemas.microsoft.com/office/drawing/2014/main" id="{37852895-2B19-4126-901C-5956DF73D3C5}"/>
              </a:ext>
            </a:extLst>
          </p:cNvPr>
          <p:cNvSpPr>
            <a:spLocks xmlns:a="http://schemas.openxmlformats.org/drawingml/2006/main" noGrp="1"/>
          </p:cNvSpPr>
          <p:nvPr/>
        </p:nvSpPr>
        <p:spPr>
          <a:xfrm xmlns:a="http://schemas.openxmlformats.org/drawingml/2006/main">
            <a:off x="8254841" y="1695450"/>
            <a:ext cx="1381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Z=65°</a:t>
            </a:r>
          </a:p>
        </p:txBody>
      </p:sp>
      <p:sp>
        <p:nvSpPr>
          <p:cNvPr id="20" name="">
            <a:extLst xmlns:a="http://schemas.openxmlformats.org/drawingml/2006/main">
              <a:ext uri="{FF2B5EF4-FFF2-40B4-BE49-F238E27FC236}">
                <a16:creationId xmlns:a16="http://schemas.microsoft.com/office/drawing/2014/main" id="{9D4D2D29-3AF9-4373-82B3-CC53C0C98239}"/>
              </a:ext>
            </a:extLst>
          </p:cNvPr>
          <p:cNvSpPr>
            <a:spLocks xmlns:a="http://schemas.openxmlformats.org/drawingml/2006/main" noGrp="1"/>
          </p:cNvSpPr>
          <p:nvPr/>
        </p:nvSpPr>
        <p:spPr>
          <a:xfrm xmlns:a="http://schemas.openxmlformats.org/drawingml/2006/main">
            <a:off x="9227372" y="4171950"/>
            <a:ext cx="1381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α=25.000°</a:t>
            </a:r>
          </a:p>
        </p:txBody>
      </p:sp>
      <p:sp>
        <p:nvSpPr>
          <p:cNvPr id="21" name="">
            <a:extLst xmlns:a="http://schemas.openxmlformats.org/drawingml/2006/main">
              <a:ext uri="{FF2B5EF4-FFF2-40B4-BE49-F238E27FC236}">
                <a16:creationId xmlns:a16="http://schemas.microsoft.com/office/drawing/2014/main" id="{895F62ED-9D7A-47E0-B115-44B3F5C9883C}"/>
              </a:ext>
            </a:extLst>
          </p:cNvPr>
          <p:cNvSpPr>
            <a:spLocks xmlns:a="http://schemas.openxmlformats.org/drawingml/2006/main" noGrp="1"/>
          </p:cNvSpPr>
          <p:nvPr/>
        </p:nvSpPr>
        <p:spPr>
          <a:xfrm xmlns:a="http://schemas.openxmlformats.org/drawingml/2006/main">
            <a:off x="7730966" y="16192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52616A"/>
                </a:solidFill>
                <a:latin typeface="Yu Gothic"/>
                <a:ea typeface="Yu Gothic"/>
                <a:cs typeface="Yu Gothic"/>
              </a:defRPr>
            </a:defPPr>
            <a:lvl1pPr algn="l">
              <a:defRPr sz="1500" b="0">
                <a:solidFill>
                  <a:srgbClr val="52616A"/>
                </a:solidFill>
                <a:latin typeface="Yu Gothic"/>
                <a:ea typeface="Yu Gothic"/>
                <a:cs typeface="Yu Gothic"/>
              </a:defRPr>
            </a:lvl1pPr>
            <a:lvl2pPr algn="l">
              <a:defRPr sz="1500" b="0">
                <a:solidFill>
                  <a:srgbClr val="52616A"/>
                </a:solidFill>
                <a:latin typeface="Yu Gothic"/>
                <a:ea typeface="Yu Gothic"/>
                <a:cs typeface="Yu Gothic"/>
              </a:defRPr>
            </a:lvl2pPr>
            <a:lvl3pPr algn="l">
              <a:defRPr sz="1500" b="0">
                <a:solidFill>
                  <a:srgbClr val="52616A"/>
                </a:solidFill>
                <a:latin typeface="Yu Gothic"/>
                <a:ea typeface="Yu Gothic"/>
                <a:cs typeface="Yu Gothic"/>
              </a:defRPr>
            </a:lvl3pPr>
            <a:lvl4pPr algn="l">
              <a:defRPr sz="1500" b="0">
                <a:solidFill>
                  <a:srgbClr val="52616A"/>
                </a:solidFill>
                <a:latin typeface="Yu Gothic"/>
                <a:ea typeface="Yu Gothic"/>
                <a:cs typeface="Yu Gothic"/>
              </a:defRPr>
            </a:lvl4pPr>
            <a:lvl5pPr algn="l">
              <a:defRPr sz="1500" b="0">
                <a:solidFill>
                  <a:srgbClr val="52616A"/>
                </a:solidFill>
                <a:latin typeface="Yu Gothic"/>
                <a:ea typeface="Yu Gothic"/>
                <a:cs typeface="Yu Gothic"/>
              </a:defRPr>
            </a:lvl5pPr>
            <a:lvl6pPr algn="l">
              <a:defRPr sz="1500" b="0">
                <a:solidFill>
                  <a:srgbClr val="52616A"/>
                </a:solidFill>
                <a:latin typeface="Yu Gothic"/>
                <a:ea typeface="Yu Gothic"/>
                <a:cs typeface="Yu Gothic"/>
              </a:defRPr>
            </a:lvl6pPr>
            <a:lvl7pPr algn="l">
              <a:defRPr sz="1500" b="0">
                <a:solidFill>
                  <a:srgbClr val="52616A"/>
                </a:solidFill>
                <a:latin typeface="Yu Gothic"/>
                <a:ea typeface="Yu Gothic"/>
                <a:cs typeface="Yu Gothic"/>
              </a:defRPr>
            </a:lvl7pPr>
            <a:lvl8pPr algn="l">
              <a:defRPr sz="1500" b="0">
                <a:solidFill>
                  <a:srgbClr val="52616A"/>
                </a:solidFill>
                <a:latin typeface="Yu Gothic"/>
                <a:ea typeface="Yu Gothic"/>
                <a:cs typeface="Yu Gothic"/>
              </a:defRPr>
            </a:lvl8pPr>
            <a:lvl9pPr algn="l">
              <a:defRPr sz="1500" b="0">
                <a:solidFill>
                  <a:srgbClr val="52616A"/>
                </a:solidFill>
                <a:latin typeface="Yu Gothic"/>
                <a:ea typeface="Yu Gothic"/>
                <a:cs typeface="Yu Gothic"/>
              </a:defRPr>
            </a:lvl9pPr>
          </a:lstStyle>
          <a:p xmlns:a="http://schemas.openxmlformats.org/drawingml/2006/main">
            <a:pPr algn="l">
              <a:defRPr sz="1500" b="0">
                <a:solidFill>
                  <a:srgbClr val="52616A"/>
                </a:solidFill>
                <a:latin typeface="Yu Gothic"/>
                <a:ea typeface="Yu Gothic"/>
                <a:cs typeface="Yu Gothic"/>
              </a:defRPr>
            </a:pPr>
            <a:r>
              <a:rPr sz="1500" b="0">
                <a:solidFill>
                  <a:srgbClr val="52616A"/>
                </a:solidFill>
                <a:latin typeface="Yu Gothic"/>
                <a:ea typeface="Yu Gothic"/>
                <a:cs typeface="Yu Gothic"/>
              </a:rPr>
              <a:t>天頂</a:t>
            </a:r>
          </a:p>
        </p:txBody>
      </p:sp>
      <p:sp>
        <p:nvSpPr>
          <p:cNvPr id="22" name="">
            <a:extLst xmlns:a="http://schemas.openxmlformats.org/drawingml/2006/main">
              <a:ext uri="{FF2B5EF4-FFF2-40B4-BE49-F238E27FC236}">
                <a16:creationId xmlns:a16="http://schemas.microsoft.com/office/drawing/2014/main" id="{7DCA3EAE-7E3F-495F-97C6-FD0B60A59EE5}"/>
              </a:ext>
            </a:extLst>
          </p:cNvPr>
          <p:cNvSpPr>
            <a:spLocks xmlns:a="http://schemas.openxmlformats.org/drawingml/2006/main" noGrp="1"/>
          </p:cNvSpPr>
          <p:nvPr/>
        </p:nvSpPr>
        <p:spPr>
          <a:xfrm xmlns:a="http://schemas.openxmlformats.org/drawingml/2006/main">
            <a:off x="10620375" y="4600575"/>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52616A"/>
                </a:solidFill>
                <a:latin typeface="Yu Gothic"/>
                <a:ea typeface="Yu Gothic"/>
                <a:cs typeface="Yu Gothic"/>
              </a:defRPr>
            </a:defPPr>
            <a:lvl1pPr algn="l">
              <a:defRPr sz="1500" b="0">
                <a:solidFill>
                  <a:srgbClr val="52616A"/>
                </a:solidFill>
                <a:latin typeface="Yu Gothic"/>
                <a:ea typeface="Yu Gothic"/>
                <a:cs typeface="Yu Gothic"/>
              </a:defRPr>
            </a:lvl1pPr>
            <a:lvl2pPr algn="l">
              <a:defRPr sz="1500" b="0">
                <a:solidFill>
                  <a:srgbClr val="52616A"/>
                </a:solidFill>
                <a:latin typeface="Yu Gothic"/>
                <a:ea typeface="Yu Gothic"/>
                <a:cs typeface="Yu Gothic"/>
              </a:defRPr>
            </a:lvl2pPr>
            <a:lvl3pPr algn="l">
              <a:defRPr sz="1500" b="0">
                <a:solidFill>
                  <a:srgbClr val="52616A"/>
                </a:solidFill>
                <a:latin typeface="Yu Gothic"/>
                <a:ea typeface="Yu Gothic"/>
                <a:cs typeface="Yu Gothic"/>
              </a:defRPr>
            </a:lvl3pPr>
            <a:lvl4pPr algn="l">
              <a:defRPr sz="1500" b="0">
                <a:solidFill>
                  <a:srgbClr val="52616A"/>
                </a:solidFill>
                <a:latin typeface="Yu Gothic"/>
                <a:ea typeface="Yu Gothic"/>
                <a:cs typeface="Yu Gothic"/>
              </a:defRPr>
            </a:lvl4pPr>
            <a:lvl5pPr algn="l">
              <a:defRPr sz="1500" b="0">
                <a:solidFill>
                  <a:srgbClr val="52616A"/>
                </a:solidFill>
                <a:latin typeface="Yu Gothic"/>
                <a:ea typeface="Yu Gothic"/>
                <a:cs typeface="Yu Gothic"/>
              </a:defRPr>
            </a:lvl5pPr>
            <a:lvl6pPr algn="l">
              <a:defRPr sz="1500" b="0">
                <a:solidFill>
                  <a:srgbClr val="52616A"/>
                </a:solidFill>
                <a:latin typeface="Yu Gothic"/>
                <a:ea typeface="Yu Gothic"/>
                <a:cs typeface="Yu Gothic"/>
              </a:defRPr>
            </a:lvl6pPr>
            <a:lvl7pPr algn="l">
              <a:defRPr sz="1500" b="0">
                <a:solidFill>
                  <a:srgbClr val="52616A"/>
                </a:solidFill>
                <a:latin typeface="Yu Gothic"/>
                <a:ea typeface="Yu Gothic"/>
                <a:cs typeface="Yu Gothic"/>
              </a:defRPr>
            </a:lvl7pPr>
            <a:lvl8pPr algn="l">
              <a:defRPr sz="1500" b="0">
                <a:solidFill>
                  <a:srgbClr val="52616A"/>
                </a:solidFill>
                <a:latin typeface="Yu Gothic"/>
                <a:ea typeface="Yu Gothic"/>
                <a:cs typeface="Yu Gothic"/>
              </a:defRPr>
            </a:lvl8pPr>
            <a:lvl9pPr algn="l">
              <a:defRPr sz="1500" b="0">
                <a:solidFill>
                  <a:srgbClr val="52616A"/>
                </a:solidFill>
                <a:latin typeface="Yu Gothic"/>
                <a:ea typeface="Yu Gothic"/>
                <a:cs typeface="Yu Gothic"/>
              </a:defRPr>
            </a:lvl9pPr>
          </a:lstStyle>
          <a:p xmlns:a="http://schemas.openxmlformats.org/drawingml/2006/main">
            <a:pPr algn="l">
              <a:defRPr sz="1500" b="0">
                <a:solidFill>
                  <a:srgbClr val="52616A"/>
                </a:solidFill>
                <a:latin typeface="Yu Gothic"/>
                <a:ea typeface="Yu Gothic"/>
                <a:cs typeface="Yu Gothic"/>
              </a:defRPr>
            </a:pPr>
            <a:r>
              <a:rPr sz="1500" b="0">
                <a:solidFill>
                  <a:srgbClr val="52616A"/>
                </a:solidFill>
                <a:latin typeface="Yu Gothic"/>
                <a:ea typeface="Yu Gothic"/>
                <a:cs typeface="Yu Gothic"/>
              </a:rPr>
              <a:t>水平</a:t>
            </a:r>
          </a:p>
        </p:txBody>
      </p:sp>
    </p:spTree>
    <p:extLst>
      <p:ext uri="{BB962C8B-B14F-4D97-AF65-F5344CB8AC3E}">
        <p14:creationId xmlns:p14="http://schemas.microsoft.com/office/powerpoint/2010/main" val="2141754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1978F72-7E09-4A5D-ABFF-BAD41126328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9A62AB8-4E22-4EC4-8F2A-0896F3334F13}"/>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4-5 縦の角｜43–49分</a:t>
            </a:r>
          </a:p>
        </p:txBody>
      </p:sp>
      <p:sp>
        <p:nvSpPr>
          <p:cNvPr id="3" name="">
            <a:extLst xmlns:a="http://schemas.openxmlformats.org/drawingml/2006/main">
              <a:ext uri="{FF2B5EF4-FFF2-40B4-BE49-F238E27FC236}">
                <a16:creationId xmlns:a16="http://schemas.microsoft.com/office/drawing/2014/main" id="{F427A125-3D2F-4CFD-84E1-ABA8B65B60B1}"/>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高度定数Kは、正反の和のずれ</a:t>
            </a:r>
          </a:p>
        </p:txBody>
      </p:sp>
      <p:sp>
        <p:nvSpPr>
          <p:cNvPr id="4" name="">
            <a:extLst xmlns:a="http://schemas.openxmlformats.org/drawingml/2006/main">
              <a:ext uri="{FF2B5EF4-FFF2-40B4-BE49-F238E27FC236}">
                <a16:creationId xmlns:a16="http://schemas.microsoft.com/office/drawing/2014/main" id="{10281285-0386-4AAE-942D-68148F83DEE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0EA12EA3-5A98-4781-BB9B-A400AE4AE5AF}"/>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3F2B2D23-CDC4-4005-81E7-F183895CD68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35</a:t>
            </a:r>
          </a:p>
        </p:txBody>
      </p:sp>
      <p:sp>
        <p:nvSpPr>
          <p:cNvPr id="7" name="">
            <a:extLst xmlns:a="http://schemas.openxmlformats.org/drawingml/2006/main">
              <a:ext uri="{FF2B5EF4-FFF2-40B4-BE49-F238E27FC236}">
                <a16:creationId xmlns:a16="http://schemas.microsoft.com/office/drawing/2014/main" id="{3DBB8DE8-4EC6-4080-8371-3356E28E4D08}"/>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z正＝78°12′42″、z反＝281°47′42″</a:t>
            </a:r>
          </a:p>
        </p:txBody>
      </p:sp>
      <p:sp>
        <p:nvSpPr>
          <p:cNvPr id="8" name="">
            <a:extLst xmlns:a="http://schemas.openxmlformats.org/drawingml/2006/main">
              <a:ext uri="{FF2B5EF4-FFF2-40B4-BE49-F238E27FC236}">
                <a16:creationId xmlns:a16="http://schemas.microsoft.com/office/drawing/2014/main" id="{6433A41C-783E-437A-A153-9AFE2E394BC9}"/>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K＝z正＋z反−360°＝24″</a:t>
            </a:r>
          </a:p>
        </p:txBody>
      </p:sp>
      <p:sp>
        <p:nvSpPr>
          <p:cNvPr id="9" name="">
            <a:extLst xmlns:a="http://schemas.openxmlformats.org/drawingml/2006/main">
              <a:ext uri="{FF2B5EF4-FFF2-40B4-BE49-F238E27FC236}">
                <a16:creationId xmlns:a16="http://schemas.microsoft.com/office/drawing/2014/main" id="{C04E85E5-81D0-49B8-98EC-4B9BA9E48D6D}"/>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Z＝(z正−z反＋360°)/2</a:t>
            </a:r>
          </a:p>
        </p:txBody>
      </p:sp>
      <p:sp>
        <p:nvSpPr>
          <p:cNvPr id="10" name="">
            <a:extLst xmlns:a="http://schemas.openxmlformats.org/drawingml/2006/main">
              <a:ext uri="{FF2B5EF4-FFF2-40B4-BE49-F238E27FC236}">
                <a16:creationId xmlns:a16="http://schemas.microsoft.com/office/drawing/2014/main" id="{CE37A2A5-BBE6-47A9-86B2-7BEB9E5F9D3A}"/>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Z＝78°12′30″、α＝11°47′30″</a:t>
            </a:r>
          </a:p>
        </p:txBody>
      </p:sp>
    </p:spTree>
    <p:extLst>
      <p:ext uri="{BB962C8B-B14F-4D97-AF65-F5344CB8AC3E}">
        <p14:creationId xmlns:p14="http://schemas.microsoft.com/office/powerpoint/2010/main" val="6553976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A8405A3-8CF0-498A-8CB5-8D0EEA9AEC3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D2FC4843-0DBF-4B02-BAF6-C9AC967B247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4-5 縦の角｜43–49分</a:t>
            </a:r>
          </a:p>
        </p:txBody>
      </p:sp>
      <p:sp>
        <p:nvSpPr>
          <p:cNvPr id="3" name="">
            <a:extLst xmlns:a="http://schemas.openxmlformats.org/drawingml/2006/main">
              <a:ext uri="{FF2B5EF4-FFF2-40B4-BE49-F238E27FC236}">
                <a16:creationId xmlns:a16="http://schemas.microsoft.com/office/drawing/2014/main" id="{FF7998C3-D984-4CC3-B77D-9DD1C8EB71CA}"/>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高度定数は、目標間のそろい方も見る</a:t>
            </a:r>
          </a:p>
        </p:txBody>
      </p:sp>
      <p:sp>
        <p:nvSpPr>
          <p:cNvPr id="4" name="">
            <a:extLst xmlns:a="http://schemas.openxmlformats.org/drawingml/2006/main">
              <a:ext uri="{FF2B5EF4-FFF2-40B4-BE49-F238E27FC236}">
                <a16:creationId xmlns:a16="http://schemas.microsoft.com/office/drawing/2014/main" id="{DA1EF7DA-AACB-4659-BF0F-AC4B16C1F42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07E5FA04-604D-40AC-B5AD-26B7E3E3A630}"/>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3F4620BA-FEEA-42A7-B427-7208D084700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36</a:t>
            </a:r>
          </a:p>
        </p:txBody>
      </p:sp>
      <p:sp>
        <p:nvSpPr>
          <p:cNvPr id="7" name="">
            <a:extLst xmlns:a="http://schemas.openxmlformats.org/drawingml/2006/main">
              <a:ext uri="{FF2B5EF4-FFF2-40B4-BE49-F238E27FC236}">
                <a16:creationId xmlns:a16="http://schemas.microsoft.com/office/drawing/2014/main" id="{703BA3D5-D244-4984-A71D-30B39475ADBD}"/>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点検量はKの最大−最小</a:t>
            </a:r>
          </a:p>
        </p:txBody>
      </p:sp>
      <p:graphicFrame>
        <p:nvGraphicFramePr>
          <p:cNvPr id="8" name="">
            <a:extLst xmlns:a="http://schemas.openxmlformats.org/drawingml/2006/main">
              <a:ext uri="{FF2B5EF4-FFF2-40B4-BE49-F238E27FC236}">
                <a16:creationId xmlns:a16="http://schemas.microsoft.com/office/drawing/2014/main" id="{B17BB5E5-FEA5-4908-B151-99C022FAB26B}"/>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5372100"/>
                <a:gridCol w="5372100"/>
              </a:tblGrid>
              <a:tr h="920750">
                <a:tc>
                  <a:txBody>
                    <a:bodyPr wrap="square" lIns="57150" tIns="57150" rIns="57150" bIns="57150">
                      <a:noAutofit/>
                    </a:bodyPr>
                    <a:lstStyle/>
                    <a:p>
                      <a:pPr algn="ctr"/>
                      <a:r>
                        <a:rPr sz="1950" b="1">
                          <a:solidFill>
                            <a:srgbClr val="FFFFFF"/>
                          </a:solidFill>
                          <a:latin typeface="Yu Gothic"/>
                          <a:ea typeface="Yu Gothic"/>
                          <a:cs typeface="Yu Gothic"/>
                        </a:rPr>
                        <a:t>目標</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高度定数K</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1</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24″</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30″</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433D4A56-BD16-46E4-9D90-DEE885E4A7CD}"/>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Kの較差＝30−24＝6″</a:t>
            </a:r>
          </a:p>
        </p:txBody>
      </p:sp>
    </p:spTree>
    <p:extLst>
      <p:ext uri="{BB962C8B-B14F-4D97-AF65-F5344CB8AC3E}">
        <p14:creationId xmlns:p14="http://schemas.microsoft.com/office/powerpoint/2010/main" val="75379260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5CBEAE7-B0E3-42E9-8260-608C6F18A23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BDBA7A50-4C1E-4140-9EBF-2A1C747234BF}"/>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4-5 縦の角｜43–49分</a:t>
            </a:r>
          </a:p>
        </p:txBody>
      </p:sp>
      <p:sp>
        <p:nvSpPr>
          <p:cNvPr id="3" name="">
            <a:extLst xmlns:a="http://schemas.openxmlformats.org/drawingml/2006/main">
              <a:ext uri="{FF2B5EF4-FFF2-40B4-BE49-F238E27FC236}">
                <a16:creationId xmlns:a16="http://schemas.microsoft.com/office/drawing/2014/main" id="{881238AB-5742-4C8B-8EFE-B6056AA4B83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確認⑤：真上と水平を取り違えない</a:t>
            </a:r>
          </a:p>
        </p:txBody>
      </p:sp>
      <p:sp>
        <p:nvSpPr>
          <p:cNvPr id="4" name="">
            <a:extLst xmlns:a="http://schemas.openxmlformats.org/drawingml/2006/main">
              <a:ext uri="{FF2B5EF4-FFF2-40B4-BE49-F238E27FC236}">
                <a16:creationId xmlns:a16="http://schemas.microsoft.com/office/drawing/2014/main" id="{76A2C198-2AEC-49E3-B018-19C17F687C3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8C1803D-D4AA-4342-8941-E2CEC8FBEA15}"/>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05B3BEFA-8DC2-46C6-9DD1-DC65D4AA53D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37</a:t>
            </a:r>
          </a:p>
        </p:txBody>
      </p:sp>
      <p:sp>
        <p:nvSpPr>
          <p:cNvPr id="7" name="">
            <a:extLst xmlns:a="http://schemas.openxmlformats.org/drawingml/2006/main">
              <a:ext uri="{FF2B5EF4-FFF2-40B4-BE49-F238E27FC236}">
                <a16:creationId xmlns:a16="http://schemas.microsoft.com/office/drawing/2014/main" id="{D62C9CEA-2D38-448A-AE34-3ACDF8B7E6D0}"/>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z正85°10′20″、z反274°49′50″</a:t>
            </a:r>
          </a:p>
        </p:txBody>
      </p:sp>
      <p:sp>
        <p:nvSpPr>
          <p:cNvPr id="8" name="">
            <a:extLst xmlns:a="http://schemas.openxmlformats.org/drawingml/2006/main">
              <a:ext uri="{FF2B5EF4-FFF2-40B4-BE49-F238E27FC236}">
                <a16:creationId xmlns:a16="http://schemas.microsoft.com/office/drawing/2014/main" id="{F2EEFB24-71AA-46F8-B825-C014CB18358E}"/>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K、Z、αを求めよう</a:t>
            </a:r>
          </a:p>
        </p:txBody>
      </p:sp>
      <p:sp>
        <p:nvSpPr>
          <p:cNvPr id="9" name="">
            <a:extLst xmlns:a="http://schemas.openxmlformats.org/drawingml/2006/main">
              <a:ext uri="{FF2B5EF4-FFF2-40B4-BE49-F238E27FC236}">
                <a16:creationId xmlns:a16="http://schemas.microsoft.com/office/drawing/2014/main" id="{F3FB53EF-53B2-4889-BC48-BC86159606C3}"/>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K＝和−360°、α＝90°−Z</a:t>
            </a:r>
          </a:p>
        </p:txBody>
      </p:sp>
    </p:spTree>
    <p:extLst>
      <p:ext uri="{BB962C8B-B14F-4D97-AF65-F5344CB8AC3E}">
        <p14:creationId xmlns:p14="http://schemas.microsoft.com/office/powerpoint/2010/main" val="131045548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E0A4595-5B16-4682-8E33-06B780986FB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019A1A5E-1E41-495D-86D1-EB9DF62C1B12}"/>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4-6 戻す｜49–56分</a:t>
            </a:r>
          </a:p>
        </p:txBody>
      </p:sp>
      <p:sp>
        <p:nvSpPr>
          <p:cNvPr id="3" name="">
            <a:extLst xmlns:a="http://schemas.openxmlformats.org/drawingml/2006/main">
              <a:ext uri="{FF2B5EF4-FFF2-40B4-BE49-F238E27FC236}">
                <a16:creationId xmlns:a16="http://schemas.microsoft.com/office/drawing/2014/main" id="{DAC3C325-F4E4-4B30-BFEA-0185A92ECA78}"/>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中心で測れないとき、ずらして観測する</a:t>
            </a:r>
          </a:p>
        </p:txBody>
      </p:sp>
      <p:sp>
        <p:nvSpPr>
          <p:cNvPr id="4" name="">
            <a:extLst xmlns:a="http://schemas.openxmlformats.org/drawingml/2006/main">
              <a:ext uri="{FF2B5EF4-FFF2-40B4-BE49-F238E27FC236}">
                <a16:creationId xmlns:a16="http://schemas.microsoft.com/office/drawing/2014/main" id="{571230D3-8408-44DA-B0B2-3F765CAB5F8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FB34B88F-41C7-4AAC-9366-5DFD0FEAA2EE}"/>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B5904580-0ACE-4E4F-AEBD-C2DC9F5DD2E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38</a:t>
            </a:r>
          </a:p>
        </p:txBody>
      </p:sp>
      <p:sp>
        <p:nvSpPr>
          <p:cNvPr id="7" name="">
            <a:extLst xmlns:a="http://schemas.openxmlformats.org/drawingml/2006/main">
              <a:ext uri="{FF2B5EF4-FFF2-40B4-BE49-F238E27FC236}">
                <a16:creationId xmlns:a16="http://schemas.microsoft.com/office/drawing/2014/main" id="{F9123439-C333-446B-9C32-00E8FAB9AF64}"/>
              </a:ext>
            </a:extLst>
          </p:cNvPr>
          <p:cNvSpPr>
            <a:spLocks xmlns:a="http://schemas.openxmlformats.org/drawingml/2006/main" noGrp="1"/>
          </p:cNvSpPr>
          <p:nvPr/>
        </p:nvSpPr>
        <p:spPr>
          <a:xfrm xmlns:a="http://schemas.openxmlformats.org/drawingml/2006/main">
            <a:off x="723900" y="1504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52616A"/>
                </a:solidFill>
                <a:latin typeface="Yu Gothic"/>
                <a:ea typeface="Yu Gothic"/>
                <a:cs typeface="Yu Gothic"/>
              </a:defRPr>
            </a:defPPr>
            <a:lvl1pPr algn="l">
              <a:defRPr sz="2175" b="1">
                <a:solidFill>
                  <a:srgbClr val="52616A"/>
                </a:solidFill>
                <a:latin typeface="Yu Gothic"/>
                <a:ea typeface="Yu Gothic"/>
                <a:cs typeface="Yu Gothic"/>
              </a:defRPr>
            </a:lvl1pPr>
            <a:lvl2pPr algn="l">
              <a:defRPr sz="2175" b="1">
                <a:solidFill>
                  <a:srgbClr val="52616A"/>
                </a:solidFill>
                <a:latin typeface="Yu Gothic"/>
                <a:ea typeface="Yu Gothic"/>
                <a:cs typeface="Yu Gothic"/>
              </a:defRPr>
            </a:lvl2pPr>
            <a:lvl3pPr algn="l">
              <a:defRPr sz="2175" b="1">
                <a:solidFill>
                  <a:srgbClr val="52616A"/>
                </a:solidFill>
                <a:latin typeface="Yu Gothic"/>
                <a:ea typeface="Yu Gothic"/>
                <a:cs typeface="Yu Gothic"/>
              </a:defRPr>
            </a:lvl3pPr>
            <a:lvl4pPr algn="l">
              <a:defRPr sz="2175" b="1">
                <a:solidFill>
                  <a:srgbClr val="52616A"/>
                </a:solidFill>
                <a:latin typeface="Yu Gothic"/>
                <a:ea typeface="Yu Gothic"/>
                <a:cs typeface="Yu Gothic"/>
              </a:defRPr>
            </a:lvl4pPr>
            <a:lvl5pPr algn="l">
              <a:defRPr sz="2175" b="1">
                <a:solidFill>
                  <a:srgbClr val="52616A"/>
                </a:solidFill>
                <a:latin typeface="Yu Gothic"/>
                <a:ea typeface="Yu Gothic"/>
                <a:cs typeface="Yu Gothic"/>
              </a:defRPr>
            </a:lvl5pPr>
            <a:lvl6pPr algn="l">
              <a:defRPr sz="2175" b="1">
                <a:solidFill>
                  <a:srgbClr val="52616A"/>
                </a:solidFill>
                <a:latin typeface="Yu Gothic"/>
                <a:ea typeface="Yu Gothic"/>
                <a:cs typeface="Yu Gothic"/>
              </a:defRPr>
            </a:lvl6pPr>
            <a:lvl7pPr algn="l">
              <a:defRPr sz="2175" b="1">
                <a:solidFill>
                  <a:srgbClr val="52616A"/>
                </a:solidFill>
                <a:latin typeface="Yu Gothic"/>
                <a:ea typeface="Yu Gothic"/>
                <a:cs typeface="Yu Gothic"/>
              </a:defRPr>
            </a:lvl7pPr>
            <a:lvl8pPr algn="l">
              <a:defRPr sz="2175" b="1">
                <a:solidFill>
                  <a:srgbClr val="52616A"/>
                </a:solidFill>
                <a:latin typeface="Yu Gothic"/>
                <a:ea typeface="Yu Gothic"/>
                <a:cs typeface="Yu Gothic"/>
              </a:defRPr>
            </a:lvl8pPr>
            <a:lvl9pPr algn="l">
              <a:defRPr sz="2175" b="1">
                <a:solidFill>
                  <a:srgbClr val="52616A"/>
                </a:solidFill>
                <a:latin typeface="Yu Gothic"/>
                <a:ea typeface="Yu Gothic"/>
                <a:cs typeface="Yu Gothic"/>
              </a:defRPr>
            </a:lvl9pPr>
          </a:lstStyle>
          <a:p xmlns:a="http://schemas.openxmlformats.org/drawingml/2006/main">
            <a:pPr algn="l">
              <a:defRPr sz="2175" b="1">
                <a:solidFill>
                  <a:srgbClr val="52616A"/>
                </a:solidFill>
                <a:latin typeface="Yu Gothic"/>
                <a:ea typeface="Yu Gothic"/>
                <a:cs typeface="Yu Gothic"/>
              </a:defRPr>
            </a:pPr>
            <a:r>
              <a:rPr sz="2175" b="1">
                <a:solidFill>
                  <a:srgbClr val="52616A"/>
                </a:solidFill>
                <a:latin typeface="Yu Gothic"/>
                <a:ea typeface="Yu Gothic"/>
                <a:cs typeface="Yu Gothic"/>
              </a:rPr>
              <a:t>ずれの量と方向を測っておく</a:t>
            </a:r>
          </a:p>
        </p:txBody>
      </p:sp>
      <p:sp>
        <p:nvSpPr>
          <p:cNvPr id="8" name="">
            <a:extLst xmlns:a="http://schemas.openxmlformats.org/drawingml/2006/main">
              <a:ext uri="{FF2B5EF4-FFF2-40B4-BE49-F238E27FC236}">
                <a16:creationId xmlns:a16="http://schemas.microsoft.com/office/drawing/2014/main" id="{368837C4-7B13-4CCE-B1E0-CD0E0C0F05E0}"/>
              </a:ext>
            </a:extLst>
          </p:cNvPr>
          <p:cNvSpPr>
            <a:spLocks xmlns:a="http://schemas.openxmlformats.org/drawingml/2006/main" noGrp="1"/>
          </p:cNvSpPr>
          <p:nvPr/>
        </p:nvSpPr>
        <p:spPr>
          <a:xfrm xmlns:a="http://schemas.openxmlformats.org/drawingml/2006/main">
            <a:off x="6076950" y="2095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9" name="">
            <a:extLst xmlns:a="http://schemas.openxmlformats.org/drawingml/2006/main">
              <a:ext uri="{FF2B5EF4-FFF2-40B4-BE49-F238E27FC236}">
                <a16:creationId xmlns:a16="http://schemas.microsoft.com/office/drawing/2014/main" id="{333B8D1A-324E-49C1-8B70-87AD5046A59F}"/>
              </a:ext>
            </a:extLst>
          </p:cNvPr>
          <p:cNvSpPr>
            <a:spLocks xmlns:a="http://schemas.openxmlformats.org/drawingml/2006/main" noGrp="1"/>
          </p:cNvSpPr>
          <p:nvPr/>
        </p:nvSpPr>
        <p:spPr>
          <a:xfrm xmlns:a="http://schemas.openxmlformats.org/drawingml/2006/main">
            <a:off x="74295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器械点の偏心</a:t>
            </a:r>
          </a:p>
        </p:txBody>
      </p:sp>
      <p:sp>
        <p:nvSpPr>
          <p:cNvPr id="10" name="">
            <a:extLst xmlns:a="http://schemas.openxmlformats.org/drawingml/2006/main">
              <a:ext uri="{FF2B5EF4-FFF2-40B4-BE49-F238E27FC236}">
                <a16:creationId xmlns:a16="http://schemas.microsoft.com/office/drawing/2014/main" id="{90D42E50-59EE-4147-B3C0-DAFDDBC00453}"/>
              </a:ext>
            </a:extLst>
          </p:cNvPr>
          <p:cNvSpPr>
            <a:spLocks xmlns:a="http://schemas.openxmlformats.org/drawingml/2006/main" noGrp="1"/>
          </p:cNvSpPr>
          <p:nvPr/>
        </p:nvSpPr>
        <p:spPr>
          <a:xfrm xmlns:a="http://schemas.openxmlformats.org/drawingml/2006/main">
            <a:off x="647700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標点の偏心</a:t>
            </a:r>
          </a:p>
        </p:txBody>
      </p:sp>
      <p:sp>
        <p:nvSpPr>
          <p:cNvPr id="11" name="">
            <a:extLst xmlns:a="http://schemas.openxmlformats.org/drawingml/2006/main">
              <a:ext uri="{FF2B5EF4-FFF2-40B4-BE49-F238E27FC236}">
                <a16:creationId xmlns:a16="http://schemas.microsoft.com/office/drawing/2014/main" id="{82B3CFC6-9EF0-4BB7-A3B9-61F614994725}"/>
              </a:ext>
            </a:extLst>
          </p:cNvPr>
          <p:cNvSpPr>
            <a:spLocks xmlns:a="http://schemas.openxmlformats.org/drawingml/2006/main" noGrp="1"/>
          </p:cNvSpPr>
          <p:nvPr/>
        </p:nvSpPr>
        <p:spPr>
          <a:xfrm xmlns:a="http://schemas.openxmlformats.org/drawingml/2006/main">
            <a:off x="110490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中心Oの真上に置けない</a:t>
            </a:r>
          </a:p>
        </p:txBody>
      </p:sp>
      <p:sp>
        <p:nvSpPr>
          <p:cNvPr id="12" name="">
            <a:extLst xmlns:a="http://schemas.openxmlformats.org/drawingml/2006/main">
              <a:ext uri="{FF2B5EF4-FFF2-40B4-BE49-F238E27FC236}">
                <a16:creationId xmlns:a16="http://schemas.microsoft.com/office/drawing/2014/main" id="{9DF3B854-D9EE-438B-889F-6779FB3849A6}"/>
              </a:ext>
            </a:extLst>
          </p:cNvPr>
          <p:cNvSpPr>
            <a:spLocks xmlns:a="http://schemas.openxmlformats.org/drawingml/2006/main" noGrp="1"/>
          </p:cNvSpPr>
          <p:nvPr/>
        </p:nvSpPr>
        <p:spPr>
          <a:xfrm xmlns:a="http://schemas.openxmlformats.org/drawingml/2006/main">
            <a:off x="110490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代わりの位置Eから観測</a:t>
            </a:r>
          </a:p>
        </p:txBody>
      </p:sp>
      <p:sp>
        <p:nvSpPr>
          <p:cNvPr id="13" name="">
            <a:extLst xmlns:a="http://schemas.openxmlformats.org/drawingml/2006/main">
              <a:ext uri="{FF2B5EF4-FFF2-40B4-BE49-F238E27FC236}">
                <a16:creationId xmlns:a16="http://schemas.microsoft.com/office/drawing/2014/main" id="{40AFD9C8-AFB6-4CA4-AA58-4BEF567DFB6D}"/>
              </a:ext>
            </a:extLst>
          </p:cNvPr>
          <p:cNvSpPr>
            <a:spLocks xmlns:a="http://schemas.openxmlformats.org/drawingml/2006/main" noGrp="1"/>
          </p:cNvSpPr>
          <p:nvPr/>
        </p:nvSpPr>
        <p:spPr>
          <a:xfrm xmlns:a="http://schemas.openxmlformats.org/drawingml/2006/main">
            <a:off x="683895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本来の目標が見えない</a:t>
            </a:r>
          </a:p>
        </p:txBody>
      </p:sp>
      <p:sp>
        <p:nvSpPr>
          <p:cNvPr id="14" name="">
            <a:extLst xmlns:a="http://schemas.openxmlformats.org/drawingml/2006/main">
              <a:ext uri="{FF2B5EF4-FFF2-40B4-BE49-F238E27FC236}">
                <a16:creationId xmlns:a16="http://schemas.microsoft.com/office/drawing/2014/main" id="{CD775171-6797-461E-9907-F983734081C9}"/>
              </a:ext>
            </a:extLst>
          </p:cNvPr>
          <p:cNvSpPr>
            <a:spLocks xmlns:a="http://schemas.openxmlformats.org/drawingml/2006/main" noGrp="1"/>
          </p:cNvSpPr>
          <p:nvPr/>
        </p:nvSpPr>
        <p:spPr>
          <a:xfrm xmlns:a="http://schemas.openxmlformats.org/drawingml/2006/main">
            <a:off x="683895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代わりの標点を観測</a:t>
            </a:r>
          </a:p>
        </p:txBody>
      </p:sp>
      <p:sp>
        <p:nvSpPr>
          <p:cNvPr id="15" name="">
            <a:extLst xmlns:a="http://schemas.openxmlformats.org/drawingml/2006/main">
              <a:ext uri="{FF2B5EF4-FFF2-40B4-BE49-F238E27FC236}">
                <a16:creationId xmlns:a16="http://schemas.microsoft.com/office/drawing/2014/main" id="{EFCCB593-C66D-46E0-9F42-509A1E6D084A}"/>
              </a:ext>
            </a:extLst>
          </p:cNvPr>
          <p:cNvSpPr>
            <a:spLocks xmlns:a="http://schemas.openxmlformats.org/drawingml/2006/main" noGrp="1"/>
          </p:cNvSpPr>
          <p:nvPr/>
        </p:nvSpPr>
        <p:spPr>
          <a:xfrm xmlns:a="http://schemas.openxmlformats.org/drawingml/2006/main">
            <a:off x="1104900" y="5143500"/>
            <a:ext cx="99631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補正＝中心の値−偏心点での値</a:t>
            </a:r>
          </a:p>
        </p:txBody>
      </p:sp>
    </p:spTree>
    <p:extLst>
      <p:ext uri="{BB962C8B-B14F-4D97-AF65-F5344CB8AC3E}">
        <p14:creationId xmlns:p14="http://schemas.microsoft.com/office/powerpoint/2010/main" val="47555302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B7AB2CC5-85D4-4A56-9502-DCF31947544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744F1800-8593-4ADE-ADE7-2D124AEDC4FB}"/>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4-6 戻す｜49–56分</a:t>
            </a:r>
          </a:p>
        </p:txBody>
      </p:sp>
      <p:sp>
        <p:nvSpPr>
          <p:cNvPr id="3" name="">
            <a:extLst xmlns:a="http://schemas.openxmlformats.org/drawingml/2006/main">
              <a:ext uri="{FF2B5EF4-FFF2-40B4-BE49-F238E27FC236}">
                <a16:creationId xmlns:a16="http://schemas.microsoft.com/office/drawing/2014/main" id="{C5DBC669-74A0-45A6-963E-9806653255BA}"/>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デモ：Oで90°でも、Eでは広がる</a:t>
            </a:r>
          </a:p>
        </p:txBody>
      </p:sp>
      <p:sp>
        <p:nvSpPr>
          <p:cNvPr id="4" name="">
            <a:extLst xmlns:a="http://schemas.openxmlformats.org/drawingml/2006/main">
              <a:ext uri="{FF2B5EF4-FFF2-40B4-BE49-F238E27FC236}">
                <a16:creationId xmlns:a16="http://schemas.microsoft.com/office/drawing/2014/main" id="{09963078-3314-44AC-89FA-50FB71B26412}"/>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3395BD5-C6CE-4CFC-BA58-860D41234839}"/>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CF8845FA-1F9D-4E07-AE0C-771F73AFEF5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39</a:t>
            </a:r>
          </a:p>
        </p:txBody>
      </p:sp>
      <p:sp>
        <p:nvSpPr>
          <p:cNvPr id="7" name="">
            <a:extLst xmlns:a="http://schemas.openxmlformats.org/drawingml/2006/main">
              <a:ext uri="{FF2B5EF4-FFF2-40B4-BE49-F238E27FC236}">
                <a16:creationId xmlns:a16="http://schemas.microsoft.com/office/drawing/2014/main" id="{D74D7541-7A0E-4B63-B18C-0E1CDCDEFBDB}"/>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中心の答えが分かっている配置</a:t>
            </a:r>
          </a:p>
        </p:txBody>
      </p:sp>
      <p:sp>
        <p:nvSpPr>
          <p:cNvPr id="8" name="">
            <a:extLst xmlns:a="http://schemas.openxmlformats.org/drawingml/2006/main">
              <a:ext uri="{FF2B5EF4-FFF2-40B4-BE49-F238E27FC236}">
                <a16:creationId xmlns:a16="http://schemas.microsoft.com/office/drawing/2014/main" id="{72D4EF52-C412-45EC-9B9D-2EEFD7AB864B}"/>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OA＝100 m、OE＝1 m</a:t>
            </a:r>
          </a:p>
        </p:txBody>
      </p:sp>
      <p:sp>
        <p:nvSpPr>
          <p:cNvPr id="9" name="">
            <a:extLst xmlns:a="http://schemas.openxmlformats.org/drawingml/2006/main">
              <a:ext uri="{FF2B5EF4-FFF2-40B4-BE49-F238E27FC236}">
                <a16:creationId xmlns:a16="http://schemas.microsoft.com/office/drawing/2014/main" id="{E56C7ACD-208B-4732-9494-DE55BA0EE98E}"/>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Eの角＝90°＋δ</a:t>
            </a:r>
          </a:p>
        </p:txBody>
      </p:sp>
      <p:sp>
        <p:nvSpPr>
          <p:cNvPr id="10" name="">
            <a:extLst xmlns:a="http://schemas.openxmlformats.org/drawingml/2006/main">
              <a:ext uri="{FF2B5EF4-FFF2-40B4-BE49-F238E27FC236}">
                <a16:creationId xmlns:a16="http://schemas.microsoft.com/office/drawing/2014/main" id="{DE993F71-6FF0-493A-9B99-04C08E5E61B1}"/>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EAが斜辺になる</a:t>
            </a:r>
          </a:p>
        </p:txBody>
      </p:sp>
      <p:sp>
        <p:nvSpPr>
          <p:cNvPr id="11" name="">
            <a:extLst xmlns:a="http://schemas.openxmlformats.org/drawingml/2006/main">
              <a:ext uri="{FF2B5EF4-FFF2-40B4-BE49-F238E27FC236}">
                <a16:creationId xmlns:a16="http://schemas.microsoft.com/office/drawing/2014/main" id="{804BBF2F-7447-4500-9863-71BCA6E7381E}"/>
              </a:ext>
            </a:extLst>
          </p:cNvPr>
          <p:cNvSpPr>
            <a:spLocks xmlns:a="http://schemas.openxmlformats.org/drawingml/2006/main" noGrp="1"/>
          </p:cNvSpPr>
          <p:nvPr/>
        </p:nvSpPr>
        <p:spPr>
          <a:xfrm xmlns:a="http://schemas.openxmlformats.org/drawingml/2006/main">
            <a:off x="7414260" y="2331720"/>
            <a:ext cx="9525" cy="2346960"/>
          </a:xfrm>
          <a:custGeom xmlns:a="http://schemas.openxmlformats.org/drawingml/2006/main">
            <a:pathLst>
              <a:path w="9525" h="2346960">
                <a:moveTo>
                  <a:pt x="0" y="2346960"/>
                </a:moveTo>
                <a:lnTo>
                  <a:pt x="0"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51F05A71-18F1-4D12-8CE5-4EA7BD810D9D}"/>
              </a:ext>
            </a:extLst>
          </p:cNvPr>
          <p:cNvSpPr>
            <a:spLocks xmlns:a="http://schemas.openxmlformats.org/drawingml/2006/main" noGrp="1"/>
          </p:cNvSpPr>
          <p:nvPr/>
        </p:nvSpPr>
        <p:spPr>
          <a:xfrm xmlns:a="http://schemas.openxmlformats.org/drawingml/2006/main">
            <a:off x="7414260" y="4678680"/>
            <a:ext cx="3159442" cy="9525"/>
          </a:xfrm>
          <a:custGeom xmlns:a="http://schemas.openxmlformats.org/drawingml/2006/main">
            <a:pathLst>
              <a:path w="3159442" h="9525">
                <a:moveTo>
                  <a:pt x="0" y="0"/>
                </a:moveTo>
                <a:lnTo>
                  <a:pt x="3159442" y="0"/>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BD4C33B9-C53D-4FC2-B2CD-DD2CD6146131}"/>
              </a:ext>
            </a:extLst>
          </p:cNvPr>
          <p:cNvSpPr>
            <a:spLocks xmlns:a="http://schemas.openxmlformats.org/drawingml/2006/main" noGrp="1"/>
          </p:cNvSpPr>
          <p:nvPr/>
        </p:nvSpPr>
        <p:spPr>
          <a:xfrm xmlns:a="http://schemas.openxmlformats.org/drawingml/2006/main">
            <a:off x="7414260" y="2331720"/>
            <a:ext cx="1223010" cy="2346960"/>
          </a:xfrm>
          <a:custGeom xmlns:a="http://schemas.openxmlformats.org/drawingml/2006/main">
            <a:pathLst>
              <a:path w="1223010" h="2346960">
                <a:moveTo>
                  <a:pt x="1223010" y="2346960"/>
                </a:moveTo>
                <a:lnTo>
                  <a:pt x="0" y="0"/>
                </a:lnTo>
              </a:path>
            </a:pathLst>
          </a:custGeom>
          <a:noFill xmlns:a="http://schemas.openxmlformats.org/drawingml/2006/main"/>
          <a:ln xmlns:a="http://schemas.openxmlformats.org/drawingml/2006/main" w="38100">
            <a:solidFill>
              <a:srgbClr val="A94737"/>
            </a:solidFill>
            <a:prstDash val="solid"/>
          </a:ln>
        </p:spPr>
      </p:sp>
      <p:sp>
        <p:nvSpPr>
          <p:cNvPr id="14" name="">
            <a:extLst xmlns:a="http://schemas.openxmlformats.org/drawingml/2006/main">
              <a:ext uri="{FF2B5EF4-FFF2-40B4-BE49-F238E27FC236}">
                <a16:creationId xmlns:a16="http://schemas.microsoft.com/office/drawing/2014/main" id="{4C8D8E2F-62AB-43CE-B42D-84C9C0519F8E}"/>
              </a:ext>
            </a:extLst>
          </p:cNvPr>
          <p:cNvSpPr>
            <a:spLocks xmlns:a="http://schemas.openxmlformats.org/drawingml/2006/main" noGrp="1"/>
          </p:cNvSpPr>
          <p:nvPr/>
        </p:nvSpPr>
        <p:spPr>
          <a:xfrm xmlns:a="http://schemas.openxmlformats.org/drawingml/2006/main">
            <a:off x="8637270" y="4678680"/>
            <a:ext cx="1936432" cy="9525"/>
          </a:xfrm>
          <a:custGeom xmlns:a="http://schemas.openxmlformats.org/drawingml/2006/main">
            <a:pathLst>
              <a:path w="1936432" h="9525">
                <a:moveTo>
                  <a:pt x="0" y="0"/>
                </a:moveTo>
                <a:lnTo>
                  <a:pt x="1936432" y="0"/>
                </a:lnTo>
              </a:path>
            </a:pathLst>
          </a:custGeom>
          <a:noFill xmlns:a="http://schemas.openxmlformats.org/drawingml/2006/main"/>
          <a:ln xmlns:a="http://schemas.openxmlformats.org/drawingml/2006/main" w="38100">
            <a:solidFill>
              <a:srgbClr val="A94737"/>
            </a:solidFill>
            <a:prstDash val="solid"/>
          </a:ln>
        </p:spPr>
      </p:sp>
      <p:sp>
        <p:nvSpPr>
          <p:cNvPr id="15" name="">
            <a:extLst xmlns:a="http://schemas.openxmlformats.org/drawingml/2006/main">
              <a:ext uri="{FF2B5EF4-FFF2-40B4-BE49-F238E27FC236}">
                <a16:creationId xmlns:a16="http://schemas.microsoft.com/office/drawing/2014/main" id="{D9647952-1B15-4572-B758-B28C521142CF}"/>
              </a:ext>
            </a:extLst>
          </p:cNvPr>
          <p:cNvSpPr>
            <a:spLocks xmlns:a="http://schemas.openxmlformats.org/drawingml/2006/main" noGrp="1"/>
          </p:cNvSpPr>
          <p:nvPr/>
        </p:nvSpPr>
        <p:spPr>
          <a:xfrm xmlns:a="http://schemas.openxmlformats.org/drawingml/2006/main">
            <a:off x="7414260" y="4469130"/>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166B68"/>
            </a:solidFill>
            <a:prstDash val="solid"/>
          </a:ln>
        </p:spPr>
      </p:sp>
      <p:sp>
        <p:nvSpPr>
          <p:cNvPr id="16" name="">
            <a:extLst xmlns:a="http://schemas.openxmlformats.org/drawingml/2006/main">
              <a:ext uri="{FF2B5EF4-FFF2-40B4-BE49-F238E27FC236}">
                <a16:creationId xmlns:a16="http://schemas.microsoft.com/office/drawing/2014/main" id="{351D54BE-E6DB-45F8-9E58-436F8116A88B}"/>
              </a:ext>
            </a:extLst>
          </p:cNvPr>
          <p:cNvSpPr>
            <a:spLocks xmlns:a="http://schemas.openxmlformats.org/drawingml/2006/main" noGrp="1"/>
          </p:cNvSpPr>
          <p:nvPr/>
        </p:nvSpPr>
        <p:spPr>
          <a:xfrm xmlns:a="http://schemas.openxmlformats.org/drawingml/2006/main">
            <a:off x="7623810" y="4469130"/>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166B68"/>
            </a:solidFill>
            <a:prstDash val="solid"/>
          </a:ln>
        </p:spPr>
      </p:sp>
      <p:sp>
        <p:nvSpPr>
          <p:cNvPr id="17" name="">
            <a:extLst xmlns:a="http://schemas.openxmlformats.org/drawingml/2006/main">
              <a:ext uri="{FF2B5EF4-FFF2-40B4-BE49-F238E27FC236}">
                <a16:creationId xmlns:a16="http://schemas.microsoft.com/office/drawing/2014/main" id="{CDA3361D-AFAF-43F3-AF7E-FA5CFCF848F7}"/>
              </a:ext>
            </a:extLst>
          </p:cNvPr>
          <p:cNvSpPr>
            <a:spLocks xmlns:a="http://schemas.openxmlformats.org/drawingml/2006/main" noGrp="1"/>
          </p:cNvSpPr>
          <p:nvPr/>
        </p:nvSpPr>
        <p:spPr>
          <a:xfrm xmlns:a="http://schemas.openxmlformats.org/drawingml/2006/main">
            <a:off x="7366635"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8" name="">
            <a:extLst xmlns:a="http://schemas.openxmlformats.org/drawingml/2006/main">
              <a:ext uri="{FF2B5EF4-FFF2-40B4-BE49-F238E27FC236}">
                <a16:creationId xmlns:a16="http://schemas.microsoft.com/office/drawing/2014/main" id="{B16EE8B3-317F-4904-9EE9-889507A891C4}"/>
              </a:ext>
            </a:extLst>
          </p:cNvPr>
          <p:cNvSpPr>
            <a:spLocks xmlns:a="http://schemas.openxmlformats.org/drawingml/2006/main" noGrp="1"/>
          </p:cNvSpPr>
          <p:nvPr/>
        </p:nvSpPr>
        <p:spPr>
          <a:xfrm xmlns:a="http://schemas.openxmlformats.org/drawingml/2006/main">
            <a:off x="7195185"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O</a:t>
            </a:r>
          </a:p>
        </p:txBody>
      </p:sp>
      <p:sp>
        <p:nvSpPr>
          <p:cNvPr id="19" name="">
            <a:extLst xmlns:a="http://schemas.openxmlformats.org/drawingml/2006/main">
              <a:ext uri="{FF2B5EF4-FFF2-40B4-BE49-F238E27FC236}">
                <a16:creationId xmlns:a16="http://schemas.microsoft.com/office/drawing/2014/main" id="{3EC29F5B-B3D4-40DF-9663-02AD8FCB59A4}"/>
              </a:ext>
            </a:extLst>
          </p:cNvPr>
          <p:cNvSpPr>
            <a:spLocks xmlns:a="http://schemas.openxmlformats.org/drawingml/2006/main" noGrp="1"/>
          </p:cNvSpPr>
          <p:nvPr/>
        </p:nvSpPr>
        <p:spPr>
          <a:xfrm xmlns:a="http://schemas.openxmlformats.org/drawingml/2006/main">
            <a:off x="8589645" y="4631055"/>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20" name="">
            <a:extLst xmlns:a="http://schemas.openxmlformats.org/drawingml/2006/main">
              <a:ext uri="{FF2B5EF4-FFF2-40B4-BE49-F238E27FC236}">
                <a16:creationId xmlns:a16="http://schemas.microsoft.com/office/drawing/2014/main" id="{F606B9B5-37C2-4C5A-8F89-E01B42BE0D34}"/>
              </a:ext>
            </a:extLst>
          </p:cNvPr>
          <p:cNvSpPr>
            <a:spLocks xmlns:a="http://schemas.openxmlformats.org/drawingml/2006/main" noGrp="1"/>
          </p:cNvSpPr>
          <p:nvPr/>
        </p:nvSpPr>
        <p:spPr>
          <a:xfrm xmlns:a="http://schemas.openxmlformats.org/drawingml/2006/main">
            <a:off x="8675370"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E</a:t>
            </a:r>
          </a:p>
        </p:txBody>
      </p:sp>
      <p:sp>
        <p:nvSpPr>
          <p:cNvPr id="21" name="">
            <a:extLst xmlns:a="http://schemas.openxmlformats.org/drawingml/2006/main">
              <a:ext uri="{FF2B5EF4-FFF2-40B4-BE49-F238E27FC236}">
                <a16:creationId xmlns:a16="http://schemas.microsoft.com/office/drawing/2014/main" id="{AA574125-FD0B-4205-B36A-5A9FD5A175B8}"/>
              </a:ext>
            </a:extLst>
          </p:cNvPr>
          <p:cNvSpPr>
            <a:spLocks xmlns:a="http://schemas.openxmlformats.org/drawingml/2006/main" noGrp="1"/>
          </p:cNvSpPr>
          <p:nvPr/>
        </p:nvSpPr>
        <p:spPr>
          <a:xfrm xmlns:a="http://schemas.openxmlformats.org/drawingml/2006/main">
            <a:off x="7366635" y="228409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2" name="">
            <a:extLst xmlns:a="http://schemas.openxmlformats.org/drawingml/2006/main">
              <a:ext uri="{FF2B5EF4-FFF2-40B4-BE49-F238E27FC236}">
                <a16:creationId xmlns:a16="http://schemas.microsoft.com/office/drawing/2014/main" id="{827E1B15-0FB3-4FB7-B865-2F63DECD8484}"/>
              </a:ext>
            </a:extLst>
          </p:cNvPr>
          <p:cNvSpPr>
            <a:spLocks xmlns:a="http://schemas.openxmlformats.org/drawingml/2006/main" noGrp="1"/>
          </p:cNvSpPr>
          <p:nvPr/>
        </p:nvSpPr>
        <p:spPr>
          <a:xfrm xmlns:a="http://schemas.openxmlformats.org/drawingml/2006/main">
            <a:off x="7271385" y="198882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A</a:t>
            </a:r>
          </a:p>
        </p:txBody>
      </p:sp>
      <p:sp>
        <p:nvSpPr>
          <p:cNvPr id="23" name="">
            <a:extLst xmlns:a="http://schemas.openxmlformats.org/drawingml/2006/main">
              <a:ext uri="{FF2B5EF4-FFF2-40B4-BE49-F238E27FC236}">
                <a16:creationId xmlns:a16="http://schemas.microsoft.com/office/drawing/2014/main" id="{5569A4CD-2D91-4556-9706-FC011D3DED76}"/>
              </a:ext>
            </a:extLst>
          </p:cNvPr>
          <p:cNvSpPr>
            <a:spLocks xmlns:a="http://schemas.openxmlformats.org/drawingml/2006/main" noGrp="1"/>
          </p:cNvSpPr>
          <p:nvPr/>
        </p:nvSpPr>
        <p:spPr>
          <a:xfrm xmlns:a="http://schemas.openxmlformats.org/drawingml/2006/main">
            <a:off x="10526078"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4" name="">
            <a:extLst xmlns:a="http://schemas.openxmlformats.org/drawingml/2006/main">
              <a:ext uri="{FF2B5EF4-FFF2-40B4-BE49-F238E27FC236}">
                <a16:creationId xmlns:a16="http://schemas.microsoft.com/office/drawing/2014/main" id="{5882D9FB-630C-481E-97D5-929A00B5FFCA}"/>
              </a:ext>
            </a:extLst>
          </p:cNvPr>
          <p:cNvSpPr>
            <a:spLocks xmlns:a="http://schemas.openxmlformats.org/drawingml/2006/main" noGrp="1"/>
          </p:cNvSpPr>
          <p:nvPr/>
        </p:nvSpPr>
        <p:spPr>
          <a:xfrm xmlns:a="http://schemas.openxmlformats.org/drawingml/2006/main">
            <a:off x="10668953" y="455485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B</a:t>
            </a:r>
          </a:p>
        </p:txBody>
      </p:sp>
      <p:sp>
        <p:nvSpPr>
          <p:cNvPr id="25" name="">
            <a:extLst xmlns:a="http://schemas.openxmlformats.org/drawingml/2006/main">
              <a:ext uri="{FF2B5EF4-FFF2-40B4-BE49-F238E27FC236}">
                <a16:creationId xmlns:a16="http://schemas.microsoft.com/office/drawing/2014/main" id="{8C3448B4-A88F-4E2D-A3E3-ABC4294ECB36}"/>
              </a:ext>
            </a:extLst>
          </p:cNvPr>
          <p:cNvSpPr>
            <a:spLocks xmlns:a="http://schemas.openxmlformats.org/drawingml/2006/main" noGrp="1"/>
          </p:cNvSpPr>
          <p:nvPr/>
        </p:nvSpPr>
        <p:spPr>
          <a:xfrm xmlns:a="http://schemas.openxmlformats.org/drawingml/2006/main">
            <a:off x="7509510" y="505968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OE＝1 m</a:t>
            </a:r>
          </a:p>
        </p:txBody>
      </p:sp>
      <p:sp>
        <p:nvSpPr>
          <p:cNvPr id="26" name="">
            <a:extLst xmlns:a="http://schemas.openxmlformats.org/drawingml/2006/main">
              <a:ext uri="{FF2B5EF4-FFF2-40B4-BE49-F238E27FC236}">
                <a16:creationId xmlns:a16="http://schemas.microsoft.com/office/drawing/2014/main" id="{DDA6AAC7-ADD6-4D0F-B634-4EDF6E1592D9}"/>
              </a:ext>
            </a:extLst>
          </p:cNvPr>
          <p:cNvSpPr>
            <a:spLocks xmlns:a="http://schemas.openxmlformats.org/drawingml/2006/main" noGrp="1"/>
          </p:cNvSpPr>
          <p:nvPr/>
        </p:nvSpPr>
        <p:spPr>
          <a:xfrm xmlns:a="http://schemas.openxmlformats.org/drawingml/2006/main">
            <a:off x="6210300" y="3379470"/>
            <a:ext cx="128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166B68"/>
                </a:solidFill>
                <a:latin typeface="Yu Gothic"/>
                <a:ea typeface="Yu Gothic"/>
                <a:cs typeface="Yu Gothic"/>
              </a:defRPr>
            </a:defPPr>
            <a:lvl1pPr>
              <a:defRPr sz="1800">
                <a:solidFill>
                  <a:srgbClr val="166B68"/>
                </a:solidFill>
                <a:latin typeface="Yu Gothic"/>
                <a:ea typeface="Yu Gothic"/>
                <a:cs typeface="Yu Gothic"/>
              </a:defRPr>
            </a:lvl1pPr>
            <a:lvl2pPr>
              <a:defRPr sz="1800">
                <a:solidFill>
                  <a:srgbClr val="166B68"/>
                </a:solidFill>
                <a:latin typeface="Yu Gothic"/>
                <a:ea typeface="Yu Gothic"/>
                <a:cs typeface="Yu Gothic"/>
              </a:defRPr>
            </a:lvl2pPr>
            <a:lvl3pPr>
              <a:defRPr sz="1800">
                <a:solidFill>
                  <a:srgbClr val="166B68"/>
                </a:solidFill>
                <a:latin typeface="Yu Gothic"/>
                <a:ea typeface="Yu Gothic"/>
                <a:cs typeface="Yu Gothic"/>
              </a:defRPr>
            </a:lvl3pPr>
            <a:lvl4pPr>
              <a:defRPr sz="1800">
                <a:solidFill>
                  <a:srgbClr val="166B68"/>
                </a:solidFill>
                <a:latin typeface="Yu Gothic"/>
                <a:ea typeface="Yu Gothic"/>
                <a:cs typeface="Yu Gothic"/>
              </a:defRPr>
            </a:lvl4pPr>
            <a:lvl5pPr>
              <a:defRPr sz="1800">
                <a:solidFill>
                  <a:srgbClr val="166B68"/>
                </a:solidFill>
                <a:latin typeface="Yu Gothic"/>
                <a:ea typeface="Yu Gothic"/>
                <a:cs typeface="Yu Gothic"/>
              </a:defRPr>
            </a:lvl5pPr>
            <a:lvl6pPr>
              <a:defRPr sz="1800">
                <a:solidFill>
                  <a:srgbClr val="166B68"/>
                </a:solidFill>
                <a:latin typeface="Yu Gothic"/>
                <a:ea typeface="Yu Gothic"/>
                <a:cs typeface="Yu Gothic"/>
              </a:defRPr>
            </a:lvl6pPr>
            <a:lvl7pPr>
              <a:defRPr sz="1800">
                <a:solidFill>
                  <a:srgbClr val="166B68"/>
                </a:solidFill>
                <a:latin typeface="Yu Gothic"/>
                <a:ea typeface="Yu Gothic"/>
                <a:cs typeface="Yu Gothic"/>
              </a:defRPr>
            </a:lvl7pPr>
            <a:lvl8pPr>
              <a:defRPr sz="1800">
                <a:solidFill>
                  <a:srgbClr val="166B68"/>
                </a:solidFill>
                <a:latin typeface="Yu Gothic"/>
                <a:ea typeface="Yu Gothic"/>
                <a:cs typeface="Yu Gothic"/>
              </a:defRPr>
            </a:lvl8pPr>
            <a:lvl9pPr>
              <a:defRPr sz="1800">
                <a:solidFill>
                  <a:srgbClr val="166B68"/>
                </a:solidFill>
                <a:latin typeface="Yu Gothic"/>
                <a:ea typeface="Yu Gothic"/>
                <a:cs typeface="Yu Gothic"/>
              </a:defRPr>
            </a:lvl9pPr>
          </a:lstStyle>
          <a:p xmlns:a="http://schemas.openxmlformats.org/drawingml/2006/main">
            <a:pPr>
              <a:defRPr sz="1800">
                <a:solidFill>
                  <a:srgbClr val="166B68"/>
                </a:solidFill>
                <a:latin typeface="Yu Gothic"/>
                <a:ea typeface="Yu Gothic"/>
                <a:cs typeface="Yu Gothic"/>
              </a:defRPr>
            </a:pPr>
            <a:r>
              <a:rPr sz="1800">
                <a:solidFill>
                  <a:srgbClr val="166B68"/>
                </a:solidFill>
                <a:latin typeface="Yu Gothic"/>
                <a:ea typeface="Yu Gothic"/>
                <a:cs typeface="Yu Gothic"/>
              </a:rPr>
              <a:t>OA＝100 m</a:t>
            </a:r>
          </a:p>
        </p:txBody>
      </p:sp>
      <p:sp>
        <p:nvSpPr>
          <p:cNvPr id="27" name="">
            <a:extLst xmlns:a="http://schemas.openxmlformats.org/drawingml/2006/main">
              <a:ext uri="{FF2B5EF4-FFF2-40B4-BE49-F238E27FC236}">
                <a16:creationId xmlns:a16="http://schemas.microsoft.com/office/drawing/2014/main" id="{3AE7D042-681C-402F-ABC2-5FD746967E18}"/>
              </a:ext>
            </a:extLst>
          </p:cNvPr>
          <p:cNvSpPr>
            <a:spLocks xmlns:a="http://schemas.openxmlformats.org/drawingml/2006/main" noGrp="1"/>
          </p:cNvSpPr>
          <p:nvPr/>
        </p:nvSpPr>
        <p:spPr>
          <a:xfrm xmlns:a="http://schemas.openxmlformats.org/drawingml/2006/main">
            <a:off x="8637270" y="2373630"/>
            <a:ext cx="9525" cy="2305050"/>
          </a:xfrm>
          <a:custGeom xmlns:a="http://schemas.openxmlformats.org/drawingml/2006/main">
            <a:pathLst>
              <a:path w="9525" h="2305050">
                <a:moveTo>
                  <a:pt x="0" y="2305050"/>
                </a:moveTo>
                <a:lnTo>
                  <a:pt x="0" y="0"/>
                </a:lnTo>
              </a:path>
            </a:pathLst>
          </a:custGeom>
          <a:noFill xmlns:a="http://schemas.openxmlformats.org/drawingml/2006/main"/>
          <a:ln xmlns:a="http://schemas.openxmlformats.org/drawingml/2006/main" w="19050">
            <a:solidFill>
              <a:srgbClr val="CFD9DD"/>
            </a:solidFill>
            <a:prstDash val="dash"/>
          </a:ln>
        </p:spPr>
      </p:sp>
      <p:sp>
        <p:nvSpPr>
          <p:cNvPr id="28" name="">
            <a:extLst xmlns:a="http://schemas.openxmlformats.org/drawingml/2006/main">
              <a:ext uri="{FF2B5EF4-FFF2-40B4-BE49-F238E27FC236}">
                <a16:creationId xmlns:a16="http://schemas.microsoft.com/office/drawing/2014/main" id="{92CFA528-5F40-4D81-8F6F-DA811D62DDDF}"/>
              </a:ext>
            </a:extLst>
          </p:cNvPr>
          <p:cNvSpPr>
            <a:spLocks xmlns:a="http://schemas.openxmlformats.org/drawingml/2006/main" noGrp="1"/>
          </p:cNvSpPr>
          <p:nvPr/>
        </p:nvSpPr>
        <p:spPr>
          <a:xfrm xmlns:a="http://schemas.openxmlformats.org/drawingml/2006/main">
            <a:off x="8351158" y="4124014"/>
            <a:ext cx="11046" cy="9525"/>
          </a:xfrm>
          <a:custGeom xmlns:a="http://schemas.openxmlformats.org/drawingml/2006/main">
            <a:pathLst>
              <a:path w="11046" h="9525">
                <a:moveTo>
                  <a:pt x="0" y="5616"/>
                </a:moveTo>
                <a:lnTo>
                  <a:pt x="11046" y="0"/>
                </a:lnTo>
              </a:path>
            </a:pathLst>
          </a:custGeom>
          <a:noFill xmlns:a="http://schemas.openxmlformats.org/drawingml/2006/main"/>
          <a:ln xmlns:a="http://schemas.openxmlformats.org/drawingml/2006/main" w="28575">
            <a:solidFill>
              <a:srgbClr val="A94737"/>
            </a:solidFill>
            <a:prstDash val="solid"/>
          </a:ln>
        </p:spPr>
      </p:sp>
      <p:sp>
        <p:nvSpPr>
          <p:cNvPr id="29" name="">
            <a:extLst xmlns:a="http://schemas.openxmlformats.org/drawingml/2006/main">
              <a:ext uri="{FF2B5EF4-FFF2-40B4-BE49-F238E27FC236}">
                <a16:creationId xmlns:a16="http://schemas.microsoft.com/office/drawing/2014/main" id="{84C3B716-CC31-47F7-B2E8-9925251B34F8}"/>
              </a:ext>
            </a:extLst>
          </p:cNvPr>
          <p:cNvSpPr>
            <a:spLocks xmlns:a="http://schemas.openxmlformats.org/drawingml/2006/main" noGrp="1"/>
          </p:cNvSpPr>
          <p:nvPr/>
        </p:nvSpPr>
        <p:spPr>
          <a:xfrm xmlns:a="http://schemas.openxmlformats.org/drawingml/2006/main">
            <a:off x="8362204" y="4118619"/>
            <a:ext cx="11157" cy="9525"/>
          </a:xfrm>
          <a:custGeom xmlns:a="http://schemas.openxmlformats.org/drawingml/2006/main">
            <a:pathLst>
              <a:path w="11157" h="9525">
                <a:moveTo>
                  <a:pt x="0" y="5394"/>
                </a:moveTo>
                <a:lnTo>
                  <a:pt x="11157" y="0"/>
                </a:lnTo>
              </a:path>
            </a:pathLst>
          </a:custGeom>
          <a:noFill xmlns:a="http://schemas.openxmlformats.org/drawingml/2006/main"/>
          <a:ln xmlns:a="http://schemas.openxmlformats.org/drawingml/2006/main" w="28575">
            <a:solidFill>
              <a:srgbClr val="A94737"/>
            </a:solidFill>
            <a:prstDash val="solid"/>
          </a:ln>
        </p:spPr>
      </p:sp>
      <p:sp>
        <p:nvSpPr>
          <p:cNvPr id="30" name="">
            <a:extLst xmlns:a="http://schemas.openxmlformats.org/drawingml/2006/main">
              <a:ext uri="{FF2B5EF4-FFF2-40B4-BE49-F238E27FC236}">
                <a16:creationId xmlns:a16="http://schemas.microsoft.com/office/drawing/2014/main" id="{219306F0-23F7-407A-A4A9-737034BB9E95}"/>
              </a:ext>
            </a:extLst>
          </p:cNvPr>
          <p:cNvSpPr>
            <a:spLocks xmlns:a="http://schemas.openxmlformats.org/drawingml/2006/main" noGrp="1"/>
          </p:cNvSpPr>
          <p:nvPr/>
        </p:nvSpPr>
        <p:spPr>
          <a:xfrm xmlns:a="http://schemas.openxmlformats.org/drawingml/2006/main">
            <a:off x="8373361" y="4113450"/>
            <a:ext cx="11262" cy="9525"/>
          </a:xfrm>
          <a:custGeom xmlns:a="http://schemas.openxmlformats.org/drawingml/2006/main">
            <a:pathLst>
              <a:path w="11262" h="9525">
                <a:moveTo>
                  <a:pt x="0" y="5170"/>
                </a:moveTo>
                <a:lnTo>
                  <a:pt x="11262" y="0"/>
                </a:lnTo>
              </a:path>
            </a:pathLst>
          </a:custGeom>
          <a:noFill xmlns:a="http://schemas.openxmlformats.org/drawingml/2006/main"/>
          <a:ln xmlns:a="http://schemas.openxmlformats.org/drawingml/2006/main" w="28575">
            <a:solidFill>
              <a:srgbClr val="A94737"/>
            </a:solidFill>
            <a:prstDash val="solid"/>
          </a:ln>
        </p:spPr>
      </p:sp>
      <p:sp>
        <p:nvSpPr>
          <p:cNvPr id="31" name="">
            <a:extLst xmlns:a="http://schemas.openxmlformats.org/drawingml/2006/main">
              <a:ext uri="{FF2B5EF4-FFF2-40B4-BE49-F238E27FC236}">
                <a16:creationId xmlns:a16="http://schemas.microsoft.com/office/drawing/2014/main" id="{FE35766F-9AC9-4A2F-A78C-DF2631639B71}"/>
              </a:ext>
            </a:extLst>
          </p:cNvPr>
          <p:cNvSpPr>
            <a:spLocks xmlns:a="http://schemas.openxmlformats.org/drawingml/2006/main" noGrp="1"/>
          </p:cNvSpPr>
          <p:nvPr/>
        </p:nvSpPr>
        <p:spPr>
          <a:xfrm xmlns:a="http://schemas.openxmlformats.org/drawingml/2006/main">
            <a:off x="8384623" y="4108506"/>
            <a:ext cx="11364" cy="9525"/>
          </a:xfrm>
          <a:custGeom xmlns:a="http://schemas.openxmlformats.org/drawingml/2006/main">
            <a:pathLst>
              <a:path w="11364" h="9525">
                <a:moveTo>
                  <a:pt x="0" y="4943"/>
                </a:moveTo>
                <a:lnTo>
                  <a:pt x="11364" y="0"/>
                </a:lnTo>
              </a:path>
            </a:pathLst>
          </a:custGeom>
          <a:noFill xmlns:a="http://schemas.openxmlformats.org/drawingml/2006/main"/>
          <a:ln xmlns:a="http://schemas.openxmlformats.org/drawingml/2006/main" w="28575">
            <a:solidFill>
              <a:srgbClr val="A94737"/>
            </a:solidFill>
            <a:prstDash val="solid"/>
          </a:ln>
        </p:spPr>
      </p:sp>
      <p:sp>
        <p:nvSpPr>
          <p:cNvPr id="32" name="">
            <a:extLst xmlns:a="http://schemas.openxmlformats.org/drawingml/2006/main">
              <a:ext uri="{FF2B5EF4-FFF2-40B4-BE49-F238E27FC236}">
                <a16:creationId xmlns:a16="http://schemas.microsoft.com/office/drawing/2014/main" id="{34051B13-B1F7-49FC-AE62-8668800CC7E1}"/>
              </a:ext>
            </a:extLst>
          </p:cNvPr>
          <p:cNvSpPr>
            <a:spLocks xmlns:a="http://schemas.openxmlformats.org/drawingml/2006/main" noGrp="1"/>
          </p:cNvSpPr>
          <p:nvPr/>
        </p:nvSpPr>
        <p:spPr>
          <a:xfrm xmlns:a="http://schemas.openxmlformats.org/drawingml/2006/main">
            <a:off x="8395987" y="4103791"/>
            <a:ext cx="11460" cy="9525"/>
          </a:xfrm>
          <a:custGeom xmlns:a="http://schemas.openxmlformats.org/drawingml/2006/main">
            <a:pathLst>
              <a:path w="11460" h="9525">
                <a:moveTo>
                  <a:pt x="0" y="4715"/>
                </a:moveTo>
                <a:lnTo>
                  <a:pt x="11460" y="0"/>
                </a:lnTo>
              </a:path>
            </a:pathLst>
          </a:custGeom>
          <a:noFill xmlns:a="http://schemas.openxmlformats.org/drawingml/2006/main"/>
          <a:ln xmlns:a="http://schemas.openxmlformats.org/drawingml/2006/main" w="28575">
            <a:solidFill>
              <a:srgbClr val="A94737"/>
            </a:solidFill>
            <a:prstDash val="solid"/>
          </a:ln>
        </p:spPr>
      </p:sp>
      <p:sp>
        <p:nvSpPr>
          <p:cNvPr id="33" name="">
            <a:extLst xmlns:a="http://schemas.openxmlformats.org/drawingml/2006/main">
              <a:ext uri="{FF2B5EF4-FFF2-40B4-BE49-F238E27FC236}">
                <a16:creationId xmlns:a16="http://schemas.microsoft.com/office/drawing/2014/main" id="{A4FBF6A4-58E4-4E62-BA80-E7ED60B9000B}"/>
              </a:ext>
            </a:extLst>
          </p:cNvPr>
          <p:cNvSpPr>
            <a:spLocks xmlns:a="http://schemas.openxmlformats.org/drawingml/2006/main" noGrp="1"/>
          </p:cNvSpPr>
          <p:nvPr/>
        </p:nvSpPr>
        <p:spPr>
          <a:xfrm xmlns:a="http://schemas.openxmlformats.org/drawingml/2006/main">
            <a:off x="8407447" y="4099306"/>
            <a:ext cx="11552" cy="9525"/>
          </a:xfrm>
          <a:custGeom xmlns:a="http://schemas.openxmlformats.org/drawingml/2006/main">
            <a:pathLst>
              <a:path w="11552" h="9525">
                <a:moveTo>
                  <a:pt x="0" y="4485"/>
                </a:moveTo>
                <a:lnTo>
                  <a:pt x="11552" y="0"/>
                </a:lnTo>
              </a:path>
            </a:pathLst>
          </a:custGeom>
          <a:noFill xmlns:a="http://schemas.openxmlformats.org/drawingml/2006/main"/>
          <a:ln xmlns:a="http://schemas.openxmlformats.org/drawingml/2006/main" w="28575">
            <a:solidFill>
              <a:srgbClr val="A94737"/>
            </a:solidFill>
            <a:prstDash val="solid"/>
          </a:ln>
        </p:spPr>
      </p:sp>
      <p:sp>
        <p:nvSpPr>
          <p:cNvPr id="34" name="">
            <a:extLst xmlns:a="http://schemas.openxmlformats.org/drawingml/2006/main">
              <a:ext uri="{FF2B5EF4-FFF2-40B4-BE49-F238E27FC236}">
                <a16:creationId xmlns:a16="http://schemas.microsoft.com/office/drawing/2014/main" id="{10328036-2239-43DA-94E8-8AB89B5F9F2B}"/>
              </a:ext>
            </a:extLst>
          </p:cNvPr>
          <p:cNvSpPr>
            <a:spLocks xmlns:a="http://schemas.openxmlformats.org/drawingml/2006/main" noGrp="1"/>
          </p:cNvSpPr>
          <p:nvPr/>
        </p:nvSpPr>
        <p:spPr>
          <a:xfrm xmlns:a="http://schemas.openxmlformats.org/drawingml/2006/main">
            <a:off x="8419000" y="4095054"/>
            <a:ext cx="11640" cy="9525"/>
          </a:xfrm>
          <a:custGeom xmlns:a="http://schemas.openxmlformats.org/drawingml/2006/main">
            <a:pathLst>
              <a:path w="11640" h="9525">
                <a:moveTo>
                  <a:pt x="0" y="4253"/>
                </a:moveTo>
                <a:lnTo>
                  <a:pt x="11640" y="0"/>
                </a:lnTo>
              </a:path>
            </a:pathLst>
          </a:custGeom>
          <a:noFill xmlns:a="http://schemas.openxmlformats.org/drawingml/2006/main"/>
          <a:ln xmlns:a="http://schemas.openxmlformats.org/drawingml/2006/main" w="28575">
            <a:solidFill>
              <a:srgbClr val="A94737"/>
            </a:solidFill>
            <a:prstDash val="solid"/>
          </a:ln>
        </p:spPr>
      </p:sp>
      <p:sp>
        <p:nvSpPr>
          <p:cNvPr id="35" name="">
            <a:extLst xmlns:a="http://schemas.openxmlformats.org/drawingml/2006/main">
              <a:ext uri="{FF2B5EF4-FFF2-40B4-BE49-F238E27FC236}">
                <a16:creationId xmlns:a16="http://schemas.microsoft.com/office/drawing/2014/main" id="{FA0FFA98-C7D6-4B59-99B4-62996EFB723D}"/>
              </a:ext>
            </a:extLst>
          </p:cNvPr>
          <p:cNvSpPr>
            <a:spLocks xmlns:a="http://schemas.openxmlformats.org/drawingml/2006/main" noGrp="1"/>
          </p:cNvSpPr>
          <p:nvPr/>
        </p:nvSpPr>
        <p:spPr>
          <a:xfrm xmlns:a="http://schemas.openxmlformats.org/drawingml/2006/main">
            <a:off x="8430639" y="4091035"/>
            <a:ext cx="11723" cy="9525"/>
          </a:xfrm>
          <a:custGeom xmlns:a="http://schemas.openxmlformats.org/drawingml/2006/main">
            <a:pathLst>
              <a:path w="11723" h="9525">
                <a:moveTo>
                  <a:pt x="0" y="4019"/>
                </a:moveTo>
                <a:lnTo>
                  <a:pt x="11723" y="0"/>
                </a:lnTo>
              </a:path>
            </a:pathLst>
          </a:custGeom>
          <a:noFill xmlns:a="http://schemas.openxmlformats.org/drawingml/2006/main"/>
          <a:ln xmlns:a="http://schemas.openxmlformats.org/drawingml/2006/main" w="28575">
            <a:solidFill>
              <a:srgbClr val="A94737"/>
            </a:solidFill>
            <a:prstDash val="solid"/>
          </a:ln>
        </p:spPr>
      </p:sp>
      <p:sp>
        <p:nvSpPr>
          <p:cNvPr id="36" name="">
            <a:extLst xmlns:a="http://schemas.openxmlformats.org/drawingml/2006/main">
              <a:ext uri="{FF2B5EF4-FFF2-40B4-BE49-F238E27FC236}">
                <a16:creationId xmlns:a16="http://schemas.microsoft.com/office/drawing/2014/main" id="{75D68AE5-D13D-456B-83CF-9E3798746B8D}"/>
              </a:ext>
            </a:extLst>
          </p:cNvPr>
          <p:cNvSpPr>
            <a:spLocks xmlns:a="http://schemas.openxmlformats.org/drawingml/2006/main" noGrp="1"/>
          </p:cNvSpPr>
          <p:nvPr/>
        </p:nvSpPr>
        <p:spPr>
          <a:xfrm xmlns:a="http://schemas.openxmlformats.org/drawingml/2006/main">
            <a:off x="8442362" y="4087252"/>
            <a:ext cx="11801" cy="9525"/>
          </a:xfrm>
          <a:custGeom xmlns:a="http://schemas.openxmlformats.org/drawingml/2006/main">
            <a:pathLst>
              <a:path w="11801" h="9525">
                <a:moveTo>
                  <a:pt x="0" y="3783"/>
                </a:moveTo>
                <a:lnTo>
                  <a:pt x="11801" y="0"/>
                </a:lnTo>
              </a:path>
            </a:pathLst>
          </a:custGeom>
          <a:noFill xmlns:a="http://schemas.openxmlformats.org/drawingml/2006/main"/>
          <a:ln xmlns:a="http://schemas.openxmlformats.org/drawingml/2006/main" w="28575">
            <a:solidFill>
              <a:srgbClr val="A94737"/>
            </a:solidFill>
            <a:prstDash val="solid"/>
          </a:ln>
        </p:spPr>
      </p:sp>
      <p:sp>
        <p:nvSpPr>
          <p:cNvPr id="37" name="">
            <a:extLst xmlns:a="http://schemas.openxmlformats.org/drawingml/2006/main">
              <a:ext uri="{FF2B5EF4-FFF2-40B4-BE49-F238E27FC236}">
                <a16:creationId xmlns:a16="http://schemas.microsoft.com/office/drawing/2014/main" id="{789EC2D2-465D-49A8-9900-DBC2C330344A}"/>
              </a:ext>
            </a:extLst>
          </p:cNvPr>
          <p:cNvSpPr>
            <a:spLocks xmlns:a="http://schemas.openxmlformats.org/drawingml/2006/main" noGrp="1"/>
          </p:cNvSpPr>
          <p:nvPr/>
        </p:nvSpPr>
        <p:spPr>
          <a:xfrm xmlns:a="http://schemas.openxmlformats.org/drawingml/2006/main">
            <a:off x="8454163" y="4083705"/>
            <a:ext cx="11874" cy="9525"/>
          </a:xfrm>
          <a:custGeom xmlns:a="http://schemas.openxmlformats.org/drawingml/2006/main">
            <a:pathLst>
              <a:path w="11874" h="9525">
                <a:moveTo>
                  <a:pt x="0" y="3546"/>
                </a:moveTo>
                <a:lnTo>
                  <a:pt x="11874" y="0"/>
                </a:lnTo>
              </a:path>
            </a:pathLst>
          </a:custGeom>
          <a:noFill xmlns:a="http://schemas.openxmlformats.org/drawingml/2006/main"/>
          <a:ln xmlns:a="http://schemas.openxmlformats.org/drawingml/2006/main" w="28575">
            <a:solidFill>
              <a:srgbClr val="A94737"/>
            </a:solidFill>
            <a:prstDash val="solid"/>
          </a:ln>
        </p:spPr>
      </p:sp>
      <p:sp>
        <p:nvSpPr>
          <p:cNvPr id="38" name="">
            <a:extLst xmlns:a="http://schemas.openxmlformats.org/drawingml/2006/main">
              <a:ext uri="{FF2B5EF4-FFF2-40B4-BE49-F238E27FC236}">
                <a16:creationId xmlns:a16="http://schemas.microsoft.com/office/drawing/2014/main" id="{8A9F8EDB-C22F-4870-A7D1-054FEFF837B1}"/>
              </a:ext>
            </a:extLst>
          </p:cNvPr>
          <p:cNvSpPr>
            <a:spLocks xmlns:a="http://schemas.openxmlformats.org/drawingml/2006/main" noGrp="1"/>
          </p:cNvSpPr>
          <p:nvPr/>
        </p:nvSpPr>
        <p:spPr>
          <a:xfrm xmlns:a="http://schemas.openxmlformats.org/drawingml/2006/main">
            <a:off x="8466037" y="4080397"/>
            <a:ext cx="11943" cy="9525"/>
          </a:xfrm>
          <a:custGeom xmlns:a="http://schemas.openxmlformats.org/drawingml/2006/main">
            <a:pathLst>
              <a:path w="11943" h="9525">
                <a:moveTo>
                  <a:pt x="0" y="3308"/>
                </a:moveTo>
                <a:lnTo>
                  <a:pt x="11943" y="0"/>
                </a:lnTo>
              </a:path>
            </a:pathLst>
          </a:custGeom>
          <a:noFill xmlns:a="http://schemas.openxmlformats.org/drawingml/2006/main"/>
          <a:ln xmlns:a="http://schemas.openxmlformats.org/drawingml/2006/main" w="28575">
            <a:solidFill>
              <a:srgbClr val="A94737"/>
            </a:solidFill>
            <a:prstDash val="solid"/>
          </a:ln>
        </p:spPr>
      </p:sp>
      <p:sp>
        <p:nvSpPr>
          <p:cNvPr id="39" name="">
            <a:extLst xmlns:a="http://schemas.openxmlformats.org/drawingml/2006/main">
              <a:ext uri="{FF2B5EF4-FFF2-40B4-BE49-F238E27FC236}">
                <a16:creationId xmlns:a16="http://schemas.microsoft.com/office/drawing/2014/main" id="{964DD440-9D15-4E96-90B7-54E265DDB6AB}"/>
              </a:ext>
            </a:extLst>
          </p:cNvPr>
          <p:cNvSpPr>
            <a:spLocks xmlns:a="http://schemas.openxmlformats.org/drawingml/2006/main" noGrp="1"/>
          </p:cNvSpPr>
          <p:nvPr/>
        </p:nvSpPr>
        <p:spPr>
          <a:xfrm xmlns:a="http://schemas.openxmlformats.org/drawingml/2006/main">
            <a:off x="8477979" y="4077329"/>
            <a:ext cx="12006" cy="9525"/>
          </a:xfrm>
          <a:custGeom xmlns:a="http://schemas.openxmlformats.org/drawingml/2006/main">
            <a:pathLst>
              <a:path w="12006" h="9525">
                <a:moveTo>
                  <a:pt x="0" y="3068"/>
                </a:moveTo>
                <a:lnTo>
                  <a:pt x="12006" y="0"/>
                </a:lnTo>
              </a:path>
            </a:pathLst>
          </a:custGeom>
          <a:noFill xmlns:a="http://schemas.openxmlformats.org/drawingml/2006/main"/>
          <a:ln xmlns:a="http://schemas.openxmlformats.org/drawingml/2006/main" w="28575">
            <a:solidFill>
              <a:srgbClr val="A94737"/>
            </a:solidFill>
            <a:prstDash val="solid"/>
          </a:ln>
        </p:spPr>
      </p:sp>
      <p:sp>
        <p:nvSpPr>
          <p:cNvPr id="40" name="">
            <a:extLst xmlns:a="http://schemas.openxmlformats.org/drawingml/2006/main">
              <a:ext uri="{FF2B5EF4-FFF2-40B4-BE49-F238E27FC236}">
                <a16:creationId xmlns:a16="http://schemas.microsoft.com/office/drawing/2014/main" id="{374AD460-9CD8-4A72-817B-7716907EA48B}"/>
              </a:ext>
            </a:extLst>
          </p:cNvPr>
          <p:cNvSpPr>
            <a:spLocks xmlns:a="http://schemas.openxmlformats.org/drawingml/2006/main" noGrp="1"/>
          </p:cNvSpPr>
          <p:nvPr/>
        </p:nvSpPr>
        <p:spPr>
          <a:xfrm xmlns:a="http://schemas.openxmlformats.org/drawingml/2006/main">
            <a:off x="8489986" y="4074502"/>
            <a:ext cx="12065" cy="9525"/>
          </a:xfrm>
          <a:custGeom xmlns:a="http://schemas.openxmlformats.org/drawingml/2006/main">
            <a:pathLst>
              <a:path w="12065" h="9525">
                <a:moveTo>
                  <a:pt x="0" y="2827"/>
                </a:moveTo>
                <a:lnTo>
                  <a:pt x="12065" y="0"/>
                </a:lnTo>
              </a:path>
            </a:pathLst>
          </a:custGeom>
          <a:noFill xmlns:a="http://schemas.openxmlformats.org/drawingml/2006/main"/>
          <a:ln xmlns:a="http://schemas.openxmlformats.org/drawingml/2006/main" w="28575">
            <a:solidFill>
              <a:srgbClr val="A94737"/>
            </a:solidFill>
            <a:prstDash val="solid"/>
          </a:ln>
        </p:spPr>
      </p:sp>
      <p:sp>
        <p:nvSpPr>
          <p:cNvPr id="41" name="">
            <a:extLst xmlns:a="http://schemas.openxmlformats.org/drawingml/2006/main">
              <a:ext uri="{FF2B5EF4-FFF2-40B4-BE49-F238E27FC236}">
                <a16:creationId xmlns:a16="http://schemas.microsoft.com/office/drawing/2014/main" id="{869EF8D4-E269-4A29-9484-85129F937C56}"/>
              </a:ext>
            </a:extLst>
          </p:cNvPr>
          <p:cNvSpPr>
            <a:spLocks xmlns:a="http://schemas.openxmlformats.org/drawingml/2006/main" noGrp="1"/>
          </p:cNvSpPr>
          <p:nvPr/>
        </p:nvSpPr>
        <p:spPr>
          <a:xfrm xmlns:a="http://schemas.openxmlformats.org/drawingml/2006/main">
            <a:off x="8502051" y="4071916"/>
            <a:ext cx="12120" cy="9525"/>
          </a:xfrm>
          <a:custGeom xmlns:a="http://schemas.openxmlformats.org/drawingml/2006/main">
            <a:pathLst>
              <a:path w="12120" h="9525">
                <a:moveTo>
                  <a:pt x="0" y="2585"/>
                </a:moveTo>
                <a:lnTo>
                  <a:pt x="12120" y="0"/>
                </a:lnTo>
              </a:path>
            </a:pathLst>
          </a:custGeom>
          <a:noFill xmlns:a="http://schemas.openxmlformats.org/drawingml/2006/main"/>
          <a:ln xmlns:a="http://schemas.openxmlformats.org/drawingml/2006/main" w="28575">
            <a:solidFill>
              <a:srgbClr val="A94737"/>
            </a:solidFill>
            <a:prstDash val="solid"/>
          </a:ln>
        </p:spPr>
      </p:sp>
      <p:sp>
        <p:nvSpPr>
          <p:cNvPr id="42" name="">
            <a:extLst xmlns:a="http://schemas.openxmlformats.org/drawingml/2006/main">
              <a:ext uri="{FF2B5EF4-FFF2-40B4-BE49-F238E27FC236}">
                <a16:creationId xmlns:a16="http://schemas.microsoft.com/office/drawing/2014/main" id="{07D29B2A-9FBE-4993-94E6-1C5E89A84B22}"/>
              </a:ext>
            </a:extLst>
          </p:cNvPr>
          <p:cNvSpPr>
            <a:spLocks xmlns:a="http://schemas.openxmlformats.org/drawingml/2006/main" noGrp="1"/>
          </p:cNvSpPr>
          <p:nvPr/>
        </p:nvSpPr>
        <p:spPr>
          <a:xfrm xmlns:a="http://schemas.openxmlformats.org/drawingml/2006/main">
            <a:off x="8514171" y="4069574"/>
            <a:ext cx="12169" cy="9525"/>
          </a:xfrm>
          <a:custGeom xmlns:a="http://schemas.openxmlformats.org/drawingml/2006/main">
            <a:pathLst>
              <a:path w="12169" h="9525">
                <a:moveTo>
                  <a:pt x="0" y="2342"/>
                </a:moveTo>
                <a:lnTo>
                  <a:pt x="12169" y="0"/>
                </a:lnTo>
              </a:path>
            </a:pathLst>
          </a:custGeom>
          <a:noFill xmlns:a="http://schemas.openxmlformats.org/drawingml/2006/main"/>
          <a:ln xmlns:a="http://schemas.openxmlformats.org/drawingml/2006/main" w="28575">
            <a:solidFill>
              <a:srgbClr val="A94737"/>
            </a:solidFill>
            <a:prstDash val="solid"/>
          </a:ln>
        </p:spPr>
      </p:sp>
      <p:sp>
        <p:nvSpPr>
          <p:cNvPr id="43" name="">
            <a:extLst xmlns:a="http://schemas.openxmlformats.org/drawingml/2006/main">
              <a:ext uri="{FF2B5EF4-FFF2-40B4-BE49-F238E27FC236}">
                <a16:creationId xmlns:a16="http://schemas.microsoft.com/office/drawing/2014/main" id="{62938371-6330-4E03-9F20-949D565470E9}"/>
              </a:ext>
            </a:extLst>
          </p:cNvPr>
          <p:cNvSpPr>
            <a:spLocks xmlns:a="http://schemas.openxmlformats.org/drawingml/2006/main" noGrp="1"/>
          </p:cNvSpPr>
          <p:nvPr/>
        </p:nvSpPr>
        <p:spPr>
          <a:xfrm xmlns:a="http://schemas.openxmlformats.org/drawingml/2006/main">
            <a:off x="8526340" y="4067476"/>
            <a:ext cx="12213" cy="9525"/>
          </a:xfrm>
          <a:custGeom xmlns:a="http://schemas.openxmlformats.org/drawingml/2006/main">
            <a:pathLst>
              <a:path w="12213" h="9525">
                <a:moveTo>
                  <a:pt x="0" y="2098"/>
                </a:moveTo>
                <a:lnTo>
                  <a:pt x="12213" y="0"/>
                </a:lnTo>
              </a:path>
            </a:pathLst>
          </a:custGeom>
          <a:noFill xmlns:a="http://schemas.openxmlformats.org/drawingml/2006/main"/>
          <a:ln xmlns:a="http://schemas.openxmlformats.org/drawingml/2006/main" w="28575">
            <a:solidFill>
              <a:srgbClr val="A94737"/>
            </a:solidFill>
            <a:prstDash val="solid"/>
          </a:ln>
        </p:spPr>
      </p:sp>
      <p:sp>
        <p:nvSpPr>
          <p:cNvPr id="44" name="">
            <a:extLst xmlns:a="http://schemas.openxmlformats.org/drawingml/2006/main">
              <a:ext uri="{FF2B5EF4-FFF2-40B4-BE49-F238E27FC236}">
                <a16:creationId xmlns:a16="http://schemas.microsoft.com/office/drawing/2014/main" id="{822ED65F-3E4C-41B2-8EEE-1A80B759121E}"/>
              </a:ext>
            </a:extLst>
          </p:cNvPr>
          <p:cNvSpPr>
            <a:spLocks xmlns:a="http://schemas.openxmlformats.org/drawingml/2006/main" noGrp="1"/>
          </p:cNvSpPr>
          <p:nvPr/>
        </p:nvSpPr>
        <p:spPr>
          <a:xfrm xmlns:a="http://schemas.openxmlformats.org/drawingml/2006/main">
            <a:off x="8538553" y="4065622"/>
            <a:ext cx="12253" cy="9525"/>
          </a:xfrm>
          <a:custGeom xmlns:a="http://schemas.openxmlformats.org/drawingml/2006/main">
            <a:pathLst>
              <a:path w="12253" h="9525">
                <a:moveTo>
                  <a:pt x="0" y="1853"/>
                </a:moveTo>
                <a:lnTo>
                  <a:pt x="12253" y="0"/>
                </a:lnTo>
              </a:path>
            </a:pathLst>
          </a:custGeom>
          <a:noFill xmlns:a="http://schemas.openxmlformats.org/drawingml/2006/main"/>
          <a:ln xmlns:a="http://schemas.openxmlformats.org/drawingml/2006/main" w="28575">
            <a:solidFill>
              <a:srgbClr val="A94737"/>
            </a:solidFill>
            <a:prstDash val="solid"/>
          </a:ln>
        </p:spPr>
      </p:sp>
      <p:sp>
        <p:nvSpPr>
          <p:cNvPr id="45" name="">
            <a:extLst xmlns:a="http://schemas.openxmlformats.org/drawingml/2006/main">
              <a:ext uri="{FF2B5EF4-FFF2-40B4-BE49-F238E27FC236}">
                <a16:creationId xmlns:a16="http://schemas.microsoft.com/office/drawing/2014/main" id="{5FC06199-510C-46CD-8395-7C87C2F0098B}"/>
              </a:ext>
            </a:extLst>
          </p:cNvPr>
          <p:cNvSpPr>
            <a:spLocks xmlns:a="http://schemas.openxmlformats.org/drawingml/2006/main" noGrp="1"/>
          </p:cNvSpPr>
          <p:nvPr/>
        </p:nvSpPr>
        <p:spPr>
          <a:xfrm xmlns:a="http://schemas.openxmlformats.org/drawingml/2006/main">
            <a:off x="8550806" y="4064015"/>
            <a:ext cx="12288" cy="9525"/>
          </a:xfrm>
          <a:custGeom xmlns:a="http://schemas.openxmlformats.org/drawingml/2006/main">
            <a:pathLst>
              <a:path w="12288" h="9525">
                <a:moveTo>
                  <a:pt x="0" y="1608"/>
                </a:moveTo>
                <a:lnTo>
                  <a:pt x="12288" y="0"/>
                </a:lnTo>
              </a:path>
            </a:pathLst>
          </a:custGeom>
          <a:noFill xmlns:a="http://schemas.openxmlformats.org/drawingml/2006/main"/>
          <a:ln xmlns:a="http://schemas.openxmlformats.org/drawingml/2006/main" w="28575">
            <a:solidFill>
              <a:srgbClr val="A94737"/>
            </a:solidFill>
            <a:prstDash val="solid"/>
          </a:ln>
        </p:spPr>
      </p:sp>
      <p:sp>
        <p:nvSpPr>
          <p:cNvPr id="46" name="">
            <a:extLst xmlns:a="http://schemas.openxmlformats.org/drawingml/2006/main">
              <a:ext uri="{FF2B5EF4-FFF2-40B4-BE49-F238E27FC236}">
                <a16:creationId xmlns:a16="http://schemas.microsoft.com/office/drawing/2014/main" id="{E296902A-42C0-47A9-8603-5F2DA53A4B8F}"/>
              </a:ext>
            </a:extLst>
          </p:cNvPr>
          <p:cNvSpPr>
            <a:spLocks xmlns:a="http://schemas.openxmlformats.org/drawingml/2006/main" noGrp="1"/>
          </p:cNvSpPr>
          <p:nvPr/>
        </p:nvSpPr>
        <p:spPr>
          <a:xfrm xmlns:a="http://schemas.openxmlformats.org/drawingml/2006/main">
            <a:off x="8563094" y="4062653"/>
            <a:ext cx="12317" cy="9525"/>
          </a:xfrm>
          <a:custGeom xmlns:a="http://schemas.openxmlformats.org/drawingml/2006/main">
            <a:pathLst>
              <a:path w="12317" h="9525">
                <a:moveTo>
                  <a:pt x="0" y="1362"/>
                </a:moveTo>
                <a:lnTo>
                  <a:pt x="12317" y="0"/>
                </a:lnTo>
              </a:path>
            </a:pathLst>
          </a:custGeom>
          <a:noFill xmlns:a="http://schemas.openxmlformats.org/drawingml/2006/main"/>
          <a:ln xmlns:a="http://schemas.openxmlformats.org/drawingml/2006/main" w="28575">
            <a:solidFill>
              <a:srgbClr val="A94737"/>
            </a:solidFill>
            <a:prstDash val="solid"/>
          </a:ln>
        </p:spPr>
      </p:sp>
      <p:sp>
        <p:nvSpPr>
          <p:cNvPr id="47" name="">
            <a:extLst xmlns:a="http://schemas.openxmlformats.org/drawingml/2006/main">
              <a:ext uri="{FF2B5EF4-FFF2-40B4-BE49-F238E27FC236}">
                <a16:creationId xmlns:a16="http://schemas.microsoft.com/office/drawing/2014/main" id="{CC91907D-BADE-4FD9-B6C5-152938F52409}"/>
              </a:ext>
            </a:extLst>
          </p:cNvPr>
          <p:cNvSpPr>
            <a:spLocks xmlns:a="http://schemas.openxmlformats.org/drawingml/2006/main" noGrp="1"/>
          </p:cNvSpPr>
          <p:nvPr/>
        </p:nvSpPr>
        <p:spPr>
          <a:xfrm xmlns:a="http://schemas.openxmlformats.org/drawingml/2006/main">
            <a:off x="8575411" y="4061538"/>
            <a:ext cx="12342" cy="9525"/>
          </a:xfrm>
          <a:custGeom xmlns:a="http://schemas.openxmlformats.org/drawingml/2006/main">
            <a:pathLst>
              <a:path w="12342" h="9525">
                <a:moveTo>
                  <a:pt x="0" y="1115"/>
                </a:moveTo>
                <a:lnTo>
                  <a:pt x="12342" y="0"/>
                </a:lnTo>
              </a:path>
            </a:pathLst>
          </a:custGeom>
          <a:noFill xmlns:a="http://schemas.openxmlformats.org/drawingml/2006/main"/>
          <a:ln xmlns:a="http://schemas.openxmlformats.org/drawingml/2006/main" w="28575">
            <a:solidFill>
              <a:srgbClr val="A94737"/>
            </a:solidFill>
            <a:prstDash val="solid"/>
          </a:ln>
        </p:spPr>
      </p:sp>
      <p:sp>
        <p:nvSpPr>
          <p:cNvPr id="48" name="">
            <a:extLst xmlns:a="http://schemas.openxmlformats.org/drawingml/2006/main">
              <a:ext uri="{FF2B5EF4-FFF2-40B4-BE49-F238E27FC236}">
                <a16:creationId xmlns:a16="http://schemas.microsoft.com/office/drawing/2014/main" id="{EF64D85B-78A8-4016-A4B5-FBD8E95998B8}"/>
              </a:ext>
            </a:extLst>
          </p:cNvPr>
          <p:cNvSpPr>
            <a:spLocks xmlns:a="http://schemas.openxmlformats.org/drawingml/2006/main" noGrp="1"/>
          </p:cNvSpPr>
          <p:nvPr/>
        </p:nvSpPr>
        <p:spPr>
          <a:xfrm xmlns:a="http://schemas.openxmlformats.org/drawingml/2006/main">
            <a:off x="8587753" y="4060671"/>
            <a:ext cx="12362" cy="9525"/>
          </a:xfrm>
          <a:custGeom xmlns:a="http://schemas.openxmlformats.org/drawingml/2006/main">
            <a:pathLst>
              <a:path w="12362" h="9525">
                <a:moveTo>
                  <a:pt x="0" y="867"/>
                </a:moveTo>
                <a:lnTo>
                  <a:pt x="12362" y="0"/>
                </a:lnTo>
              </a:path>
            </a:pathLst>
          </a:custGeom>
          <a:noFill xmlns:a="http://schemas.openxmlformats.org/drawingml/2006/main"/>
          <a:ln xmlns:a="http://schemas.openxmlformats.org/drawingml/2006/main" w="28575">
            <a:solidFill>
              <a:srgbClr val="A94737"/>
            </a:solidFill>
            <a:prstDash val="solid"/>
          </a:ln>
        </p:spPr>
      </p:sp>
      <p:sp>
        <p:nvSpPr>
          <p:cNvPr id="49" name="">
            <a:extLst xmlns:a="http://schemas.openxmlformats.org/drawingml/2006/main">
              <a:ext uri="{FF2B5EF4-FFF2-40B4-BE49-F238E27FC236}">
                <a16:creationId xmlns:a16="http://schemas.microsoft.com/office/drawing/2014/main" id="{A00FA6FF-72C6-4F87-B971-6AD4C54A66E5}"/>
              </a:ext>
            </a:extLst>
          </p:cNvPr>
          <p:cNvSpPr>
            <a:spLocks xmlns:a="http://schemas.openxmlformats.org/drawingml/2006/main" noGrp="1"/>
          </p:cNvSpPr>
          <p:nvPr/>
        </p:nvSpPr>
        <p:spPr>
          <a:xfrm xmlns:a="http://schemas.openxmlformats.org/drawingml/2006/main">
            <a:off x="8600115" y="4060051"/>
            <a:ext cx="12377" cy="9525"/>
          </a:xfrm>
          <a:custGeom xmlns:a="http://schemas.openxmlformats.org/drawingml/2006/main">
            <a:pathLst>
              <a:path w="12377" h="9525">
                <a:moveTo>
                  <a:pt x="0" y="620"/>
                </a:moveTo>
                <a:lnTo>
                  <a:pt x="12377" y="0"/>
                </a:lnTo>
              </a:path>
            </a:pathLst>
          </a:custGeom>
          <a:noFill xmlns:a="http://schemas.openxmlformats.org/drawingml/2006/main"/>
          <a:ln xmlns:a="http://schemas.openxmlformats.org/drawingml/2006/main" w="28575">
            <a:solidFill>
              <a:srgbClr val="A94737"/>
            </a:solidFill>
            <a:prstDash val="solid"/>
          </a:ln>
        </p:spPr>
      </p:sp>
      <p:sp>
        <p:nvSpPr>
          <p:cNvPr id="50" name="">
            <a:extLst xmlns:a="http://schemas.openxmlformats.org/drawingml/2006/main">
              <a:ext uri="{FF2B5EF4-FFF2-40B4-BE49-F238E27FC236}">
                <a16:creationId xmlns:a16="http://schemas.microsoft.com/office/drawing/2014/main" id="{031324C7-4FC3-49CE-B595-2B3B5BD9C4D7}"/>
              </a:ext>
            </a:extLst>
          </p:cNvPr>
          <p:cNvSpPr>
            <a:spLocks xmlns:a="http://schemas.openxmlformats.org/drawingml/2006/main" noGrp="1"/>
          </p:cNvSpPr>
          <p:nvPr/>
        </p:nvSpPr>
        <p:spPr>
          <a:xfrm xmlns:a="http://schemas.openxmlformats.org/drawingml/2006/main">
            <a:off x="8612492" y="4059679"/>
            <a:ext cx="12387" cy="9525"/>
          </a:xfrm>
          <a:custGeom xmlns:a="http://schemas.openxmlformats.org/drawingml/2006/main">
            <a:pathLst>
              <a:path w="12387" h="9525">
                <a:moveTo>
                  <a:pt x="0" y="372"/>
                </a:moveTo>
                <a:lnTo>
                  <a:pt x="12387" y="0"/>
                </a:lnTo>
              </a:path>
            </a:pathLst>
          </a:custGeom>
          <a:noFill xmlns:a="http://schemas.openxmlformats.org/drawingml/2006/main"/>
          <a:ln xmlns:a="http://schemas.openxmlformats.org/drawingml/2006/main" w="28575">
            <a:solidFill>
              <a:srgbClr val="A94737"/>
            </a:solidFill>
            <a:prstDash val="solid"/>
          </a:ln>
        </p:spPr>
      </p:sp>
      <p:sp>
        <p:nvSpPr>
          <p:cNvPr id="51" name="">
            <a:extLst xmlns:a="http://schemas.openxmlformats.org/drawingml/2006/main">
              <a:ext uri="{FF2B5EF4-FFF2-40B4-BE49-F238E27FC236}">
                <a16:creationId xmlns:a16="http://schemas.microsoft.com/office/drawing/2014/main" id="{84C1C741-8533-4E1D-B7D0-43B9960F058B}"/>
              </a:ext>
            </a:extLst>
          </p:cNvPr>
          <p:cNvSpPr>
            <a:spLocks xmlns:a="http://schemas.openxmlformats.org/drawingml/2006/main" noGrp="1"/>
          </p:cNvSpPr>
          <p:nvPr/>
        </p:nvSpPr>
        <p:spPr>
          <a:xfrm xmlns:a="http://schemas.openxmlformats.org/drawingml/2006/main">
            <a:off x="8624878" y="4059555"/>
            <a:ext cx="12392" cy="9525"/>
          </a:xfrm>
          <a:custGeom xmlns:a="http://schemas.openxmlformats.org/drawingml/2006/main">
            <a:pathLst>
              <a:path w="12392" h="9525">
                <a:moveTo>
                  <a:pt x="0" y="124"/>
                </a:moveTo>
                <a:lnTo>
                  <a:pt x="12392" y="0"/>
                </a:lnTo>
              </a:path>
            </a:pathLst>
          </a:custGeom>
          <a:noFill xmlns:a="http://schemas.openxmlformats.org/drawingml/2006/main"/>
          <a:ln xmlns:a="http://schemas.openxmlformats.org/drawingml/2006/main" w="28575">
            <a:solidFill>
              <a:srgbClr val="A94737"/>
            </a:solidFill>
            <a:prstDash val="solid"/>
          </a:ln>
        </p:spPr>
      </p:sp>
      <p:sp>
        <p:nvSpPr>
          <p:cNvPr id="52" name="">
            <a:extLst xmlns:a="http://schemas.openxmlformats.org/drawingml/2006/main">
              <a:ext uri="{FF2B5EF4-FFF2-40B4-BE49-F238E27FC236}">
                <a16:creationId xmlns:a16="http://schemas.microsoft.com/office/drawing/2014/main" id="{65441082-51D7-4A08-BCDC-4DA82BA59701}"/>
              </a:ext>
            </a:extLst>
          </p:cNvPr>
          <p:cNvSpPr>
            <a:spLocks xmlns:a="http://schemas.openxmlformats.org/drawingml/2006/main" noGrp="1"/>
          </p:cNvSpPr>
          <p:nvPr/>
        </p:nvSpPr>
        <p:spPr>
          <a:xfrm xmlns:a="http://schemas.openxmlformats.org/drawingml/2006/main">
            <a:off x="8303895" y="370713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a:solidFill>
                  <a:srgbClr val="A94737"/>
                </a:solidFill>
                <a:latin typeface="Yu Gothic"/>
                <a:ea typeface="Yu Gothic"/>
                <a:cs typeface="Yu Gothic"/>
              </a:defRPr>
            </a:defPPr>
            <a:lvl1pPr>
              <a:defRPr sz="2100">
                <a:solidFill>
                  <a:srgbClr val="A94737"/>
                </a:solidFill>
                <a:latin typeface="Yu Gothic"/>
                <a:ea typeface="Yu Gothic"/>
                <a:cs typeface="Yu Gothic"/>
              </a:defRPr>
            </a:lvl1pPr>
            <a:lvl2pPr>
              <a:defRPr sz="2100">
                <a:solidFill>
                  <a:srgbClr val="A94737"/>
                </a:solidFill>
                <a:latin typeface="Yu Gothic"/>
                <a:ea typeface="Yu Gothic"/>
                <a:cs typeface="Yu Gothic"/>
              </a:defRPr>
            </a:lvl2pPr>
            <a:lvl3pPr>
              <a:defRPr sz="2100">
                <a:solidFill>
                  <a:srgbClr val="A94737"/>
                </a:solidFill>
                <a:latin typeface="Yu Gothic"/>
                <a:ea typeface="Yu Gothic"/>
                <a:cs typeface="Yu Gothic"/>
              </a:defRPr>
            </a:lvl3pPr>
            <a:lvl4pPr>
              <a:defRPr sz="2100">
                <a:solidFill>
                  <a:srgbClr val="A94737"/>
                </a:solidFill>
                <a:latin typeface="Yu Gothic"/>
                <a:ea typeface="Yu Gothic"/>
                <a:cs typeface="Yu Gothic"/>
              </a:defRPr>
            </a:lvl4pPr>
            <a:lvl5pPr>
              <a:defRPr sz="2100">
                <a:solidFill>
                  <a:srgbClr val="A94737"/>
                </a:solidFill>
                <a:latin typeface="Yu Gothic"/>
                <a:ea typeface="Yu Gothic"/>
                <a:cs typeface="Yu Gothic"/>
              </a:defRPr>
            </a:lvl5pPr>
            <a:lvl6pPr>
              <a:defRPr sz="2100">
                <a:solidFill>
                  <a:srgbClr val="A94737"/>
                </a:solidFill>
                <a:latin typeface="Yu Gothic"/>
                <a:ea typeface="Yu Gothic"/>
                <a:cs typeface="Yu Gothic"/>
              </a:defRPr>
            </a:lvl6pPr>
            <a:lvl7pPr>
              <a:defRPr sz="2100">
                <a:solidFill>
                  <a:srgbClr val="A94737"/>
                </a:solidFill>
                <a:latin typeface="Yu Gothic"/>
                <a:ea typeface="Yu Gothic"/>
                <a:cs typeface="Yu Gothic"/>
              </a:defRPr>
            </a:lvl7pPr>
            <a:lvl8pPr>
              <a:defRPr sz="2100">
                <a:solidFill>
                  <a:srgbClr val="A94737"/>
                </a:solidFill>
                <a:latin typeface="Yu Gothic"/>
                <a:ea typeface="Yu Gothic"/>
                <a:cs typeface="Yu Gothic"/>
              </a:defRPr>
            </a:lvl8pPr>
            <a:lvl9pPr>
              <a:defRPr sz="2100">
                <a:solidFill>
                  <a:srgbClr val="A94737"/>
                </a:solidFill>
                <a:latin typeface="Yu Gothic"/>
                <a:ea typeface="Yu Gothic"/>
                <a:cs typeface="Yu Gothic"/>
              </a:defRPr>
            </a:lvl9pPr>
          </a:lstStyle>
          <a:p xmlns:a="http://schemas.openxmlformats.org/drawingml/2006/main">
            <a:pPr>
              <a:defRPr sz="2100">
                <a:solidFill>
                  <a:srgbClr val="A94737"/>
                </a:solidFill>
                <a:latin typeface="Yu Gothic"/>
                <a:ea typeface="Yu Gothic"/>
                <a:cs typeface="Yu Gothic"/>
              </a:defRPr>
            </a:pPr>
            <a:r>
              <a:rPr sz="2100">
                <a:solidFill>
                  <a:srgbClr val="A94737"/>
                </a:solidFill>
                <a:latin typeface="Yu Gothic"/>
                <a:ea typeface="Yu Gothic"/>
                <a:cs typeface="Yu Gothic"/>
              </a:rPr>
              <a:t>δ</a:t>
            </a:r>
          </a:p>
        </p:txBody>
      </p:sp>
      <p:sp>
        <p:nvSpPr>
          <p:cNvPr id="53" name="">
            <a:extLst xmlns:a="http://schemas.openxmlformats.org/drawingml/2006/main">
              <a:ext uri="{FF2B5EF4-FFF2-40B4-BE49-F238E27FC236}">
                <a16:creationId xmlns:a16="http://schemas.microsoft.com/office/drawing/2014/main" id="{A9E42FF4-9963-429A-AF95-50B470F117D3}"/>
              </a:ext>
            </a:extLst>
          </p:cNvPr>
          <p:cNvSpPr>
            <a:spLocks xmlns:a="http://schemas.openxmlformats.org/drawingml/2006/main" noGrp="1"/>
          </p:cNvSpPr>
          <p:nvPr/>
        </p:nvSpPr>
        <p:spPr>
          <a:xfrm xmlns:a="http://schemas.openxmlformats.org/drawingml/2006/main">
            <a:off x="7680960" y="418338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166B68"/>
                </a:solidFill>
                <a:latin typeface="Yu Gothic"/>
                <a:ea typeface="Yu Gothic"/>
                <a:cs typeface="Yu Gothic"/>
              </a:defRPr>
            </a:defPPr>
            <a:lvl1pPr>
              <a:defRPr sz="1800">
                <a:solidFill>
                  <a:srgbClr val="166B68"/>
                </a:solidFill>
                <a:latin typeface="Yu Gothic"/>
                <a:ea typeface="Yu Gothic"/>
                <a:cs typeface="Yu Gothic"/>
              </a:defRPr>
            </a:lvl1pPr>
            <a:lvl2pPr>
              <a:defRPr sz="1800">
                <a:solidFill>
                  <a:srgbClr val="166B68"/>
                </a:solidFill>
                <a:latin typeface="Yu Gothic"/>
                <a:ea typeface="Yu Gothic"/>
                <a:cs typeface="Yu Gothic"/>
              </a:defRPr>
            </a:lvl2pPr>
            <a:lvl3pPr>
              <a:defRPr sz="1800">
                <a:solidFill>
                  <a:srgbClr val="166B68"/>
                </a:solidFill>
                <a:latin typeface="Yu Gothic"/>
                <a:ea typeface="Yu Gothic"/>
                <a:cs typeface="Yu Gothic"/>
              </a:defRPr>
            </a:lvl3pPr>
            <a:lvl4pPr>
              <a:defRPr sz="1800">
                <a:solidFill>
                  <a:srgbClr val="166B68"/>
                </a:solidFill>
                <a:latin typeface="Yu Gothic"/>
                <a:ea typeface="Yu Gothic"/>
                <a:cs typeface="Yu Gothic"/>
              </a:defRPr>
            </a:lvl4pPr>
            <a:lvl5pPr>
              <a:defRPr sz="1800">
                <a:solidFill>
                  <a:srgbClr val="166B68"/>
                </a:solidFill>
                <a:latin typeface="Yu Gothic"/>
                <a:ea typeface="Yu Gothic"/>
                <a:cs typeface="Yu Gothic"/>
              </a:defRPr>
            </a:lvl5pPr>
            <a:lvl6pPr>
              <a:defRPr sz="1800">
                <a:solidFill>
                  <a:srgbClr val="166B68"/>
                </a:solidFill>
                <a:latin typeface="Yu Gothic"/>
                <a:ea typeface="Yu Gothic"/>
                <a:cs typeface="Yu Gothic"/>
              </a:defRPr>
            </a:lvl6pPr>
            <a:lvl7pPr>
              <a:defRPr sz="1800">
                <a:solidFill>
                  <a:srgbClr val="166B68"/>
                </a:solidFill>
                <a:latin typeface="Yu Gothic"/>
                <a:ea typeface="Yu Gothic"/>
                <a:cs typeface="Yu Gothic"/>
              </a:defRPr>
            </a:lvl7pPr>
            <a:lvl8pPr>
              <a:defRPr sz="1800">
                <a:solidFill>
                  <a:srgbClr val="166B68"/>
                </a:solidFill>
                <a:latin typeface="Yu Gothic"/>
                <a:ea typeface="Yu Gothic"/>
                <a:cs typeface="Yu Gothic"/>
              </a:defRPr>
            </a:lvl8pPr>
            <a:lvl9pPr>
              <a:defRPr sz="1800">
                <a:solidFill>
                  <a:srgbClr val="166B68"/>
                </a:solidFill>
                <a:latin typeface="Yu Gothic"/>
                <a:ea typeface="Yu Gothic"/>
                <a:cs typeface="Yu Gothic"/>
              </a:defRPr>
            </a:lvl9pPr>
          </a:lstStyle>
          <a:p xmlns:a="http://schemas.openxmlformats.org/drawingml/2006/main">
            <a:pPr>
              <a:defRPr sz="1800">
                <a:solidFill>
                  <a:srgbClr val="166B68"/>
                </a:solidFill>
                <a:latin typeface="Yu Gothic"/>
                <a:ea typeface="Yu Gothic"/>
                <a:cs typeface="Yu Gothic"/>
              </a:defRPr>
            </a:pPr>
            <a:r>
              <a:rPr sz="1800">
                <a:solidFill>
                  <a:srgbClr val="166B68"/>
                </a:solidFill>
                <a:latin typeface="Yu Gothic"/>
                <a:ea typeface="Yu Gothic"/>
                <a:cs typeface="Yu Gothic"/>
              </a:rPr>
              <a:t>90°</a:t>
            </a:r>
          </a:p>
        </p:txBody>
      </p:sp>
      <p:sp>
        <p:nvSpPr>
          <p:cNvPr id="54" name="">
            <a:extLst xmlns:a="http://schemas.openxmlformats.org/drawingml/2006/main">
              <a:ext uri="{FF2B5EF4-FFF2-40B4-BE49-F238E27FC236}">
                <a16:creationId xmlns:a16="http://schemas.microsoft.com/office/drawing/2014/main" id="{C8623291-20E1-4501-BC26-C6511E1B1830}"/>
              </a:ext>
            </a:extLst>
          </p:cNvPr>
          <p:cNvSpPr>
            <a:spLocks xmlns:a="http://schemas.openxmlformats.org/drawingml/2006/main" noGrp="1"/>
          </p:cNvSpPr>
          <p:nvPr/>
        </p:nvSpPr>
        <p:spPr>
          <a:xfrm xmlns:a="http://schemas.openxmlformats.org/drawingml/2006/main">
            <a:off x="9044940" y="270891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EAが斜辺</a:t>
            </a:r>
          </a:p>
        </p:txBody>
      </p:sp>
      <p:sp>
        <p:nvSpPr>
          <p:cNvPr id="55" name="">
            <a:extLst xmlns:a="http://schemas.openxmlformats.org/drawingml/2006/main">
              <a:ext uri="{FF2B5EF4-FFF2-40B4-BE49-F238E27FC236}">
                <a16:creationId xmlns:a16="http://schemas.microsoft.com/office/drawing/2014/main" id="{8CA81C77-98A2-4A34-A972-BCB9B2657717}"/>
              </a:ext>
            </a:extLst>
          </p:cNvPr>
          <p:cNvSpPr>
            <a:spLocks xmlns:a="http://schemas.openxmlformats.org/drawingml/2006/main" noGrp="1"/>
          </p:cNvSpPr>
          <p:nvPr/>
        </p:nvSpPr>
        <p:spPr>
          <a:xfrm xmlns:a="http://schemas.openxmlformats.org/drawingml/2006/main">
            <a:off x="6191250" y="5553075"/>
            <a:ext cx="509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a:solidFill>
                  <a:srgbClr val="52616A"/>
                </a:solidFill>
                <a:latin typeface="Yu Gothic"/>
                <a:ea typeface="Yu Gothic"/>
                <a:cs typeface="Yu Gothic"/>
              </a:defRPr>
            </a:defPPr>
            <a:lvl1pPr>
              <a:defRPr sz="1500">
                <a:solidFill>
                  <a:srgbClr val="52616A"/>
                </a:solidFill>
                <a:latin typeface="Yu Gothic"/>
                <a:ea typeface="Yu Gothic"/>
                <a:cs typeface="Yu Gothic"/>
              </a:defRPr>
            </a:lvl1pPr>
            <a:lvl2pPr>
              <a:defRPr sz="1500">
                <a:solidFill>
                  <a:srgbClr val="52616A"/>
                </a:solidFill>
                <a:latin typeface="Yu Gothic"/>
                <a:ea typeface="Yu Gothic"/>
                <a:cs typeface="Yu Gothic"/>
              </a:defRPr>
            </a:lvl2pPr>
            <a:lvl3pPr>
              <a:defRPr sz="1500">
                <a:solidFill>
                  <a:srgbClr val="52616A"/>
                </a:solidFill>
                <a:latin typeface="Yu Gothic"/>
                <a:ea typeface="Yu Gothic"/>
                <a:cs typeface="Yu Gothic"/>
              </a:defRPr>
            </a:lvl3pPr>
            <a:lvl4pPr>
              <a:defRPr sz="1500">
                <a:solidFill>
                  <a:srgbClr val="52616A"/>
                </a:solidFill>
                <a:latin typeface="Yu Gothic"/>
                <a:ea typeface="Yu Gothic"/>
                <a:cs typeface="Yu Gothic"/>
              </a:defRPr>
            </a:lvl4pPr>
            <a:lvl5pPr>
              <a:defRPr sz="1500">
                <a:solidFill>
                  <a:srgbClr val="52616A"/>
                </a:solidFill>
                <a:latin typeface="Yu Gothic"/>
                <a:ea typeface="Yu Gothic"/>
                <a:cs typeface="Yu Gothic"/>
              </a:defRPr>
            </a:lvl5pPr>
            <a:lvl6pPr>
              <a:defRPr sz="1500">
                <a:solidFill>
                  <a:srgbClr val="52616A"/>
                </a:solidFill>
                <a:latin typeface="Yu Gothic"/>
                <a:ea typeface="Yu Gothic"/>
                <a:cs typeface="Yu Gothic"/>
              </a:defRPr>
            </a:lvl6pPr>
            <a:lvl7pPr>
              <a:defRPr sz="1500">
                <a:solidFill>
                  <a:srgbClr val="52616A"/>
                </a:solidFill>
                <a:latin typeface="Yu Gothic"/>
                <a:ea typeface="Yu Gothic"/>
                <a:cs typeface="Yu Gothic"/>
              </a:defRPr>
            </a:lvl7pPr>
            <a:lvl8pPr>
              <a:defRPr sz="1500">
                <a:solidFill>
                  <a:srgbClr val="52616A"/>
                </a:solidFill>
                <a:latin typeface="Yu Gothic"/>
                <a:ea typeface="Yu Gothic"/>
                <a:cs typeface="Yu Gothic"/>
              </a:defRPr>
            </a:lvl8pPr>
            <a:lvl9pPr>
              <a:defRPr sz="1500">
                <a:solidFill>
                  <a:srgbClr val="52616A"/>
                </a:solidFill>
                <a:latin typeface="Yu Gothic"/>
                <a:ea typeface="Yu Gothic"/>
                <a:cs typeface="Yu Gothic"/>
              </a:defRPr>
            </a:lvl9pPr>
          </a:lstStyle>
          <a:p xmlns:a="http://schemas.openxmlformats.org/drawingml/2006/main">
            <a:pPr>
              <a:defRPr sz="1500">
                <a:solidFill>
                  <a:srgbClr val="52616A"/>
                </a:solidFill>
                <a:latin typeface="Yu Gothic"/>
                <a:ea typeface="Yu Gothic"/>
                <a:cs typeface="Yu Gothic"/>
              </a:defRPr>
            </a:pPr>
            <a:r>
              <a:rPr sz="1500">
                <a:solidFill>
                  <a:srgbClr val="52616A"/>
                </a:solidFill>
                <a:latin typeface="Yu Gothic"/>
                <a:ea typeface="Yu Gothic"/>
                <a:cs typeface="Yu Gothic"/>
              </a:rPr>
              <a:t>模式図：OEを誇張（縮尺どおりでない）</a:t>
            </a:r>
          </a:p>
        </p:txBody>
      </p:sp>
    </p:spTree>
    <p:extLst>
      <p:ext uri="{BB962C8B-B14F-4D97-AF65-F5344CB8AC3E}">
        <p14:creationId xmlns:p14="http://schemas.microsoft.com/office/powerpoint/2010/main" val="196503815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5AE0534-55E6-454C-B039-4E057E63D94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900C161E-1A1F-441C-84BC-0C8A031E8F69}"/>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4-6 戻す｜49–56分</a:t>
            </a:r>
          </a:p>
        </p:txBody>
      </p:sp>
      <p:sp>
        <p:nvSpPr>
          <p:cNvPr id="3" name="">
            <a:extLst xmlns:a="http://schemas.openxmlformats.org/drawingml/2006/main">
              <a:ext uri="{FF2B5EF4-FFF2-40B4-BE49-F238E27FC236}">
                <a16:creationId xmlns:a16="http://schemas.microsoft.com/office/drawing/2014/main" id="{C95788AA-3F2E-4ADE-873E-0131258DF7A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逆正接は、比から角を求める操作</a:t>
            </a:r>
          </a:p>
        </p:txBody>
      </p:sp>
      <p:sp>
        <p:nvSpPr>
          <p:cNvPr id="4" name="">
            <a:extLst xmlns:a="http://schemas.openxmlformats.org/drawingml/2006/main">
              <a:ext uri="{FF2B5EF4-FFF2-40B4-BE49-F238E27FC236}">
                <a16:creationId xmlns:a16="http://schemas.microsoft.com/office/drawing/2014/main" id="{CEB2DF7C-2686-4F88-9E52-68CA4BEE710F}"/>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AB20B5F8-F951-4F16-9CAD-FC4CCE26FEB5}"/>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0ABC9017-626F-4782-9AA1-1A0BF4BE9E15}"/>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40</a:t>
            </a:r>
          </a:p>
        </p:txBody>
      </p:sp>
      <p:sp>
        <p:nvSpPr>
          <p:cNvPr id="7" name="">
            <a:extLst xmlns:a="http://schemas.openxmlformats.org/drawingml/2006/main">
              <a:ext uri="{FF2B5EF4-FFF2-40B4-BE49-F238E27FC236}">
                <a16:creationId xmlns:a16="http://schemas.microsoft.com/office/drawing/2014/main" id="{C9E558A5-5B20-4D2C-85D1-273ABAF6ECFD}"/>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電卓はDEG（度）にする</a:t>
            </a:r>
          </a:p>
        </p:txBody>
      </p:sp>
      <p:sp>
        <p:nvSpPr>
          <p:cNvPr id="8" name="">
            <a:extLst xmlns:a="http://schemas.openxmlformats.org/drawingml/2006/main">
              <a:ext uri="{FF2B5EF4-FFF2-40B4-BE49-F238E27FC236}">
                <a16:creationId xmlns:a16="http://schemas.microsoft.com/office/drawing/2014/main" id="{BDF93BB4-33C6-4952-877D-364FE409CB1E}"/>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δ＝tan⁻¹(1/100)＝0.5729386977°</a:t>
            </a:r>
          </a:p>
        </p:txBody>
      </p:sp>
      <p:sp>
        <p:nvSpPr>
          <p:cNvPr id="9" name="">
            <a:extLst xmlns:a="http://schemas.openxmlformats.org/drawingml/2006/main">
              <a:ext uri="{FF2B5EF4-FFF2-40B4-BE49-F238E27FC236}">
                <a16:creationId xmlns:a16="http://schemas.microsoft.com/office/drawing/2014/main" id="{D3FA71E0-7D8E-41C2-8B31-12BBFCD9FA77}"/>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小数度×60 → 分の小数×60</a:t>
            </a:r>
          </a:p>
        </p:txBody>
      </p:sp>
      <p:sp>
        <p:nvSpPr>
          <p:cNvPr id="10" name="">
            <a:extLst xmlns:a="http://schemas.openxmlformats.org/drawingml/2006/main">
              <a:ext uri="{FF2B5EF4-FFF2-40B4-BE49-F238E27FC236}">
                <a16:creationId xmlns:a16="http://schemas.microsoft.com/office/drawing/2014/main" id="{770AB5A5-5302-4FBE-8AA0-7DFB0EE1AE15}"/>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δ＝0°34′22.6″</a:t>
            </a:r>
          </a:p>
        </p:txBody>
      </p:sp>
    </p:spTree>
    <p:extLst>
      <p:ext uri="{BB962C8B-B14F-4D97-AF65-F5344CB8AC3E}">
        <p14:creationId xmlns:p14="http://schemas.microsoft.com/office/powerpoint/2010/main" val="93492882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80394AA2-EF58-4702-93C2-52151134D28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A7D0D6DB-9DB6-47B8-8F0F-FF8D1528956D}"/>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4-6 戻す｜49–56分</a:t>
            </a:r>
          </a:p>
        </p:txBody>
      </p:sp>
      <p:sp>
        <p:nvSpPr>
          <p:cNvPr id="3" name="">
            <a:extLst xmlns:a="http://schemas.openxmlformats.org/drawingml/2006/main">
              <a:ext uri="{FF2B5EF4-FFF2-40B4-BE49-F238E27FC236}">
                <a16:creationId xmlns:a16="http://schemas.microsoft.com/office/drawing/2014/main" id="{CDA2402B-20F2-4398-B0C7-92B87BF684F8}"/>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補正の符号は、図で先に予想する</a:t>
            </a:r>
          </a:p>
        </p:txBody>
      </p:sp>
      <p:sp>
        <p:nvSpPr>
          <p:cNvPr id="4" name="">
            <a:extLst xmlns:a="http://schemas.openxmlformats.org/drawingml/2006/main">
              <a:ext uri="{FF2B5EF4-FFF2-40B4-BE49-F238E27FC236}">
                <a16:creationId xmlns:a16="http://schemas.microsoft.com/office/drawing/2014/main" id="{D2C3922C-63B3-45C6-A26E-749CAA52E7C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578DA42-BC2C-47A8-904E-2500BD856A35}"/>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4B464471-68B8-4DBC-844D-6F2AC801FEE9}"/>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41</a:t>
            </a:r>
          </a:p>
        </p:txBody>
      </p:sp>
      <p:sp>
        <p:nvSpPr>
          <p:cNvPr id="7" name="">
            <a:extLst xmlns:a="http://schemas.openxmlformats.org/drawingml/2006/main">
              <a:ext uri="{FF2B5EF4-FFF2-40B4-BE49-F238E27FC236}">
                <a16:creationId xmlns:a16="http://schemas.microsoft.com/office/drawing/2014/main" id="{918E0F7B-5B06-4D88-BC36-806936505480}"/>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中心の値 − Eでの値</a:t>
            </a:r>
          </a:p>
        </p:txBody>
      </p:sp>
      <p:sp>
        <p:nvSpPr>
          <p:cNvPr id="8" name="">
            <a:extLst xmlns:a="http://schemas.openxmlformats.org/drawingml/2006/main">
              <a:ext uri="{FF2B5EF4-FFF2-40B4-BE49-F238E27FC236}">
                <a16:creationId xmlns:a16="http://schemas.microsoft.com/office/drawing/2014/main" id="{635EC494-3076-4996-9DC7-987EEF68B519}"/>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角：90°−(90°＋δ) → −δ</a:t>
            </a:r>
          </a:p>
        </p:txBody>
      </p:sp>
      <p:sp>
        <p:nvSpPr>
          <p:cNvPr id="9" name="">
            <a:extLst xmlns:a="http://schemas.openxmlformats.org/drawingml/2006/main">
              <a:ext uri="{FF2B5EF4-FFF2-40B4-BE49-F238E27FC236}">
                <a16:creationId xmlns:a16="http://schemas.microsoft.com/office/drawing/2014/main" id="{C3E68ADE-3C81-41A8-AE34-46EA62E5B8FD}"/>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距離：100−√10001 → −0.0050 m</a:t>
            </a:r>
          </a:p>
        </p:txBody>
      </p:sp>
      <p:sp>
        <p:nvSpPr>
          <p:cNvPr id="10" name="">
            <a:extLst xmlns:a="http://schemas.openxmlformats.org/drawingml/2006/main">
              <a:ext uri="{FF2B5EF4-FFF2-40B4-BE49-F238E27FC236}">
                <a16:creationId xmlns:a16="http://schemas.microsoft.com/office/drawing/2014/main" id="{4B6CCA6A-4DDC-4844-A040-F9C652C42190}"/>
              </a:ext>
            </a:extLst>
          </p:cNvPr>
          <p:cNvSpPr>
            <a:spLocks xmlns:a="http://schemas.openxmlformats.org/drawingml/2006/main" noGrp="1"/>
          </p:cNvSpPr>
          <p:nvPr/>
        </p:nvSpPr>
        <p:spPr>
          <a:xfrm xmlns:a="http://schemas.openxmlformats.org/drawingml/2006/main">
            <a:off x="7414260" y="2331720"/>
            <a:ext cx="9525" cy="2346960"/>
          </a:xfrm>
          <a:custGeom xmlns:a="http://schemas.openxmlformats.org/drawingml/2006/main">
            <a:pathLst>
              <a:path w="9525" h="2346960">
                <a:moveTo>
                  <a:pt x="0" y="2346960"/>
                </a:moveTo>
                <a:lnTo>
                  <a:pt x="0" y="0"/>
                </a:lnTo>
              </a:path>
            </a:pathLst>
          </a:custGeom>
          <a:noFill xmlns:a="http://schemas.openxmlformats.org/drawingml/2006/main"/>
          <a:ln xmlns:a="http://schemas.openxmlformats.org/drawingml/2006/main" w="38100">
            <a:solidFill>
              <a:srgbClr val="166B68"/>
            </a:solidFill>
            <a:prstDash val="solid"/>
          </a:ln>
        </p:spPr>
      </p:sp>
      <p:sp>
        <p:nvSpPr>
          <p:cNvPr id="11" name="">
            <a:extLst xmlns:a="http://schemas.openxmlformats.org/drawingml/2006/main">
              <a:ext uri="{FF2B5EF4-FFF2-40B4-BE49-F238E27FC236}">
                <a16:creationId xmlns:a16="http://schemas.microsoft.com/office/drawing/2014/main" id="{953E5AC4-8CA5-429F-872C-90AED09C86E3}"/>
              </a:ext>
            </a:extLst>
          </p:cNvPr>
          <p:cNvSpPr>
            <a:spLocks xmlns:a="http://schemas.openxmlformats.org/drawingml/2006/main" noGrp="1"/>
          </p:cNvSpPr>
          <p:nvPr/>
        </p:nvSpPr>
        <p:spPr>
          <a:xfrm xmlns:a="http://schemas.openxmlformats.org/drawingml/2006/main">
            <a:off x="7414260" y="4678680"/>
            <a:ext cx="3159442" cy="9525"/>
          </a:xfrm>
          <a:custGeom xmlns:a="http://schemas.openxmlformats.org/drawingml/2006/main">
            <a:pathLst>
              <a:path w="3159442" h="9525">
                <a:moveTo>
                  <a:pt x="0" y="0"/>
                </a:moveTo>
                <a:lnTo>
                  <a:pt x="3159442"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4A5BA7D7-7FA7-4712-9FEA-E4F30F666906}"/>
              </a:ext>
            </a:extLst>
          </p:cNvPr>
          <p:cNvSpPr>
            <a:spLocks xmlns:a="http://schemas.openxmlformats.org/drawingml/2006/main" noGrp="1"/>
          </p:cNvSpPr>
          <p:nvPr/>
        </p:nvSpPr>
        <p:spPr>
          <a:xfrm xmlns:a="http://schemas.openxmlformats.org/drawingml/2006/main">
            <a:off x="7414260" y="2331720"/>
            <a:ext cx="1223010" cy="2346960"/>
          </a:xfrm>
          <a:custGeom xmlns:a="http://schemas.openxmlformats.org/drawingml/2006/main">
            <a:pathLst>
              <a:path w="1223010" h="2346960">
                <a:moveTo>
                  <a:pt x="1223010" y="2346960"/>
                </a:moveTo>
                <a:lnTo>
                  <a:pt x="0" y="0"/>
                </a:lnTo>
              </a:path>
            </a:pathLst>
          </a:custGeom>
          <a:noFill xmlns:a="http://schemas.openxmlformats.org/drawingml/2006/main"/>
          <a:ln xmlns:a="http://schemas.openxmlformats.org/drawingml/2006/main" w="38100">
            <a:solidFill>
              <a:srgbClr val="A94737"/>
            </a:solidFill>
            <a:prstDash val="solid"/>
          </a:ln>
        </p:spPr>
      </p:sp>
      <p:sp>
        <p:nvSpPr>
          <p:cNvPr id="13" name="">
            <a:extLst xmlns:a="http://schemas.openxmlformats.org/drawingml/2006/main">
              <a:ext uri="{FF2B5EF4-FFF2-40B4-BE49-F238E27FC236}">
                <a16:creationId xmlns:a16="http://schemas.microsoft.com/office/drawing/2014/main" id="{335F80FC-13E4-4130-B940-07054A30E612}"/>
              </a:ext>
            </a:extLst>
          </p:cNvPr>
          <p:cNvSpPr>
            <a:spLocks xmlns:a="http://schemas.openxmlformats.org/drawingml/2006/main" noGrp="1"/>
          </p:cNvSpPr>
          <p:nvPr/>
        </p:nvSpPr>
        <p:spPr>
          <a:xfrm xmlns:a="http://schemas.openxmlformats.org/drawingml/2006/main">
            <a:off x="8637270" y="4678680"/>
            <a:ext cx="1936432" cy="9525"/>
          </a:xfrm>
          <a:custGeom xmlns:a="http://schemas.openxmlformats.org/drawingml/2006/main">
            <a:pathLst>
              <a:path w="1936432" h="9525">
                <a:moveTo>
                  <a:pt x="0" y="0"/>
                </a:moveTo>
                <a:lnTo>
                  <a:pt x="1936432" y="0"/>
                </a:lnTo>
              </a:path>
            </a:pathLst>
          </a:custGeom>
          <a:noFill xmlns:a="http://schemas.openxmlformats.org/drawingml/2006/main"/>
          <a:ln xmlns:a="http://schemas.openxmlformats.org/drawingml/2006/main" w="38100">
            <a:solidFill>
              <a:srgbClr val="A94737"/>
            </a:solidFill>
            <a:prstDash val="solid"/>
          </a:ln>
        </p:spPr>
      </p:sp>
      <p:sp>
        <p:nvSpPr>
          <p:cNvPr id="14" name="">
            <a:extLst xmlns:a="http://schemas.openxmlformats.org/drawingml/2006/main">
              <a:ext uri="{FF2B5EF4-FFF2-40B4-BE49-F238E27FC236}">
                <a16:creationId xmlns:a16="http://schemas.microsoft.com/office/drawing/2014/main" id="{C6A18962-EB4C-4043-B3C1-7C9540FB433F}"/>
              </a:ext>
            </a:extLst>
          </p:cNvPr>
          <p:cNvSpPr>
            <a:spLocks xmlns:a="http://schemas.openxmlformats.org/drawingml/2006/main" noGrp="1"/>
          </p:cNvSpPr>
          <p:nvPr/>
        </p:nvSpPr>
        <p:spPr>
          <a:xfrm xmlns:a="http://schemas.openxmlformats.org/drawingml/2006/main">
            <a:off x="7414260" y="4469130"/>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166B68"/>
            </a:solidFill>
            <a:prstDash val="solid"/>
          </a:ln>
        </p:spPr>
      </p:sp>
      <p:sp>
        <p:nvSpPr>
          <p:cNvPr id="15" name="">
            <a:extLst xmlns:a="http://schemas.openxmlformats.org/drawingml/2006/main">
              <a:ext uri="{FF2B5EF4-FFF2-40B4-BE49-F238E27FC236}">
                <a16:creationId xmlns:a16="http://schemas.microsoft.com/office/drawing/2014/main" id="{4934A193-6D8A-4BD0-AE93-F9CDC93CFB97}"/>
              </a:ext>
            </a:extLst>
          </p:cNvPr>
          <p:cNvSpPr>
            <a:spLocks xmlns:a="http://schemas.openxmlformats.org/drawingml/2006/main" noGrp="1"/>
          </p:cNvSpPr>
          <p:nvPr/>
        </p:nvSpPr>
        <p:spPr>
          <a:xfrm xmlns:a="http://schemas.openxmlformats.org/drawingml/2006/main">
            <a:off x="7623810" y="4469130"/>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166B68"/>
            </a:solidFill>
            <a:prstDash val="solid"/>
          </a:ln>
        </p:spPr>
      </p:sp>
      <p:sp>
        <p:nvSpPr>
          <p:cNvPr id="16" name="">
            <a:extLst xmlns:a="http://schemas.openxmlformats.org/drawingml/2006/main">
              <a:ext uri="{FF2B5EF4-FFF2-40B4-BE49-F238E27FC236}">
                <a16:creationId xmlns:a16="http://schemas.microsoft.com/office/drawing/2014/main" id="{5C70A603-D14C-40A4-9FD9-3FD6D025E72E}"/>
              </a:ext>
            </a:extLst>
          </p:cNvPr>
          <p:cNvSpPr>
            <a:spLocks xmlns:a="http://schemas.openxmlformats.org/drawingml/2006/main" noGrp="1"/>
          </p:cNvSpPr>
          <p:nvPr/>
        </p:nvSpPr>
        <p:spPr>
          <a:xfrm xmlns:a="http://schemas.openxmlformats.org/drawingml/2006/main">
            <a:off x="7366635"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7" name="">
            <a:extLst xmlns:a="http://schemas.openxmlformats.org/drawingml/2006/main">
              <a:ext uri="{FF2B5EF4-FFF2-40B4-BE49-F238E27FC236}">
                <a16:creationId xmlns:a16="http://schemas.microsoft.com/office/drawing/2014/main" id="{286E83F7-4AB9-41A1-B1E2-CE3EC4C7B385}"/>
              </a:ext>
            </a:extLst>
          </p:cNvPr>
          <p:cNvSpPr>
            <a:spLocks xmlns:a="http://schemas.openxmlformats.org/drawingml/2006/main" noGrp="1"/>
          </p:cNvSpPr>
          <p:nvPr/>
        </p:nvSpPr>
        <p:spPr>
          <a:xfrm xmlns:a="http://schemas.openxmlformats.org/drawingml/2006/main">
            <a:off x="7195185"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AF50FA79-7DE9-4B59-A691-F49552D47EE8}"/>
              </a:ext>
            </a:extLst>
          </p:cNvPr>
          <p:cNvSpPr>
            <a:spLocks xmlns:a="http://schemas.openxmlformats.org/drawingml/2006/main" noGrp="1"/>
          </p:cNvSpPr>
          <p:nvPr/>
        </p:nvSpPr>
        <p:spPr>
          <a:xfrm xmlns:a="http://schemas.openxmlformats.org/drawingml/2006/main">
            <a:off x="8589645" y="4631055"/>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19" name="">
            <a:extLst xmlns:a="http://schemas.openxmlformats.org/drawingml/2006/main">
              <a:ext uri="{FF2B5EF4-FFF2-40B4-BE49-F238E27FC236}">
                <a16:creationId xmlns:a16="http://schemas.microsoft.com/office/drawing/2014/main" id="{6438ECA5-D8AD-4613-9243-0B2972E4C2D7}"/>
              </a:ext>
            </a:extLst>
          </p:cNvPr>
          <p:cNvSpPr>
            <a:spLocks xmlns:a="http://schemas.openxmlformats.org/drawingml/2006/main" noGrp="1"/>
          </p:cNvSpPr>
          <p:nvPr/>
        </p:nvSpPr>
        <p:spPr>
          <a:xfrm xmlns:a="http://schemas.openxmlformats.org/drawingml/2006/main">
            <a:off x="8675370"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E</a:t>
            </a:r>
          </a:p>
        </p:txBody>
      </p:sp>
      <p:sp>
        <p:nvSpPr>
          <p:cNvPr id="20" name="">
            <a:extLst xmlns:a="http://schemas.openxmlformats.org/drawingml/2006/main">
              <a:ext uri="{FF2B5EF4-FFF2-40B4-BE49-F238E27FC236}">
                <a16:creationId xmlns:a16="http://schemas.microsoft.com/office/drawing/2014/main" id="{FC57F3D2-A36F-44FA-8F1B-0AA8B2300E94}"/>
              </a:ext>
            </a:extLst>
          </p:cNvPr>
          <p:cNvSpPr>
            <a:spLocks xmlns:a="http://schemas.openxmlformats.org/drawingml/2006/main" noGrp="1"/>
          </p:cNvSpPr>
          <p:nvPr/>
        </p:nvSpPr>
        <p:spPr>
          <a:xfrm xmlns:a="http://schemas.openxmlformats.org/drawingml/2006/main">
            <a:off x="7366635" y="228409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1" name="">
            <a:extLst xmlns:a="http://schemas.openxmlformats.org/drawingml/2006/main">
              <a:ext uri="{FF2B5EF4-FFF2-40B4-BE49-F238E27FC236}">
                <a16:creationId xmlns:a16="http://schemas.microsoft.com/office/drawing/2014/main" id="{6DAF9281-5144-4DA5-95EB-D7C3B4DD9872}"/>
              </a:ext>
            </a:extLst>
          </p:cNvPr>
          <p:cNvSpPr>
            <a:spLocks xmlns:a="http://schemas.openxmlformats.org/drawingml/2006/main" noGrp="1"/>
          </p:cNvSpPr>
          <p:nvPr/>
        </p:nvSpPr>
        <p:spPr>
          <a:xfrm xmlns:a="http://schemas.openxmlformats.org/drawingml/2006/main">
            <a:off x="7271385" y="198882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A</a:t>
            </a:r>
          </a:p>
        </p:txBody>
      </p:sp>
      <p:sp>
        <p:nvSpPr>
          <p:cNvPr id="22" name="">
            <a:extLst xmlns:a="http://schemas.openxmlformats.org/drawingml/2006/main">
              <a:ext uri="{FF2B5EF4-FFF2-40B4-BE49-F238E27FC236}">
                <a16:creationId xmlns:a16="http://schemas.microsoft.com/office/drawing/2014/main" id="{4B188F3A-871F-4B05-B58A-A1FD1FDB7B5D}"/>
              </a:ext>
            </a:extLst>
          </p:cNvPr>
          <p:cNvSpPr>
            <a:spLocks xmlns:a="http://schemas.openxmlformats.org/drawingml/2006/main" noGrp="1"/>
          </p:cNvSpPr>
          <p:nvPr/>
        </p:nvSpPr>
        <p:spPr>
          <a:xfrm xmlns:a="http://schemas.openxmlformats.org/drawingml/2006/main">
            <a:off x="10526078"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3" name="">
            <a:extLst xmlns:a="http://schemas.openxmlformats.org/drawingml/2006/main">
              <a:ext uri="{FF2B5EF4-FFF2-40B4-BE49-F238E27FC236}">
                <a16:creationId xmlns:a16="http://schemas.microsoft.com/office/drawing/2014/main" id="{3908BBCA-E904-426E-8909-536EDECA8E76}"/>
              </a:ext>
            </a:extLst>
          </p:cNvPr>
          <p:cNvSpPr>
            <a:spLocks xmlns:a="http://schemas.openxmlformats.org/drawingml/2006/main" noGrp="1"/>
          </p:cNvSpPr>
          <p:nvPr/>
        </p:nvSpPr>
        <p:spPr>
          <a:xfrm xmlns:a="http://schemas.openxmlformats.org/drawingml/2006/main">
            <a:off x="10668953" y="455485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B</a:t>
            </a:r>
          </a:p>
        </p:txBody>
      </p:sp>
      <p:sp>
        <p:nvSpPr>
          <p:cNvPr id="24" name="">
            <a:extLst xmlns:a="http://schemas.openxmlformats.org/drawingml/2006/main">
              <a:ext uri="{FF2B5EF4-FFF2-40B4-BE49-F238E27FC236}">
                <a16:creationId xmlns:a16="http://schemas.microsoft.com/office/drawing/2014/main" id="{C75398CE-4822-47B2-B9AD-8023EF94F87D}"/>
              </a:ext>
            </a:extLst>
          </p:cNvPr>
          <p:cNvSpPr>
            <a:spLocks xmlns:a="http://schemas.openxmlformats.org/drawingml/2006/main" noGrp="1"/>
          </p:cNvSpPr>
          <p:nvPr/>
        </p:nvSpPr>
        <p:spPr>
          <a:xfrm xmlns:a="http://schemas.openxmlformats.org/drawingml/2006/main">
            <a:off x="7509510" y="505968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OE＝1 m</a:t>
            </a:r>
          </a:p>
        </p:txBody>
      </p:sp>
      <p:sp>
        <p:nvSpPr>
          <p:cNvPr id="25" name="">
            <a:extLst xmlns:a="http://schemas.openxmlformats.org/drawingml/2006/main">
              <a:ext uri="{FF2B5EF4-FFF2-40B4-BE49-F238E27FC236}">
                <a16:creationId xmlns:a16="http://schemas.microsoft.com/office/drawing/2014/main" id="{0F2375F5-674D-4860-87D0-DAF167C8983E}"/>
              </a:ext>
            </a:extLst>
          </p:cNvPr>
          <p:cNvSpPr>
            <a:spLocks xmlns:a="http://schemas.openxmlformats.org/drawingml/2006/main" noGrp="1"/>
          </p:cNvSpPr>
          <p:nvPr/>
        </p:nvSpPr>
        <p:spPr>
          <a:xfrm xmlns:a="http://schemas.openxmlformats.org/drawingml/2006/main">
            <a:off x="6210300" y="3379470"/>
            <a:ext cx="128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166B68"/>
                </a:solidFill>
                <a:latin typeface="Yu Gothic"/>
                <a:ea typeface="Yu Gothic"/>
                <a:cs typeface="Yu Gothic"/>
              </a:defRPr>
            </a:defPPr>
            <a:lvl1pPr>
              <a:defRPr sz="1800">
                <a:solidFill>
                  <a:srgbClr val="166B68"/>
                </a:solidFill>
                <a:latin typeface="Yu Gothic"/>
                <a:ea typeface="Yu Gothic"/>
                <a:cs typeface="Yu Gothic"/>
              </a:defRPr>
            </a:lvl1pPr>
            <a:lvl2pPr>
              <a:defRPr sz="1800">
                <a:solidFill>
                  <a:srgbClr val="166B68"/>
                </a:solidFill>
                <a:latin typeface="Yu Gothic"/>
                <a:ea typeface="Yu Gothic"/>
                <a:cs typeface="Yu Gothic"/>
              </a:defRPr>
            </a:lvl2pPr>
            <a:lvl3pPr>
              <a:defRPr sz="1800">
                <a:solidFill>
                  <a:srgbClr val="166B68"/>
                </a:solidFill>
                <a:latin typeface="Yu Gothic"/>
                <a:ea typeface="Yu Gothic"/>
                <a:cs typeface="Yu Gothic"/>
              </a:defRPr>
            </a:lvl3pPr>
            <a:lvl4pPr>
              <a:defRPr sz="1800">
                <a:solidFill>
                  <a:srgbClr val="166B68"/>
                </a:solidFill>
                <a:latin typeface="Yu Gothic"/>
                <a:ea typeface="Yu Gothic"/>
                <a:cs typeface="Yu Gothic"/>
              </a:defRPr>
            </a:lvl4pPr>
            <a:lvl5pPr>
              <a:defRPr sz="1800">
                <a:solidFill>
                  <a:srgbClr val="166B68"/>
                </a:solidFill>
                <a:latin typeface="Yu Gothic"/>
                <a:ea typeface="Yu Gothic"/>
                <a:cs typeface="Yu Gothic"/>
              </a:defRPr>
            </a:lvl5pPr>
            <a:lvl6pPr>
              <a:defRPr sz="1800">
                <a:solidFill>
                  <a:srgbClr val="166B68"/>
                </a:solidFill>
                <a:latin typeface="Yu Gothic"/>
                <a:ea typeface="Yu Gothic"/>
                <a:cs typeface="Yu Gothic"/>
              </a:defRPr>
            </a:lvl6pPr>
            <a:lvl7pPr>
              <a:defRPr sz="1800">
                <a:solidFill>
                  <a:srgbClr val="166B68"/>
                </a:solidFill>
                <a:latin typeface="Yu Gothic"/>
                <a:ea typeface="Yu Gothic"/>
                <a:cs typeface="Yu Gothic"/>
              </a:defRPr>
            </a:lvl7pPr>
            <a:lvl8pPr>
              <a:defRPr sz="1800">
                <a:solidFill>
                  <a:srgbClr val="166B68"/>
                </a:solidFill>
                <a:latin typeface="Yu Gothic"/>
                <a:ea typeface="Yu Gothic"/>
                <a:cs typeface="Yu Gothic"/>
              </a:defRPr>
            </a:lvl8pPr>
            <a:lvl9pPr>
              <a:defRPr sz="1800">
                <a:solidFill>
                  <a:srgbClr val="166B68"/>
                </a:solidFill>
                <a:latin typeface="Yu Gothic"/>
                <a:ea typeface="Yu Gothic"/>
                <a:cs typeface="Yu Gothic"/>
              </a:defRPr>
            </a:lvl9pPr>
          </a:lstStyle>
          <a:p xmlns:a="http://schemas.openxmlformats.org/drawingml/2006/main">
            <a:pPr>
              <a:defRPr sz="1800">
                <a:solidFill>
                  <a:srgbClr val="166B68"/>
                </a:solidFill>
                <a:latin typeface="Yu Gothic"/>
                <a:ea typeface="Yu Gothic"/>
                <a:cs typeface="Yu Gothic"/>
              </a:defRPr>
            </a:pPr>
            <a:r>
              <a:rPr sz="1800">
                <a:solidFill>
                  <a:srgbClr val="166B68"/>
                </a:solidFill>
                <a:latin typeface="Yu Gothic"/>
                <a:ea typeface="Yu Gothic"/>
                <a:cs typeface="Yu Gothic"/>
              </a:rPr>
              <a:t>OA＝100 m</a:t>
            </a:r>
          </a:p>
        </p:txBody>
      </p:sp>
      <p:sp>
        <p:nvSpPr>
          <p:cNvPr id="26" name="">
            <a:extLst xmlns:a="http://schemas.openxmlformats.org/drawingml/2006/main">
              <a:ext uri="{FF2B5EF4-FFF2-40B4-BE49-F238E27FC236}">
                <a16:creationId xmlns:a16="http://schemas.microsoft.com/office/drawing/2014/main" id="{B44A0D5B-0EA7-4D83-A58F-8066717A5770}"/>
              </a:ext>
            </a:extLst>
          </p:cNvPr>
          <p:cNvSpPr>
            <a:spLocks xmlns:a="http://schemas.openxmlformats.org/drawingml/2006/main" noGrp="1"/>
          </p:cNvSpPr>
          <p:nvPr/>
        </p:nvSpPr>
        <p:spPr>
          <a:xfrm xmlns:a="http://schemas.openxmlformats.org/drawingml/2006/main">
            <a:off x="8637270" y="2373630"/>
            <a:ext cx="9525" cy="2305050"/>
          </a:xfrm>
          <a:custGeom xmlns:a="http://schemas.openxmlformats.org/drawingml/2006/main">
            <a:pathLst>
              <a:path w="9525" h="2305050">
                <a:moveTo>
                  <a:pt x="0" y="2305050"/>
                </a:moveTo>
                <a:lnTo>
                  <a:pt x="0" y="0"/>
                </a:lnTo>
              </a:path>
            </a:pathLst>
          </a:custGeom>
          <a:noFill xmlns:a="http://schemas.openxmlformats.org/drawingml/2006/main"/>
          <a:ln xmlns:a="http://schemas.openxmlformats.org/drawingml/2006/main" w="19050">
            <a:solidFill>
              <a:srgbClr val="CFD9DD"/>
            </a:solidFill>
            <a:prstDash val="dash"/>
          </a:ln>
        </p:spPr>
      </p:sp>
      <p:sp>
        <p:nvSpPr>
          <p:cNvPr id="27" name="">
            <a:extLst xmlns:a="http://schemas.openxmlformats.org/drawingml/2006/main">
              <a:ext uri="{FF2B5EF4-FFF2-40B4-BE49-F238E27FC236}">
                <a16:creationId xmlns:a16="http://schemas.microsoft.com/office/drawing/2014/main" id="{E0E23A8E-F276-443E-9CB5-5D07104097C7}"/>
              </a:ext>
            </a:extLst>
          </p:cNvPr>
          <p:cNvSpPr>
            <a:spLocks xmlns:a="http://schemas.openxmlformats.org/drawingml/2006/main" noGrp="1"/>
          </p:cNvSpPr>
          <p:nvPr/>
        </p:nvSpPr>
        <p:spPr>
          <a:xfrm xmlns:a="http://schemas.openxmlformats.org/drawingml/2006/main">
            <a:off x="8351158" y="4124014"/>
            <a:ext cx="11046" cy="9525"/>
          </a:xfrm>
          <a:custGeom xmlns:a="http://schemas.openxmlformats.org/drawingml/2006/main">
            <a:pathLst>
              <a:path w="11046" h="9525">
                <a:moveTo>
                  <a:pt x="0" y="5616"/>
                </a:moveTo>
                <a:lnTo>
                  <a:pt x="11046" y="0"/>
                </a:lnTo>
              </a:path>
            </a:pathLst>
          </a:custGeom>
          <a:noFill xmlns:a="http://schemas.openxmlformats.org/drawingml/2006/main"/>
          <a:ln xmlns:a="http://schemas.openxmlformats.org/drawingml/2006/main" w="28575">
            <a:solidFill>
              <a:srgbClr val="A94737"/>
            </a:solidFill>
            <a:prstDash val="solid"/>
          </a:ln>
        </p:spPr>
      </p:sp>
      <p:sp>
        <p:nvSpPr>
          <p:cNvPr id="28" name="">
            <a:extLst xmlns:a="http://schemas.openxmlformats.org/drawingml/2006/main">
              <a:ext uri="{FF2B5EF4-FFF2-40B4-BE49-F238E27FC236}">
                <a16:creationId xmlns:a16="http://schemas.microsoft.com/office/drawing/2014/main" id="{D7255334-1F4F-4195-89B3-DD3E07AE5E40}"/>
              </a:ext>
            </a:extLst>
          </p:cNvPr>
          <p:cNvSpPr>
            <a:spLocks xmlns:a="http://schemas.openxmlformats.org/drawingml/2006/main" noGrp="1"/>
          </p:cNvSpPr>
          <p:nvPr/>
        </p:nvSpPr>
        <p:spPr>
          <a:xfrm xmlns:a="http://schemas.openxmlformats.org/drawingml/2006/main">
            <a:off x="8362204" y="4118619"/>
            <a:ext cx="11157" cy="9525"/>
          </a:xfrm>
          <a:custGeom xmlns:a="http://schemas.openxmlformats.org/drawingml/2006/main">
            <a:pathLst>
              <a:path w="11157" h="9525">
                <a:moveTo>
                  <a:pt x="0" y="5394"/>
                </a:moveTo>
                <a:lnTo>
                  <a:pt x="11157" y="0"/>
                </a:lnTo>
              </a:path>
            </a:pathLst>
          </a:custGeom>
          <a:noFill xmlns:a="http://schemas.openxmlformats.org/drawingml/2006/main"/>
          <a:ln xmlns:a="http://schemas.openxmlformats.org/drawingml/2006/main" w="28575">
            <a:solidFill>
              <a:srgbClr val="A94737"/>
            </a:solidFill>
            <a:prstDash val="solid"/>
          </a:ln>
        </p:spPr>
      </p:sp>
      <p:sp>
        <p:nvSpPr>
          <p:cNvPr id="29" name="">
            <a:extLst xmlns:a="http://schemas.openxmlformats.org/drawingml/2006/main">
              <a:ext uri="{FF2B5EF4-FFF2-40B4-BE49-F238E27FC236}">
                <a16:creationId xmlns:a16="http://schemas.microsoft.com/office/drawing/2014/main" id="{05567E03-BAC5-4A31-B1B0-10A589A47101}"/>
              </a:ext>
            </a:extLst>
          </p:cNvPr>
          <p:cNvSpPr>
            <a:spLocks xmlns:a="http://schemas.openxmlformats.org/drawingml/2006/main" noGrp="1"/>
          </p:cNvSpPr>
          <p:nvPr/>
        </p:nvSpPr>
        <p:spPr>
          <a:xfrm xmlns:a="http://schemas.openxmlformats.org/drawingml/2006/main">
            <a:off x="8373361" y="4113450"/>
            <a:ext cx="11262" cy="9525"/>
          </a:xfrm>
          <a:custGeom xmlns:a="http://schemas.openxmlformats.org/drawingml/2006/main">
            <a:pathLst>
              <a:path w="11262" h="9525">
                <a:moveTo>
                  <a:pt x="0" y="5170"/>
                </a:moveTo>
                <a:lnTo>
                  <a:pt x="11262" y="0"/>
                </a:lnTo>
              </a:path>
            </a:pathLst>
          </a:custGeom>
          <a:noFill xmlns:a="http://schemas.openxmlformats.org/drawingml/2006/main"/>
          <a:ln xmlns:a="http://schemas.openxmlformats.org/drawingml/2006/main" w="28575">
            <a:solidFill>
              <a:srgbClr val="A94737"/>
            </a:solidFill>
            <a:prstDash val="solid"/>
          </a:ln>
        </p:spPr>
      </p:sp>
      <p:sp>
        <p:nvSpPr>
          <p:cNvPr id="30" name="">
            <a:extLst xmlns:a="http://schemas.openxmlformats.org/drawingml/2006/main">
              <a:ext uri="{FF2B5EF4-FFF2-40B4-BE49-F238E27FC236}">
                <a16:creationId xmlns:a16="http://schemas.microsoft.com/office/drawing/2014/main" id="{D08D40D3-00A6-4A54-94CB-69E9DAEE6C44}"/>
              </a:ext>
            </a:extLst>
          </p:cNvPr>
          <p:cNvSpPr>
            <a:spLocks xmlns:a="http://schemas.openxmlformats.org/drawingml/2006/main" noGrp="1"/>
          </p:cNvSpPr>
          <p:nvPr/>
        </p:nvSpPr>
        <p:spPr>
          <a:xfrm xmlns:a="http://schemas.openxmlformats.org/drawingml/2006/main">
            <a:off x="8384623" y="4108506"/>
            <a:ext cx="11364" cy="9525"/>
          </a:xfrm>
          <a:custGeom xmlns:a="http://schemas.openxmlformats.org/drawingml/2006/main">
            <a:pathLst>
              <a:path w="11364" h="9525">
                <a:moveTo>
                  <a:pt x="0" y="4943"/>
                </a:moveTo>
                <a:lnTo>
                  <a:pt x="11364" y="0"/>
                </a:lnTo>
              </a:path>
            </a:pathLst>
          </a:custGeom>
          <a:noFill xmlns:a="http://schemas.openxmlformats.org/drawingml/2006/main"/>
          <a:ln xmlns:a="http://schemas.openxmlformats.org/drawingml/2006/main" w="28575">
            <a:solidFill>
              <a:srgbClr val="A94737"/>
            </a:solidFill>
            <a:prstDash val="solid"/>
          </a:ln>
        </p:spPr>
      </p:sp>
      <p:sp>
        <p:nvSpPr>
          <p:cNvPr id="31" name="">
            <a:extLst xmlns:a="http://schemas.openxmlformats.org/drawingml/2006/main">
              <a:ext uri="{FF2B5EF4-FFF2-40B4-BE49-F238E27FC236}">
                <a16:creationId xmlns:a16="http://schemas.microsoft.com/office/drawing/2014/main" id="{2FE2E00D-59F7-4607-8EF8-3669166A7B46}"/>
              </a:ext>
            </a:extLst>
          </p:cNvPr>
          <p:cNvSpPr>
            <a:spLocks xmlns:a="http://schemas.openxmlformats.org/drawingml/2006/main" noGrp="1"/>
          </p:cNvSpPr>
          <p:nvPr/>
        </p:nvSpPr>
        <p:spPr>
          <a:xfrm xmlns:a="http://schemas.openxmlformats.org/drawingml/2006/main">
            <a:off x="8395987" y="4103791"/>
            <a:ext cx="11460" cy="9525"/>
          </a:xfrm>
          <a:custGeom xmlns:a="http://schemas.openxmlformats.org/drawingml/2006/main">
            <a:pathLst>
              <a:path w="11460" h="9525">
                <a:moveTo>
                  <a:pt x="0" y="4715"/>
                </a:moveTo>
                <a:lnTo>
                  <a:pt x="11460" y="0"/>
                </a:lnTo>
              </a:path>
            </a:pathLst>
          </a:custGeom>
          <a:noFill xmlns:a="http://schemas.openxmlformats.org/drawingml/2006/main"/>
          <a:ln xmlns:a="http://schemas.openxmlformats.org/drawingml/2006/main" w="28575">
            <a:solidFill>
              <a:srgbClr val="A94737"/>
            </a:solidFill>
            <a:prstDash val="solid"/>
          </a:ln>
        </p:spPr>
      </p:sp>
      <p:sp>
        <p:nvSpPr>
          <p:cNvPr id="32" name="">
            <a:extLst xmlns:a="http://schemas.openxmlformats.org/drawingml/2006/main">
              <a:ext uri="{FF2B5EF4-FFF2-40B4-BE49-F238E27FC236}">
                <a16:creationId xmlns:a16="http://schemas.microsoft.com/office/drawing/2014/main" id="{20EE5F67-C8BF-4081-B8FD-A98E4DC26B60}"/>
              </a:ext>
            </a:extLst>
          </p:cNvPr>
          <p:cNvSpPr>
            <a:spLocks xmlns:a="http://schemas.openxmlformats.org/drawingml/2006/main" noGrp="1"/>
          </p:cNvSpPr>
          <p:nvPr/>
        </p:nvSpPr>
        <p:spPr>
          <a:xfrm xmlns:a="http://schemas.openxmlformats.org/drawingml/2006/main">
            <a:off x="8407447" y="4099306"/>
            <a:ext cx="11552" cy="9525"/>
          </a:xfrm>
          <a:custGeom xmlns:a="http://schemas.openxmlformats.org/drawingml/2006/main">
            <a:pathLst>
              <a:path w="11552" h="9525">
                <a:moveTo>
                  <a:pt x="0" y="4485"/>
                </a:moveTo>
                <a:lnTo>
                  <a:pt x="11552" y="0"/>
                </a:lnTo>
              </a:path>
            </a:pathLst>
          </a:custGeom>
          <a:noFill xmlns:a="http://schemas.openxmlformats.org/drawingml/2006/main"/>
          <a:ln xmlns:a="http://schemas.openxmlformats.org/drawingml/2006/main" w="28575">
            <a:solidFill>
              <a:srgbClr val="A94737"/>
            </a:solidFill>
            <a:prstDash val="solid"/>
          </a:ln>
        </p:spPr>
      </p:sp>
      <p:sp>
        <p:nvSpPr>
          <p:cNvPr id="33" name="">
            <a:extLst xmlns:a="http://schemas.openxmlformats.org/drawingml/2006/main">
              <a:ext uri="{FF2B5EF4-FFF2-40B4-BE49-F238E27FC236}">
                <a16:creationId xmlns:a16="http://schemas.microsoft.com/office/drawing/2014/main" id="{8F4A2A78-D034-47EA-A9EB-4632354B39A8}"/>
              </a:ext>
            </a:extLst>
          </p:cNvPr>
          <p:cNvSpPr>
            <a:spLocks xmlns:a="http://schemas.openxmlformats.org/drawingml/2006/main" noGrp="1"/>
          </p:cNvSpPr>
          <p:nvPr/>
        </p:nvSpPr>
        <p:spPr>
          <a:xfrm xmlns:a="http://schemas.openxmlformats.org/drawingml/2006/main">
            <a:off x="8419000" y="4095054"/>
            <a:ext cx="11640" cy="9525"/>
          </a:xfrm>
          <a:custGeom xmlns:a="http://schemas.openxmlformats.org/drawingml/2006/main">
            <a:pathLst>
              <a:path w="11640" h="9525">
                <a:moveTo>
                  <a:pt x="0" y="4253"/>
                </a:moveTo>
                <a:lnTo>
                  <a:pt x="11640" y="0"/>
                </a:lnTo>
              </a:path>
            </a:pathLst>
          </a:custGeom>
          <a:noFill xmlns:a="http://schemas.openxmlformats.org/drawingml/2006/main"/>
          <a:ln xmlns:a="http://schemas.openxmlformats.org/drawingml/2006/main" w="28575">
            <a:solidFill>
              <a:srgbClr val="A94737"/>
            </a:solidFill>
            <a:prstDash val="solid"/>
          </a:ln>
        </p:spPr>
      </p:sp>
      <p:sp>
        <p:nvSpPr>
          <p:cNvPr id="34" name="">
            <a:extLst xmlns:a="http://schemas.openxmlformats.org/drawingml/2006/main">
              <a:ext uri="{FF2B5EF4-FFF2-40B4-BE49-F238E27FC236}">
                <a16:creationId xmlns:a16="http://schemas.microsoft.com/office/drawing/2014/main" id="{5C389EC6-7CA0-43BD-9818-7551AC3B07FF}"/>
              </a:ext>
            </a:extLst>
          </p:cNvPr>
          <p:cNvSpPr>
            <a:spLocks xmlns:a="http://schemas.openxmlformats.org/drawingml/2006/main" noGrp="1"/>
          </p:cNvSpPr>
          <p:nvPr/>
        </p:nvSpPr>
        <p:spPr>
          <a:xfrm xmlns:a="http://schemas.openxmlformats.org/drawingml/2006/main">
            <a:off x="8430639" y="4091035"/>
            <a:ext cx="11723" cy="9525"/>
          </a:xfrm>
          <a:custGeom xmlns:a="http://schemas.openxmlformats.org/drawingml/2006/main">
            <a:pathLst>
              <a:path w="11723" h="9525">
                <a:moveTo>
                  <a:pt x="0" y="4019"/>
                </a:moveTo>
                <a:lnTo>
                  <a:pt x="11723" y="0"/>
                </a:lnTo>
              </a:path>
            </a:pathLst>
          </a:custGeom>
          <a:noFill xmlns:a="http://schemas.openxmlformats.org/drawingml/2006/main"/>
          <a:ln xmlns:a="http://schemas.openxmlformats.org/drawingml/2006/main" w="28575">
            <a:solidFill>
              <a:srgbClr val="A94737"/>
            </a:solidFill>
            <a:prstDash val="solid"/>
          </a:ln>
        </p:spPr>
      </p:sp>
      <p:sp>
        <p:nvSpPr>
          <p:cNvPr id="35" name="">
            <a:extLst xmlns:a="http://schemas.openxmlformats.org/drawingml/2006/main">
              <a:ext uri="{FF2B5EF4-FFF2-40B4-BE49-F238E27FC236}">
                <a16:creationId xmlns:a16="http://schemas.microsoft.com/office/drawing/2014/main" id="{C2B9FF43-70B6-4F69-A15F-27C088EA77DF}"/>
              </a:ext>
            </a:extLst>
          </p:cNvPr>
          <p:cNvSpPr>
            <a:spLocks xmlns:a="http://schemas.openxmlformats.org/drawingml/2006/main" noGrp="1"/>
          </p:cNvSpPr>
          <p:nvPr/>
        </p:nvSpPr>
        <p:spPr>
          <a:xfrm xmlns:a="http://schemas.openxmlformats.org/drawingml/2006/main">
            <a:off x="8442362" y="4087252"/>
            <a:ext cx="11801" cy="9525"/>
          </a:xfrm>
          <a:custGeom xmlns:a="http://schemas.openxmlformats.org/drawingml/2006/main">
            <a:pathLst>
              <a:path w="11801" h="9525">
                <a:moveTo>
                  <a:pt x="0" y="3783"/>
                </a:moveTo>
                <a:lnTo>
                  <a:pt x="11801" y="0"/>
                </a:lnTo>
              </a:path>
            </a:pathLst>
          </a:custGeom>
          <a:noFill xmlns:a="http://schemas.openxmlformats.org/drawingml/2006/main"/>
          <a:ln xmlns:a="http://schemas.openxmlformats.org/drawingml/2006/main" w="28575">
            <a:solidFill>
              <a:srgbClr val="A94737"/>
            </a:solidFill>
            <a:prstDash val="solid"/>
          </a:ln>
        </p:spPr>
      </p:sp>
      <p:sp>
        <p:nvSpPr>
          <p:cNvPr id="36" name="">
            <a:extLst xmlns:a="http://schemas.openxmlformats.org/drawingml/2006/main">
              <a:ext uri="{FF2B5EF4-FFF2-40B4-BE49-F238E27FC236}">
                <a16:creationId xmlns:a16="http://schemas.microsoft.com/office/drawing/2014/main" id="{00C7B582-1CAE-434E-9B1F-2A2C8402CDA0}"/>
              </a:ext>
            </a:extLst>
          </p:cNvPr>
          <p:cNvSpPr>
            <a:spLocks xmlns:a="http://schemas.openxmlformats.org/drawingml/2006/main" noGrp="1"/>
          </p:cNvSpPr>
          <p:nvPr/>
        </p:nvSpPr>
        <p:spPr>
          <a:xfrm xmlns:a="http://schemas.openxmlformats.org/drawingml/2006/main">
            <a:off x="8454163" y="4083705"/>
            <a:ext cx="11874" cy="9525"/>
          </a:xfrm>
          <a:custGeom xmlns:a="http://schemas.openxmlformats.org/drawingml/2006/main">
            <a:pathLst>
              <a:path w="11874" h="9525">
                <a:moveTo>
                  <a:pt x="0" y="3546"/>
                </a:moveTo>
                <a:lnTo>
                  <a:pt x="11874" y="0"/>
                </a:lnTo>
              </a:path>
            </a:pathLst>
          </a:custGeom>
          <a:noFill xmlns:a="http://schemas.openxmlformats.org/drawingml/2006/main"/>
          <a:ln xmlns:a="http://schemas.openxmlformats.org/drawingml/2006/main" w="28575">
            <a:solidFill>
              <a:srgbClr val="A94737"/>
            </a:solidFill>
            <a:prstDash val="solid"/>
          </a:ln>
        </p:spPr>
      </p:sp>
      <p:sp>
        <p:nvSpPr>
          <p:cNvPr id="37" name="">
            <a:extLst xmlns:a="http://schemas.openxmlformats.org/drawingml/2006/main">
              <a:ext uri="{FF2B5EF4-FFF2-40B4-BE49-F238E27FC236}">
                <a16:creationId xmlns:a16="http://schemas.microsoft.com/office/drawing/2014/main" id="{842B3C1B-8B9B-4509-A87F-4BA4CD519162}"/>
              </a:ext>
            </a:extLst>
          </p:cNvPr>
          <p:cNvSpPr>
            <a:spLocks xmlns:a="http://schemas.openxmlformats.org/drawingml/2006/main" noGrp="1"/>
          </p:cNvSpPr>
          <p:nvPr/>
        </p:nvSpPr>
        <p:spPr>
          <a:xfrm xmlns:a="http://schemas.openxmlformats.org/drawingml/2006/main">
            <a:off x="8466037" y="4080397"/>
            <a:ext cx="11943" cy="9525"/>
          </a:xfrm>
          <a:custGeom xmlns:a="http://schemas.openxmlformats.org/drawingml/2006/main">
            <a:pathLst>
              <a:path w="11943" h="9525">
                <a:moveTo>
                  <a:pt x="0" y="3308"/>
                </a:moveTo>
                <a:lnTo>
                  <a:pt x="11943" y="0"/>
                </a:lnTo>
              </a:path>
            </a:pathLst>
          </a:custGeom>
          <a:noFill xmlns:a="http://schemas.openxmlformats.org/drawingml/2006/main"/>
          <a:ln xmlns:a="http://schemas.openxmlformats.org/drawingml/2006/main" w="28575">
            <a:solidFill>
              <a:srgbClr val="A94737"/>
            </a:solidFill>
            <a:prstDash val="solid"/>
          </a:ln>
        </p:spPr>
      </p:sp>
      <p:sp>
        <p:nvSpPr>
          <p:cNvPr id="38" name="">
            <a:extLst xmlns:a="http://schemas.openxmlformats.org/drawingml/2006/main">
              <a:ext uri="{FF2B5EF4-FFF2-40B4-BE49-F238E27FC236}">
                <a16:creationId xmlns:a16="http://schemas.microsoft.com/office/drawing/2014/main" id="{AC6C06ED-8020-4CEB-B38C-5B6C3718B75B}"/>
              </a:ext>
            </a:extLst>
          </p:cNvPr>
          <p:cNvSpPr>
            <a:spLocks xmlns:a="http://schemas.openxmlformats.org/drawingml/2006/main" noGrp="1"/>
          </p:cNvSpPr>
          <p:nvPr/>
        </p:nvSpPr>
        <p:spPr>
          <a:xfrm xmlns:a="http://schemas.openxmlformats.org/drawingml/2006/main">
            <a:off x="8477979" y="4077329"/>
            <a:ext cx="12006" cy="9525"/>
          </a:xfrm>
          <a:custGeom xmlns:a="http://schemas.openxmlformats.org/drawingml/2006/main">
            <a:pathLst>
              <a:path w="12006" h="9525">
                <a:moveTo>
                  <a:pt x="0" y="3068"/>
                </a:moveTo>
                <a:lnTo>
                  <a:pt x="12006" y="0"/>
                </a:lnTo>
              </a:path>
            </a:pathLst>
          </a:custGeom>
          <a:noFill xmlns:a="http://schemas.openxmlformats.org/drawingml/2006/main"/>
          <a:ln xmlns:a="http://schemas.openxmlformats.org/drawingml/2006/main" w="28575">
            <a:solidFill>
              <a:srgbClr val="A94737"/>
            </a:solidFill>
            <a:prstDash val="solid"/>
          </a:ln>
        </p:spPr>
      </p:sp>
      <p:sp>
        <p:nvSpPr>
          <p:cNvPr id="39" name="">
            <a:extLst xmlns:a="http://schemas.openxmlformats.org/drawingml/2006/main">
              <a:ext uri="{FF2B5EF4-FFF2-40B4-BE49-F238E27FC236}">
                <a16:creationId xmlns:a16="http://schemas.microsoft.com/office/drawing/2014/main" id="{E1A0FC4F-A063-437E-836D-608E67573016}"/>
              </a:ext>
            </a:extLst>
          </p:cNvPr>
          <p:cNvSpPr>
            <a:spLocks xmlns:a="http://schemas.openxmlformats.org/drawingml/2006/main" noGrp="1"/>
          </p:cNvSpPr>
          <p:nvPr/>
        </p:nvSpPr>
        <p:spPr>
          <a:xfrm xmlns:a="http://schemas.openxmlformats.org/drawingml/2006/main">
            <a:off x="8489986" y="4074502"/>
            <a:ext cx="12065" cy="9525"/>
          </a:xfrm>
          <a:custGeom xmlns:a="http://schemas.openxmlformats.org/drawingml/2006/main">
            <a:pathLst>
              <a:path w="12065" h="9525">
                <a:moveTo>
                  <a:pt x="0" y="2827"/>
                </a:moveTo>
                <a:lnTo>
                  <a:pt x="12065" y="0"/>
                </a:lnTo>
              </a:path>
            </a:pathLst>
          </a:custGeom>
          <a:noFill xmlns:a="http://schemas.openxmlformats.org/drawingml/2006/main"/>
          <a:ln xmlns:a="http://schemas.openxmlformats.org/drawingml/2006/main" w="28575">
            <a:solidFill>
              <a:srgbClr val="A94737"/>
            </a:solidFill>
            <a:prstDash val="solid"/>
          </a:ln>
        </p:spPr>
      </p:sp>
      <p:sp>
        <p:nvSpPr>
          <p:cNvPr id="40" name="">
            <a:extLst xmlns:a="http://schemas.openxmlformats.org/drawingml/2006/main">
              <a:ext uri="{FF2B5EF4-FFF2-40B4-BE49-F238E27FC236}">
                <a16:creationId xmlns:a16="http://schemas.microsoft.com/office/drawing/2014/main" id="{3384BEFA-2F39-4BDE-9A8E-CE7D835CBF76}"/>
              </a:ext>
            </a:extLst>
          </p:cNvPr>
          <p:cNvSpPr>
            <a:spLocks xmlns:a="http://schemas.openxmlformats.org/drawingml/2006/main" noGrp="1"/>
          </p:cNvSpPr>
          <p:nvPr/>
        </p:nvSpPr>
        <p:spPr>
          <a:xfrm xmlns:a="http://schemas.openxmlformats.org/drawingml/2006/main">
            <a:off x="8502051" y="4071916"/>
            <a:ext cx="12120" cy="9525"/>
          </a:xfrm>
          <a:custGeom xmlns:a="http://schemas.openxmlformats.org/drawingml/2006/main">
            <a:pathLst>
              <a:path w="12120" h="9525">
                <a:moveTo>
                  <a:pt x="0" y="2585"/>
                </a:moveTo>
                <a:lnTo>
                  <a:pt x="12120" y="0"/>
                </a:lnTo>
              </a:path>
            </a:pathLst>
          </a:custGeom>
          <a:noFill xmlns:a="http://schemas.openxmlformats.org/drawingml/2006/main"/>
          <a:ln xmlns:a="http://schemas.openxmlformats.org/drawingml/2006/main" w="28575">
            <a:solidFill>
              <a:srgbClr val="A94737"/>
            </a:solidFill>
            <a:prstDash val="solid"/>
          </a:ln>
        </p:spPr>
      </p:sp>
      <p:sp>
        <p:nvSpPr>
          <p:cNvPr id="41" name="">
            <a:extLst xmlns:a="http://schemas.openxmlformats.org/drawingml/2006/main">
              <a:ext uri="{FF2B5EF4-FFF2-40B4-BE49-F238E27FC236}">
                <a16:creationId xmlns:a16="http://schemas.microsoft.com/office/drawing/2014/main" id="{29AF223B-ED9D-445D-BBA4-63DC2A6190BB}"/>
              </a:ext>
            </a:extLst>
          </p:cNvPr>
          <p:cNvSpPr>
            <a:spLocks xmlns:a="http://schemas.openxmlformats.org/drawingml/2006/main" noGrp="1"/>
          </p:cNvSpPr>
          <p:nvPr/>
        </p:nvSpPr>
        <p:spPr>
          <a:xfrm xmlns:a="http://schemas.openxmlformats.org/drawingml/2006/main">
            <a:off x="8514171" y="4069574"/>
            <a:ext cx="12169" cy="9525"/>
          </a:xfrm>
          <a:custGeom xmlns:a="http://schemas.openxmlformats.org/drawingml/2006/main">
            <a:pathLst>
              <a:path w="12169" h="9525">
                <a:moveTo>
                  <a:pt x="0" y="2342"/>
                </a:moveTo>
                <a:lnTo>
                  <a:pt x="12169" y="0"/>
                </a:lnTo>
              </a:path>
            </a:pathLst>
          </a:custGeom>
          <a:noFill xmlns:a="http://schemas.openxmlformats.org/drawingml/2006/main"/>
          <a:ln xmlns:a="http://schemas.openxmlformats.org/drawingml/2006/main" w="28575">
            <a:solidFill>
              <a:srgbClr val="A94737"/>
            </a:solidFill>
            <a:prstDash val="solid"/>
          </a:ln>
        </p:spPr>
      </p:sp>
      <p:sp>
        <p:nvSpPr>
          <p:cNvPr id="42" name="">
            <a:extLst xmlns:a="http://schemas.openxmlformats.org/drawingml/2006/main">
              <a:ext uri="{FF2B5EF4-FFF2-40B4-BE49-F238E27FC236}">
                <a16:creationId xmlns:a16="http://schemas.microsoft.com/office/drawing/2014/main" id="{4B8AAC11-585F-4E4D-95E1-A873E6F46176}"/>
              </a:ext>
            </a:extLst>
          </p:cNvPr>
          <p:cNvSpPr>
            <a:spLocks xmlns:a="http://schemas.openxmlformats.org/drawingml/2006/main" noGrp="1"/>
          </p:cNvSpPr>
          <p:nvPr/>
        </p:nvSpPr>
        <p:spPr>
          <a:xfrm xmlns:a="http://schemas.openxmlformats.org/drawingml/2006/main">
            <a:off x="8526340" y="4067476"/>
            <a:ext cx="12213" cy="9525"/>
          </a:xfrm>
          <a:custGeom xmlns:a="http://schemas.openxmlformats.org/drawingml/2006/main">
            <a:pathLst>
              <a:path w="12213" h="9525">
                <a:moveTo>
                  <a:pt x="0" y="2098"/>
                </a:moveTo>
                <a:lnTo>
                  <a:pt x="12213" y="0"/>
                </a:lnTo>
              </a:path>
            </a:pathLst>
          </a:custGeom>
          <a:noFill xmlns:a="http://schemas.openxmlformats.org/drawingml/2006/main"/>
          <a:ln xmlns:a="http://schemas.openxmlformats.org/drawingml/2006/main" w="28575">
            <a:solidFill>
              <a:srgbClr val="A94737"/>
            </a:solidFill>
            <a:prstDash val="solid"/>
          </a:ln>
        </p:spPr>
      </p:sp>
      <p:sp>
        <p:nvSpPr>
          <p:cNvPr id="43" name="">
            <a:extLst xmlns:a="http://schemas.openxmlformats.org/drawingml/2006/main">
              <a:ext uri="{FF2B5EF4-FFF2-40B4-BE49-F238E27FC236}">
                <a16:creationId xmlns:a16="http://schemas.microsoft.com/office/drawing/2014/main" id="{FCA7B6EB-CE4E-494C-BC6A-B87E8627F087}"/>
              </a:ext>
            </a:extLst>
          </p:cNvPr>
          <p:cNvSpPr>
            <a:spLocks xmlns:a="http://schemas.openxmlformats.org/drawingml/2006/main" noGrp="1"/>
          </p:cNvSpPr>
          <p:nvPr/>
        </p:nvSpPr>
        <p:spPr>
          <a:xfrm xmlns:a="http://schemas.openxmlformats.org/drawingml/2006/main">
            <a:off x="8538553" y="4065622"/>
            <a:ext cx="12253" cy="9525"/>
          </a:xfrm>
          <a:custGeom xmlns:a="http://schemas.openxmlformats.org/drawingml/2006/main">
            <a:pathLst>
              <a:path w="12253" h="9525">
                <a:moveTo>
                  <a:pt x="0" y="1853"/>
                </a:moveTo>
                <a:lnTo>
                  <a:pt x="12253" y="0"/>
                </a:lnTo>
              </a:path>
            </a:pathLst>
          </a:custGeom>
          <a:noFill xmlns:a="http://schemas.openxmlformats.org/drawingml/2006/main"/>
          <a:ln xmlns:a="http://schemas.openxmlformats.org/drawingml/2006/main" w="28575">
            <a:solidFill>
              <a:srgbClr val="A94737"/>
            </a:solidFill>
            <a:prstDash val="solid"/>
          </a:ln>
        </p:spPr>
      </p:sp>
      <p:sp>
        <p:nvSpPr>
          <p:cNvPr id="44" name="">
            <a:extLst xmlns:a="http://schemas.openxmlformats.org/drawingml/2006/main">
              <a:ext uri="{FF2B5EF4-FFF2-40B4-BE49-F238E27FC236}">
                <a16:creationId xmlns:a16="http://schemas.microsoft.com/office/drawing/2014/main" id="{C7311448-9061-4929-AA49-E9646B24553F}"/>
              </a:ext>
            </a:extLst>
          </p:cNvPr>
          <p:cNvSpPr>
            <a:spLocks xmlns:a="http://schemas.openxmlformats.org/drawingml/2006/main" noGrp="1"/>
          </p:cNvSpPr>
          <p:nvPr/>
        </p:nvSpPr>
        <p:spPr>
          <a:xfrm xmlns:a="http://schemas.openxmlformats.org/drawingml/2006/main">
            <a:off x="8550806" y="4064015"/>
            <a:ext cx="12288" cy="9525"/>
          </a:xfrm>
          <a:custGeom xmlns:a="http://schemas.openxmlformats.org/drawingml/2006/main">
            <a:pathLst>
              <a:path w="12288" h="9525">
                <a:moveTo>
                  <a:pt x="0" y="1608"/>
                </a:moveTo>
                <a:lnTo>
                  <a:pt x="12288" y="0"/>
                </a:lnTo>
              </a:path>
            </a:pathLst>
          </a:custGeom>
          <a:noFill xmlns:a="http://schemas.openxmlformats.org/drawingml/2006/main"/>
          <a:ln xmlns:a="http://schemas.openxmlformats.org/drawingml/2006/main" w="28575">
            <a:solidFill>
              <a:srgbClr val="A94737"/>
            </a:solidFill>
            <a:prstDash val="solid"/>
          </a:ln>
        </p:spPr>
      </p:sp>
      <p:sp>
        <p:nvSpPr>
          <p:cNvPr id="45" name="">
            <a:extLst xmlns:a="http://schemas.openxmlformats.org/drawingml/2006/main">
              <a:ext uri="{FF2B5EF4-FFF2-40B4-BE49-F238E27FC236}">
                <a16:creationId xmlns:a16="http://schemas.microsoft.com/office/drawing/2014/main" id="{58C9A4D9-DDC9-47B2-A82C-EC432EDBEFBC}"/>
              </a:ext>
            </a:extLst>
          </p:cNvPr>
          <p:cNvSpPr>
            <a:spLocks xmlns:a="http://schemas.openxmlformats.org/drawingml/2006/main" noGrp="1"/>
          </p:cNvSpPr>
          <p:nvPr/>
        </p:nvSpPr>
        <p:spPr>
          <a:xfrm xmlns:a="http://schemas.openxmlformats.org/drawingml/2006/main">
            <a:off x="8563094" y="4062653"/>
            <a:ext cx="12317" cy="9525"/>
          </a:xfrm>
          <a:custGeom xmlns:a="http://schemas.openxmlformats.org/drawingml/2006/main">
            <a:pathLst>
              <a:path w="12317" h="9525">
                <a:moveTo>
                  <a:pt x="0" y="1362"/>
                </a:moveTo>
                <a:lnTo>
                  <a:pt x="12317" y="0"/>
                </a:lnTo>
              </a:path>
            </a:pathLst>
          </a:custGeom>
          <a:noFill xmlns:a="http://schemas.openxmlformats.org/drawingml/2006/main"/>
          <a:ln xmlns:a="http://schemas.openxmlformats.org/drawingml/2006/main" w="28575">
            <a:solidFill>
              <a:srgbClr val="A94737"/>
            </a:solidFill>
            <a:prstDash val="solid"/>
          </a:ln>
        </p:spPr>
      </p:sp>
      <p:sp>
        <p:nvSpPr>
          <p:cNvPr id="46" name="">
            <a:extLst xmlns:a="http://schemas.openxmlformats.org/drawingml/2006/main">
              <a:ext uri="{FF2B5EF4-FFF2-40B4-BE49-F238E27FC236}">
                <a16:creationId xmlns:a16="http://schemas.microsoft.com/office/drawing/2014/main" id="{2D4D95AE-59EF-4605-AC7A-C728C43F9C52}"/>
              </a:ext>
            </a:extLst>
          </p:cNvPr>
          <p:cNvSpPr>
            <a:spLocks xmlns:a="http://schemas.openxmlformats.org/drawingml/2006/main" noGrp="1"/>
          </p:cNvSpPr>
          <p:nvPr/>
        </p:nvSpPr>
        <p:spPr>
          <a:xfrm xmlns:a="http://schemas.openxmlformats.org/drawingml/2006/main">
            <a:off x="8575411" y="4061538"/>
            <a:ext cx="12342" cy="9525"/>
          </a:xfrm>
          <a:custGeom xmlns:a="http://schemas.openxmlformats.org/drawingml/2006/main">
            <a:pathLst>
              <a:path w="12342" h="9525">
                <a:moveTo>
                  <a:pt x="0" y="1115"/>
                </a:moveTo>
                <a:lnTo>
                  <a:pt x="12342" y="0"/>
                </a:lnTo>
              </a:path>
            </a:pathLst>
          </a:custGeom>
          <a:noFill xmlns:a="http://schemas.openxmlformats.org/drawingml/2006/main"/>
          <a:ln xmlns:a="http://schemas.openxmlformats.org/drawingml/2006/main" w="28575">
            <a:solidFill>
              <a:srgbClr val="A94737"/>
            </a:solidFill>
            <a:prstDash val="solid"/>
          </a:ln>
        </p:spPr>
      </p:sp>
      <p:sp>
        <p:nvSpPr>
          <p:cNvPr id="47" name="">
            <a:extLst xmlns:a="http://schemas.openxmlformats.org/drawingml/2006/main">
              <a:ext uri="{FF2B5EF4-FFF2-40B4-BE49-F238E27FC236}">
                <a16:creationId xmlns:a16="http://schemas.microsoft.com/office/drawing/2014/main" id="{3929E43C-4E8A-4B14-9008-023F7303038E}"/>
              </a:ext>
            </a:extLst>
          </p:cNvPr>
          <p:cNvSpPr>
            <a:spLocks xmlns:a="http://schemas.openxmlformats.org/drawingml/2006/main" noGrp="1"/>
          </p:cNvSpPr>
          <p:nvPr/>
        </p:nvSpPr>
        <p:spPr>
          <a:xfrm xmlns:a="http://schemas.openxmlformats.org/drawingml/2006/main">
            <a:off x="8587753" y="4060671"/>
            <a:ext cx="12362" cy="9525"/>
          </a:xfrm>
          <a:custGeom xmlns:a="http://schemas.openxmlformats.org/drawingml/2006/main">
            <a:pathLst>
              <a:path w="12362" h="9525">
                <a:moveTo>
                  <a:pt x="0" y="867"/>
                </a:moveTo>
                <a:lnTo>
                  <a:pt x="12362" y="0"/>
                </a:lnTo>
              </a:path>
            </a:pathLst>
          </a:custGeom>
          <a:noFill xmlns:a="http://schemas.openxmlformats.org/drawingml/2006/main"/>
          <a:ln xmlns:a="http://schemas.openxmlformats.org/drawingml/2006/main" w="28575">
            <a:solidFill>
              <a:srgbClr val="A94737"/>
            </a:solidFill>
            <a:prstDash val="solid"/>
          </a:ln>
        </p:spPr>
      </p:sp>
      <p:sp>
        <p:nvSpPr>
          <p:cNvPr id="48" name="">
            <a:extLst xmlns:a="http://schemas.openxmlformats.org/drawingml/2006/main">
              <a:ext uri="{FF2B5EF4-FFF2-40B4-BE49-F238E27FC236}">
                <a16:creationId xmlns:a16="http://schemas.microsoft.com/office/drawing/2014/main" id="{DD0C3AC8-055D-4D65-87CB-761A3FB3FC80}"/>
              </a:ext>
            </a:extLst>
          </p:cNvPr>
          <p:cNvSpPr>
            <a:spLocks xmlns:a="http://schemas.openxmlformats.org/drawingml/2006/main" noGrp="1"/>
          </p:cNvSpPr>
          <p:nvPr/>
        </p:nvSpPr>
        <p:spPr>
          <a:xfrm xmlns:a="http://schemas.openxmlformats.org/drawingml/2006/main">
            <a:off x="8600115" y="4060051"/>
            <a:ext cx="12377" cy="9525"/>
          </a:xfrm>
          <a:custGeom xmlns:a="http://schemas.openxmlformats.org/drawingml/2006/main">
            <a:pathLst>
              <a:path w="12377" h="9525">
                <a:moveTo>
                  <a:pt x="0" y="620"/>
                </a:moveTo>
                <a:lnTo>
                  <a:pt x="12377" y="0"/>
                </a:lnTo>
              </a:path>
            </a:pathLst>
          </a:custGeom>
          <a:noFill xmlns:a="http://schemas.openxmlformats.org/drawingml/2006/main"/>
          <a:ln xmlns:a="http://schemas.openxmlformats.org/drawingml/2006/main" w="28575">
            <a:solidFill>
              <a:srgbClr val="A94737"/>
            </a:solidFill>
            <a:prstDash val="solid"/>
          </a:ln>
        </p:spPr>
      </p:sp>
      <p:sp>
        <p:nvSpPr>
          <p:cNvPr id="49" name="">
            <a:extLst xmlns:a="http://schemas.openxmlformats.org/drawingml/2006/main">
              <a:ext uri="{FF2B5EF4-FFF2-40B4-BE49-F238E27FC236}">
                <a16:creationId xmlns:a16="http://schemas.microsoft.com/office/drawing/2014/main" id="{6A34F093-9D38-4528-BF65-DBB22796967C}"/>
              </a:ext>
            </a:extLst>
          </p:cNvPr>
          <p:cNvSpPr>
            <a:spLocks xmlns:a="http://schemas.openxmlformats.org/drawingml/2006/main" noGrp="1"/>
          </p:cNvSpPr>
          <p:nvPr/>
        </p:nvSpPr>
        <p:spPr>
          <a:xfrm xmlns:a="http://schemas.openxmlformats.org/drawingml/2006/main">
            <a:off x="8612492" y="4059679"/>
            <a:ext cx="12387" cy="9525"/>
          </a:xfrm>
          <a:custGeom xmlns:a="http://schemas.openxmlformats.org/drawingml/2006/main">
            <a:pathLst>
              <a:path w="12387" h="9525">
                <a:moveTo>
                  <a:pt x="0" y="372"/>
                </a:moveTo>
                <a:lnTo>
                  <a:pt x="12387" y="0"/>
                </a:lnTo>
              </a:path>
            </a:pathLst>
          </a:custGeom>
          <a:noFill xmlns:a="http://schemas.openxmlformats.org/drawingml/2006/main"/>
          <a:ln xmlns:a="http://schemas.openxmlformats.org/drawingml/2006/main" w="28575">
            <a:solidFill>
              <a:srgbClr val="A94737"/>
            </a:solidFill>
            <a:prstDash val="solid"/>
          </a:ln>
        </p:spPr>
      </p:sp>
      <p:sp>
        <p:nvSpPr>
          <p:cNvPr id="50" name="">
            <a:extLst xmlns:a="http://schemas.openxmlformats.org/drawingml/2006/main">
              <a:ext uri="{FF2B5EF4-FFF2-40B4-BE49-F238E27FC236}">
                <a16:creationId xmlns:a16="http://schemas.microsoft.com/office/drawing/2014/main" id="{3870CF1B-2DFC-4F9E-8C1B-AB40B6F3C340}"/>
              </a:ext>
            </a:extLst>
          </p:cNvPr>
          <p:cNvSpPr>
            <a:spLocks xmlns:a="http://schemas.openxmlformats.org/drawingml/2006/main" noGrp="1"/>
          </p:cNvSpPr>
          <p:nvPr/>
        </p:nvSpPr>
        <p:spPr>
          <a:xfrm xmlns:a="http://schemas.openxmlformats.org/drawingml/2006/main">
            <a:off x="8624878" y="4059555"/>
            <a:ext cx="12392" cy="9525"/>
          </a:xfrm>
          <a:custGeom xmlns:a="http://schemas.openxmlformats.org/drawingml/2006/main">
            <a:pathLst>
              <a:path w="12392" h="9525">
                <a:moveTo>
                  <a:pt x="0" y="124"/>
                </a:moveTo>
                <a:lnTo>
                  <a:pt x="12392" y="0"/>
                </a:lnTo>
              </a:path>
            </a:pathLst>
          </a:custGeom>
          <a:noFill xmlns:a="http://schemas.openxmlformats.org/drawingml/2006/main"/>
          <a:ln xmlns:a="http://schemas.openxmlformats.org/drawingml/2006/main" w="28575">
            <a:solidFill>
              <a:srgbClr val="A94737"/>
            </a:solidFill>
            <a:prstDash val="solid"/>
          </a:ln>
        </p:spPr>
      </p:sp>
      <p:sp>
        <p:nvSpPr>
          <p:cNvPr id="51" name="">
            <a:extLst xmlns:a="http://schemas.openxmlformats.org/drawingml/2006/main">
              <a:ext uri="{FF2B5EF4-FFF2-40B4-BE49-F238E27FC236}">
                <a16:creationId xmlns:a16="http://schemas.microsoft.com/office/drawing/2014/main" id="{78F1C941-D229-4FCB-8217-2939C89411DC}"/>
              </a:ext>
            </a:extLst>
          </p:cNvPr>
          <p:cNvSpPr>
            <a:spLocks xmlns:a="http://schemas.openxmlformats.org/drawingml/2006/main" noGrp="1"/>
          </p:cNvSpPr>
          <p:nvPr/>
        </p:nvSpPr>
        <p:spPr>
          <a:xfrm xmlns:a="http://schemas.openxmlformats.org/drawingml/2006/main">
            <a:off x="8303895" y="370713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a:solidFill>
                  <a:srgbClr val="A94737"/>
                </a:solidFill>
                <a:latin typeface="Yu Gothic"/>
                <a:ea typeface="Yu Gothic"/>
                <a:cs typeface="Yu Gothic"/>
              </a:defRPr>
            </a:defPPr>
            <a:lvl1pPr>
              <a:defRPr sz="2100">
                <a:solidFill>
                  <a:srgbClr val="A94737"/>
                </a:solidFill>
                <a:latin typeface="Yu Gothic"/>
                <a:ea typeface="Yu Gothic"/>
                <a:cs typeface="Yu Gothic"/>
              </a:defRPr>
            </a:lvl1pPr>
            <a:lvl2pPr>
              <a:defRPr sz="2100">
                <a:solidFill>
                  <a:srgbClr val="A94737"/>
                </a:solidFill>
                <a:latin typeface="Yu Gothic"/>
                <a:ea typeface="Yu Gothic"/>
                <a:cs typeface="Yu Gothic"/>
              </a:defRPr>
            </a:lvl2pPr>
            <a:lvl3pPr>
              <a:defRPr sz="2100">
                <a:solidFill>
                  <a:srgbClr val="A94737"/>
                </a:solidFill>
                <a:latin typeface="Yu Gothic"/>
                <a:ea typeface="Yu Gothic"/>
                <a:cs typeface="Yu Gothic"/>
              </a:defRPr>
            </a:lvl3pPr>
            <a:lvl4pPr>
              <a:defRPr sz="2100">
                <a:solidFill>
                  <a:srgbClr val="A94737"/>
                </a:solidFill>
                <a:latin typeface="Yu Gothic"/>
                <a:ea typeface="Yu Gothic"/>
                <a:cs typeface="Yu Gothic"/>
              </a:defRPr>
            </a:lvl4pPr>
            <a:lvl5pPr>
              <a:defRPr sz="2100">
                <a:solidFill>
                  <a:srgbClr val="A94737"/>
                </a:solidFill>
                <a:latin typeface="Yu Gothic"/>
                <a:ea typeface="Yu Gothic"/>
                <a:cs typeface="Yu Gothic"/>
              </a:defRPr>
            </a:lvl5pPr>
            <a:lvl6pPr>
              <a:defRPr sz="2100">
                <a:solidFill>
                  <a:srgbClr val="A94737"/>
                </a:solidFill>
                <a:latin typeface="Yu Gothic"/>
                <a:ea typeface="Yu Gothic"/>
                <a:cs typeface="Yu Gothic"/>
              </a:defRPr>
            </a:lvl6pPr>
            <a:lvl7pPr>
              <a:defRPr sz="2100">
                <a:solidFill>
                  <a:srgbClr val="A94737"/>
                </a:solidFill>
                <a:latin typeface="Yu Gothic"/>
                <a:ea typeface="Yu Gothic"/>
                <a:cs typeface="Yu Gothic"/>
              </a:defRPr>
            </a:lvl7pPr>
            <a:lvl8pPr>
              <a:defRPr sz="2100">
                <a:solidFill>
                  <a:srgbClr val="A94737"/>
                </a:solidFill>
                <a:latin typeface="Yu Gothic"/>
                <a:ea typeface="Yu Gothic"/>
                <a:cs typeface="Yu Gothic"/>
              </a:defRPr>
            </a:lvl8pPr>
            <a:lvl9pPr>
              <a:defRPr sz="2100">
                <a:solidFill>
                  <a:srgbClr val="A94737"/>
                </a:solidFill>
                <a:latin typeface="Yu Gothic"/>
                <a:ea typeface="Yu Gothic"/>
                <a:cs typeface="Yu Gothic"/>
              </a:defRPr>
            </a:lvl9pPr>
          </a:lstStyle>
          <a:p xmlns:a="http://schemas.openxmlformats.org/drawingml/2006/main">
            <a:pPr>
              <a:defRPr sz="2100">
                <a:solidFill>
                  <a:srgbClr val="A94737"/>
                </a:solidFill>
                <a:latin typeface="Yu Gothic"/>
                <a:ea typeface="Yu Gothic"/>
                <a:cs typeface="Yu Gothic"/>
              </a:defRPr>
            </a:pPr>
            <a:r>
              <a:rPr sz="2100">
                <a:solidFill>
                  <a:srgbClr val="A94737"/>
                </a:solidFill>
                <a:latin typeface="Yu Gothic"/>
                <a:ea typeface="Yu Gothic"/>
                <a:cs typeface="Yu Gothic"/>
              </a:rPr>
              <a:t>δ</a:t>
            </a:r>
          </a:p>
        </p:txBody>
      </p:sp>
      <p:sp>
        <p:nvSpPr>
          <p:cNvPr id="52" name="">
            <a:extLst xmlns:a="http://schemas.openxmlformats.org/drawingml/2006/main">
              <a:ext uri="{FF2B5EF4-FFF2-40B4-BE49-F238E27FC236}">
                <a16:creationId xmlns:a16="http://schemas.microsoft.com/office/drawing/2014/main" id="{75F7B25D-B56B-403D-BADE-FF15BE91BFA9}"/>
              </a:ext>
            </a:extLst>
          </p:cNvPr>
          <p:cNvSpPr>
            <a:spLocks xmlns:a="http://schemas.openxmlformats.org/drawingml/2006/main" noGrp="1"/>
          </p:cNvSpPr>
          <p:nvPr/>
        </p:nvSpPr>
        <p:spPr>
          <a:xfrm xmlns:a="http://schemas.openxmlformats.org/drawingml/2006/main">
            <a:off x="7680960" y="418338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166B68"/>
                </a:solidFill>
                <a:latin typeface="Yu Gothic"/>
                <a:ea typeface="Yu Gothic"/>
                <a:cs typeface="Yu Gothic"/>
              </a:defRPr>
            </a:defPPr>
            <a:lvl1pPr>
              <a:defRPr sz="1800">
                <a:solidFill>
                  <a:srgbClr val="166B68"/>
                </a:solidFill>
                <a:latin typeface="Yu Gothic"/>
                <a:ea typeface="Yu Gothic"/>
                <a:cs typeface="Yu Gothic"/>
              </a:defRPr>
            </a:lvl1pPr>
            <a:lvl2pPr>
              <a:defRPr sz="1800">
                <a:solidFill>
                  <a:srgbClr val="166B68"/>
                </a:solidFill>
                <a:latin typeface="Yu Gothic"/>
                <a:ea typeface="Yu Gothic"/>
                <a:cs typeface="Yu Gothic"/>
              </a:defRPr>
            </a:lvl2pPr>
            <a:lvl3pPr>
              <a:defRPr sz="1800">
                <a:solidFill>
                  <a:srgbClr val="166B68"/>
                </a:solidFill>
                <a:latin typeface="Yu Gothic"/>
                <a:ea typeface="Yu Gothic"/>
                <a:cs typeface="Yu Gothic"/>
              </a:defRPr>
            </a:lvl3pPr>
            <a:lvl4pPr>
              <a:defRPr sz="1800">
                <a:solidFill>
                  <a:srgbClr val="166B68"/>
                </a:solidFill>
                <a:latin typeface="Yu Gothic"/>
                <a:ea typeface="Yu Gothic"/>
                <a:cs typeface="Yu Gothic"/>
              </a:defRPr>
            </a:lvl4pPr>
            <a:lvl5pPr>
              <a:defRPr sz="1800">
                <a:solidFill>
                  <a:srgbClr val="166B68"/>
                </a:solidFill>
                <a:latin typeface="Yu Gothic"/>
                <a:ea typeface="Yu Gothic"/>
                <a:cs typeface="Yu Gothic"/>
              </a:defRPr>
            </a:lvl5pPr>
            <a:lvl6pPr>
              <a:defRPr sz="1800">
                <a:solidFill>
                  <a:srgbClr val="166B68"/>
                </a:solidFill>
                <a:latin typeface="Yu Gothic"/>
                <a:ea typeface="Yu Gothic"/>
                <a:cs typeface="Yu Gothic"/>
              </a:defRPr>
            </a:lvl6pPr>
            <a:lvl7pPr>
              <a:defRPr sz="1800">
                <a:solidFill>
                  <a:srgbClr val="166B68"/>
                </a:solidFill>
                <a:latin typeface="Yu Gothic"/>
                <a:ea typeface="Yu Gothic"/>
                <a:cs typeface="Yu Gothic"/>
              </a:defRPr>
            </a:lvl7pPr>
            <a:lvl8pPr>
              <a:defRPr sz="1800">
                <a:solidFill>
                  <a:srgbClr val="166B68"/>
                </a:solidFill>
                <a:latin typeface="Yu Gothic"/>
                <a:ea typeface="Yu Gothic"/>
                <a:cs typeface="Yu Gothic"/>
              </a:defRPr>
            </a:lvl8pPr>
            <a:lvl9pPr>
              <a:defRPr sz="1800">
                <a:solidFill>
                  <a:srgbClr val="166B68"/>
                </a:solidFill>
                <a:latin typeface="Yu Gothic"/>
                <a:ea typeface="Yu Gothic"/>
                <a:cs typeface="Yu Gothic"/>
              </a:defRPr>
            </a:lvl9pPr>
          </a:lstStyle>
          <a:p xmlns:a="http://schemas.openxmlformats.org/drawingml/2006/main">
            <a:pPr>
              <a:defRPr sz="1800">
                <a:solidFill>
                  <a:srgbClr val="166B68"/>
                </a:solidFill>
                <a:latin typeface="Yu Gothic"/>
                <a:ea typeface="Yu Gothic"/>
                <a:cs typeface="Yu Gothic"/>
              </a:defRPr>
            </a:pPr>
            <a:r>
              <a:rPr sz="1800">
                <a:solidFill>
                  <a:srgbClr val="166B68"/>
                </a:solidFill>
                <a:latin typeface="Yu Gothic"/>
                <a:ea typeface="Yu Gothic"/>
                <a:cs typeface="Yu Gothic"/>
              </a:rPr>
              <a:t>90°</a:t>
            </a:r>
          </a:p>
        </p:txBody>
      </p:sp>
      <p:sp>
        <p:nvSpPr>
          <p:cNvPr id="53" name="">
            <a:extLst xmlns:a="http://schemas.openxmlformats.org/drawingml/2006/main">
              <a:ext uri="{FF2B5EF4-FFF2-40B4-BE49-F238E27FC236}">
                <a16:creationId xmlns:a16="http://schemas.microsoft.com/office/drawing/2014/main" id="{BF90E501-629C-49F7-889F-7A8F77E56889}"/>
              </a:ext>
            </a:extLst>
          </p:cNvPr>
          <p:cNvSpPr>
            <a:spLocks xmlns:a="http://schemas.openxmlformats.org/drawingml/2006/main" noGrp="1"/>
          </p:cNvSpPr>
          <p:nvPr/>
        </p:nvSpPr>
        <p:spPr>
          <a:xfrm xmlns:a="http://schemas.openxmlformats.org/drawingml/2006/main">
            <a:off x="9044940" y="270891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EAが斜辺</a:t>
            </a:r>
          </a:p>
        </p:txBody>
      </p:sp>
      <p:sp>
        <p:nvSpPr>
          <p:cNvPr id="54" name="">
            <a:extLst xmlns:a="http://schemas.openxmlformats.org/drawingml/2006/main">
              <a:ext uri="{FF2B5EF4-FFF2-40B4-BE49-F238E27FC236}">
                <a16:creationId xmlns:a16="http://schemas.microsoft.com/office/drawing/2014/main" id="{B481E3FF-E7C0-40F3-A164-AC599FC492A7}"/>
              </a:ext>
            </a:extLst>
          </p:cNvPr>
          <p:cNvSpPr>
            <a:spLocks xmlns:a="http://schemas.openxmlformats.org/drawingml/2006/main" noGrp="1"/>
          </p:cNvSpPr>
          <p:nvPr/>
        </p:nvSpPr>
        <p:spPr>
          <a:xfrm xmlns:a="http://schemas.openxmlformats.org/drawingml/2006/main">
            <a:off x="6191250" y="5553075"/>
            <a:ext cx="509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a:solidFill>
                  <a:srgbClr val="52616A"/>
                </a:solidFill>
                <a:latin typeface="Yu Gothic"/>
                <a:ea typeface="Yu Gothic"/>
                <a:cs typeface="Yu Gothic"/>
              </a:defRPr>
            </a:defPPr>
            <a:lvl1pPr>
              <a:defRPr sz="1500">
                <a:solidFill>
                  <a:srgbClr val="52616A"/>
                </a:solidFill>
                <a:latin typeface="Yu Gothic"/>
                <a:ea typeface="Yu Gothic"/>
                <a:cs typeface="Yu Gothic"/>
              </a:defRPr>
            </a:lvl1pPr>
            <a:lvl2pPr>
              <a:defRPr sz="1500">
                <a:solidFill>
                  <a:srgbClr val="52616A"/>
                </a:solidFill>
                <a:latin typeface="Yu Gothic"/>
                <a:ea typeface="Yu Gothic"/>
                <a:cs typeface="Yu Gothic"/>
              </a:defRPr>
            </a:lvl2pPr>
            <a:lvl3pPr>
              <a:defRPr sz="1500">
                <a:solidFill>
                  <a:srgbClr val="52616A"/>
                </a:solidFill>
                <a:latin typeface="Yu Gothic"/>
                <a:ea typeface="Yu Gothic"/>
                <a:cs typeface="Yu Gothic"/>
              </a:defRPr>
            </a:lvl3pPr>
            <a:lvl4pPr>
              <a:defRPr sz="1500">
                <a:solidFill>
                  <a:srgbClr val="52616A"/>
                </a:solidFill>
                <a:latin typeface="Yu Gothic"/>
                <a:ea typeface="Yu Gothic"/>
                <a:cs typeface="Yu Gothic"/>
              </a:defRPr>
            </a:lvl4pPr>
            <a:lvl5pPr>
              <a:defRPr sz="1500">
                <a:solidFill>
                  <a:srgbClr val="52616A"/>
                </a:solidFill>
                <a:latin typeface="Yu Gothic"/>
                <a:ea typeface="Yu Gothic"/>
                <a:cs typeface="Yu Gothic"/>
              </a:defRPr>
            </a:lvl5pPr>
            <a:lvl6pPr>
              <a:defRPr sz="1500">
                <a:solidFill>
                  <a:srgbClr val="52616A"/>
                </a:solidFill>
                <a:latin typeface="Yu Gothic"/>
                <a:ea typeface="Yu Gothic"/>
                <a:cs typeface="Yu Gothic"/>
              </a:defRPr>
            </a:lvl6pPr>
            <a:lvl7pPr>
              <a:defRPr sz="1500">
                <a:solidFill>
                  <a:srgbClr val="52616A"/>
                </a:solidFill>
                <a:latin typeface="Yu Gothic"/>
                <a:ea typeface="Yu Gothic"/>
                <a:cs typeface="Yu Gothic"/>
              </a:defRPr>
            </a:lvl7pPr>
            <a:lvl8pPr>
              <a:defRPr sz="1500">
                <a:solidFill>
                  <a:srgbClr val="52616A"/>
                </a:solidFill>
                <a:latin typeface="Yu Gothic"/>
                <a:ea typeface="Yu Gothic"/>
                <a:cs typeface="Yu Gothic"/>
              </a:defRPr>
            </a:lvl8pPr>
            <a:lvl9pPr>
              <a:defRPr sz="1500">
                <a:solidFill>
                  <a:srgbClr val="52616A"/>
                </a:solidFill>
                <a:latin typeface="Yu Gothic"/>
                <a:ea typeface="Yu Gothic"/>
                <a:cs typeface="Yu Gothic"/>
              </a:defRPr>
            </a:lvl9pPr>
          </a:lstStyle>
          <a:p xmlns:a="http://schemas.openxmlformats.org/drawingml/2006/main">
            <a:pPr>
              <a:defRPr sz="1500">
                <a:solidFill>
                  <a:srgbClr val="52616A"/>
                </a:solidFill>
                <a:latin typeface="Yu Gothic"/>
                <a:ea typeface="Yu Gothic"/>
                <a:cs typeface="Yu Gothic"/>
              </a:defRPr>
            </a:pPr>
            <a:r>
              <a:rPr sz="1500">
                <a:solidFill>
                  <a:srgbClr val="52616A"/>
                </a:solidFill>
                <a:latin typeface="Yu Gothic"/>
                <a:ea typeface="Yu Gothic"/>
                <a:cs typeface="Yu Gothic"/>
              </a:rPr>
              <a:t>模式図：OEを誇張（縮尺どおりでない）</a:t>
            </a:r>
          </a:p>
        </p:txBody>
      </p:sp>
    </p:spTree>
    <p:extLst>
      <p:ext uri="{BB962C8B-B14F-4D97-AF65-F5344CB8AC3E}">
        <p14:creationId xmlns:p14="http://schemas.microsoft.com/office/powerpoint/2010/main" val="881336555"/>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697008A-115F-4AAC-AB7A-D18FA7F176C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49BBDAB-5E9D-4A67-B307-9496C5AA43AC}"/>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4-6 戻す｜49–56分</a:t>
            </a:r>
          </a:p>
        </p:txBody>
      </p:sp>
      <p:sp>
        <p:nvSpPr>
          <p:cNvPr id="3" name="">
            <a:extLst xmlns:a="http://schemas.openxmlformats.org/drawingml/2006/main">
              <a:ext uri="{FF2B5EF4-FFF2-40B4-BE49-F238E27FC236}">
                <a16:creationId xmlns:a16="http://schemas.microsoft.com/office/drawing/2014/main" id="{F78407EE-50ED-4F03-BBBF-D12EF44252C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確認⑥：ずれが2倍なら、角は？</a:t>
            </a:r>
          </a:p>
        </p:txBody>
      </p:sp>
      <p:sp>
        <p:nvSpPr>
          <p:cNvPr id="4" name="">
            <a:extLst xmlns:a="http://schemas.openxmlformats.org/drawingml/2006/main">
              <a:ext uri="{FF2B5EF4-FFF2-40B4-BE49-F238E27FC236}">
                <a16:creationId xmlns:a16="http://schemas.microsoft.com/office/drawing/2014/main" id="{76EC10F2-8C5B-4601-A990-F601A12D7E2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CF4E59F-A6EB-4EE6-B927-5025879DB589}"/>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2AF06520-3A4B-4CE1-9458-36D3C7FFE6F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42</a:t>
            </a:r>
          </a:p>
        </p:txBody>
      </p:sp>
      <p:sp>
        <p:nvSpPr>
          <p:cNvPr id="7" name="">
            <a:extLst xmlns:a="http://schemas.openxmlformats.org/drawingml/2006/main">
              <a:ext uri="{FF2B5EF4-FFF2-40B4-BE49-F238E27FC236}">
                <a16:creationId xmlns:a16="http://schemas.microsoft.com/office/drawing/2014/main" id="{6DD3BF5C-D81B-4E04-8F6C-47B4B1FF8B55}"/>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小さいずれなら、角の変化はおよそ何倍？</a:t>
            </a:r>
          </a:p>
        </p:txBody>
      </p:sp>
      <p:sp>
        <p:nvSpPr>
          <p:cNvPr id="8" name="">
            <a:extLst xmlns:a="http://schemas.openxmlformats.org/drawingml/2006/main">
              <a:ext uri="{FF2B5EF4-FFF2-40B4-BE49-F238E27FC236}">
                <a16:creationId xmlns:a16="http://schemas.microsoft.com/office/drawing/2014/main" id="{C0234E93-9512-4183-AF47-72759BBDEE8A}"/>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OEが2倍 → ？</a:t>
            </a:r>
          </a:p>
        </p:txBody>
      </p:sp>
      <p:sp>
        <p:nvSpPr>
          <p:cNvPr id="9" name="">
            <a:extLst xmlns:a="http://schemas.openxmlformats.org/drawingml/2006/main">
              <a:ext uri="{FF2B5EF4-FFF2-40B4-BE49-F238E27FC236}">
                <a16:creationId xmlns:a16="http://schemas.microsoft.com/office/drawing/2014/main" id="{79341741-2716-4D16-A9E1-F319C60A51C9}"/>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OAが2倍 → ？</a:t>
            </a:r>
          </a:p>
        </p:txBody>
      </p:sp>
      <p:sp>
        <p:nvSpPr>
          <p:cNvPr id="10" name="">
            <a:extLst xmlns:a="http://schemas.openxmlformats.org/drawingml/2006/main">
              <a:ext uri="{FF2B5EF4-FFF2-40B4-BE49-F238E27FC236}">
                <a16:creationId xmlns:a16="http://schemas.microsoft.com/office/drawing/2014/main" id="{19D6DD34-FB7F-494D-B9E6-9889D61D203D}"/>
              </a:ext>
            </a:extLst>
          </p:cNvPr>
          <p:cNvSpPr>
            <a:spLocks xmlns:a="http://schemas.openxmlformats.org/drawingml/2006/main" noGrp="1"/>
          </p:cNvSpPr>
          <p:nvPr/>
        </p:nvSpPr>
        <p:spPr>
          <a:xfrm xmlns:a="http://schemas.openxmlformats.org/drawingml/2006/main">
            <a:off x="1219200" y="4000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デモの斜辺はOA？ EA？</a:t>
            </a:r>
          </a:p>
        </p:txBody>
      </p:sp>
    </p:spTree>
    <p:extLst>
      <p:ext uri="{BB962C8B-B14F-4D97-AF65-F5344CB8AC3E}">
        <p14:creationId xmlns:p14="http://schemas.microsoft.com/office/powerpoint/2010/main" val="45423723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C6A23EC-2221-4576-8BA5-112C3CC8B70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12E3D814-336E-4A99-9167-CD7E487B67AE}"/>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4-7 TS｜56–58分</a:t>
            </a:r>
          </a:p>
        </p:txBody>
      </p:sp>
      <p:sp>
        <p:nvSpPr>
          <p:cNvPr id="3" name="">
            <a:extLst xmlns:a="http://schemas.openxmlformats.org/drawingml/2006/main">
              <a:ext uri="{FF2B5EF4-FFF2-40B4-BE49-F238E27FC236}">
                <a16:creationId xmlns:a16="http://schemas.microsoft.com/office/drawing/2014/main" id="{990A97ED-684D-4DA6-B487-C9B9A7FF448B}"/>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自動視準と二軸補正が、作業を助ける</a:t>
            </a:r>
          </a:p>
        </p:txBody>
      </p:sp>
      <p:sp>
        <p:nvSpPr>
          <p:cNvPr id="4" name="">
            <a:extLst xmlns:a="http://schemas.openxmlformats.org/drawingml/2006/main">
              <a:ext uri="{FF2B5EF4-FFF2-40B4-BE49-F238E27FC236}">
                <a16:creationId xmlns:a16="http://schemas.microsoft.com/office/drawing/2014/main" id="{91A437B6-713E-49FB-9AA9-BA20BF3CE790}"/>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7EF73DE4-24DF-4F42-BD81-458E102506D7}"/>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E3941E82-DBD3-49BE-8BC5-F358C354CD8A}"/>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43</a:t>
            </a:r>
          </a:p>
        </p:txBody>
      </p:sp>
      <p:sp>
        <p:nvSpPr>
          <p:cNvPr id="7" name="">
            <a:extLst xmlns:a="http://schemas.openxmlformats.org/drawingml/2006/main">
              <a:ext uri="{FF2B5EF4-FFF2-40B4-BE49-F238E27FC236}">
                <a16:creationId xmlns:a16="http://schemas.microsoft.com/office/drawing/2014/main" id="{AC27C023-9E6D-4DB6-A203-18EA12A6FF18}"/>
              </a:ext>
            </a:extLst>
          </p:cNvPr>
          <p:cNvSpPr>
            <a:spLocks xmlns:a="http://schemas.openxmlformats.org/drawingml/2006/main" noGrp="1"/>
          </p:cNvSpPr>
          <p:nvPr/>
        </p:nvSpPr>
        <p:spPr>
          <a:xfrm xmlns:a="http://schemas.openxmlformats.org/drawingml/2006/main">
            <a:off x="6076950" y="1714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8" name="">
            <a:extLst xmlns:a="http://schemas.openxmlformats.org/drawingml/2006/main">
              <a:ext uri="{FF2B5EF4-FFF2-40B4-BE49-F238E27FC236}">
                <a16:creationId xmlns:a16="http://schemas.microsoft.com/office/drawing/2014/main" id="{A396C7B9-96F1-4FEA-A05B-A265C08C5FEC}"/>
              </a:ext>
            </a:extLst>
          </p:cNvPr>
          <p:cNvSpPr>
            <a:spLocks xmlns:a="http://schemas.openxmlformats.org/drawingml/2006/main" noGrp="1"/>
          </p:cNvSpPr>
          <p:nvPr/>
        </p:nvSpPr>
        <p:spPr>
          <a:xfrm xmlns:a="http://schemas.openxmlformats.org/drawingml/2006/main">
            <a:off x="74295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自動視準・追尾</a:t>
            </a:r>
          </a:p>
        </p:txBody>
      </p:sp>
      <p:sp>
        <p:nvSpPr>
          <p:cNvPr id="9" name="">
            <a:extLst xmlns:a="http://schemas.openxmlformats.org/drawingml/2006/main">
              <a:ext uri="{FF2B5EF4-FFF2-40B4-BE49-F238E27FC236}">
                <a16:creationId xmlns:a16="http://schemas.microsoft.com/office/drawing/2014/main" id="{ED5DD33C-08B4-4240-928B-03E423D02250}"/>
              </a:ext>
            </a:extLst>
          </p:cNvPr>
          <p:cNvSpPr>
            <a:spLocks xmlns:a="http://schemas.openxmlformats.org/drawingml/2006/main" noGrp="1"/>
          </p:cNvSpPr>
          <p:nvPr/>
        </p:nvSpPr>
        <p:spPr>
          <a:xfrm xmlns:a="http://schemas.openxmlformats.org/drawingml/2006/main">
            <a:off x="647700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二軸補正</a:t>
            </a:r>
          </a:p>
        </p:txBody>
      </p:sp>
      <p:sp>
        <p:nvSpPr>
          <p:cNvPr id="10" name="">
            <a:extLst xmlns:a="http://schemas.openxmlformats.org/drawingml/2006/main">
              <a:ext uri="{FF2B5EF4-FFF2-40B4-BE49-F238E27FC236}">
                <a16:creationId xmlns:a16="http://schemas.microsoft.com/office/drawing/2014/main" id="{6F817529-C648-42F8-B185-45C17D6ED3E9}"/>
              </a:ext>
            </a:extLst>
          </p:cNvPr>
          <p:cNvSpPr>
            <a:spLocks xmlns:a="http://schemas.openxmlformats.org/drawingml/2006/main" noGrp="1"/>
          </p:cNvSpPr>
          <p:nvPr/>
        </p:nvSpPr>
        <p:spPr>
          <a:xfrm xmlns:a="http://schemas.openxmlformats.org/drawingml/2006/main">
            <a:off x="110490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目標を捉える作業を支援</a:t>
            </a:r>
          </a:p>
        </p:txBody>
      </p:sp>
      <p:sp>
        <p:nvSpPr>
          <p:cNvPr id="11" name="">
            <a:extLst xmlns:a="http://schemas.openxmlformats.org/drawingml/2006/main">
              <a:ext uri="{FF2B5EF4-FFF2-40B4-BE49-F238E27FC236}">
                <a16:creationId xmlns:a16="http://schemas.microsoft.com/office/drawing/2014/main" id="{632E7AAE-668F-47FC-870E-DD079F705274}"/>
              </a:ext>
            </a:extLst>
          </p:cNvPr>
          <p:cNvSpPr>
            <a:spLocks xmlns:a="http://schemas.openxmlformats.org/drawingml/2006/main" noGrp="1"/>
          </p:cNvSpPr>
          <p:nvPr/>
        </p:nvSpPr>
        <p:spPr>
          <a:xfrm xmlns:a="http://schemas.openxmlformats.org/drawingml/2006/main">
            <a:off x="110490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読定・記録を支援</a:t>
            </a:r>
          </a:p>
        </p:txBody>
      </p:sp>
      <p:sp>
        <p:nvSpPr>
          <p:cNvPr id="12" name="">
            <a:extLst xmlns:a="http://schemas.openxmlformats.org/drawingml/2006/main">
              <a:ext uri="{FF2B5EF4-FFF2-40B4-BE49-F238E27FC236}">
                <a16:creationId xmlns:a16="http://schemas.microsoft.com/office/drawing/2014/main" id="{31B29D06-B7A7-4E06-92B5-0A18B7BBC418}"/>
              </a:ext>
            </a:extLst>
          </p:cNvPr>
          <p:cNvSpPr>
            <a:spLocks xmlns:a="http://schemas.openxmlformats.org/drawingml/2006/main" noGrp="1"/>
          </p:cNvSpPr>
          <p:nvPr/>
        </p:nvSpPr>
        <p:spPr>
          <a:xfrm xmlns:a="http://schemas.openxmlformats.org/drawingml/2006/main">
            <a:off x="683895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作動範囲内の傾きを補正</a:t>
            </a:r>
          </a:p>
        </p:txBody>
      </p:sp>
      <p:sp>
        <p:nvSpPr>
          <p:cNvPr id="13" name="">
            <a:extLst xmlns:a="http://schemas.openxmlformats.org/drawingml/2006/main">
              <a:ext uri="{FF2B5EF4-FFF2-40B4-BE49-F238E27FC236}">
                <a16:creationId xmlns:a16="http://schemas.microsoft.com/office/drawing/2014/main" id="{9D1CC386-3F4C-44DD-A8A9-058DC9C41A5F}"/>
              </a:ext>
            </a:extLst>
          </p:cNvPr>
          <p:cNvSpPr>
            <a:spLocks xmlns:a="http://schemas.openxmlformats.org/drawingml/2006/main" noGrp="1"/>
          </p:cNvSpPr>
          <p:nvPr/>
        </p:nvSpPr>
        <p:spPr>
          <a:xfrm xmlns:a="http://schemas.openxmlformats.org/drawingml/2006/main">
            <a:off x="683895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まず正しく整準する</a:t>
            </a:r>
          </a:p>
        </p:txBody>
      </p:sp>
    </p:spTree>
    <p:extLst>
      <p:ext uri="{BB962C8B-B14F-4D97-AF65-F5344CB8AC3E}">
        <p14:creationId xmlns:p14="http://schemas.microsoft.com/office/powerpoint/2010/main" val="142220799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6145214-CC56-4E28-B09A-C7BA5C34E40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DA29B0E6-0EFB-4CEC-8987-CEF93FB8F27B}"/>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4-7 TS｜56–58分</a:t>
            </a:r>
          </a:p>
        </p:txBody>
      </p:sp>
      <p:sp>
        <p:nvSpPr>
          <p:cNvPr id="3" name="">
            <a:extLst xmlns:a="http://schemas.openxmlformats.org/drawingml/2006/main">
              <a:ext uri="{FF2B5EF4-FFF2-40B4-BE49-F238E27FC236}">
                <a16:creationId xmlns:a16="http://schemas.microsoft.com/office/drawing/2014/main" id="{41106D84-F3DE-4CE2-871D-873FF6FC6DBB}"/>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採用する判断は、人が確かめる</a:t>
            </a:r>
          </a:p>
        </p:txBody>
      </p:sp>
      <p:sp>
        <p:nvSpPr>
          <p:cNvPr id="4" name="">
            <a:extLst xmlns:a="http://schemas.openxmlformats.org/drawingml/2006/main">
              <a:ext uri="{FF2B5EF4-FFF2-40B4-BE49-F238E27FC236}">
                <a16:creationId xmlns:a16="http://schemas.microsoft.com/office/drawing/2014/main" id="{A72100C6-4371-4B98-AEE6-A7D9F64BD092}"/>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B9D773A-22B7-42A0-AEB2-DD5A8C644B2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1B49C86F-9767-4779-9700-456B53EF959B}"/>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44</a:t>
            </a:r>
          </a:p>
        </p:txBody>
      </p:sp>
      <p:sp>
        <p:nvSpPr>
          <p:cNvPr id="7" name="">
            <a:extLst xmlns:a="http://schemas.openxmlformats.org/drawingml/2006/main">
              <a:ext uri="{FF2B5EF4-FFF2-40B4-BE49-F238E27FC236}">
                <a16:creationId xmlns:a16="http://schemas.microsoft.com/office/drawing/2014/main" id="{62A9887B-FC23-4905-8D07-1A235D763FC5}"/>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数値が表示されたら、それで完成？</a:t>
            </a:r>
          </a:p>
        </p:txBody>
      </p:sp>
      <p:sp>
        <p:nvSpPr>
          <p:cNvPr id="8" name="">
            <a:extLst xmlns:a="http://schemas.openxmlformats.org/drawingml/2006/main">
              <a:ext uri="{FF2B5EF4-FFF2-40B4-BE49-F238E27FC236}">
                <a16:creationId xmlns:a16="http://schemas.microsoft.com/office/drawing/2014/main" id="{DDD677B0-4BBE-44DA-9EAD-6714BA82A043}"/>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目標・求心・据付の安定</a:t>
            </a:r>
          </a:p>
        </p:txBody>
      </p:sp>
      <p:sp>
        <p:nvSpPr>
          <p:cNvPr id="9" name="">
            <a:extLst xmlns:a="http://schemas.openxmlformats.org/drawingml/2006/main">
              <a:ext uri="{FF2B5EF4-FFF2-40B4-BE49-F238E27FC236}">
                <a16:creationId xmlns:a16="http://schemas.microsoft.com/office/drawing/2014/main" id="{FE370CCA-FA24-469A-9ACA-88313B14DBC1}"/>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追尾の喪失、点検値の超過</a:t>
            </a:r>
          </a:p>
        </p:txBody>
      </p:sp>
      <p:sp>
        <p:nvSpPr>
          <p:cNvPr id="10" name="">
            <a:extLst xmlns:a="http://schemas.openxmlformats.org/drawingml/2006/main">
              <a:ext uri="{FF2B5EF4-FFF2-40B4-BE49-F238E27FC236}">
                <a16:creationId xmlns:a16="http://schemas.microsoft.com/office/drawing/2014/main" id="{1CAA9606-9FAF-4A5A-8E19-66C6EF2C8F50}"/>
              </a:ext>
            </a:extLst>
          </p:cNvPr>
          <p:cNvSpPr>
            <a:spLocks xmlns:a="http://schemas.openxmlformats.org/drawingml/2006/main" noGrp="1"/>
          </p:cNvSpPr>
          <p:nvPr/>
        </p:nvSpPr>
        <p:spPr>
          <a:xfrm xmlns:a="http://schemas.openxmlformats.org/drawingml/2006/main">
            <a:off x="1219200" y="4000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原因を確かめ、必要なら再測</a:t>
            </a:r>
          </a:p>
        </p:txBody>
      </p:sp>
    </p:spTree>
    <p:extLst>
      <p:ext uri="{BB962C8B-B14F-4D97-AF65-F5344CB8AC3E}">
        <p14:creationId xmlns:p14="http://schemas.microsoft.com/office/powerpoint/2010/main" val="211539747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E60FCA8-456F-4045-A816-A02BEA5209C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4419F603-BB72-4AB4-BF9C-1E0A50BFFBDE}"/>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4-8 演習｜60–85分</a:t>
            </a:r>
          </a:p>
        </p:txBody>
      </p:sp>
      <p:sp>
        <p:nvSpPr>
          <p:cNvPr id="3" name="">
            <a:extLst xmlns:a="http://schemas.openxmlformats.org/drawingml/2006/main">
              <a:ext uri="{FF2B5EF4-FFF2-40B4-BE49-F238E27FC236}">
                <a16:creationId xmlns:a16="http://schemas.microsoft.com/office/drawing/2014/main" id="{6B1E5FE6-AA9A-4E90-B7BB-81F9DC4C955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演習1：15分で、方向法を点検する</a:t>
            </a:r>
          </a:p>
        </p:txBody>
      </p:sp>
      <p:sp>
        <p:nvSpPr>
          <p:cNvPr id="4" name="">
            <a:extLst xmlns:a="http://schemas.openxmlformats.org/drawingml/2006/main">
              <a:ext uri="{FF2B5EF4-FFF2-40B4-BE49-F238E27FC236}">
                <a16:creationId xmlns:a16="http://schemas.microsoft.com/office/drawing/2014/main" id="{104CA155-E2B9-4139-8CBA-470B84D8C0A0}"/>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C4C3116-FD58-4185-B44B-5E9A592138BA}"/>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FAB510C2-82BA-4FDF-ADE5-57A4CAB87BD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45</a:t>
            </a:r>
          </a:p>
        </p:txBody>
      </p:sp>
      <p:sp>
        <p:nvSpPr>
          <p:cNvPr id="7" name="">
            <a:extLst xmlns:a="http://schemas.openxmlformats.org/drawingml/2006/main">
              <a:ext uri="{FF2B5EF4-FFF2-40B4-BE49-F238E27FC236}">
                <a16:creationId xmlns:a16="http://schemas.microsoft.com/office/drawing/2014/main" id="{CF24C6C1-525A-4375-84FD-D23F2EEA26D7}"/>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配布問題の第1対回。正・反でAを引く</a:t>
            </a:r>
          </a:p>
        </p:txBody>
      </p:sp>
      <p:graphicFrame>
        <p:nvGraphicFramePr>
          <p:cNvPr id="8" name="">
            <a:extLst xmlns:a="http://schemas.openxmlformats.org/drawingml/2006/main">
              <a:ext uri="{FF2B5EF4-FFF2-40B4-BE49-F238E27FC236}">
                <a16:creationId xmlns:a16="http://schemas.microsoft.com/office/drawing/2014/main" id="{EAB59D1E-C232-4C76-8A30-2F7CB87141BC}"/>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719072"/>
                <a:gridCol w="4512564"/>
                <a:gridCol w="4512564"/>
              </a:tblGrid>
              <a:tr h="690563">
                <a:tc>
                  <a:txBody>
                    <a:bodyPr wrap="square" lIns="57150" tIns="57150" rIns="57150" bIns="57150">
                      <a:noAutofit/>
                    </a:bodyPr>
                    <a:lstStyle/>
                    <a:p>
                      <a:pPr algn="ctr"/>
                      <a:r>
                        <a:rPr sz="1950" b="1">
                          <a:solidFill>
                            <a:srgbClr val="FFFFFF"/>
                          </a:solidFill>
                          <a:latin typeface="Yu Gothic"/>
                          <a:ea typeface="Yu Gothic"/>
                          <a:cs typeface="Yu Gothic"/>
                        </a:rPr>
                        <a:t>目標</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 r</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 l</a:t>
                      </a:r>
                    </a:p>
                  </a:txBody>
                  <a:tcPr marL="91440" marR="91440" marT="45720" marB="45720" anchor="ctr">
                    <a:solidFill>
                      <a:srgbClr val="166B68"/>
                    </a:solidFill>
                  </a:tcPr>
                </a:tc>
              </a:tr>
              <a:tr h="690563">
                <a:tc>
                  <a:txBody>
                    <a:bodyPr wrap="square" lIns="57150" tIns="57150" rIns="57150" bIns="57150">
                      <a:noAutofit/>
                    </a:bodyPr>
                    <a:lstStyle/>
                    <a:p>
                      <a:pPr algn="ctr"/>
                      <a:r>
                        <a:rPr sz="1950" b="0">
                          <a:solidFill>
                            <a:srgbClr val="182B33"/>
                          </a:solidFill>
                          <a:latin typeface="Yu Gothic"/>
                          <a:ea typeface="Yu Gothic"/>
                          <a:cs typeface="Yu Gothic"/>
                        </a:rPr>
                        <a:t>A</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5°00′10″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185°00′14″</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67°14′28″</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247°14′28″</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133°32′30″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313°32′30″</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4895950D-35FC-4326-8985-45DD98801D3A}"/>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問1：計算・点検・採否の理由（6点）</a:t>
            </a:r>
          </a:p>
        </p:txBody>
      </p:sp>
    </p:spTree>
    <p:extLst>
      <p:ext uri="{BB962C8B-B14F-4D97-AF65-F5344CB8AC3E}">
        <p14:creationId xmlns:p14="http://schemas.microsoft.com/office/powerpoint/2010/main" val="313850480"/>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3564BB5-E4B9-4832-B101-2E4E9AD2296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ECBE92B3-E207-4443-8F85-D3A427A6DE2C}"/>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4-8 演習｜60–85分</a:t>
            </a:r>
          </a:p>
        </p:txBody>
      </p:sp>
      <p:sp>
        <p:nvSpPr>
          <p:cNvPr id="3" name="">
            <a:extLst xmlns:a="http://schemas.openxmlformats.org/drawingml/2006/main">
              <a:ext uri="{FF2B5EF4-FFF2-40B4-BE49-F238E27FC236}">
                <a16:creationId xmlns:a16="http://schemas.microsoft.com/office/drawing/2014/main" id="{F5BE41E1-006A-4356-A060-DE0DFE9B2463}"/>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第2対回：仮基準で採否を決める</a:t>
            </a:r>
          </a:p>
        </p:txBody>
      </p:sp>
      <p:sp>
        <p:nvSpPr>
          <p:cNvPr id="4" name="">
            <a:extLst xmlns:a="http://schemas.openxmlformats.org/drawingml/2006/main">
              <a:ext uri="{FF2B5EF4-FFF2-40B4-BE49-F238E27FC236}">
                <a16:creationId xmlns:a16="http://schemas.microsoft.com/office/drawing/2014/main" id="{30F2BBF3-680A-4CDB-B5CB-882DFBF9738D}"/>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BC3EF94B-6A0B-4E10-9E26-71C5F5CDCFD8}"/>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EA0B0C7F-8C68-457F-9652-0B0DAF973E2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46</a:t>
            </a:r>
          </a:p>
        </p:txBody>
      </p:sp>
      <p:sp>
        <p:nvSpPr>
          <p:cNvPr id="7" name="">
            <a:extLst xmlns:a="http://schemas.openxmlformats.org/drawingml/2006/main">
              <a:ext uri="{FF2B5EF4-FFF2-40B4-BE49-F238E27FC236}">
                <a16:creationId xmlns:a16="http://schemas.microsoft.com/office/drawing/2014/main" id="{BE87EFF5-03C6-4CBD-BEE3-247C3F29FE58}"/>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仮基準：倍角差10″以下、観測差8″以下</a:t>
            </a:r>
          </a:p>
        </p:txBody>
      </p:sp>
      <p:graphicFrame>
        <p:nvGraphicFramePr>
          <p:cNvPr id="8" name="">
            <a:extLst xmlns:a="http://schemas.openxmlformats.org/drawingml/2006/main">
              <a:ext uri="{FF2B5EF4-FFF2-40B4-BE49-F238E27FC236}">
                <a16:creationId xmlns:a16="http://schemas.microsoft.com/office/drawing/2014/main" id="{D255EBCA-089B-4FA3-B727-27CF0ECCFC1A}"/>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719072"/>
                <a:gridCol w="4512564"/>
                <a:gridCol w="4512564"/>
              </a:tblGrid>
              <a:tr h="690563">
                <a:tc>
                  <a:txBody>
                    <a:bodyPr wrap="square" lIns="57150" tIns="57150" rIns="57150" bIns="57150">
                      <a:noAutofit/>
                    </a:bodyPr>
                    <a:lstStyle/>
                    <a:p>
                      <a:pPr algn="ctr"/>
                      <a:r>
                        <a:rPr sz="1950" b="1">
                          <a:solidFill>
                            <a:srgbClr val="FFFFFF"/>
                          </a:solidFill>
                          <a:latin typeface="Yu Gothic"/>
                          <a:ea typeface="Yu Gothic"/>
                          <a:cs typeface="Yu Gothic"/>
                        </a:rPr>
                        <a:t>目標</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 r</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 l</a:t>
                      </a:r>
                    </a:p>
                  </a:txBody>
                  <a:tcPr marL="91440" marR="91440" marT="45720" marB="45720" anchor="ctr">
                    <a:solidFill>
                      <a:srgbClr val="166B68"/>
                    </a:solidFill>
                  </a:tcPr>
                </a:tc>
              </a:tr>
              <a:tr h="690563">
                <a:tc>
                  <a:txBody>
                    <a:bodyPr wrap="square" lIns="57150" tIns="57150" rIns="57150" bIns="57150">
                      <a:noAutofit/>
                    </a:bodyPr>
                    <a:lstStyle/>
                    <a:p>
                      <a:pPr algn="ctr"/>
                      <a:r>
                        <a:rPr sz="1950" b="0">
                          <a:solidFill>
                            <a:srgbClr val="182B33"/>
                          </a:solidFill>
                          <a:latin typeface="Yu Gothic"/>
                          <a:ea typeface="Yu Gothic"/>
                          <a:cs typeface="Yu Gothic"/>
                        </a:rPr>
                        <a:t>A</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95°00′20″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275°00′16″</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157°14′36″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337°14′30″</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223°32′44″</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43°32′44″</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FAD082FA-F310-4E50-B6C4-E0E82748EDCC}"/>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講義と同じ仮基準。公共測量の規程値ではない</a:t>
            </a:r>
          </a:p>
        </p:txBody>
      </p:sp>
    </p:spTree>
    <p:extLst>
      <p:ext uri="{BB962C8B-B14F-4D97-AF65-F5344CB8AC3E}">
        <p14:creationId xmlns:p14="http://schemas.microsoft.com/office/powerpoint/2010/main" val="151612247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BD020416-8F42-4D72-942D-57C89D5CD8E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0928D43-F99C-4346-A353-AD30949FC279}"/>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4-8 演習｜60–85分</a:t>
            </a:r>
          </a:p>
        </p:txBody>
      </p:sp>
      <p:sp>
        <p:nvSpPr>
          <p:cNvPr id="3" name="">
            <a:extLst xmlns:a="http://schemas.openxmlformats.org/drawingml/2006/main">
              <a:ext uri="{FF2B5EF4-FFF2-40B4-BE49-F238E27FC236}">
                <a16:creationId xmlns:a16="http://schemas.microsoft.com/office/drawing/2014/main" id="{5C351BCB-63CE-47DB-A2CF-BE67394A724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演習2：Eでの観測を、Oへ戻す</a:t>
            </a:r>
          </a:p>
        </p:txBody>
      </p:sp>
      <p:sp>
        <p:nvSpPr>
          <p:cNvPr id="4" name="">
            <a:extLst xmlns:a="http://schemas.openxmlformats.org/drawingml/2006/main">
              <a:ext uri="{FF2B5EF4-FFF2-40B4-BE49-F238E27FC236}">
                <a16:creationId xmlns:a16="http://schemas.microsoft.com/office/drawing/2014/main" id="{78A01EA7-EBA5-4443-9B15-116B073419A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6347F3B-D761-45D7-86EF-7E4F7FACA827}"/>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E326A6B2-BD22-41B2-A5DB-CDBED91CB3B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47</a:t>
            </a:r>
          </a:p>
        </p:txBody>
      </p:sp>
      <p:sp>
        <p:nvSpPr>
          <p:cNvPr id="7" name="">
            <a:extLst xmlns:a="http://schemas.openxmlformats.org/drawingml/2006/main">
              <a:ext uri="{FF2B5EF4-FFF2-40B4-BE49-F238E27FC236}">
                <a16:creationId xmlns:a16="http://schemas.microsoft.com/office/drawing/2014/main" id="{359AA9AB-A871-4BBB-B838-92C2FC3F24D7}"/>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75分から10分。4点。電卓はDEG。</a:t>
            </a:r>
          </a:p>
        </p:txBody>
      </p:sp>
      <p:sp>
        <p:nvSpPr>
          <p:cNvPr id="8" name="">
            <a:extLst xmlns:a="http://schemas.openxmlformats.org/drawingml/2006/main">
              <a:ext uri="{FF2B5EF4-FFF2-40B4-BE49-F238E27FC236}">
                <a16:creationId xmlns:a16="http://schemas.microsoft.com/office/drawing/2014/main" id="{D170CF2E-1559-4CED-8202-276DA58D4F4F}"/>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O→E→Bは一直線</a:t>
            </a:r>
          </a:p>
        </p:txBody>
      </p:sp>
      <p:sp>
        <p:nvSpPr>
          <p:cNvPr id="9" name="">
            <a:extLst xmlns:a="http://schemas.openxmlformats.org/drawingml/2006/main">
              <a:ext uri="{FF2B5EF4-FFF2-40B4-BE49-F238E27FC236}">
                <a16:creationId xmlns:a16="http://schemas.microsoft.com/office/drawing/2014/main" id="{061B73D1-CAA9-4BDC-9103-F66BBEA9B5D0}"/>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OE＝1 m、EA＝100 m</a:t>
            </a:r>
          </a:p>
        </p:txBody>
      </p:sp>
      <p:sp>
        <p:nvSpPr>
          <p:cNvPr id="10" name="">
            <a:extLst xmlns:a="http://schemas.openxmlformats.org/drawingml/2006/main">
              <a:ext uri="{FF2B5EF4-FFF2-40B4-BE49-F238E27FC236}">
                <a16:creationId xmlns:a16="http://schemas.microsoft.com/office/drawing/2014/main" id="{58E6E34E-593E-43B0-A6A6-C508CD2C059A}"/>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求める：Oの角、OA、補正の符号</a:t>
            </a:r>
          </a:p>
        </p:txBody>
      </p:sp>
      <p:sp>
        <p:nvSpPr>
          <p:cNvPr id="11" name="">
            <a:extLst xmlns:a="http://schemas.openxmlformats.org/drawingml/2006/main">
              <a:ext uri="{FF2B5EF4-FFF2-40B4-BE49-F238E27FC236}">
                <a16:creationId xmlns:a16="http://schemas.microsoft.com/office/drawing/2014/main" id="{D2DA2148-56FB-469D-ACF4-D342B44BE8D6}"/>
              </a:ext>
            </a:extLst>
          </p:cNvPr>
          <p:cNvSpPr>
            <a:spLocks xmlns:a="http://schemas.openxmlformats.org/drawingml/2006/main" noGrp="1"/>
          </p:cNvSpPr>
          <p:nvPr/>
        </p:nvSpPr>
        <p:spPr>
          <a:xfrm xmlns:a="http://schemas.openxmlformats.org/drawingml/2006/main">
            <a:off x="7414260" y="2331720"/>
            <a:ext cx="1223010" cy="2346960"/>
          </a:xfrm>
          <a:custGeom xmlns:a="http://schemas.openxmlformats.org/drawingml/2006/main">
            <a:pathLst>
              <a:path w="1223010" h="2346960">
                <a:moveTo>
                  <a:pt x="0" y="2346960"/>
                </a:moveTo>
                <a:lnTo>
                  <a:pt x="1223010"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952BACA3-5F65-4F88-9E26-207D319EBC08}"/>
              </a:ext>
            </a:extLst>
          </p:cNvPr>
          <p:cNvSpPr>
            <a:spLocks xmlns:a="http://schemas.openxmlformats.org/drawingml/2006/main" noGrp="1"/>
          </p:cNvSpPr>
          <p:nvPr/>
        </p:nvSpPr>
        <p:spPr>
          <a:xfrm xmlns:a="http://schemas.openxmlformats.org/drawingml/2006/main">
            <a:off x="7414260" y="4678680"/>
            <a:ext cx="3159442" cy="9525"/>
          </a:xfrm>
          <a:custGeom xmlns:a="http://schemas.openxmlformats.org/drawingml/2006/main">
            <a:pathLst>
              <a:path w="3159442" h="9525">
                <a:moveTo>
                  <a:pt x="0" y="0"/>
                </a:moveTo>
                <a:lnTo>
                  <a:pt x="3159442" y="0"/>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8F7D2443-E78E-4E27-B39F-EAE7A072DC59}"/>
              </a:ext>
            </a:extLst>
          </p:cNvPr>
          <p:cNvSpPr>
            <a:spLocks xmlns:a="http://schemas.openxmlformats.org/drawingml/2006/main" noGrp="1"/>
          </p:cNvSpPr>
          <p:nvPr/>
        </p:nvSpPr>
        <p:spPr>
          <a:xfrm xmlns:a="http://schemas.openxmlformats.org/drawingml/2006/main">
            <a:off x="8637270" y="2331720"/>
            <a:ext cx="9525" cy="2346960"/>
          </a:xfrm>
          <a:custGeom xmlns:a="http://schemas.openxmlformats.org/drawingml/2006/main">
            <a:pathLst>
              <a:path w="9525" h="2346960">
                <a:moveTo>
                  <a:pt x="0" y="2346960"/>
                </a:moveTo>
                <a:lnTo>
                  <a:pt x="0" y="0"/>
                </a:lnTo>
              </a:path>
            </a:pathLst>
          </a:custGeom>
          <a:noFill xmlns:a="http://schemas.openxmlformats.org/drawingml/2006/main"/>
          <a:ln xmlns:a="http://schemas.openxmlformats.org/drawingml/2006/main" w="38100">
            <a:solidFill>
              <a:srgbClr val="A94737"/>
            </a:solidFill>
            <a:prstDash val="solid"/>
          </a:ln>
        </p:spPr>
      </p:sp>
      <p:sp>
        <p:nvSpPr>
          <p:cNvPr id="14" name="">
            <a:extLst xmlns:a="http://schemas.openxmlformats.org/drawingml/2006/main">
              <a:ext uri="{FF2B5EF4-FFF2-40B4-BE49-F238E27FC236}">
                <a16:creationId xmlns:a16="http://schemas.microsoft.com/office/drawing/2014/main" id="{02CADE68-0164-4A1D-B956-2BA4DAC45B60}"/>
              </a:ext>
            </a:extLst>
          </p:cNvPr>
          <p:cNvSpPr>
            <a:spLocks xmlns:a="http://schemas.openxmlformats.org/drawingml/2006/main" noGrp="1"/>
          </p:cNvSpPr>
          <p:nvPr/>
        </p:nvSpPr>
        <p:spPr>
          <a:xfrm xmlns:a="http://schemas.openxmlformats.org/drawingml/2006/main">
            <a:off x="8637270" y="4678680"/>
            <a:ext cx="1936432" cy="9525"/>
          </a:xfrm>
          <a:custGeom xmlns:a="http://schemas.openxmlformats.org/drawingml/2006/main">
            <a:pathLst>
              <a:path w="1936432" h="9525">
                <a:moveTo>
                  <a:pt x="0" y="0"/>
                </a:moveTo>
                <a:lnTo>
                  <a:pt x="1936432" y="0"/>
                </a:lnTo>
              </a:path>
            </a:pathLst>
          </a:custGeom>
          <a:noFill xmlns:a="http://schemas.openxmlformats.org/drawingml/2006/main"/>
          <a:ln xmlns:a="http://schemas.openxmlformats.org/drawingml/2006/main" w="38100">
            <a:solidFill>
              <a:srgbClr val="A94737"/>
            </a:solidFill>
            <a:prstDash val="solid"/>
          </a:ln>
        </p:spPr>
      </p:sp>
      <p:sp>
        <p:nvSpPr>
          <p:cNvPr id="15" name="">
            <a:extLst xmlns:a="http://schemas.openxmlformats.org/drawingml/2006/main">
              <a:ext uri="{FF2B5EF4-FFF2-40B4-BE49-F238E27FC236}">
                <a16:creationId xmlns:a16="http://schemas.microsoft.com/office/drawing/2014/main" id="{16241E5F-E33E-45A6-A19C-E8A62B0B4DF8}"/>
              </a:ext>
            </a:extLst>
          </p:cNvPr>
          <p:cNvSpPr>
            <a:spLocks xmlns:a="http://schemas.openxmlformats.org/drawingml/2006/main" noGrp="1"/>
          </p:cNvSpPr>
          <p:nvPr/>
        </p:nvSpPr>
        <p:spPr>
          <a:xfrm xmlns:a="http://schemas.openxmlformats.org/drawingml/2006/main">
            <a:off x="8637270" y="4469130"/>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A94737"/>
            </a:solidFill>
            <a:prstDash val="solid"/>
          </a:ln>
        </p:spPr>
      </p:sp>
      <p:sp>
        <p:nvSpPr>
          <p:cNvPr id="16" name="">
            <a:extLst xmlns:a="http://schemas.openxmlformats.org/drawingml/2006/main">
              <a:ext uri="{FF2B5EF4-FFF2-40B4-BE49-F238E27FC236}">
                <a16:creationId xmlns:a16="http://schemas.microsoft.com/office/drawing/2014/main" id="{9071BEFC-B1D7-46BF-BD80-6CC822A220BB}"/>
              </a:ext>
            </a:extLst>
          </p:cNvPr>
          <p:cNvSpPr>
            <a:spLocks xmlns:a="http://schemas.openxmlformats.org/drawingml/2006/main" noGrp="1"/>
          </p:cNvSpPr>
          <p:nvPr/>
        </p:nvSpPr>
        <p:spPr>
          <a:xfrm xmlns:a="http://schemas.openxmlformats.org/drawingml/2006/main">
            <a:off x="8846820" y="4469130"/>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A94737"/>
            </a:solidFill>
            <a:prstDash val="solid"/>
          </a:ln>
        </p:spPr>
      </p:sp>
      <p:sp>
        <p:nvSpPr>
          <p:cNvPr id="17" name="">
            <a:extLst xmlns:a="http://schemas.openxmlformats.org/drawingml/2006/main">
              <a:ext uri="{FF2B5EF4-FFF2-40B4-BE49-F238E27FC236}">
                <a16:creationId xmlns:a16="http://schemas.microsoft.com/office/drawing/2014/main" id="{33EB758D-7E14-4397-A769-5A4057FE49C0}"/>
              </a:ext>
            </a:extLst>
          </p:cNvPr>
          <p:cNvSpPr>
            <a:spLocks xmlns:a="http://schemas.openxmlformats.org/drawingml/2006/main" noGrp="1"/>
          </p:cNvSpPr>
          <p:nvPr/>
        </p:nvSpPr>
        <p:spPr>
          <a:xfrm xmlns:a="http://schemas.openxmlformats.org/drawingml/2006/main">
            <a:off x="7366635"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8" name="">
            <a:extLst xmlns:a="http://schemas.openxmlformats.org/drawingml/2006/main">
              <a:ext uri="{FF2B5EF4-FFF2-40B4-BE49-F238E27FC236}">
                <a16:creationId xmlns:a16="http://schemas.microsoft.com/office/drawing/2014/main" id="{B4442B93-923C-4918-BADC-C8561299F977}"/>
              </a:ext>
            </a:extLst>
          </p:cNvPr>
          <p:cNvSpPr>
            <a:spLocks xmlns:a="http://schemas.openxmlformats.org/drawingml/2006/main" noGrp="1"/>
          </p:cNvSpPr>
          <p:nvPr/>
        </p:nvSpPr>
        <p:spPr>
          <a:xfrm xmlns:a="http://schemas.openxmlformats.org/drawingml/2006/main">
            <a:off x="7195185"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O</a:t>
            </a:r>
          </a:p>
        </p:txBody>
      </p:sp>
      <p:sp>
        <p:nvSpPr>
          <p:cNvPr id="19" name="">
            <a:extLst xmlns:a="http://schemas.openxmlformats.org/drawingml/2006/main">
              <a:ext uri="{FF2B5EF4-FFF2-40B4-BE49-F238E27FC236}">
                <a16:creationId xmlns:a16="http://schemas.microsoft.com/office/drawing/2014/main" id="{B36D5CC8-56D2-498F-9512-FA28AC74B6BB}"/>
              </a:ext>
            </a:extLst>
          </p:cNvPr>
          <p:cNvSpPr>
            <a:spLocks xmlns:a="http://schemas.openxmlformats.org/drawingml/2006/main" noGrp="1"/>
          </p:cNvSpPr>
          <p:nvPr/>
        </p:nvSpPr>
        <p:spPr>
          <a:xfrm xmlns:a="http://schemas.openxmlformats.org/drawingml/2006/main">
            <a:off x="8589645" y="4631055"/>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20" name="">
            <a:extLst xmlns:a="http://schemas.openxmlformats.org/drawingml/2006/main">
              <a:ext uri="{FF2B5EF4-FFF2-40B4-BE49-F238E27FC236}">
                <a16:creationId xmlns:a16="http://schemas.microsoft.com/office/drawing/2014/main" id="{9EBD143D-8672-4BE6-802A-F1D87FE141A5}"/>
              </a:ext>
            </a:extLst>
          </p:cNvPr>
          <p:cNvSpPr>
            <a:spLocks xmlns:a="http://schemas.openxmlformats.org/drawingml/2006/main" noGrp="1"/>
          </p:cNvSpPr>
          <p:nvPr/>
        </p:nvSpPr>
        <p:spPr>
          <a:xfrm xmlns:a="http://schemas.openxmlformats.org/drawingml/2006/main">
            <a:off x="8675370"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E</a:t>
            </a:r>
          </a:p>
        </p:txBody>
      </p:sp>
      <p:sp>
        <p:nvSpPr>
          <p:cNvPr id="21" name="">
            <a:extLst xmlns:a="http://schemas.openxmlformats.org/drawingml/2006/main">
              <a:ext uri="{FF2B5EF4-FFF2-40B4-BE49-F238E27FC236}">
                <a16:creationId xmlns:a16="http://schemas.microsoft.com/office/drawing/2014/main" id="{35EFB75E-2246-48CB-AE6D-8A31C8127A81}"/>
              </a:ext>
            </a:extLst>
          </p:cNvPr>
          <p:cNvSpPr>
            <a:spLocks xmlns:a="http://schemas.openxmlformats.org/drawingml/2006/main" noGrp="1"/>
          </p:cNvSpPr>
          <p:nvPr/>
        </p:nvSpPr>
        <p:spPr>
          <a:xfrm xmlns:a="http://schemas.openxmlformats.org/drawingml/2006/main">
            <a:off x="8589645" y="228409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2" name="">
            <a:extLst xmlns:a="http://schemas.openxmlformats.org/drawingml/2006/main">
              <a:ext uri="{FF2B5EF4-FFF2-40B4-BE49-F238E27FC236}">
                <a16:creationId xmlns:a16="http://schemas.microsoft.com/office/drawing/2014/main" id="{E421F32E-FECC-42A3-93BF-FFAE27D36F37}"/>
              </a:ext>
            </a:extLst>
          </p:cNvPr>
          <p:cNvSpPr>
            <a:spLocks xmlns:a="http://schemas.openxmlformats.org/drawingml/2006/main" noGrp="1"/>
          </p:cNvSpPr>
          <p:nvPr/>
        </p:nvSpPr>
        <p:spPr>
          <a:xfrm xmlns:a="http://schemas.openxmlformats.org/drawingml/2006/main">
            <a:off x="8494395" y="198882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A</a:t>
            </a:r>
          </a:p>
        </p:txBody>
      </p:sp>
      <p:sp>
        <p:nvSpPr>
          <p:cNvPr id="23" name="">
            <a:extLst xmlns:a="http://schemas.openxmlformats.org/drawingml/2006/main">
              <a:ext uri="{FF2B5EF4-FFF2-40B4-BE49-F238E27FC236}">
                <a16:creationId xmlns:a16="http://schemas.microsoft.com/office/drawing/2014/main" id="{3A6971B7-7773-4EC0-AEBA-EC56DBE0B67E}"/>
              </a:ext>
            </a:extLst>
          </p:cNvPr>
          <p:cNvSpPr>
            <a:spLocks xmlns:a="http://schemas.openxmlformats.org/drawingml/2006/main" noGrp="1"/>
          </p:cNvSpPr>
          <p:nvPr/>
        </p:nvSpPr>
        <p:spPr>
          <a:xfrm xmlns:a="http://schemas.openxmlformats.org/drawingml/2006/main">
            <a:off x="10526078"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4" name="">
            <a:extLst xmlns:a="http://schemas.openxmlformats.org/drawingml/2006/main">
              <a:ext uri="{FF2B5EF4-FFF2-40B4-BE49-F238E27FC236}">
                <a16:creationId xmlns:a16="http://schemas.microsoft.com/office/drawing/2014/main" id="{BD143623-7937-4706-93BA-32C9643BAB50}"/>
              </a:ext>
            </a:extLst>
          </p:cNvPr>
          <p:cNvSpPr>
            <a:spLocks xmlns:a="http://schemas.openxmlformats.org/drawingml/2006/main" noGrp="1"/>
          </p:cNvSpPr>
          <p:nvPr/>
        </p:nvSpPr>
        <p:spPr>
          <a:xfrm xmlns:a="http://schemas.openxmlformats.org/drawingml/2006/main">
            <a:off x="10668953" y="455485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B</a:t>
            </a:r>
          </a:p>
        </p:txBody>
      </p:sp>
      <p:sp>
        <p:nvSpPr>
          <p:cNvPr id="25" name="">
            <a:extLst xmlns:a="http://schemas.openxmlformats.org/drawingml/2006/main">
              <a:ext uri="{FF2B5EF4-FFF2-40B4-BE49-F238E27FC236}">
                <a16:creationId xmlns:a16="http://schemas.microsoft.com/office/drawing/2014/main" id="{76CD8F9E-998A-4CC8-8B18-8CD69C85D6C7}"/>
              </a:ext>
            </a:extLst>
          </p:cNvPr>
          <p:cNvSpPr>
            <a:spLocks xmlns:a="http://schemas.openxmlformats.org/drawingml/2006/main" noGrp="1"/>
          </p:cNvSpPr>
          <p:nvPr/>
        </p:nvSpPr>
        <p:spPr>
          <a:xfrm xmlns:a="http://schemas.openxmlformats.org/drawingml/2006/main">
            <a:off x="7509510" y="505968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OE＝1 m</a:t>
            </a:r>
          </a:p>
        </p:txBody>
      </p:sp>
      <p:sp>
        <p:nvSpPr>
          <p:cNvPr id="26" name="">
            <a:extLst xmlns:a="http://schemas.openxmlformats.org/drawingml/2006/main">
              <a:ext uri="{FF2B5EF4-FFF2-40B4-BE49-F238E27FC236}">
                <a16:creationId xmlns:a16="http://schemas.microsoft.com/office/drawing/2014/main" id="{424F7A9F-C68E-4046-AB14-78C0CBE140D2}"/>
              </a:ext>
            </a:extLst>
          </p:cNvPr>
          <p:cNvSpPr>
            <a:spLocks xmlns:a="http://schemas.openxmlformats.org/drawingml/2006/main" noGrp="1"/>
          </p:cNvSpPr>
          <p:nvPr/>
        </p:nvSpPr>
        <p:spPr>
          <a:xfrm xmlns:a="http://schemas.openxmlformats.org/drawingml/2006/main">
            <a:off x="8827770" y="32956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EA＝100 m</a:t>
            </a:r>
          </a:p>
        </p:txBody>
      </p:sp>
      <p:sp>
        <p:nvSpPr>
          <p:cNvPr id="27" name="">
            <a:extLst xmlns:a="http://schemas.openxmlformats.org/drawingml/2006/main">
              <a:ext uri="{FF2B5EF4-FFF2-40B4-BE49-F238E27FC236}">
                <a16:creationId xmlns:a16="http://schemas.microsoft.com/office/drawing/2014/main" id="{A26C0B3E-F1CC-47E2-A491-FEF58D1AF2A1}"/>
              </a:ext>
            </a:extLst>
          </p:cNvPr>
          <p:cNvSpPr>
            <a:spLocks xmlns:a="http://schemas.openxmlformats.org/drawingml/2006/main" noGrp="1"/>
          </p:cNvSpPr>
          <p:nvPr/>
        </p:nvSpPr>
        <p:spPr>
          <a:xfrm xmlns:a="http://schemas.openxmlformats.org/drawingml/2006/main">
            <a:off x="6238875" y="337947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166B68"/>
                </a:solidFill>
                <a:latin typeface="Yu Gothic"/>
                <a:ea typeface="Yu Gothic"/>
                <a:cs typeface="Yu Gothic"/>
              </a:defRPr>
            </a:defPPr>
            <a:lvl1pPr>
              <a:defRPr sz="1875">
                <a:solidFill>
                  <a:srgbClr val="166B68"/>
                </a:solidFill>
                <a:latin typeface="Yu Gothic"/>
                <a:ea typeface="Yu Gothic"/>
                <a:cs typeface="Yu Gothic"/>
              </a:defRPr>
            </a:lvl1pPr>
            <a:lvl2pPr>
              <a:defRPr sz="1875">
                <a:solidFill>
                  <a:srgbClr val="166B68"/>
                </a:solidFill>
                <a:latin typeface="Yu Gothic"/>
                <a:ea typeface="Yu Gothic"/>
                <a:cs typeface="Yu Gothic"/>
              </a:defRPr>
            </a:lvl2pPr>
            <a:lvl3pPr>
              <a:defRPr sz="1875">
                <a:solidFill>
                  <a:srgbClr val="166B68"/>
                </a:solidFill>
                <a:latin typeface="Yu Gothic"/>
                <a:ea typeface="Yu Gothic"/>
                <a:cs typeface="Yu Gothic"/>
              </a:defRPr>
            </a:lvl3pPr>
            <a:lvl4pPr>
              <a:defRPr sz="1875">
                <a:solidFill>
                  <a:srgbClr val="166B68"/>
                </a:solidFill>
                <a:latin typeface="Yu Gothic"/>
                <a:ea typeface="Yu Gothic"/>
                <a:cs typeface="Yu Gothic"/>
              </a:defRPr>
            </a:lvl4pPr>
            <a:lvl5pPr>
              <a:defRPr sz="1875">
                <a:solidFill>
                  <a:srgbClr val="166B68"/>
                </a:solidFill>
                <a:latin typeface="Yu Gothic"/>
                <a:ea typeface="Yu Gothic"/>
                <a:cs typeface="Yu Gothic"/>
              </a:defRPr>
            </a:lvl5pPr>
            <a:lvl6pPr>
              <a:defRPr sz="1875">
                <a:solidFill>
                  <a:srgbClr val="166B68"/>
                </a:solidFill>
                <a:latin typeface="Yu Gothic"/>
                <a:ea typeface="Yu Gothic"/>
                <a:cs typeface="Yu Gothic"/>
              </a:defRPr>
            </a:lvl6pPr>
            <a:lvl7pPr>
              <a:defRPr sz="1875">
                <a:solidFill>
                  <a:srgbClr val="166B68"/>
                </a:solidFill>
                <a:latin typeface="Yu Gothic"/>
                <a:ea typeface="Yu Gothic"/>
                <a:cs typeface="Yu Gothic"/>
              </a:defRPr>
            </a:lvl7pPr>
            <a:lvl8pPr>
              <a:defRPr sz="1875">
                <a:solidFill>
                  <a:srgbClr val="166B68"/>
                </a:solidFill>
                <a:latin typeface="Yu Gothic"/>
                <a:ea typeface="Yu Gothic"/>
                <a:cs typeface="Yu Gothic"/>
              </a:defRPr>
            </a:lvl8pPr>
            <a:lvl9pPr>
              <a:defRPr sz="1875">
                <a:solidFill>
                  <a:srgbClr val="166B68"/>
                </a:solidFill>
                <a:latin typeface="Yu Gothic"/>
                <a:ea typeface="Yu Gothic"/>
                <a:cs typeface="Yu Gothic"/>
              </a:defRPr>
            </a:lvl9pPr>
          </a:lstStyle>
          <a:p xmlns:a="http://schemas.openxmlformats.org/drawingml/2006/main">
            <a:pPr>
              <a:defRPr sz="1875">
                <a:solidFill>
                  <a:srgbClr val="166B68"/>
                </a:solidFill>
                <a:latin typeface="Yu Gothic"/>
                <a:ea typeface="Yu Gothic"/>
                <a:cs typeface="Yu Gothic"/>
              </a:defRPr>
            </a:pPr>
            <a:r>
              <a:rPr sz="1875">
                <a:solidFill>
                  <a:srgbClr val="166B68"/>
                </a:solidFill>
                <a:latin typeface="Yu Gothic"/>
                <a:ea typeface="Yu Gothic"/>
                <a:cs typeface="Yu Gothic"/>
              </a:rPr>
              <a:t>OA＝？</a:t>
            </a:r>
          </a:p>
        </p:txBody>
      </p:sp>
      <p:sp>
        <p:nvSpPr>
          <p:cNvPr id="28" name="">
            <a:extLst xmlns:a="http://schemas.openxmlformats.org/drawingml/2006/main">
              <a:ext uri="{FF2B5EF4-FFF2-40B4-BE49-F238E27FC236}">
                <a16:creationId xmlns:a16="http://schemas.microsoft.com/office/drawing/2014/main" id="{03DB42E5-BABE-49F5-AE1C-66D5C0655EF6}"/>
              </a:ext>
            </a:extLst>
          </p:cNvPr>
          <p:cNvSpPr>
            <a:spLocks xmlns:a="http://schemas.openxmlformats.org/drawingml/2006/main" noGrp="1"/>
          </p:cNvSpPr>
          <p:nvPr/>
        </p:nvSpPr>
        <p:spPr>
          <a:xfrm xmlns:a="http://schemas.openxmlformats.org/drawingml/2006/main">
            <a:off x="8942070" y="425958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90°</a:t>
            </a:r>
          </a:p>
        </p:txBody>
      </p:sp>
      <p:sp>
        <p:nvSpPr>
          <p:cNvPr id="29" name="">
            <a:extLst xmlns:a="http://schemas.openxmlformats.org/drawingml/2006/main">
              <a:ext uri="{FF2B5EF4-FFF2-40B4-BE49-F238E27FC236}">
                <a16:creationId xmlns:a16="http://schemas.microsoft.com/office/drawing/2014/main" id="{C0F5C98E-AD1E-41D0-9DCC-AB056FF5BA0A}"/>
              </a:ext>
            </a:extLst>
          </p:cNvPr>
          <p:cNvSpPr>
            <a:spLocks xmlns:a="http://schemas.openxmlformats.org/drawingml/2006/main" noGrp="1"/>
          </p:cNvSpPr>
          <p:nvPr/>
        </p:nvSpPr>
        <p:spPr>
          <a:xfrm xmlns:a="http://schemas.openxmlformats.org/drawingml/2006/main">
            <a:off x="7709175" y="4112736"/>
            <a:ext cx="25400" cy="13979"/>
          </a:xfrm>
          <a:custGeom xmlns:a="http://schemas.openxmlformats.org/drawingml/2006/main">
            <a:pathLst>
              <a:path w="25400" h="13979">
                <a:moveTo>
                  <a:pt x="0" y="0"/>
                </a:moveTo>
                <a:lnTo>
                  <a:pt x="25400" y="13979"/>
                </a:lnTo>
              </a:path>
            </a:pathLst>
          </a:custGeom>
          <a:noFill xmlns:a="http://schemas.openxmlformats.org/drawingml/2006/main"/>
          <a:ln xmlns:a="http://schemas.openxmlformats.org/drawingml/2006/main" w="28575">
            <a:solidFill>
              <a:srgbClr val="166B68"/>
            </a:solidFill>
            <a:prstDash val="solid"/>
          </a:ln>
        </p:spPr>
      </p:sp>
      <p:sp>
        <p:nvSpPr>
          <p:cNvPr id="30" name="">
            <a:extLst xmlns:a="http://schemas.openxmlformats.org/drawingml/2006/main">
              <a:ext uri="{FF2B5EF4-FFF2-40B4-BE49-F238E27FC236}">
                <a16:creationId xmlns:a16="http://schemas.microsoft.com/office/drawing/2014/main" id="{687B4DC1-107D-4546-8999-E83A1A7365B5}"/>
              </a:ext>
            </a:extLst>
          </p:cNvPr>
          <p:cNvSpPr>
            <a:spLocks xmlns:a="http://schemas.openxmlformats.org/drawingml/2006/main" noGrp="1"/>
          </p:cNvSpPr>
          <p:nvPr/>
        </p:nvSpPr>
        <p:spPr>
          <a:xfrm xmlns:a="http://schemas.openxmlformats.org/drawingml/2006/main">
            <a:off x="7734575" y="4126715"/>
            <a:ext cx="24739" cy="15118"/>
          </a:xfrm>
          <a:custGeom xmlns:a="http://schemas.openxmlformats.org/drawingml/2006/main">
            <a:pathLst>
              <a:path w="24739" h="15118">
                <a:moveTo>
                  <a:pt x="0" y="0"/>
                </a:moveTo>
                <a:lnTo>
                  <a:pt x="24739" y="15118"/>
                </a:lnTo>
              </a:path>
            </a:pathLst>
          </a:custGeom>
          <a:noFill xmlns:a="http://schemas.openxmlformats.org/drawingml/2006/main"/>
          <a:ln xmlns:a="http://schemas.openxmlformats.org/drawingml/2006/main" w="28575">
            <a:solidFill>
              <a:srgbClr val="166B68"/>
            </a:solidFill>
            <a:prstDash val="solid"/>
          </a:ln>
        </p:spPr>
      </p:sp>
      <p:sp>
        <p:nvSpPr>
          <p:cNvPr id="31" name="">
            <a:extLst xmlns:a="http://schemas.openxmlformats.org/drawingml/2006/main">
              <a:ext uri="{FF2B5EF4-FFF2-40B4-BE49-F238E27FC236}">
                <a16:creationId xmlns:a16="http://schemas.microsoft.com/office/drawing/2014/main" id="{A4EC9BD4-C32C-4B8C-87B2-A71CC669F52A}"/>
              </a:ext>
            </a:extLst>
          </p:cNvPr>
          <p:cNvSpPr>
            <a:spLocks xmlns:a="http://schemas.openxmlformats.org/drawingml/2006/main" noGrp="1"/>
          </p:cNvSpPr>
          <p:nvPr/>
        </p:nvSpPr>
        <p:spPr>
          <a:xfrm xmlns:a="http://schemas.openxmlformats.org/drawingml/2006/main">
            <a:off x="7759314" y="4141833"/>
            <a:ext cx="24026" cy="16226"/>
          </a:xfrm>
          <a:custGeom xmlns:a="http://schemas.openxmlformats.org/drawingml/2006/main">
            <a:pathLst>
              <a:path w="24026" h="16226">
                <a:moveTo>
                  <a:pt x="0" y="0"/>
                </a:moveTo>
                <a:lnTo>
                  <a:pt x="24026" y="16226"/>
                </a:lnTo>
              </a:path>
            </a:pathLst>
          </a:custGeom>
          <a:noFill xmlns:a="http://schemas.openxmlformats.org/drawingml/2006/main"/>
          <a:ln xmlns:a="http://schemas.openxmlformats.org/drawingml/2006/main" w="28575">
            <a:solidFill>
              <a:srgbClr val="166B68"/>
            </a:solidFill>
            <a:prstDash val="solid"/>
          </a:ln>
        </p:spPr>
      </p:sp>
      <p:sp>
        <p:nvSpPr>
          <p:cNvPr id="32" name="">
            <a:extLst xmlns:a="http://schemas.openxmlformats.org/drawingml/2006/main">
              <a:ext uri="{FF2B5EF4-FFF2-40B4-BE49-F238E27FC236}">
                <a16:creationId xmlns:a16="http://schemas.microsoft.com/office/drawing/2014/main" id="{AEDC42B0-3D64-47C7-BBE2-2A02BE329CD8}"/>
              </a:ext>
            </a:extLst>
          </p:cNvPr>
          <p:cNvSpPr>
            <a:spLocks xmlns:a="http://schemas.openxmlformats.org/drawingml/2006/main" noGrp="1"/>
          </p:cNvSpPr>
          <p:nvPr/>
        </p:nvSpPr>
        <p:spPr>
          <a:xfrm xmlns:a="http://schemas.openxmlformats.org/drawingml/2006/main">
            <a:off x="7783340" y="4158058"/>
            <a:ext cx="23265" cy="17300"/>
          </a:xfrm>
          <a:custGeom xmlns:a="http://schemas.openxmlformats.org/drawingml/2006/main">
            <a:pathLst>
              <a:path w="23265" h="17300">
                <a:moveTo>
                  <a:pt x="0" y="0"/>
                </a:moveTo>
                <a:lnTo>
                  <a:pt x="23265" y="17300"/>
                </a:lnTo>
              </a:path>
            </a:pathLst>
          </a:custGeom>
          <a:noFill xmlns:a="http://schemas.openxmlformats.org/drawingml/2006/main"/>
          <a:ln xmlns:a="http://schemas.openxmlformats.org/drawingml/2006/main" w="28575">
            <a:solidFill>
              <a:srgbClr val="166B68"/>
            </a:solidFill>
            <a:prstDash val="solid"/>
          </a:ln>
        </p:spPr>
      </p:sp>
      <p:sp>
        <p:nvSpPr>
          <p:cNvPr id="33" name="">
            <a:extLst xmlns:a="http://schemas.openxmlformats.org/drawingml/2006/main">
              <a:ext uri="{FF2B5EF4-FFF2-40B4-BE49-F238E27FC236}">
                <a16:creationId xmlns:a16="http://schemas.microsoft.com/office/drawing/2014/main" id="{096AE232-2069-4AA7-B778-73A2CEC19A3D}"/>
              </a:ext>
            </a:extLst>
          </p:cNvPr>
          <p:cNvSpPr>
            <a:spLocks xmlns:a="http://schemas.openxmlformats.org/drawingml/2006/main" noGrp="1"/>
          </p:cNvSpPr>
          <p:nvPr/>
        </p:nvSpPr>
        <p:spPr>
          <a:xfrm xmlns:a="http://schemas.openxmlformats.org/drawingml/2006/main">
            <a:off x="7806605" y="4175358"/>
            <a:ext cx="22455" cy="18339"/>
          </a:xfrm>
          <a:custGeom xmlns:a="http://schemas.openxmlformats.org/drawingml/2006/main">
            <a:pathLst>
              <a:path w="22455" h="18339">
                <a:moveTo>
                  <a:pt x="0" y="0"/>
                </a:moveTo>
                <a:lnTo>
                  <a:pt x="22455" y="18339"/>
                </a:lnTo>
              </a:path>
            </a:pathLst>
          </a:custGeom>
          <a:noFill xmlns:a="http://schemas.openxmlformats.org/drawingml/2006/main"/>
          <a:ln xmlns:a="http://schemas.openxmlformats.org/drawingml/2006/main" w="28575">
            <a:solidFill>
              <a:srgbClr val="166B68"/>
            </a:solidFill>
            <a:prstDash val="solid"/>
          </a:ln>
        </p:spPr>
      </p:sp>
      <p:sp>
        <p:nvSpPr>
          <p:cNvPr id="34" name="">
            <a:extLst xmlns:a="http://schemas.openxmlformats.org/drawingml/2006/main">
              <a:ext uri="{FF2B5EF4-FFF2-40B4-BE49-F238E27FC236}">
                <a16:creationId xmlns:a16="http://schemas.microsoft.com/office/drawing/2014/main" id="{33820EC1-5944-4941-A58A-4304C0D7EA91}"/>
              </a:ext>
            </a:extLst>
          </p:cNvPr>
          <p:cNvSpPr>
            <a:spLocks xmlns:a="http://schemas.openxmlformats.org/drawingml/2006/main" noGrp="1"/>
          </p:cNvSpPr>
          <p:nvPr/>
        </p:nvSpPr>
        <p:spPr>
          <a:xfrm xmlns:a="http://schemas.openxmlformats.org/drawingml/2006/main">
            <a:off x="7829060" y="4193697"/>
            <a:ext cx="21599" cy="19340"/>
          </a:xfrm>
          <a:custGeom xmlns:a="http://schemas.openxmlformats.org/drawingml/2006/main">
            <a:pathLst>
              <a:path w="21599" h="19340">
                <a:moveTo>
                  <a:pt x="0" y="0"/>
                </a:moveTo>
                <a:lnTo>
                  <a:pt x="21599" y="19340"/>
                </a:lnTo>
              </a:path>
            </a:pathLst>
          </a:custGeom>
          <a:noFill xmlns:a="http://schemas.openxmlformats.org/drawingml/2006/main"/>
          <a:ln xmlns:a="http://schemas.openxmlformats.org/drawingml/2006/main" w="28575">
            <a:solidFill>
              <a:srgbClr val="166B68"/>
            </a:solidFill>
            <a:prstDash val="solid"/>
          </a:ln>
        </p:spPr>
      </p:sp>
      <p:sp>
        <p:nvSpPr>
          <p:cNvPr id="35" name="">
            <a:extLst xmlns:a="http://schemas.openxmlformats.org/drawingml/2006/main">
              <a:ext uri="{FF2B5EF4-FFF2-40B4-BE49-F238E27FC236}">
                <a16:creationId xmlns:a16="http://schemas.microsoft.com/office/drawing/2014/main" id="{60F22967-281C-4B4C-86EF-8A6F4558EA53}"/>
              </a:ext>
            </a:extLst>
          </p:cNvPr>
          <p:cNvSpPr>
            <a:spLocks xmlns:a="http://schemas.openxmlformats.org/drawingml/2006/main" noGrp="1"/>
          </p:cNvSpPr>
          <p:nvPr/>
        </p:nvSpPr>
        <p:spPr>
          <a:xfrm xmlns:a="http://schemas.openxmlformats.org/drawingml/2006/main">
            <a:off x="7850659" y="4213037"/>
            <a:ext cx="20698" cy="20301"/>
          </a:xfrm>
          <a:custGeom xmlns:a="http://schemas.openxmlformats.org/drawingml/2006/main">
            <a:pathLst>
              <a:path w="20698" h="20301">
                <a:moveTo>
                  <a:pt x="0" y="0"/>
                </a:moveTo>
                <a:lnTo>
                  <a:pt x="20698" y="20301"/>
                </a:lnTo>
              </a:path>
            </a:pathLst>
          </a:custGeom>
          <a:noFill xmlns:a="http://schemas.openxmlformats.org/drawingml/2006/main"/>
          <a:ln xmlns:a="http://schemas.openxmlformats.org/drawingml/2006/main" w="28575">
            <a:solidFill>
              <a:srgbClr val="166B68"/>
            </a:solidFill>
            <a:prstDash val="solid"/>
          </a:ln>
        </p:spPr>
      </p:sp>
      <p:sp>
        <p:nvSpPr>
          <p:cNvPr id="36" name="">
            <a:extLst xmlns:a="http://schemas.openxmlformats.org/drawingml/2006/main">
              <a:ext uri="{FF2B5EF4-FFF2-40B4-BE49-F238E27FC236}">
                <a16:creationId xmlns:a16="http://schemas.microsoft.com/office/drawing/2014/main" id="{22BF609F-BF78-49C2-B72B-DB28A9BF3BF9}"/>
              </a:ext>
            </a:extLst>
          </p:cNvPr>
          <p:cNvSpPr>
            <a:spLocks xmlns:a="http://schemas.openxmlformats.org/drawingml/2006/main" noGrp="1"/>
          </p:cNvSpPr>
          <p:nvPr/>
        </p:nvSpPr>
        <p:spPr>
          <a:xfrm xmlns:a="http://schemas.openxmlformats.org/drawingml/2006/main">
            <a:off x="7871357" y="4233338"/>
            <a:ext cx="19755" cy="21220"/>
          </a:xfrm>
          <a:custGeom xmlns:a="http://schemas.openxmlformats.org/drawingml/2006/main">
            <a:pathLst>
              <a:path w="19755" h="21220">
                <a:moveTo>
                  <a:pt x="0" y="0"/>
                </a:moveTo>
                <a:lnTo>
                  <a:pt x="19755" y="21220"/>
                </a:lnTo>
              </a:path>
            </a:pathLst>
          </a:custGeom>
          <a:noFill xmlns:a="http://schemas.openxmlformats.org/drawingml/2006/main"/>
          <a:ln xmlns:a="http://schemas.openxmlformats.org/drawingml/2006/main" w="28575">
            <a:solidFill>
              <a:srgbClr val="166B68"/>
            </a:solidFill>
            <a:prstDash val="solid"/>
          </a:ln>
        </p:spPr>
      </p:sp>
      <p:sp>
        <p:nvSpPr>
          <p:cNvPr id="37" name="">
            <a:extLst xmlns:a="http://schemas.openxmlformats.org/drawingml/2006/main">
              <a:ext uri="{FF2B5EF4-FFF2-40B4-BE49-F238E27FC236}">
                <a16:creationId xmlns:a16="http://schemas.microsoft.com/office/drawing/2014/main" id="{B899D362-1315-4CA7-9136-86C61290FC2D}"/>
              </a:ext>
            </a:extLst>
          </p:cNvPr>
          <p:cNvSpPr>
            <a:spLocks xmlns:a="http://schemas.openxmlformats.org/drawingml/2006/main" noGrp="1"/>
          </p:cNvSpPr>
          <p:nvPr/>
        </p:nvSpPr>
        <p:spPr>
          <a:xfrm xmlns:a="http://schemas.openxmlformats.org/drawingml/2006/main">
            <a:off x="7891112" y="4254558"/>
            <a:ext cx="18771" cy="22095"/>
          </a:xfrm>
          <a:custGeom xmlns:a="http://schemas.openxmlformats.org/drawingml/2006/main">
            <a:pathLst>
              <a:path w="18771" h="22095">
                <a:moveTo>
                  <a:pt x="0" y="0"/>
                </a:moveTo>
                <a:lnTo>
                  <a:pt x="18771" y="22095"/>
                </a:lnTo>
              </a:path>
            </a:pathLst>
          </a:custGeom>
          <a:noFill xmlns:a="http://schemas.openxmlformats.org/drawingml/2006/main"/>
          <a:ln xmlns:a="http://schemas.openxmlformats.org/drawingml/2006/main" w="28575">
            <a:solidFill>
              <a:srgbClr val="166B68"/>
            </a:solidFill>
            <a:prstDash val="solid"/>
          </a:ln>
        </p:spPr>
      </p:sp>
      <p:sp>
        <p:nvSpPr>
          <p:cNvPr id="38" name="">
            <a:extLst xmlns:a="http://schemas.openxmlformats.org/drawingml/2006/main">
              <a:ext uri="{FF2B5EF4-FFF2-40B4-BE49-F238E27FC236}">
                <a16:creationId xmlns:a16="http://schemas.microsoft.com/office/drawing/2014/main" id="{D1919470-12EC-4105-83D4-D432EDEA6187}"/>
              </a:ext>
            </a:extLst>
          </p:cNvPr>
          <p:cNvSpPr>
            <a:spLocks xmlns:a="http://schemas.openxmlformats.org/drawingml/2006/main" noGrp="1"/>
          </p:cNvSpPr>
          <p:nvPr/>
        </p:nvSpPr>
        <p:spPr>
          <a:xfrm xmlns:a="http://schemas.openxmlformats.org/drawingml/2006/main">
            <a:off x="7909883" y="4276653"/>
            <a:ext cx="17748" cy="22925"/>
          </a:xfrm>
          <a:custGeom xmlns:a="http://schemas.openxmlformats.org/drawingml/2006/main">
            <a:pathLst>
              <a:path w="17748" h="22925">
                <a:moveTo>
                  <a:pt x="0" y="0"/>
                </a:moveTo>
                <a:lnTo>
                  <a:pt x="17748" y="22925"/>
                </a:lnTo>
              </a:path>
            </a:pathLst>
          </a:custGeom>
          <a:noFill xmlns:a="http://schemas.openxmlformats.org/drawingml/2006/main"/>
          <a:ln xmlns:a="http://schemas.openxmlformats.org/drawingml/2006/main" w="28575">
            <a:solidFill>
              <a:srgbClr val="166B68"/>
            </a:solidFill>
            <a:prstDash val="solid"/>
          </a:ln>
        </p:spPr>
      </p:sp>
      <p:sp>
        <p:nvSpPr>
          <p:cNvPr id="39" name="">
            <a:extLst xmlns:a="http://schemas.openxmlformats.org/drawingml/2006/main">
              <a:ext uri="{FF2B5EF4-FFF2-40B4-BE49-F238E27FC236}">
                <a16:creationId xmlns:a16="http://schemas.microsoft.com/office/drawing/2014/main" id="{07A5BF54-05C2-4CAF-B487-58A86E65B769}"/>
              </a:ext>
            </a:extLst>
          </p:cNvPr>
          <p:cNvSpPr>
            <a:spLocks xmlns:a="http://schemas.openxmlformats.org/drawingml/2006/main" noGrp="1"/>
          </p:cNvSpPr>
          <p:nvPr/>
        </p:nvSpPr>
        <p:spPr>
          <a:xfrm xmlns:a="http://schemas.openxmlformats.org/drawingml/2006/main">
            <a:off x="7927631" y="4299579"/>
            <a:ext cx="16688" cy="23708"/>
          </a:xfrm>
          <a:custGeom xmlns:a="http://schemas.openxmlformats.org/drawingml/2006/main">
            <a:pathLst>
              <a:path w="16688" h="23708">
                <a:moveTo>
                  <a:pt x="0" y="0"/>
                </a:moveTo>
                <a:lnTo>
                  <a:pt x="16688" y="23708"/>
                </a:lnTo>
              </a:path>
            </a:pathLst>
          </a:custGeom>
          <a:noFill xmlns:a="http://schemas.openxmlformats.org/drawingml/2006/main"/>
          <a:ln xmlns:a="http://schemas.openxmlformats.org/drawingml/2006/main" w="28575">
            <a:solidFill>
              <a:srgbClr val="166B68"/>
            </a:solidFill>
            <a:prstDash val="solid"/>
          </a:ln>
        </p:spPr>
      </p:sp>
      <p:sp>
        <p:nvSpPr>
          <p:cNvPr id="40" name="">
            <a:extLst xmlns:a="http://schemas.openxmlformats.org/drawingml/2006/main">
              <a:ext uri="{FF2B5EF4-FFF2-40B4-BE49-F238E27FC236}">
                <a16:creationId xmlns:a16="http://schemas.microsoft.com/office/drawing/2014/main" id="{2069DFA8-19E8-44CC-9E68-E6022AB4750D}"/>
              </a:ext>
            </a:extLst>
          </p:cNvPr>
          <p:cNvSpPr>
            <a:spLocks xmlns:a="http://schemas.openxmlformats.org/drawingml/2006/main" noGrp="1"/>
          </p:cNvSpPr>
          <p:nvPr/>
        </p:nvSpPr>
        <p:spPr>
          <a:xfrm xmlns:a="http://schemas.openxmlformats.org/drawingml/2006/main">
            <a:off x="7944319" y="4323286"/>
            <a:ext cx="15594" cy="24441"/>
          </a:xfrm>
          <a:custGeom xmlns:a="http://schemas.openxmlformats.org/drawingml/2006/main">
            <a:pathLst>
              <a:path w="15594" h="24441">
                <a:moveTo>
                  <a:pt x="0" y="0"/>
                </a:moveTo>
                <a:lnTo>
                  <a:pt x="15594" y="24441"/>
                </a:lnTo>
              </a:path>
            </a:pathLst>
          </a:custGeom>
          <a:noFill xmlns:a="http://schemas.openxmlformats.org/drawingml/2006/main"/>
          <a:ln xmlns:a="http://schemas.openxmlformats.org/drawingml/2006/main" w="28575">
            <a:solidFill>
              <a:srgbClr val="166B68"/>
            </a:solidFill>
            <a:prstDash val="solid"/>
          </a:ln>
        </p:spPr>
      </p:sp>
      <p:sp>
        <p:nvSpPr>
          <p:cNvPr id="41" name="">
            <a:extLst xmlns:a="http://schemas.openxmlformats.org/drawingml/2006/main">
              <a:ext uri="{FF2B5EF4-FFF2-40B4-BE49-F238E27FC236}">
                <a16:creationId xmlns:a16="http://schemas.microsoft.com/office/drawing/2014/main" id="{C4816433-6BAC-4C19-BC78-56F169B32090}"/>
              </a:ext>
            </a:extLst>
          </p:cNvPr>
          <p:cNvSpPr>
            <a:spLocks xmlns:a="http://schemas.openxmlformats.org/drawingml/2006/main" noGrp="1"/>
          </p:cNvSpPr>
          <p:nvPr/>
        </p:nvSpPr>
        <p:spPr>
          <a:xfrm xmlns:a="http://schemas.openxmlformats.org/drawingml/2006/main">
            <a:off x="7959913" y="4347727"/>
            <a:ext cx="14468" cy="25124"/>
          </a:xfrm>
          <a:custGeom xmlns:a="http://schemas.openxmlformats.org/drawingml/2006/main">
            <a:pathLst>
              <a:path w="14468" h="25124">
                <a:moveTo>
                  <a:pt x="0" y="0"/>
                </a:moveTo>
                <a:lnTo>
                  <a:pt x="14468" y="25124"/>
                </a:lnTo>
              </a:path>
            </a:pathLst>
          </a:custGeom>
          <a:noFill xmlns:a="http://schemas.openxmlformats.org/drawingml/2006/main"/>
          <a:ln xmlns:a="http://schemas.openxmlformats.org/drawingml/2006/main" w="28575">
            <a:solidFill>
              <a:srgbClr val="166B68"/>
            </a:solidFill>
            <a:prstDash val="solid"/>
          </a:ln>
        </p:spPr>
      </p:sp>
      <p:sp>
        <p:nvSpPr>
          <p:cNvPr id="42" name="">
            <a:extLst xmlns:a="http://schemas.openxmlformats.org/drawingml/2006/main">
              <a:ext uri="{FF2B5EF4-FFF2-40B4-BE49-F238E27FC236}">
                <a16:creationId xmlns:a16="http://schemas.microsoft.com/office/drawing/2014/main" id="{BD549094-04F9-42BD-8292-31EBA3EEC656}"/>
              </a:ext>
            </a:extLst>
          </p:cNvPr>
          <p:cNvSpPr>
            <a:spLocks xmlns:a="http://schemas.openxmlformats.org/drawingml/2006/main" noGrp="1"/>
          </p:cNvSpPr>
          <p:nvPr/>
        </p:nvSpPr>
        <p:spPr>
          <a:xfrm xmlns:a="http://schemas.openxmlformats.org/drawingml/2006/main">
            <a:off x="7974381" y="4372851"/>
            <a:ext cx="13312" cy="25755"/>
          </a:xfrm>
          <a:custGeom xmlns:a="http://schemas.openxmlformats.org/drawingml/2006/main">
            <a:pathLst>
              <a:path w="13312" h="25755">
                <a:moveTo>
                  <a:pt x="0" y="0"/>
                </a:moveTo>
                <a:lnTo>
                  <a:pt x="13312" y="25755"/>
                </a:lnTo>
              </a:path>
            </a:pathLst>
          </a:custGeom>
          <a:noFill xmlns:a="http://schemas.openxmlformats.org/drawingml/2006/main"/>
          <a:ln xmlns:a="http://schemas.openxmlformats.org/drawingml/2006/main" w="28575">
            <a:solidFill>
              <a:srgbClr val="166B68"/>
            </a:solidFill>
            <a:prstDash val="solid"/>
          </a:ln>
        </p:spPr>
      </p:sp>
      <p:sp>
        <p:nvSpPr>
          <p:cNvPr id="43" name="">
            <a:extLst xmlns:a="http://schemas.openxmlformats.org/drawingml/2006/main">
              <a:ext uri="{FF2B5EF4-FFF2-40B4-BE49-F238E27FC236}">
                <a16:creationId xmlns:a16="http://schemas.microsoft.com/office/drawing/2014/main" id="{3E463D9B-2508-45B7-8104-2DF8D2F61DB6}"/>
              </a:ext>
            </a:extLst>
          </p:cNvPr>
          <p:cNvSpPr>
            <a:spLocks xmlns:a="http://schemas.openxmlformats.org/drawingml/2006/main" noGrp="1"/>
          </p:cNvSpPr>
          <p:nvPr/>
        </p:nvSpPr>
        <p:spPr>
          <a:xfrm xmlns:a="http://schemas.openxmlformats.org/drawingml/2006/main">
            <a:off x="7987694" y="4398606"/>
            <a:ext cx="12129" cy="26333"/>
          </a:xfrm>
          <a:custGeom xmlns:a="http://schemas.openxmlformats.org/drawingml/2006/main">
            <a:pathLst>
              <a:path w="12129" h="26333">
                <a:moveTo>
                  <a:pt x="0" y="0"/>
                </a:moveTo>
                <a:lnTo>
                  <a:pt x="12129" y="26333"/>
                </a:lnTo>
              </a:path>
            </a:pathLst>
          </a:custGeom>
          <a:noFill xmlns:a="http://schemas.openxmlformats.org/drawingml/2006/main"/>
          <a:ln xmlns:a="http://schemas.openxmlformats.org/drawingml/2006/main" w="28575">
            <a:solidFill>
              <a:srgbClr val="166B68"/>
            </a:solidFill>
            <a:prstDash val="solid"/>
          </a:ln>
        </p:spPr>
      </p:sp>
      <p:sp>
        <p:nvSpPr>
          <p:cNvPr id="44" name="">
            <a:extLst xmlns:a="http://schemas.openxmlformats.org/drawingml/2006/main">
              <a:ext uri="{FF2B5EF4-FFF2-40B4-BE49-F238E27FC236}">
                <a16:creationId xmlns:a16="http://schemas.microsoft.com/office/drawing/2014/main" id="{BD3B3E00-063F-4D6C-8B3C-A829A16ADEC4}"/>
              </a:ext>
            </a:extLst>
          </p:cNvPr>
          <p:cNvSpPr>
            <a:spLocks xmlns:a="http://schemas.openxmlformats.org/drawingml/2006/main" noGrp="1"/>
          </p:cNvSpPr>
          <p:nvPr/>
        </p:nvSpPr>
        <p:spPr>
          <a:xfrm xmlns:a="http://schemas.openxmlformats.org/drawingml/2006/main">
            <a:off x="7999822" y="4424940"/>
            <a:ext cx="10920" cy="26857"/>
          </a:xfrm>
          <a:custGeom xmlns:a="http://schemas.openxmlformats.org/drawingml/2006/main">
            <a:pathLst>
              <a:path w="10920" h="26857">
                <a:moveTo>
                  <a:pt x="0" y="0"/>
                </a:moveTo>
                <a:lnTo>
                  <a:pt x="10920" y="26857"/>
                </a:lnTo>
              </a:path>
            </a:pathLst>
          </a:custGeom>
          <a:noFill xmlns:a="http://schemas.openxmlformats.org/drawingml/2006/main"/>
          <a:ln xmlns:a="http://schemas.openxmlformats.org/drawingml/2006/main" w="28575">
            <a:solidFill>
              <a:srgbClr val="166B68"/>
            </a:solidFill>
            <a:prstDash val="solid"/>
          </a:ln>
        </p:spPr>
      </p:sp>
      <p:sp>
        <p:nvSpPr>
          <p:cNvPr id="45" name="">
            <a:extLst xmlns:a="http://schemas.openxmlformats.org/drawingml/2006/main">
              <a:ext uri="{FF2B5EF4-FFF2-40B4-BE49-F238E27FC236}">
                <a16:creationId xmlns:a16="http://schemas.microsoft.com/office/drawing/2014/main" id="{2B0F4B17-6566-4948-9587-01BB2E862292}"/>
              </a:ext>
            </a:extLst>
          </p:cNvPr>
          <p:cNvSpPr>
            <a:spLocks xmlns:a="http://schemas.openxmlformats.org/drawingml/2006/main" noGrp="1"/>
          </p:cNvSpPr>
          <p:nvPr/>
        </p:nvSpPr>
        <p:spPr>
          <a:xfrm xmlns:a="http://schemas.openxmlformats.org/drawingml/2006/main">
            <a:off x="8010742" y="4451797"/>
            <a:ext cx="9689" cy="27325"/>
          </a:xfrm>
          <a:custGeom xmlns:a="http://schemas.openxmlformats.org/drawingml/2006/main">
            <a:pathLst>
              <a:path w="9689" h="27325">
                <a:moveTo>
                  <a:pt x="0" y="0"/>
                </a:moveTo>
                <a:lnTo>
                  <a:pt x="9689" y="27325"/>
                </a:lnTo>
              </a:path>
            </a:pathLst>
          </a:custGeom>
          <a:noFill xmlns:a="http://schemas.openxmlformats.org/drawingml/2006/main"/>
          <a:ln xmlns:a="http://schemas.openxmlformats.org/drawingml/2006/main" w="28575">
            <a:solidFill>
              <a:srgbClr val="166B68"/>
            </a:solidFill>
            <a:prstDash val="solid"/>
          </a:ln>
        </p:spPr>
      </p:sp>
      <p:sp>
        <p:nvSpPr>
          <p:cNvPr id="46" name="">
            <a:extLst xmlns:a="http://schemas.openxmlformats.org/drawingml/2006/main">
              <a:ext uri="{FF2B5EF4-FFF2-40B4-BE49-F238E27FC236}">
                <a16:creationId xmlns:a16="http://schemas.microsoft.com/office/drawing/2014/main" id="{B2223BD6-E4DE-4C38-829B-58296D2A6A01}"/>
              </a:ext>
            </a:extLst>
          </p:cNvPr>
          <p:cNvSpPr>
            <a:spLocks xmlns:a="http://schemas.openxmlformats.org/drawingml/2006/main" noGrp="1"/>
          </p:cNvSpPr>
          <p:nvPr/>
        </p:nvSpPr>
        <p:spPr>
          <a:xfrm xmlns:a="http://schemas.openxmlformats.org/drawingml/2006/main">
            <a:off x="8020431" y="4479122"/>
            <a:ext cx="9525" cy="27737"/>
          </a:xfrm>
          <a:custGeom xmlns:a="http://schemas.openxmlformats.org/drawingml/2006/main">
            <a:pathLst>
              <a:path w="9525" h="27737">
                <a:moveTo>
                  <a:pt x="0" y="0"/>
                </a:moveTo>
                <a:lnTo>
                  <a:pt x="8438" y="27737"/>
                </a:lnTo>
              </a:path>
            </a:pathLst>
          </a:custGeom>
          <a:noFill xmlns:a="http://schemas.openxmlformats.org/drawingml/2006/main"/>
          <a:ln xmlns:a="http://schemas.openxmlformats.org/drawingml/2006/main" w="28575">
            <a:solidFill>
              <a:srgbClr val="166B68"/>
            </a:solidFill>
            <a:prstDash val="solid"/>
          </a:ln>
        </p:spPr>
      </p:sp>
      <p:sp>
        <p:nvSpPr>
          <p:cNvPr id="47" name="">
            <a:extLst xmlns:a="http://schemas.openxmlformats.org/drawingml/2006/main">
              <a:ext uri="{FF2B5EF4-FFF2-40B4-BE49-F238E27FC236}">
                <a16:creationId xmlns:a16="http://schemas.microsoft.com/office/drawing/2014/main" id="{E09ED1C5-063D-4BBC-A91B-86CEFEF3DBDC}"/>
              </a:ext>
            </a:extLst>
          </p:cNvPr>
          <p:cNvSpPr>
            <a:spLocks xmlns:a="http://schemas.openxmlformats.org/drawingml/2006/main" noGrp="1"/>
          </p:cNvSpPr>
          <p:nvPr/>
        </p:nvSpPr>
        <p:spPr>
          <a:xfrm xmlns:a="http://schemas.openxmlformats.org/drawingml/2006/main">
            <a:off x="8028869" y="4506859"/>
            <a:ext cx="9525" cy="28092"/>
          </a:xfrm>
          <a:custGeom xmlns:a="http://schemas.openxmlformats.org/drawingml/2006/main">
            <a:pathLst>
              <a:path w="9525" h="28092">
                <a:moveTo>
                  <a:pt x="0" y="0"/>
                </a:moveTo>
                <a:lnTo>
                  <a:pt x="7170" y="28092"/>
                </a:lnTo>
              </a:path>
            </a:pathLst>
          </a:custGeom>
          <a:noFill xmlns:a="http://schemas.openxmlformats.org/drawingml/2006/main"/>
          <a:ln xmlns:a="http://schemas.openxmlformats.org/drawingml/2006/main" w="28575">
            <a:solidFill>
              <a:srgbClr val="166B68"/>
            </a:solidFill>
            <a:prstDash val="solid"/>
          </a:ln>
        </p:spPr>
      </p:sp>
      <p:sp>
        <p:nvSpPr>
          <p:cNvPr id="48" name="">
            <a:extLst xmlns:a="http://schemas.openxmlformats.org/drawingml/2006/main">
              <a:ext uri="{FF2B5EF4-FFF2-40B4-BE49-F238E27FC236}">
                <a16:creationId xmlns:a16="http://schemas.microsoft.com/office/drawing/2014/main" id="{C9BD42B5-2082-4403-BB8E-C13E140CB99C}"/>
              </a:ext>
            </a:extLst>
          </p:cNvPr>
          <p:cNvSpPr>
            <a:spLocks xmlns:a="http://schemas.openxmlformats.org/drawingml/2006/main" noGrp="1"/>
          </p:cNvSpPr>
          <p:nvPr/>
        </p:nvSpPr>
        <p:spPr>
          <a:xfrm xmlns:a="http://schemas.openxmlformats.org/drawingml/2006/main">
            <a:off x="8036039" y="4534950"/>
            <a:ext cx="9525" cy="28388"/>
          </a:xfrm>
          <a:custGeom xmlns:a="http://schemas.openxmlformats.org/drawingml/2006/main">
            <a:pathLst>
              <a:path w="9525" h="28388">
                <a:moveTo>
                  <a:pt x="0" y="0"/>
                </a:moveTo>
                <a:lnTo>
                  <a:pt x="5886" y="28388"/>
                </a:lnTo>
              </a:path>
            </a:pathLst>
          </a:custGeom>
          <a:noFill xmlns:a="http://schemas.openxmlformats.org/drawingml/2006/main"/>
          <a:ln xmlns:a="http://schemas.openxmlformats.org/drawingml/2006/main" w="28575">
            <a:solidFill>
              <a:srgbClr val="166B68"/>
            </a:solidFill>
            <a:prstDash val="solid"/>
          </a:ln>
        </p:spPr>
      </p:sp>
      <p:sp>
        <p:nvSpPr>
          <p:cNvPr id="49" name="">
            <a:extLst xmlns:a="http://schemas.openxmlformats.org/drawingml/2006/main">
              <a:ext uri="{FF2B5EF4-FFF2-40B4-BE49-F238E27FC236}">
                <a16:creationId xmlns:a16="http://schemas.microsoft.com/office/drawing/2014/main" id="{ABDD3BB6-3544-4700-94E4-F8FD4179E0B7}"/>
              </a:ext>
            </a:extLst>
          </p:cNvPr>
          <p:cNvSpPr>
            <a:spLocks xmlns:a="http://schemas.openxmlformats.org/drawingml/2006/main" noGrp="1"/>
          </p:cNvSpPr>
          <p:nvPr/>
        </p:nvSpPr>
        <p:spPr>
          <a:xfrm xmlns:a="http://schemas.openxmlformats.org/drawingml/2006/main">
            <a:off x="8041925" y="4563339"/>
            <a:ext cx="9525" cy="28626"/>
          </a:xfrm>
          <a:custGeom xmlns:a="http://schemas.openxmlformats.org/drawingml/2006/main">
            <a:pathLst>
              <a:path w="9525" h="28626">
                <a:moveTo>
                  <a:pt x="0" y="0"/>
                </a:moveTo>
                <a:lnTo>
                  <a:pt x="4591" y="28626"/>
                </a:lnTo>
              </a:path>
            </a:pathLst>
          </a:custGeom>
          <a:noFill xmlns:a="http://schemas.openxmlformats.org/drawingml/2006/main"/>
          <a:ln xmlns:a="http://schemas.openxmlformats.org/drawingml/2006/main" w="28575">
            <a:solidFill>
              <a:srgbClr val="166B68"/>
            </a:solidFill>
            <a:prstDash val="solid"/>
          </a:ln>
        </p:spPr>
      </p:sp>
      <p:sp>
        <p:nvSpPr>
          <p:cNvPr id="50" name="">
            <a:extLst xmlns:a="http://schemas.openxmlformats.org/drawingml/2006/main">
              <a:ext uri="{FF2B5EF4-FFF2-40B4-BE49-F238E27FC236}">
                <a16:creationId xmlns:a16="http://schemas.microsoft.com/office/drawing/2014/main" id="{B5AB9C79-E113-496B-89DE-D3156B9CEF71}"/>
              </a:ext>
            </a:extLst>
          </p:cNvPr>
          <p:cNvSpPr>
            <a:spLocks xmlns:a="http://schemas.openxmlformats.org/drawingml/2006/main" noGrp="1"/>
          </p:cNvSpPr>
          <p:nvPr/>
        </p:nvSpPr>
        <p:spPr>
          <a:xfrm xmlns:a="http://schemas.openxmlformats.org/drawingml/2006/main">
            <a:off x="8046516" y="4591965"/>
            <a:ext cx="9525" cy="28805"/>
          </a:xfrm>
          <a:custGeom xmlns:a="http://schemas.openxmlformats.org/drawingml/2006/main">
            <a:pathLst>
              <a:path w="9525" h="28805">
                <a:moveTo>
                  <a:pt x="0" y="0"/>
                </a:moveTo>
                <a:lnTo>
                  <a:pt x="3286" y="28805"/>
                </a:lnTo>
              </a:path>
            </a:pathLst>
          </a:custGeom>
          <a:noFill xmlns:a="http://schemas.openxmlformats.org/drawingml/2006/main"/>
          <a:ln xmlns:a="http://schemas.openxmlformats.org/drawingml/2006/main" w="28575">
            <a:solidFill>
              <a:srgbClr val="166B68"/>
            </a:solidFill>
            <a:prstDash val="solid"/>
          </a:ln>
        </p:spPr>
      </p:sp>
      <p:sp>
        <p:nvSpPr>
          <p:cNvPr id="51" name="">
            <a:extLst xmlns:a="http://schemas.openxmlformats.org/drawingml/2006/main">
              <a:ext uri="{FF2B5EF4-FFF2-40B4-BE49-F238E27FC236}">
                <a16:creationId xmlns:a16="http://schemas.microsoft.com/office/drawing/2014/main" id="{D48E0195-1777-46A2-962B-754D9418304D}"/>
              </a:ext>
            </a:extLst>
          </p:cNvPr>
          <p:cNvSpPr>
            <a:spLocks xmlns:a="http://schemas.openxmlformats.org/drawingml/2006/main" noGrp="1"/>
          </p:cNvSpPr>
          <p:nvPr/>
        </p:nvSpPr>
        <p:spPr>
          <a:xfrm xmlns:a="http://schemas.openxmlformats.org/drawingml/2006/main">
            <a:off x="8049802" y="4620770"/>
            <a:ext cx="9525" cy="28925"/>
          </a:xfrm>
          <a:custGeom xmlns:a="http://schemas.openxmlformats.org/drawingml/2006/main">
            <a:pathLst>
              <a:path w="9525" h="28925">
                <a:moveTo>
                  <a:pt x="0" y="0"/>
                </a:moveTo>
                <a:lnTo>
                  <a:pt x="1974" y="28925"/>
                </a:lnTo>
              </a:path>
            </a:pathLst>
          </a:custGeom>
          <a:noFill xmlns:a="http://schemas.openxmlformats.org/drawingml/2006/main"/>
          <a:ln xmlns:a="http://schemas.openxmlformats.org/drawingml/2006/main" w="28575">
            <a:solidFill>
              <a:srgbClr val="166B68"/>
            </a:solidFill>
            <a:prstDash val="solid"/>
          </a:ln>
        </p:spPr>
      </p:sp>
      <p:sp>
        <p:nvSpPr>
          <p:cNvPr id="52" name="">
            <a:extLst xmlns:a="http://schemas.openxmlformats.org/drawingml/2006/main">
              <a:ext uri="{FF2B5EF4-FFF2-40B4-BE49-F238E27FC236}">
                <a16:creationId xmlns:a16="http://schemas.microsoft.com/office/drawing/2014/main" id="{5AA43F84-867D-47AE-B5FE-4AF32B6BFA11}"/>
              </a:ext>
            </a:extLst>
          </p:cNvPr>
          <p:cNvSpPr>
            <a:spLocks xmlns:a="http://schemas.openxmlformats.org/drawingml/2006/main" noGrp="1"/>
          </p:cNvSpPr>
          <p:nvPr/>
        </p:nvSpPr>
        <p:spPr>
          <a:xfrm xmlns:a="http://schemas.openxmlformats.org/drawingml/2006/main">
            <a:off x="8051776" y="4649695"/>
            <a:ext cx="9525" cy="28985"/>
          </a:xfrm>
          <a:custGeom xmlns:a="http://schemas.openxmlformats.org/drawingml/2006/main">
            <a:pathLst>
              <a:path w="9525" h="28985">
                <a:moveTo>
                  <a:pt x="0" y="0"/>
                </a:moveTo>
                <a:lnTo>
                  <a:pt x="659" y="28985"/>
                </a:lnTo>
              </a:path>
            </a:pathLst>
          </a:custGeom>
          <a:noFill xmlns:a="http://schemas.openxmlformats.org/drawingml/2006/main"/>
          <a:ln xmlns:a="http://schemas.openxmlformats.org/drawingml/2006/main" w="28575">
            <a:solidFill>
              <a:srgbClr val="166B68"/>
            </a:solidFill>
            <a:prstDash val="solid"/>
          </a:ln>
        </p:spPr>
      </p:sp>
      <p:sp>
        <p:nvSpPr>
          <p:cNvPr id="53" name="">
            <a:extLst xmlns:a="http://schemas.openxmlformats.org/drawingml/2006/main">
              <a:ext uri="{FF2B5EF4-FFF2-40B4-BE49-F238E27FC236}">
                <a16:creationId xmlns:a16="http://schemas.microsoft.com/office/drawing/2014/main" id="{A3B6C5BB-99E8-4AA0-8EB6-B7A6E98E515E}"/>
              </a:ext>
            </a:extLst>
          </p:cNvPr>
          <p:cNvSpPr>
            <a:spLocks xmlns:a="http://schemas.openxmlformats.org/drawingml/2006/main" noGrp="1"/>
          </p:cNvSpPr>
          <p:nvPr/>
        </p:nvSpPr>
        <p:spPr>
          <a:xfrm xmlns:a="http://schemas.openxmlformats.org/drawingml/2006/main">
            <a:off x="7890510" y="401193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a:solidFill>
                  <a:srgbClr val="166B68"/>
                </a:solidFill>
                <a:latin typeface="Yu Gothic"/>
                <a:ea typeface="Yu Gothic"/>
                <a:cs typeface="Yu Gothic"/>
              </a:defRPr>
            </a:defPPr>
            <a:lvl1pPr>
              <a:defRPr sz="2100">
                <a:solidFill>
                  <a:srgbClr val="166B68"/>
                </a:solidFill>
                <a:latin typeface="Yu Gothic"/>
                <a:ea typeface="Yu Gothic"/>
                <a:cs typeface="Yu Gothic"/>
              </a:defRPr>
            </a:lvl1pPr>
            <a:lvl2pPr>
              <a:defRPr sz="2100">
                <a:solidFill>
                  <a:srgbClr val="166B68"/>
                </a:solidFill>
                <a:latin typeface="Yu Gothic"/>
                <a:ea typeface="Yu Gothic"/>
                <a:cs typeface="Yu Gothic"/>
              </a:defRPr>
            </a:lvl2pPr>
            <a:lvl3pPr>
              <a:defRPr sz="2100">
                <a:solidFill>
                  <a:srgbClr val="166B68"/>
                </a:solidFill>
                <a:latin typeface="Yu Gothic"/>
                <a:ea typeface="Yu Gothic"/>
                <a:cs typeface="Yu Gothic"/>
              </a:defRPr>
            </a:lvl3pPr>
            <a:lvl4pPr>
              <a:defRPr sz="2100">
                <a:solidFill>
                  <a:srgbClr val="166B68"/>
                </a:solidFill>
                <a:latin typeface="Yu Gothic"/>
                <a:ea typeface="Yu Gothic"/>
                <a:cs typeface="Yu Gothic"/>
              </a:defRPr>
            </a:lvl4pPr>
            <a:lvl5pPr>
              <a:defRPr sz="2100">
                <a:solidFill>
                  <a:srgbClr val="166B68"/>
                </a:solidFill>
                <a:latin typeface="Yu Gothic"/>
                <a:ea typeface="Yu Gothic"/>
                <a:cs typeface="Yu Gothic"/>
              </a:defRPr>
            </a:lvl5pPr>
            <a:lvl6pPr>
              <a:defRPr sz="2100">
                <a:solidFill>
                  <a:srgbClr val="166B68"/>
                </a:solidFill>
                <a:latin typeface="Yu Gothic"/>
                <a:ea typeface="Yu Gothic"/>
                <a:cs typeface="Yu Gothic"/>
              </a:defRPr>
            </a:lvl6pPr>
            <a:lvl7pPr>
              <a:defRPr sz="2100">
                <a:solidFill>
                  <a:srgbClr val="166B68"/>
                </a:solidFill>
                <a:latin typeface="Yu Gothic"/>
                <a:ea typeface="Yu Gothic"/>
                <a:cs typeface="Yu Gothic"/>
              </a:defRPr>
            </a:lvl7pPr>
            <a:lvl8pPr>
              <a:defRPr sz="2100">
                <a:solidFill>
                  <a:srgbClr val="166B68"/>
                </a:solidFill>
                <a:latin typeface="Yu Gothic"/>
                <a:ea typeface="Yu Gothic"/>
                <a:cs typeface="Yu Gothic"/>
              </a:defRPr>
            </a:lvl8pPr>
            <a:lvl9pPr>
              <a:defRPr sz="2100">
                <a:solidFill>
                  <a:srgbClr val="166B68"/>
                </a:solidFill>
                <a:latin typeface="Yu Gothic"/>
                <a:ea typeface="Yu Gothic"/>
                <a:cs typeface="Yu Gothic"/>
              </a:defRPr>
            </a:lvl9pPr>
          </a:lstStyle>
          <a:p xmlns:a="http://schemas.openxmlformats.org/drawingml/2006/main">
            <a:pPr>
              <a:defRPr sz="2100">
                <a:solidFill>
                  <a:srgbClr val="166B68"/>
                </a:solidFill>
                <a:latin typeface="Yu Gothic"/>
                <a:ea typeface="Yu Gothic"/>
                <a:cs typeface="Yu Gothic"/>
              </a:defRPr>
            </a:pPr>
            <a:r>
              <a:rPr sz="2100">
                <a:solidFill>
                  <a:srgbClr val="166B68"/>
                </a:solidFill>
                <a:latin typeface="Yu Gothic"/>
                <a:ea typeface="Yu Gothic"/>
                <a:cs typeface="Yu Gothic"/>
              </a:rPr>
              <a:t>？</a:t>
            </a:r>
          </a:p>
        </p:txBody>
      </p:sp>
      <p:sp>
        <p:nvSpPr>
          <p:cNvPr id="54" name="">
            <a:extLst xmlns:a="http://schemas.openxmlformats.org/drawingml/2006/main">
              <a:ext uri="{FF2B5EF4-FFF2-40B4-BE49-F238E27FC236}">
                <a16:creationId xmlns:a16="http://schemas.microsoft.com/office/drawing/2014/main" id="{8AFCCAD7-B6B2-4D54-9C41-9E3FF5A8EFDE}"/>
              </a:ext>
            </a:extLst>
          </p:cNvPr>
          <p:cNvSpPr>
            <a:spLocks xmlns:a="http://schemas.openxmlformats.org/drawingml/2006/main" noGrp="1"/>
          </p:cNvSpPr>
          <p:nvPr/>
        </p:nvSpPr>
        <p:spPr>
          <a:xfrm xmlns:a="http://schemas.openxmlformats.org/drawingml/2006/main">
            <a:off x="6191250" y="5553075"/>
            <a:ext cx="509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a:solidFill>
                  <a:srgbClr val="52616A"/>
                </a:solidFill>
                <a:latin typeface="Yu Gothic"/>
                <a:ea typeface="Yu Gothic"/>
                <a:cs typeface="Yu Gothic"/>
              </a:defRPr>
            </a:defPPr>
            <a:lvl1pPr>
              <a:defRPr sz="1500">
                <a:solidFill>
                  <a:srgbClr val="52616A"/>
                </a:solidFill>
                <a:latin typeface="Yu Gothic"/>
                <a:ea typeface="Yu Gothic"/>
                <a:cs typeface="Yu Gothic"/>
              </a:defRPr>
            </a:lvl1pPr>
            <a:lvl2pPr>
              <a:defRPr sz="1500">
                <a:solidFill>
                  <a:srgbClr val="52616A"/>
                </a:solidFill>
                <a:latin typeface="Yu Gothic"/>
                <a:ea typeface="Yu Gothic"/>
                <a:cs typeface="Yu Gothic"/>
              </a:defRPr>
            </a:lvl2pPr>
            <a:lvl3pPr>
              <a:defRPr sz="1500">
                <a:solidFill>
                  <a:srgbClr val="52616A"/>
                </a:solidFill>
                <a:latin typeface="Yu Gothic"/>
                <a:ea typeface="Yu Gothic"/>
                <a:cs typeface="Yu Gothic"/>
              </a:defRPr>
            </a:lvl3pPr>
            <a:lvl4pPr>
              <a:defRPr sz="1500">
                <a:solidFill>
                  <a:srgbClr val="52616A"/>
                </a:solidFill>
                <a:latin typeface="Yu Gothic"/>
                <a:ea typeface="Yu Gothic"/>
                <a:cs typeface="Yu Gothic"/>
              </a:defRPr>
            </a:lvl4pPr>
            <a:lvl5pPr>
              <a:defRPr sz="1500">
                <a:solidFill>
                  <a:srgbClr val="52616A"/>
                </a:solidFill>
                <a:latin typeface="Yu Gothic"/>
                <a:ea typeface="Yu Gothic"/>
                <a:cs typeface="Yu Gothic"/>
              </a:defRPr>
            </a:lvl5pPr>
            <a:lvl6pPr>
              <a:defRPr sz="1500">
                <a:solidFill>
                  <a:srgbClr val="52616A"/>
                </a:solidFill>
                <a:latin typeface="Yu Gothic"/>
                <a:ea typeface="Yu Gothic"/>
                <a:cs typeface="Yu Gothic"/>
              </a:defRPr>
            </a:lvl6pPr>
            <a:lvl7pPr>
              <a:defRPr sz="1500">
                <a:solidFill>
                  <a:srgbClr val="52616A"/>
                </a:solidFill>
                <a:latin typeface="Yu Gothic"/>
                <a:ea typeface="Yu Gothic"/>
                <a:cs typeface="Yu Gothic"/>
              </a:defRPr>
            </a:lvl7pPr>
            <a:lvl8pPr>
              <a:defRPr sz="1500">
                <a:solidFill>
                  <a:srgbClr val="52616A"/>
                </a:solidFill>
                <a:latin typeface="Yu Gothic"/>
                <a:ea typeface="Yu Gothic"/>
                <a:cs typeface="Yu Gothic"/>
              </a:defRPr>
            </a:lvl8pPr>
            <a:lvl9pPr>
              <a:defRPr sz="1500">
                <a:solidFill>
                  <a:srgbClr val="52616A"/>
                </a:solidFill>
                <a:latin typeface="Yu Gothic"/>
                <a:ea typeface="Yu Gothic"/>
                <a:cs typeface="Yu Gothic"/>
              </a:defRPr>
            </a:lvl9pPr>
          </a:lstStyle>
          <a:p xmlns:a="http://schemas.openxmlformats.org/drawingml/2006/main">
            <a:pPr>
              <a:defRPr sz="1500">
                <a:solidFill>
                  <a:srgbClr val="52616A"/>
                </a:solidFill>
                <a:latin typeface="Yu Gothic"/>
                <a:ea typeface="Yu Gothic"/>
                <a:cs typeface="Yu Gothic"/>
              </a:defRPr>
            </a:pPr>
            <a:r>
              <a:rPr sz="1500">
                <a:solidFill>
                  <a:srgbClr val="52616A"/>
                </a:solidFill>
                <a:latin typeface="Yu Gothic"/>
                <a:ea typeface="Yu Gothic"/>
                <a:cs typeface="Yu Gothic"/>
              </a:rPr>
              <a:t>模式図：OEを誇張（縮尺どおりでない）</a:t>
            </a:r>
          </a:p>
        </p:txBody>
      </p:sp>
    </p:spTree>
    <p:extLst>
      <p:ext uri="{BB962C8B-B14F-4D97-AF65-F5344CB8AC3E}">
        <p14:creationId xmlns:p14="http://schemas.microsoft.com/office/powerpoint/2010/main" val="1742483293"/>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CC0A732-2B68-4E88-8735-45BA3F3C36D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9EC877E-A703-497D-88C9-38FEB56AE94C}"/>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4-9 まとめ｜85–90分</a:t>
            </a:r>
          </a:p>
        </p:txBody>
      </p:sp>
      <p:sp>
        <p:nvSpPr>
          <p:cNvPr id="3" name="">
            <a:extLst xmlns:a="http://schemas.openxmlformats.org/drawingml/2006/main">
              <a:ext uri="{FF2B5EF4-FFF2-40B4-BE49-F238E27FC236}">
                <a16:creationId xmlns:a16="http://schemas.microsoft.com/office/drawing/2014/main" id="{91EC4781-FF9F-42F4-987B-A4AE91198022}"/>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読み→結果→点検→採用をつなぐ</a:t>
            </a:r>
          </a:p>
        </p:txBody>
      </p:sp>
      <p:sp>
        <p:nvSpPr>
          <p:cNvPr id="4" name="">
            <a:extLst xmlns:a="http://schemas.openxmlformats.org/drawingml/2006/main">
              <a:ext uri="{FF2B5EF4-FFF2-40B4-BE49-F238E27FC236}">
                <a16:creationId xmlns:a16="http://schemas.microsoft.com/office/drawing/2014/main" id="{1DD99C08-4930-48C4-BD0D-A90CF1AF7A65}"/>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047505D-C4A4-49F6-B6E5-7FFABA0D9C71}"/>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611806CF-CDD8-4DB1-BE35-0A2C44A93734}"/>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48</a:t>
            </a:r>
          </a:p>
        </p:txBody>
      </p:sp>
      <p:sp>
        <p:nvSpPr>
          <p:cNvPr id="7" name="">
            <a:extLst xmlns:a="http://schemas.openxmlformats.org/drawingml/2006/main">
              <a:ext uri="{FF2B5EF4-FFF2-40B4-BE49-F238E27FC236}">
                <a16:creationId xmlns:a16="http://schemas.microsoft.com/office/drawing/2014/main" id="{72EB2BDC-C370-4E9B-B450-C82618917198}"/>
              </a:ext>
            </a:extLst>
          </p:cNvPr>
          <p:cNvSpPr>
            <a:spLocks xmlns:a="http://schemas.openxmlformats.org/drawingml/2006/main" noGrp="1"/>
          </p:cNvSpPr>
          <p:nvPr/>
        </p:nvSpPr>
        <p:spPr>
          <a:xfrm xmlns:a="http://schemas.openxmlformats.org/drawingml/2006/main">
            <a:off x="6076950" y="1714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8" name="">
            <a:extLst xmlns:a="http://schemas.openxmlformats.org/drawingml/2006/main">
              <a:ext uri="{FF2B5EF4-FFF2-40B4-BE49-F238E27FC236}">
                <a16:creationId xmlns:a16="http://schemas.microsoft.com/office/drawing/2014/main" id="{A5068E52-08F5-4264-AD64-0667887237D4}"/>
              </a:ext>
            </a:extLst>
          </p:cNvPr>
          <p:cNvSpPr>
            <a:spLocks xmlns:a="http://schemas.openxmlformats.org/drawingml/2006/main" noGrp="1"/>
          </p:cNvSpPr>
          <p:nvPr/>
        </p:nvSpPr>
        <p:spPr>
          <a:xfrm xmlns:a="http://schemas.openxmlformats.org/drawingml/2006/main">
            <a:off x="74295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水平：零方向を引いてから</a:t>
            </a:r>
          </a:p>
        </p:txBody>
      </p:sp>
      <p:sp>
        <p:nvSpPr>
          <p:cNvPr id="9" name="">
            <a:extLst xmlns:a="http://schemas.openxmlformats.org/drawingml/2006/main">
              <a:ext uri="{FF2B5EF4-FFF2-40B4-BE49-F238E27FC236}">
                <a16:creationId xmlns:a16="http://schemas.microsoft.com/office/drawing/2014/main" id="{59C8CBAE-C404-4181-8AA1-E3C618844A96}"/>
              </a:ext>
            </a:extLst>
          </p:cNvPr>
          <p:cNvSpPr>
            <a:spLocks xmlns:a="http://schemas.openxmlformats.org/drawingml/2006/main" noGrp="1"/>
          </p:cNvSpPr>
          <p:nvPr/>
        </p:nvSpPr>
        <p:spPr>
          <a:xfrm xmlns:a="http://schemas.openxmlformats.org/drawingml/2006/main">
            <a:off x="647700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鉛直：真上が基準</a:t>
            </a:r>
          </a:p>
        </p:txBody>
      </p:sp>
      <p:sp>
        <p:nvSpPr>
          <p:cNvPr id="10" name="">
            <a:extLst xmlns:a="http://schemas.openxmlformats.org/drawingml/2006/main">
              <a:ext uri="{FF2B5EF4-FFF2-40B4-BE49-F238E27FC236}">
                <a16:creationId xmlns:a16="http://schemas.microsoft.com/office/drawing/2014/main" id="{2E5D8436-40DA-4E4E-9FEA-547F59778E95}"/>
              </a:ext>
            </a:extLst>
          </p:cNvPr>
          <p:cNvSpPr>
            <a:spLocks xmlns:a="http://schemas.openxmlformats.org/drawingml/2006/main" noGrp="1"/>
          </p:cNvSpPr>
          <p:nvPr/>
        </p:nvSpPr>
        <p:spPr>
          <a:xfrm xmlns:a="http://schemas.openxmlformats.org/drawingml/2006/main">
            <a:off x="110490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倍角D＝p＋q、較差C＝p−q</a:t>
            </a:r>
          </a:p>
        </p:txBody>
      </p:sp>
      <p:sp>
        <p:nvSpPr>
          <p:cNvPr id="11" name="">
            <a:extLst xmlns:a="http://schemas.openxmlformats.org/drawingml/2006/main">
              <a:ext uri="{FF2B5EF4-FFF2-40B4-BE49-F238E27FC236}">
                <a16:creationId xmlns:a16="http://schemas.microsoft.com/office/drawing/2014/main" id="{98BF84C5-3232-45AD-A530-181A710FD999}"/>
              </a:ext>
            </a:extLst>
          </p:cNvPr>
          <p:cNvSpPr>
            <a:spLocks xmlns:a="http://schemas.openxmlformats.org/drawingml/2006/main" noGrp="1"/>
          </p:cNvSpPr>
          <p:nvPr/>
        </p:nvSpPr>
        <p:spPr>
          <a:xfrm xmlns:a="http://schemas.openxmlformats.org/drawingml/2006/main">
            <a:off x="110490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対回間の最大−最小を点検</a:t>
            </a:r>
          </a:p>
        </p:txBody>
      </p:sp>
      <p:sp>
        <p:nvSpPr>
          <p:cNvPr id="12" name="">
            <a:extLst xmlns:a="http://schemas.openxmlformats.org/drawingml/2006/main">
              <a:ext uri="{FF2B5EF4-FFF2-40B4-BE49-F238E27FC236}">
                <a16:creationId xmlns:a16="http://schemas.microsoft.com/office/drawing/2014/main" id="{29C8EF66-8BFC-46A7-BD65-28DC23396054}"/>
              </a:ext>
            </a:extLst>
          </p:cNvPr>
          <p:cNvSpPr>
            <a:spLocks xmlns:a="http://schemas.openxmlformats.org/drawingml/2006/main" noGrp="1"/>
          </p:cNvSpPr>
          <p:nvPr/>
        </p:nvSpPr>
        <p:spPr>
          <a:xfrm xmlns:a="http://schemas.openxmlformats.org/drawingml/2006/main">
            <a:off x="1104900" y="32956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超過なら原因確認・再測</a:t>
            </a:r>
          </a:p>
        </p:txBody>
      </p:sp>
      <p:sp>
        <p:nvSpPr>
          <p:cNvPr id="13" name="">
            <a:extLst xmlns:a="http://schemas.openxmlformats.org/drawingml/2006/main">
              <a:ext uri="{FF2B5EF4-FFF2-40B4-BE49-F238E27FC236}">
                <a16:creationId xmlns:a16="http://schemas.microsoft.com/office/drawing/2014/main" id="{2C318F38-D305-4375-952B-29592871C58A}"/>
              </a:ext>
            </a:extLst>
          </p:cNvPr>
          <p:cNvSpPr>
            <a:spLocks xmlns:a="http://schemas.openxmlformats.org/drawingml/2006/main" noGrp="1"/>
          </p:cNvSpPr>
          <p:nvPr/>
        </p:nvSpPr>
        <p:spPr>
          <a:xfrm xmlns:a="http://schemas.openxmlformats.org/drawingml/2006/main">
            <a:off x="683895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K＝z正＋z反−360°</a:t>
            </a:r>
          </a:p>
        </p:txBody>
      </p:sp>
      <p:sp>
        <p:nvSpPr>
          <p:cNvPr id="14" name="">
            <a:extLst xmlns:a="http://schemas.openxmlformats.org/drawingml/2006/main">
              <a:ext uri="{FF2B5EF4-FFF2-40B4-BE49-F238E27FC236}">
                <a16:creationId xmlns:a16="http://schemas.microsoft.com/office/drawing/2014/main" id="{2D00B500-11AD-4E23-A532-45E58354B39F}"/>
              </a:ext>
            </a:extLst>
          </p:cNvPr>
          <p:cNvSpPr>
            <a:spLocks xmlns:a="http://schemas.openxmlformats.org/drawingml/2006/main" noGrp="1"/>
          </p:cNvSpPr>
          <p:nvPr/>
        </p:nvSpPr>
        <p:spPr>
          <a:xfrm xmlns:a="http://schemas.openxmlformats.org/drawingml/2006/main">
            <a:off x="683895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Z＝(z正−z反＋360°)/2</a:t>
            </a:r>
          </a:p>
        </p:txBody>
      </p:sp>
      <p:sp>
        <p:nvSpPr>
          <p:cNvPr id="15" name="">
            <a:extLst xmlns:a="http://schemas.openxmlformats.org/drawingml/2006/main">
              <a:ext uri="{FF2B5EF4-FFF2-40B4-BE49-F238E27FC236}">
                <a16:creationId xmlns:a16="http://schemas.microsoft.com/office/drawing/2014/main" id="{CDF1A18A-AB45-409C-8ADD-931BAB624C97}"/>
              </a:ext>
            </a:extLst>
          </p:cNvPr>
          <p:cNvSpPr>
            <a:spLocks xmlns:a="http://schemas.openxmlformats.org/drawingml/2006/main" noGrp="1"/>
          </p:cNvSpPr>
          <p:nvPr/>
        </p:nvSpPr>
        <p:spPr>
          <a:xfrm xmlns:a="http://schemas.openxmlformats.org/drawingml/2006/main">
            <a:off x="6838950" y="32956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α＝90°−Z</a:t>
            </a:r>
          </a:p>
        </p:txBody>
      </p:sp>
      <p:sp>
        <p:nvSpPr>
          <p:cNvPr id="16" name="">
            <a:extLst xmlns:a="http://schemas.openxmlformats.org/drawingml/2006/main">
              <a:ext uri="{FF2B5EF4-FFF2-40B4-BE49-F238E27FC236}">
                <a16:creationId xmlns:a16="http://schemas.microsoft.com/office/drawing/2014/main" id="{56C9B9C7-B639-44E7-8852-4012EC03FB3E}"/>
              </a:ext>
            </a:extLst>
          </p:cNvPr>
          <p:cNvSpPr>
            <a:spLocks xmlns:a="http://schemas.openxmlformats.org/drawingml/2006/main" noGrp="1"/>
          </p:cNvSpPr>
          <p:nvPr/>
        </p:nvSpPr>
        <p:spPr>
          <a:xfrm xmlns:a="http://schemas.openxmlformats.org/drawingml/2006/main">
            <a:off x="1104900" y="5143500"/>
            <a:ext cx="99631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偏心のρ″を使う式は、補足・宿題へ</a:t>
            </a:r>
          </a:p>
        </p:txBody>
      </p:sp>
    </p:spTree>
    <p:extLst>
      <p:ext uri="{BB962C8B-B14F-4D97-AF65-F5344CB8AC3E}">
        <p14:creationId xmlns:p14="http://schemas.microsoft.com/office/powerpoint/2010/main" val="1414956499"/>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678B64A3-408B-4376-947F-C718B4F7CD3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4B61F75F-55CF-4116-8F78-F55FE72DA473}"/>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4-9 まとめ｜85–90分</a:t>
            </a:r>
          </a:p>
        </p:txBody>
      </p:sp>
      <p:sp>
        <p:nvSpPr>
          <p:cNvPr id="3" name="">
            <a:extLst xmlns:a="http://schemas.openxmlformats.org/drawingml/2006/main">
              <a:ext uri="{FF2B5EF4-FFF2-40B4-BE49-F238E27FC236}">
                <a16:creationId xmlns:a16="http://schemas.microsoft.com/office/drawing/2014/main" id="{23776AF5-399B-4537-9401-D1A2FBEB8672}"/>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次の杭では、後視が180°反転する</a:t>
            </a:r>
          </a:p>
        </p:txBody>
      </p:sp>
      <p:sp>
        <p:nvSpPr>
          <p:cNvPr id="4" name="">
            <a:extLst xmlns:a="http://schemas.openxmlformats.org/drawingml/2006/main">
              <a:ext uri="{FF2B5EF4-FFF2-40B4-BE49-F238E27FC236}">
                <a16:creationId xmlns:a16="http://schemas.microsoft.com/office/drawing/2014/main" id="{A7B6EFAE-3BD1-4CEC-85C2-066E6E2CA3A0}"/>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9C860843-12B0-4EA4-9316-9C026421009F}"/>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8185BFCE-FCE1-43E6-B38A-930549FDFC44}"/>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49</a:t>
            </a:r>
          </a:p>
        </p:txBody>
      </p:sp>
      <p:sp>
        <p:nvSpPr>
          <p:cNvPr id="7" name="">
            <a:extLst xmlns:a="http://schemas.openxmlformats.org/drawingml/2006/main">
              <a:ext uri="{FF2B5EF4-FFF2-40B4-BE49-F238E27FC236}">
                <a16:creationId xmlns:a16="http://schemas.microsoft.com/office/drawing/2014/main" id="{DC75745F-9475-4FE5-BEC1-336872203370}"/>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A→Bと、振り返ったB→Aは逆向き</a:t>
            </a:r>
          </a:p>
        </p:txBody>
      </p:sp>
      <p:sp>
        <p:nvSpPr>
          <p:cNvPr id="8" name="">
            <a:extLst xmlns:a="http://schemas.openxmlformats.org/drawingml/2006/main">
              <a:ext uri="{FF2B5EF4-FFF2-40B4-BE49-F238E27FC236}">
                <a16:creationId xmlns:a16="http://schemas.microsoft.com/office/drawing/2014/main" id="{A0589A20-63AD-46D8-995F-BE36FEFF4AE4}"/>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A→B 40° → B→A 220°</a:t>
            </a:r>
          </a:p>
        </p:txBody>
      </p:sp>
      <p:sp>
        <p:nvSpPr>
          <p:cNvPr id="9" name="">
            <a:extLst xmlns:a="http://schemas.openxmlformats.org/drawingml/2006/main">
              <a:ext uri="{FF2B5EF4-FFF2-40B4-BE49-F238E27FC236}">
                <a16:creationId xmlns:a16="http://schemas.microsoft.com/office/drawing/2014/main" id="{706B9A8C-E0D8-4A3D-B048-F0958DF0D081}"/>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BでA→Cへ右回り100° → BCは320°</a:t>
            </a:r>
          </a:p>
        </p:txBody>
      </p:sp>
      <p:sp>
        <p:nvSpPr>
          <p:cNvPr id="10" name="">
            <a:extLst xmlns:a="http://schemas.openxmlformats.org/drawingml/2006/main">
              <a:ext uri="{FF2B5EF4-FFF2-40B4-BE49-F238E27FC236}">
                <a16:creationId xmlns:a16="http://schemas.microsoft.com/office/drawing/2014/main" id="{E791E231-E423-4B9F-B383-16BEF88C54D1}"/>
              </a:ext>
            </a:extLst>
          </p:cNvPr>
          <p:cNvSpPr>
            <a:spLocks xmlns:a="http://schemas.openxmlformats.org/drawingml/2006/main" noGrp="1"/>
          </p:cNvSpPr>
          <p:nvPr/>
        </p:nvSpPr>
        <p:spPr>
          <a:xfrm xmlns:a="http://schemas.openxmlformats.org/drawingml/2006/main">
            <a:off x="8056948" y="3924300"/>
            <a:ext cx="835116" cy="995253"/>
          </a:xfrm>
          <a:custGeom xmlns:a="http://schemas.openxmlformats.org/drawingml/2006/main">
            <a:pathLst>
              <a:path w="835116" h="995253">
                <a:moveTo>
                  <a:pt x="835116" y="0"/>
                </a:moveTo>
                <a:lnTo>
                  <a:pt x="0" y="995253"/>
                </a:lnTo>
              </a:path>
            </a:pathLst>
          </a:custGeom>
          <a:noFill xmlns:a="http://schemas.openxmlformats.org/drawingml/2006/main"/>
          <a:ln xmlns:a="http://schemas.openxmlformats.org/drawingml/2006/main" w="38100">
            <a:solidFill>
              <a:srgbClr val="A94737"/>
            </a:solidFill>
            <a:prstDash val="solid"/>
          </a:ln>
        </p:spPr>
      </p:sp>
      <p:sp>
        <p:nvSpPr>
          <p:cNvPr id="11" name="">
            <a:extLst xmlns:a="http://schemas.openxmlformats.org/drawingml/2006/main">
              <a:ext uri="{FF2B5EF4-FFF2-40B4-BE49-F238E27FC236}">
                <a16:creationId xmlns:a16="http://schemas.microsoft.com/office/drawing/2014/main" id="{E9793705-FD31-4D59-BB5C-8BCE5AD9C8A2}"/>
              </a:ext>
            </a:extLst>
          </p:cNvPr>
          <p:cNvSpPr>
            <a:spLocks xmlns:a="http://schemas.openxmlformats.org/drawingml/2006/main" noGrp="1"/>
          </p:cNvSpPr>
          <p:nvPr/>
        </p:nvSpPr>
        <p:spPr>
          <a:xfrm xmlns:a="http://schemas.openxmlformats.org/drawingml/2006/main">
            <a:off x="8056948" y="2929047"/>
            <a:ext cx="835116" cy="995253"/>
          </a:xfrm>
          <a:custGeom xmlns:a="http://schemas.openxmlformats.org/drawingml/2006/main">
            <a:pathLst>
              <a:path w="835116" h="995253">
                <a:moveTo>
                  <a:pt x="835116" y="995253"/>
                </a:moveTo>
                <a:lnTo>
                  <a:pt x="0"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F241EA99-3656-4B4E-A1EA-257902464AE3}"/>
              </a:ext>
            </a:extLst>
          </p:cNvPr>
          <p:cNvSpPr>
            <a:spLocks xmlns:a="http://schemas.openxmlformats.org/drawingml/2006/main" noGrp="1"/>
          </p:cNvSpPr>
          <p:nvPr/>
        </p:nvSpPr>
        <p:spPr>
          <a:xfrm xmlns:a="http://schemas.openxmlformats.org/drawingml/2006/main">
            <a:off x="8892064" y="1857375"/>
            <a:ext cx="9525" cy="2066925"/>
          </a:xfrm>
          <a:custGeom xmlns:a="http://schemas.openxmlformats.org/drawingml/2006/main">
            <a:pathLst>
              <a:path w="9525" h="2066925">
                <a:moveTo>
                  <a:pt x="0" y="2066925"/>
                </a:moveTo>
                <a:lnTo>
                  <a:pt x="0" y="0"/>
                </a:lnTo>
              </a:path>
            </a:pathLst>
          </a:custGeom>
          <a:noFill xmlns:a="http://schemas.openxmlformats.org/drawingml/2006/main"/>
          <a:ln xmlns:a="http://schemas.openxmlformats.org/drawingml/2006/main" w="19050">
            <a:solidFill>
              <a:srgbClr val="CFD9DD"/>
            </a:solidFill>
            <a:prstDash val="dash"/>
          </a:ln>
        </p:spPr>
      </p:sp>
      <p:sp>
        <p:nvSpPr>
          <p:cNvPr id="13" name="">
            <a:extLst xmlns:a="http://schemas.openxmlformats.org/drawingml/2006/main">
              <a:ext uri="{FF2B5EF4-FFF2-40B4-BE49-F238E27FC236}">
                <a16:creationId xmlns:a16="http://schemas.microsoft.com/office/drawing/2014/main" id="{FBC6B345-FD9D-4710-A106-81DE462EA812}"/>
              </a:ext>
            </a:extLst>
          </p:cNvPr>
          <p:cNvSpPr>
            <a:spLocks xmlns:a="http://schemas.openxmlformats.org/drawingml/2006/main" noGrp="1"/>
          </p:cNvSpPr>
          <p:nvPr/>
        </p:nvSpPr>
        <p:spPr>
          <a:xfrm xmlns:a="http://schemas.openxmlformats.org/drawingml/2006/main">
            <a:off x="8844439" y="387667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4" name="">
            <a:extLst xmlns:a="http://schemas.openxmlformats.org/drawingml/2006/main">
              <a:ext uri="{FF2B5EF4-FFF2-40B4-BE49-F238E27FC236}">
                <a16:creationId xmlns:a16="http://schemas.microsoft.com/office/drawing/2014/main" id="{EF957E8A-D154-45F7-92A3-5BE16737BBCF}"/>
              </a:ext>
            </a:extLst>
          </p:cNvPr>
          <p:cNvSpPr>
            <a:spLocks xmlns:a="http://schemas.openxmlformats.org/drawingml/2006/main" noGrp="1"/>
          </p:cNvSpPr>
          <p:nvPr/>
        </p:nvSpPr>
        <p:spPr>
          <a:xfrm xmlns:a="http://schemas.openxmlformats.org/drawingml/2006/main">
            <a:off x="8977789" y="40005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B</a:t>
            </a:r>
          </a:p>
        </p:txBody>
      </p:sp>
      <p:sp>
        <p:nvSpPr>
          <p:cNvPr id="15" name="">
            <a:extLst xmlns:a="http://schemas.openxmlformats.org/drawingml/2006/main">
              <a:ext uri="{FF2B5EF4-FFF2-40B4-BE49-F238E27FC236}">
                <a16:creationId xmlns:a16="http://schemas.microsoft.com/office/drawing/2014/main" id="{6420363A-D792-45EC-98FA-F7FE6369385D}"/>
              </a:ext>
            </a:extLst>
          </p:cNvPr>
          <p:cNvSpPr>
            <a:spLocks xmlns:a="http://schemas.openxmlformats.org/drawingml/2006/main" noGrp="1"/>
          </p:cNvSpPr>
          <p:nvPr/>
        </p:nvSpPr>
        <p:spPr>
          <a:xfrm xmlns:a="http://schemas.openxmlformats.org/drawingml/2006/main">
            <a:off x="8009323" y="4871928"/>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16" name="">
            <a:extLst xmlns:a="http://schemas.openxmlformats.org/drawingml/2006/main">
              <a:ext uri="{FF2B5EF4-FFF2-40B4-BE49-F238E27FC236}">
                <a16:creationId xmlns:a16="http://schemas.microsoft.com/office/drawing/2014/main" id="{BE194C0F-34BA-4387-8A26-2CEB3F6C7BE0}"/>
              </a:ext>
            </a:extLst>
          </p:cNvPr>
          <p:cNvSpPr>
            <a:spLocks xmlns:a="http://schemas.openxmlformats.org/drawingml/2006/main" noGrp="1"/>
          </p:cNvSpPr>
          <p:nvPr/>
        </p:nvSpPr>
        <p:spPr>
          <a:xfrm xmlns:a="http://schemas.openxmlformats.org/drawingml/2006/main">
            <a:off x="7799773" y="4995753"/>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A</a:t>
            </a:r>
          </a:p>
        </p:txBody>
      </p:sp>
      <p:sp>
        <p:nvSpPr>
          <p:cNvPr id="17" name="">
            <a:extLst xmlns:a="http://schemas.openxmlformats.org/drawingml/2006/main">
              <a:ext uri="{FF2B5EF4-FFF2-40B4-BE49-F238E27FC236}">
                <a16:creationId xmlns:a16="http://schemas.microsoft.com/office/drawing/2014/main" id="{B63E86F8-9127-409D-9441-C2C09D444367}"/>
              </a:ext>
            </a:extLst>
          </p:cNvPr>
          <p:cNvSpPr>
            <a:spLocks xmlns:a="http://schemas.openxmlformats.org/drawingml/2006/main" noGrp="1"/>
          </p:cNvSpPr>
          <p:nvPr/>
        </p:nvSpPr>
        <p:spPr>
          <a:xfrm xmlns:a="http://schemas.openxmlformats.org/drawingml/2006/main">
            <a:off x="8009323" y="2881422"/>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8" name="">
            <a:extLst xmlns:a="http://schemas.openxmlformats.org/drawingml/2006/main">
              <a:ext uri="{FF2B5EF4-FFF2-40B4-BE49-F238E27FC236}">
                <a16:creationId xmlns:a16="http://schemas.microsoft.com/office/drawing/2014/main" id="{C19BE24A-708A-49B5-BBDB-DA917A05174F}"/>
              </a:ext>
            </a:extLst>
          </p:cNvPr>
          <p:cNvSpPr>
            <a:spLocks xmlns:a="http://schemas.openxmlformats.org/drawingml/2006/main" noGrp="1"/>
          </p:cNvSpPr>
          <p:nvPr/>
        </p:nvSpPr>
        <p:spPr>
          <a:xfrm xmlns:a="http://schemas.openxmlformats.org/drawingml/2006/main">
            <a:off x="7818823" y="2576622"/>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C</a:t>
            </a:r>
          </a:p>
        </p:txBody>
      </p:sp>
      <p:sp>
        <p:nvSpPr>
          <p:cNvPr id="19" name="">
            <a:extLst xmlns:a="http://schemas.openxmlformats.org/drawingml/2006/main">
              <a:ext uri="{FF2B5EF4-FFF2-40B4-BE49-F238E27FC236}">
                <a16:creationId xmlns:a16="http://schemas.microsoft.com/office/drawing/2014/main" id="{D97B5F34-7C2A-49AC-A36F-EF0ABA0C37CB}"/>
              </a:ext>
            </a:extLst>
          </p:cNvPr>
          <p:cNvSpPr>
            <a:spLocks xmlns:a="http://schemas.openxmlformats.org/drawingml/2006/main" noGrp="1"/>
          </p:cNvSpPr>
          <p:nvPr/>
        </p:nvSpPr>
        <p:spPr>
          <a:xfrm xmlns:a="http://schemas.openxmlformats.org/drawingml/2006/main">
            <a:off x="9006364" y="169545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a:solidFill>
                  <a:srgbClr val="52616A"/>
                </a:solidFill>
                <a:latin typeface="Yu Gothic"/>
                <a:ea typeface="Yu Gothic"/>
                <a:cs typeface="Yu Gothic"/>
              </a:defRPr>
            </a:defPPr>
            <a:lvl1pPr>
              <a:defRPr sz="1725">
                <a:solidFill>
                  <a:srgbClr val="52616A"/>
                </a:solidFill>
                <a:latin typeface="Yu Gothic"/>
                <a:ea typeface="Yu Gothic"/>
                <a:cs typeface="Yu Gothic"/>
              </a:defRPr>
            </a:lvl1pPr>
            <a:lvl2pPr>
              <a:defRPr sz="1725">
                <a:solidFill>
                  <a:srgbClr val="52616A"/>
                </a:solidFill>
                <a:latin typeface="Yu Gothic"/>
                <a:ea typeface="Yu Gothic"/>
                <a:cs typeface="Yu Gothic"/>
              </a:defRPr>
            </a:lvl2pPr>
            <a:lvl3pPr>
              <a:defRPr sz="1725">
                <a:solidFill>
                  <a:srgbClr val="52616A"/>
                </a:solidFill>
                <a:latin typeface="Yu Gothic"/>
                <a:ea typeface="Yu Gothic"/>
                <a:cs typeface="Yu Gothic"/>
              </a:defRPr>
            </a:lvl3pPr>
            <a:lvl4pPr>
              <a:defRPr sz="1725">
                <a:solidFill>
                  <a:srgbClr val="52616A"/>
                </a:solidFill>
                <a:latin typeface="Yu Gothic"/>
                <a:ea typeface="Yu Gothic"/>
                <a:cs typeface="Yu Gothic"/>
              </a:defRPr>
            </a:lvl4pPr>
            <a:lvl5pPr>
              <a:defRPr sz="1725">
                <a:solidFill>
                  <a:srgbClr val="52616A"/>
                </a:solidFill>
                <a:latin typeface="Yu Gothic"/>
                <a:ea typeface="Yu Gothic"/>
                <a:cs typeface="Yu Gothic"/>
              </a:defRPr>
            </a:lvl5pPr>
            <a:lvl6pPr>
              <a:defRPr sz="1725">
                <a:solidFill>
                  <a:srgbClr val="52616A"/>
                </a:solidFill>
                <a:latin typeface="Yu Gothic"/>
                <a:ea typeface="Yu Gothic"/>
                <a:cs typeface="Yu Gothic"/>
              </a:defRPr>
            </a:lvl6pPr>
            <a:lvl7pPr>
              <a:defRPr sz="1725">
                <a:solidFill>
                  <a:srgbClr val="52616A"/>
                </a:solidFill>
                <a:latin typeface="Yu Gothic"/>
                <a:ea typeface="Yu Gothic"/>
                <a:cs typeface="Yu Gothic"/>
              </a:defRPr>
            </a:lvl7pPr>
            <a:lvl8pPr>
              <a:defRPr sz="1725">
                <a:solidFill>
                  <a:srgbClr val="52616A"/>
                </a:solidFill>
                <a:latin typeface="Yu Gothic"/>
                <a:ea typeface="Yu Gothic"/>
                <a:cs typeface="Yu Gothic"/>
              </a:defRPr>
            </a:lvl8pPr>
            <a:lvl9pPr>
              <a:defRPr sz="1725">
                <a:solidFill>
                  <a:srgbClr val="52616A"/>
                </a:solidFill>
                <a:latin typeface="Yu Gothic"/>
                <a:ea typeface="Yu Gothic"/>
                <a:cs typeface="Yu Gothic"/>
              </a:defRPr>
            </a:lvl9pPr>
          </a:lstStyle>
          <a:p xmlns:a="http://schemas.openxmlformats.org/drawingml/2006/main">
            <a:pPr>
              <a:defRPr sz="1725">
                <a:solidFill>
                  <a:srgbClr val="52616A"/>
                </a:solidFill>
                <a:latin typeface="Yu Gothic"/>
                <a:ea typeface="Yu Gothic"/>
                <a:cs typeface="Yu Gothic"/>
              </a:defRPr>
            </a:pPr>
            <a:r>
              <a:rPr sz="1725">
                <a:solidFill>
                  <a:srgbClr val="52616A"/>
                </a:solidFill>
                <a:latin typeface="Yu Gothic"/>
                <a:ea typeface="Yu Gothic"/>
                <a:cs typeface="Yu Gothic"/>
              </a:rPr>
              <a:t>座標北</a:t>
            </a:r>
          </a:p>
        </p:txBody>
      </p:sp>
      <p:sp>
        <p:nvSpPr>
          <p:cNvPr id="20" name="">
            <a:extLst xmlns:a="http://schemas.openxmlformats.org/drawingml/2006/main">
              <a:ext uri="{FF2B5EF4-FFF2-40B4-BE49-F238E27FC236}">
                <a16:creationId xmlns:a16="http://schemas.microsoft.com/office/drawing/2014/main" id="{A7425360-6A0D-40CF-B985-30C819847131}"/>
              </a:ext>
            </a:extLst>
          </p:cNvPr>
          <p:cNvSpPr>
            <a:spLocks xmlns:a="http://schemas.openxmlformats.org/drawingml/2006/main" noGrp="1"/>
          </p:cNvSpPr>
          <p:nvPr/>
        </p:nvSpPr>
        <p:spPr>
          <a:xfrm xmlns:a="http://schemas.openxmlformats.org/drawingml/2006/main">
            <a:off x="8427507" y="4402570"/>
            <a:ext cx="35978" cy="32490"/>
          </a:xfrm>
          <a:custGeom xmlns:a="http://schemas.openxmlformats.org/drawingml/2006/main">
            <a:pathLst>
              <a:path w="35978" h="32490">
                <a:moveTo>
                  <a:pt x="35978" y="32490"/>
                </a:moveTo>
                <a:lnTo>
                  <a:pt x="0" y="0"/>
                </a:lnTo>
              </a:path>
            </a:pathLst>
          </a:custGeom>
          <a:noFill xmlns:a="http://schemas.openxmlformats.org/drawingml/2006/main"/>
          <a:ln xmlns:a="http://schemas.openxmlformats.org/drawingml/2006/main" w="28575">
            <a:solidFill>
              <a:srgbClr val="A94737"/>
            </a:solidFill>
            <a:prstDash val="solid"/>
          </a:ln>
        </p:spPr>
      </p:sp>
      <p:sp>
        <p:nvSpPr>
          <p:cNvPr id="21" name="">
            <a:extLst xmlns:a="http://schemas.openxmlformats.org/drawingml/2006/main">
              <a:ext uri="{FF2B5EF4-FFF2-40B4-BE49-F238E27FC236}">
                <a16:creationId xmlns:a16="http://schemas.microsoft.com/office/drawing/2014/main" id="{A189926B-7197-4601-B1B9-702297357B4C}"/>
              </a:ext>
            </a:extLst>
          </p:cNvPr>
          <p:cNvSpPr>
            <a:spLocks xmlns:a="http://schemas.openxmlformats.org/drawingml/2006/main" noGrp="1"/>
          </p:cNvSpPr>
          <p:nvPr/>
        </p:nvSpPr>
        <p:spPr>
          <a:xfrm xmlns:a="http://schemas.openxmlformats.org/drawingml/2006/main">
            <a:off x="8393985" y="4367553"/>
            <a:ext cx="33522" cy="35018"/>
          </a:xfrm>
          <a:custGeom xmlns:a="http://schemas.openxmlformats.org/drawingml/2006/main">
            <a:pathLst>
              <a:path w="33522" h="35018">
                <a:moveTo>
                  <a:pt x="33522" y="35018"/>
                </a:moveTo>
                <a:lnTo>
                  <a:pt x="0" y="0"/>
                </a:lnTo>
              </a:path>
            </a:pathLst>
          </a:custGeom>
          <a:noFill xmlns:a="http://schemas.openxmlformats.org/drawingml/2006/main"/>
          <a:ln xmlns:a="http://schemas.openxmlformats.org/drawingml/2006/main" w="28575">
            <a:solidFill>
              <a:srgbClr val="A94737"/>
            </a:solidFill>
            <a:prstDash val="solid"/>
          </a:ln>
        </p:spPr>
      </p:sp>
      <p:sp>
        <p:nvSpPr>
          <p:cNvPr id="22" name="">
            <a:extLst xmlns:a="http://schemas.openxmlformats.org/drawingml/2006/main">
              <a:ext uri="{FF2B5EF4-FFF2-40B4-BE49-F238E27FC236}">
                <a16:creationId xmlns:a16="http://schemas.microsoft.com/office/drawing/2014/main" id="{D55FF1AB-9485-4B61-845F-3028B960D630}"/>
              </a:ext>
            </a:extLst>
          </p:cNvPr>
          <p:cNvSpPr>
            <a:spLocks xmlns:a="http://schemas.openxmlformats.org/drawingml/2006/main" noGrp="1"/>
          </p:cNvSpPr>
          <p:nvPr/>
        </p:nvSpPr>
        <p:spPr>
          <a:xfrm xmlns:a="http://schemas.openxmlformats.org/drawingml/2006/main">
            <a:off x="8363095" y="4330192"/>
            <a:ext cx="30889" cy="37361"/>
          </a:xfrm>
          <a:custGeom xmlns:a="http://schemas.openxmlformats.org/drawingml/2006/main">
            <a:pathLst>
              <a:path w="30889" h="37361">
                <a:moveTo>
                  <a:pt x="30889" y="37361"/>
                </a:moveTo>
                <a:lnTo>
                  <a:pt x="0" y="0"/>
                </a:lnTo>
              </a:path>
            </a:pathLst>
          </a:custGeom>
          <a:noFill xmlns:a="http://schemas.openxmlformats.org/drawingml/2006/main"/>
          <a:ln xmlns:a="http://schemas.openxmlformats.org/drawingml/2006/main" w="28575">
            <a:solidFill>
              <a:srgbClr val="A94737"/>
            </a:solidFill>
            <a:prstDash val="solid"/>
          </a:ln>
        </p:spPr>
      </p:sp>
      <p:sp>
        <p:nvSpPr>
          <p:cNvPr id="23" name="">
            <a:extLst xmlns:a="http://schemas.openxmlformats.org/drawingml/2006/main">
              <a:ext uri="{FF2B5EF4-FFF2-40B4-BE49-F238E27FC236}">
                <a16:creationId xmlns:a16="http://schemas.microsoft.com/office/drawing/2014/main" id="{CADAB8E6-4A04-4AA2-BD14-A72C3F148120}"/>
              </a:ext>
            </a:extLst>
          </p:cNvPr>
          <p:cNvSpPr>
            <a:spLocks xmlns:a="http://schemas.openxmlformats.org/drawingml/2006/main" noGrp="1"/>
          </p:cNvSpPr>
          <p:nvPr/>
        </p:nvSpPr>
        <p:spPr>
          <a:xfrm xmlns:a="http://schemas.openxmlformats.org/drawingml/2006/main">
            <a:off x="8335002" y="4290685"/>
            <a:ext cx="28093" cy="39507"/>
          </a:xfrm>
          <a:custGeom xmlns:a="http://schemas.openxmlformats.org/drawingml/2006/main">
            <a:pathLst>
              <a:path w="28093" h="39507">
                <a:moveTo>
                  <a:pt x="28093" y="39507"/>
                </a:moveTo>
                <a:lnTo>
                  <a:pt x="0" y="0"/>
                </a:lnTo>
              </a:path>
            </a:pathLst>
          </a:custGeom>
          <a:noFill xmlns:a="http://schemas.openxmlformats.org/drawingml/2006/main"/>
          <a:ln xmlns:a="http://schemas.openxmlformats.org/drawingml/2006/main" w="28575">
            <a:solidFill>
              <a:srgbClr val="A94737"/>
            </a:solidFill>
            <a:prstDash val="solid"/>
          </a:ln>
        </p:spPr>
      </p:sp>
      <p:sp>
        <p:nvSpPr>
          <p:cNvPr id="24" name="">
            <a:extLst xmlns:a="http://schemas.openxmlformats.org/drawingml/2006/main">
              <a:ext uri="{FF2B5EF4-FFF2-40B4-BE49-F238E27FC236}">
                <a16:creationId xmlns:a16="http://schemas.microsoft.com/office/drawing/2014/main" id="{F384B2C7-2949-45B6-B517-2D45691A8782}"/>
              </a:ext>
            </a:extLst>
          </p:cNvPr>
          <p:cNvSpPr>
            <a:spLocks xmlns:a="http://schemas.openxmlformats.org/drawingml/2006/main" noGrp="1"/>
          </p:cNvSpPr>
          <p:nvPr/>
        </p:nvSpPr>
        <p:spPr>
          <a:xfrm xmlns:a="http://schemas.openxmlformats.org/drawingml/2006/main">
            <a:off x="8309854" y="4249242"/>
            <a:ext cx="25148" cy="41443"/>
          </a:xfrm>
          <a:custGeom xmlns:a="http://schemas.openxmlformats.org/drawingml/2006/main">
            <a:pathLst>
              <a:path w="25148" h="41443">
                <a:moveTo>
                  <a:pt x="25148" y="41443"/>
                </a:moveTo>
                <a:lnTo>
                  <a:pt x="0" y="0"/>
                </a:lnTo>
              </a:path>
            </a:pathLst>
          </a:custGeom>
          <a:noFill xmlns:a="http://schemas.openxmlformats.org/drawingml/2006/main"/>
          <a:ln xmlns:a="http://schemas.openxmlformats.org/drawingml/2006/main" w="28575">
            <a:solidFill>
              <a:srgbClr val="A94737"/>
            </a:solidFill>
            <a:prstDash val="solid"/>
          </a:ln>
        </p:spPr>
      </p:sp>
      <p:sp>
        <p:nvSpPr>
          <p:cNvPr id="25" name="">
            <a:extLst xmlns:a="http://schemas.openxmlformats.org/drawingml/2006/main">
              <a:ext uri="{FF2B5EF4-FFF2-40B4-BE49-F238E27FC236}">
                <a16:creationId xmlns:a16="http://schemas.microsoft.com/office/drawing/2014/main" id="{B2C657BC-6863-49A4-96B4-D408D161D9D5}"/>
              </a:ext>
            </a:extLst>
          </p:cNvPr>
          <p:cNvSpPr>
            <a:spLocks xmlns:a="http://schemas.openxmlformats.org/drawingml/2006/main" noGrp="1"/>
          </p:cNvSpPr>
          <p:nvPr/>
        </p:nvSpPr>
        <p:spPr>
          <a:xfrm xmlns:a="http://schemas.openxmlformats.org/drawingml/2006/main">
            <a:off x="8287783" y="4206081"/>
            <a:ext cx="22071" cy="43161"/>
          </a:xfrm>
          <a:custGeom xmlns:a="http://schemas.openxmlformats.org/drawingml/2006/main">
            <a:pathLst>
              <a:path w="22071" h="43161">
                <a:moveTo>
                  <a:pt x="22071" y="43161"/>
                </a:moveTo>
                <a:lnTo>
                  <a:pt x="0" y="0"/>
                </a:lnTo>
              </a:path>
            </a:pathLst>
          </a:custGeom>
          <a:noFill xmlns:a="http://schemas.openxmlformats.org/drawingml/2006/main"/>
          <a:ln xmlns:a="http://schemas.openxmlformats.org/drawingml/2006/main" w="28575">
            <a:solidFill>
              <a:srgbClr val="A94737"/>
            </a:solidFill>
            <a:prstDash val="solid"/>
          </a:ln>
        </p:spPr>
      </p:sp>
      <p:sp>
        <p:nvSpPr>
          <p:cNvPr id="26" name="">
            <a:extLst xmlns:a="http://schemas.openxmlformats.org/drawingml/2006/main">
              <a:ext uri="{FF2B5EF4-FFF2-40B4-BE49-F238E27FC236}">
                <a16:creationId xmlns:a16="http://schemas.microsoft.com/office/drawing/2014/main" id="{83656E3B-3A31-48C2-A9A0-3705E540B775}"/>
              </a:ext>
            </a:extLst>
          </p:cNvPr>
          <p:cNvSpPr>
            <a:spLocks xmlns:a="http://schemas.openxmlformats.org/drawingml/2006/main" noGrp="1"/>
          </p:cNvSpPr>
          <p:nvPr/>
        </p:nvSpPr>
        <p:spPr>
          <a:xfrm xmlns:a="http://schemas.openxmlformats.org/drawingml/2006/main">
            <a:off x="8268907" y="4161430"/>
            <a:ext cx="18876" cy="44651"/>
          </a:xfrm>
          <a:custGeom xmlns:a="http://schemas.openxmlformats.org/drawingml/2006/main">
            <a:pathLst>
              <a:path w="18876" h="44651">
                <a:moveTo>
                  <a:pt x="18876" y="44651"/>
                </a:moveTo>
                <a:lnTo>
                  <a:pt x="0" y="0"/>
                </a:lnTo>
              </a:path>
            </a:pathLst>
          </a:custGeom>
          <a:noFill xmlns:a="http://schemas.openxmlformats.org/drawingml/2006/main"/>
          <a:ln xmlns:a="http://schemas.openxmlformats.org/drawingml/2006/main" w="28575">
            <a:solidFill>
              <a:srgbClr val="A94737"/>
            </a:solidFill>
            <a:prstDash val="solid"/>
          </a:ln>
        </p:spPr>
      </p:sp>
      <p:sp>
        <p:nvSpPr>
          <p:cNvPr id="27" name="">
            <a:extLst xmlns:a="http://schemas.openxmlformats.org/drawingml/2006/main">
              <a:ext uri="{FF2B5EF4-FFF2-40B4-BE49-F238E27FC236}">
                <a16:creationId xmlns:a16="http://schemas.microsoft.com/office/drawing/2014/main" id="{B74DF19E-9BCE-462F-AF93-C38E63829990}"/>
              </a:ext>
            </a:extLst>
          </p:cNvPr>
          <p:cNvSpPr>
            <a:spLocks xmlns:a="http://schemas.openxmlformats.org/drawingml/2006/main" noGrp="1"/>
          </p:cNvSpPr>
          <p:nvPr/>
        </p:nvSpPr>
        <p:spPr>
          <a:xfrm xmlns:a="http://schemas.openxmlformats.org/drawingml/2006/main">
            <a:off x="8253324" y="4115526"/>
            <a:ext cx="15582" cy="45904"/>
          </a:xfrm>
          <a:custGeom xmlns:a="http://schemas.openxmlformats.org/drawingml/2006/main">
            <a:pathLst>
              <a:path w="15582" h="45904">
                <a:moveTo>
                  <a:pt x="15582" y="45904"/>
                </a:moveTo>
                <a:lnTo>
                  <a:pt x="0" y="0"/>
                </a:lnTo>
              </a:path>
            </a:pathLst>
          </a:custGeom>
          <a:noFill xmlns:a="http://schemas.openxmlformats.org/drawingml/2006/main"/>
          <a:ln xmlns:a="http://schemas.openxmlformats.org/drawingml/2006/main" w="28575">
            <a:solidFill>
              <a:srgbClr val="A94737"/>
            </a:solidFill>
            <a:prstDash val="solid"/>
          </a:ln>
        </p:spPr>
      </p:sp>
      <p:sp>
        <p:nvSpPr>
          <p:cNvPr id="28" name="">
            <a:extLst xmlns:a="http://schemas.openxmlformats.org/drawingml/2006/main">
              <a:ext uri="{FF2B5EF4-FFF2-40B4-BE49-F238E27FC236}">
                <a16:creationId xmlns:a16="http://schemas.microsoft.com/office/drawing/2014/main" id="{75CBD0E5-1471-4DBE-B52B-494BE83AF557}"/>
              </a:ext>
            </a:extLst>
          </p:cNvPr>
          <p:cNvSpPr>
            <a:spLocks xmlns:a="http://schemas.openxmlformats.org/drawingml/2006/main" noGrp="1"/>
          </p:cNvSpPr>
          <p:nvPr/>
        </p:nvSpPr>
        <p:spPr>
          <a:xfrm xmlns:a="http://schemas.openxmlformats.org/drawingml/2006/main">
            <a:off x="8241118" y="4068611"/>
            <a:ext cx="12206" cy="46915"/>
          </a:xfrm>
          <a:custGeom xmlns:a="http://schemas.openxmlformats.org/drawingml/2006/main">
            <a:pathLst>
              <a:path w="12206" h="46915">
                <a:moveTo>
                  <a:pt x="12206" y="46915"/>
                </a:moveTo>
                <a:lnTo>
                  <a:pt x="0" y="0"/>
                </a:lnTo>
              </a:path>
            </a:pathLst>
          </a:custGeom>
          <a:noFill xmlns:a="http://schemas.openxmlformats.org/drawingml/2006/main"/>
          <a:ln xmlns:a="http://schemas.openxmlformats.org/drawingml/2006/main" w="28575">
            <a:solidFill>
              <a:srgbClr val="A94737"/>
            </a:solidFill>
            <a:prstDash val="solid"/>
          </a:ln>
        </p:spPr>
      </p:sp>
      <p:sp>
        <p:nvSpPr>
          <p:cNvPr id="29" name="">
            <a:extLst xmlns:a="http://schemas.openxmlformats.org/drawingml/2006/main">
              <a:ext uri="{FF2B5EF4-FFF2-40B4-BE49-F238E27FC236}">
                <a16:creationId xmlns:a16="http://schemas.microsoft.com/office/drawing/2014/main" id="{EBE422CE-C05B-418D-A9AB-0744DACA5B0E}"/>
              </a:ext>
            </a:extLst>
          </p:cNvPr>
          <p:cNvSpPr>
            <a:spLocks xmlns:a="http://schemas.openxmlformats.org/drawingml/2006/main" noGrp="1"/>
          </p:cNvSpPr>
          <p:nvPr/>
        </p:nvSpPr>
        <p:spPr>
          <a:xfrm xmlns:a="http://schemas.openxmlformats.org/drawingml/2006/main">
            <a:off x="8232354" y="4020933"/>
            <a:ext cx="9525" cy="47678"/>
          </a:xfrm>
          <a:custGeom xmlns:a="http://schemas.openxmlformats.org/drawingml/2006/main">
            <a:pathLst>
              <a:path w="9525" h="47678">
                <a:moveTo>
                  <a:pt x="8765" y="47678"/>
                </a:moveTo>
                <a:lnTo>
                  <a:pt x="0" y="0"/>
                </a:lnTo>
              </a:path>
            </a:pathLst>
          </a:custGeom>
          <a:noFill xmlns:a="http://schemas.openxmlformats.org/drawingml/2006/main"/>
          <a:ln xmlns:a="http://schemas.openxmlformats.org/drawingml/2006/main" w="28575">
            <a:solidFill>
              <a:srgbClr val="A94737"/>
            </a:solidFill>
            <a:prstDash val="solid"/>
          </a:ln>
        </p:spPr>
      </p:sp>
      <p:sp>
        <p:nvSpPr>
          <p:cNvPr id="30" name="">
            <a:extLst xmlns:a="http://schemas.openxmlformats.org/drawingml/2006/main">
              <a:ext uri="{FF2B5EF4-FFF2-40B4-BE49-F238E27FC236}">
                <a16:creationId xmlns:a16="http://schemas.microsoft.com/office/drawing/2014/main" id="{00FCE837-7CEA-4134-9A6C-C3ECA114B3D0}"/>
              </a:ext>
            </a:extLst>
          </p:cNvPr>
          <p:cNvSpPr>
            <a:spLocks xmlns:a="http://schemas.openxmlformats.org/drawingml/2006/main" noGrp="1"/>
          </p:cNvSpPr>
          <p:nvPr/>
        </p:nvSpPr>
        <p:spPr>
          <a:xfrm xmlns:a="http://schemas.openxmlformats.org/drawingml/2006/main">
            <a:off x="8227076" y="3972745"/>
            <a:ext cx="9525" cy="48189"/>
          </a:xfrm>
          <a:custGeom xmlns:a="http://schemas.openxmlformats.org/drawingml/2006/main">
            <a:pathLst>
              <a:path w="9525" h="48189">
                <a:moveTo>
                  <a:pt x="5278" y="48189"/>
                </a:moveTo>
                <a:lnTo>
                  <a:pt x="0" y="0"/>
                </a:lnTo>
              </a:path>
            </a:pathLst>
          </a:custGeom>
          <a:noFill xmlns:a="http://schemas.openxmlformats.org/drawingml/2006/main"/>
          <a:ln xmlns:a="http://schemas.openxmlformats.org/drawingml/2006/main" w="28575">
            <a:solidFill>
              <a:srgbClr val="A94737"/>
            </a:solidFill>
            <a:prstDash val="solid"/>
          </a:ln>
        </p:spPr>
      </p:sp>
      <p:sp>
        <p:nvSpPr>
          <p:cNvPr id="31" name="">
            <a:extLst xmlns:a="http://schemas.openxmlformats.org/drawingml/2006/main">
              <a:ext uri="{FF2B5EF4-FFF2-40B4-BE49-F238E27FC236}">
                <a16:creationId xmlns:a16="http://schemas.microsoft.com/office/drawing/2014/main" id="{646307F0-7AEF-4632-819E-75254B295E8D}"/>
              </a:ext>
            </a:extLst>
          </p:cNvPr>
          <p:cNvSpPr>
            <a:spLocks xmlns:a="http://schemas.openxmlformats.org/drawingml/2006/main" noGrp="1"/>
          </p:cNvSpPr>
          <p:nvPr/>
        </p:nvSpPr>
        <p:spPr>
          <a:xfrm xmlns:a="http://schemas.openxmlformats.org/drawingml/2006/main">
            <a:off x="8225314" y="3924300"/>
            <a:ext cx="9525" cy="48445"/>
          </a:xfrm>
          <a:custGeom xmlns:a="http://schemas.openxmlformats.org/drawingml/2006/main">
            <a:pathLst>
              <a:path w="9525" h="48445">
                <a:moveTo>
                  <a:pt x="1762" y="48445"/>
                </a:moveTo>
                <a:lnTo>
                  <a:pt x="0" y="0"/>
                </a:lnTo>
              </a:path>
            </a:pathLst>
          </a:custGeom>
          <a:noFill xmlns:a="http://schemas.openxmlformats.org/drawingml/2006/main"/>
          <a:ln xmlns:a="http://schemas.openxmlformats.org/drawingml/2006/main" w="28575">
            <a:solidFill>
              <a:srgbClr val="A94737"/>
            </a:solidFill>
            <a:prstDash val="solid"/>
          </a:ln>
        </p:spPr>
      </p:sp>
      <p:sp>
        <p:nvSpPr>
          <p:cNvPr id="32" name="">
            <a:extLst xmlns:a="http://schemas.openxmlformats.org/drawingml/2006/main">
              <a:ext uri="{FF2B5EF4-FFF2-40B4-BE49-F238E27FC236}">
                <a16:creationId xmlns:a16="http://schemas.microsoft.com/office/drawing/2014/main" id="{9DF7E071-58FA-41BF-8DC3-661262AC0E01}"/>
              </a:ext>
            </a:extLst>
          </p:cNvPr>
          <p:cNvSpPr>
            <a:spLocks xmlns:a="http://schemas.openxmlformats.org/drawingml/2006/main" noGrp="1"/>
          </p:cNvSpPr>
          <p:nvPr/>
        </p:nvSpPr>
        <p:spPr>
          <a:xfrm xmlns:a="http://schemas.openxmlformats.org/drawingml/2006/main">
            <a:off x="8225314" y="3875855"/>
            <a:ext cx="9525" cy="48445"/>
          </a:xfrm>
          <a:custGeom xmlns:a="http://schemas.openxmlformats.org/drawingml/2006/main">
            <a:pathLst>
              <a:path w="9525" h="48445">
                <a:moveTo>
                  <a:pt x="0" y="48445"/>
                </a:moveTo>
                <a:lnTo>
                  <a:pt x="1762" y="0"/>
                </a:lnTo>
              </a:path>
            </a:pathLst>
          </a:custGeom>
          <a:noFill xmlns:a="http://schemas.openxmlformats.org/drawingml/2006/main"/>
          <a:ln xmlns:a="http://schemas.openxmlformats.org/drawingml/2006/main" w="28575">
            <a:solidFill>
              <a:srgbClr val="A94737"/>
            </a:solidFill>
            <a:prstDash val="solid"/>
          </a:ln>
        </p:spPr>
      </p:sp>
      <p:sp>
        <p:nvSpPr>
          <p:cNvPr id="33" name="">
            <a:extLst xmlns:a="http://schemas.openxmlformats.org/drawingml/2006/main">
              <a:ext uri="{FF2B5EF4-FFF2-40B4-BE49-F238E27FC236}">
                <a16:creationId xmlns:a16="http://schemas.microsoft.com/office/drawing/2014/main" id="{259715AB-07FD-4594-8106-7BB7531CE787}"/>
              </a:ext>
            </a:extLst>
          </p:cNvPr>
          <p:cNvSpPr>
            <a:spLocks xmlns:a="http://schemas.openxmlformats.org/drawingml/2006/main" noGrp="1"/>
          </p:cNvSpPr>
          <p:nvPr/>
        </p:nvSpPr>
        <p:spPr>
          <a:xfrm xmlns:a="http://schemas.openxmlformats.org/drawingml/2006/main">
            <a:off x="8227076" y="3827667"/>
            <a:ext cx="9525" cy="48189"/>
          </a:xfrm>
          <a:custGeom xmlns:a="http://schemas.openxmlformats.org/drawingml/2006/main">
            <a:pathLst>
              <a:path w="9525" h="48189">
                <a:moveTo>
                  <a:pt x="0" y="48189"/>
                </a:moveTo>
                <a:lnTo>
                  <a:pt x="5278" y="0"/>
                </a:lnTo>
              </a:path>
            </a:pathLst>
          </a:custGeom>
          <a:noFill xmlns:a="http://schemas.openxmlformats.org/drawingml/2006/main"/>
          <a:ln xmlns:a="http://schemas.openxmlformats.org/drawingml/2006/main" w="28575">
            <a:solidFill>
              <a:srgbClr val="A94737"/>
            </a:solidFill>
            <a:prstDash val="solid"/>
          </a:ln>
        </p:spPr>
      </p:sp>
      <p:sp>
        <p:nvSpPr>
          <p:cNvPr id="34" name="">
            <a:extLst xmlns:a="http://schemas.openxmlformats.org/drawingml/2006/main">
              <a:ext uri="{FF2B5EF4-FFF2-40B4-BE49-F238E27FC236}">
                <a16:creationId xmlns:a16="http://schemas.microsoft.com/office/drawing/2014/main" id="{A5656FEC-C0F7-4B11-B5B5-11F5214B8BA8}"/>
              </a:ext>
            </a:extLst>
          </p:cNvPr>
          <p:cNvSpPr>
            <a:spLocks xmlns:a="http://schemas.openxmlformats.org/drawingml/2006/main" noGrp="1"/>
          </p:cNvSpPr>
          <p:nvPr/>
        </p:nvSpPr>
        <p:spPr>
          <a:xfrm xmlns:a="http://schemas.openxmlformats.org/drawingml/2006/main">
            <a:off x="8232354" y="3779989"/>
            <a:ext cx="9525" cy="47678"/>
          </a:xfrm>
          <a:custGeom xmlns:a="http://schemas.openxmlformats.org/drawingml/2006/main">
            <a:pathLst>
              <a:path w="9525" h="47678">
                <a:moveTo>
                  <a:pt x="0" y="47678"/>
                </a:moveTo>
                <a:lnTo>
                  <a:pt x="8765" y="0"/>
                </a:lnTo>
              </a:path>
            </a:pathLst>
          </a:custGeom>
          <a:noFill xmlns:a="http://schemas.openxmlformats.org/drawingml/2006/main"/>
          <a:ln xmlns:a="http://schemas.openxmlformats.org/drawingml/2006/main" w="28575">
            <a:solidFill>
              <a:srgbClr val="A94737"/>
            </a:solidFill>
            <a:prstDash val="solid"/>
          </a:ln>
        </p:spPr>
      </p:sp>
      <p:sp>
        <p:nvSpPr>
          <p:cNvPr id="35" name="">
            <a:extLst xmlns:a="http://schemas.openxmlformats.org/drawingml/2006/main">
              <a:ext uri="{FF2B5EF4-FFF2-40B4-BE49-F238E27FC236}">
                <a16:creationId xmlns:a16="http://schemas.microsoft.com/office/drawing/2014/main" id="{65E8F9FE-3666-42C2-9249-452F9D4AA620}"/>
              </a:ext>
            </a:extLst>
          </p:cNvPr>
          <p:cNvSpPr>
            <a:spLocks xmlns:a="http://schemas.openxmlformats.org/drawingml/2006/main" noGrp="1"/>
          </p:cNvSpPr>
          <p:nvPr/>
        </p:nvSpPr>
        <p:spPr>
          <a:xfrm xmlns:a="http://schemas.openxmlformats.org/drawingml/2006/main">
            <a:off x="8241118" y="3733074"/>
            <a:ext cx="12206" cy="46915"/>
          </a:xfrm>
          <a:custGeom xmlns:a="http://schemas.openxmlformats.org/drawingml/2006/main">
            <a:pathLst>
              <a:path w="12206" h="46915">
                <a:moveTo>
                  <a:pt x="0" y="46915"/>
                </a:moveTo>
                <a:lnTo>
                  <a:pt x="12206" y="0"/>
                </a:lnTo>
              </a:path>
            </a:pathLst>
          </a:custGeom>
          <a:noFill xmlns:a="http://schemas.openxmlformats.org/drawingml/2006/main"/>
          <a:ln xmlns:a="http://schemas.openxmlformats.org/drawingml/2006/main" w="28575">
            <a:solidFill>
              <a:srgbClr val="A94737"/>
            </a:solidFill>
            <a:prstDash val="solid"/>
          </a:ln>
        </p:spPr>
      </p:sp>
      <p:sp>
        <p:nvSpPr>
          <p:cNvPr id="36" name="">
            <a:extLst xmlns:a="http://schemas.openxmlformats.org/drawingml/2006/main">
              <a:ext uri="{FF2B5EF4-FFF2-40B4-BE49-F238E27FC236}">
                <a16:creationId xmlns:a16="http://schemas.microsoft.com/office/drawing/2014/main" id="{66FFAF19-7723-49A2-8CF4-9F54AABFCEAB}"/>
              </a:ext>
            </a:extLst>
          </p:cNvPr>
          <p:cNvSpPr>
            <a:spLocks xmlns:a="http://schemas.openxmlformats.org/drawingml/2006/main" noGrp="1"/>
          </p:cNvSpPr>
          <p:nvPr/>
        </p:nvSpPr>
        <p:spPr>
          <a:xfrm xmlns:a="http://schemas.openxmlformats.org/drawingml/2006/main">
            <a:off x="8253324" y="3687170"/>
            <a:ext cx="15582" cy="45904"/>
          </a:xfrm>
          <a:custGeom xmlns:a="http://schemas.openxmlformats.org/drawingml/2006/main">
            <a:pathLst>
              <a:path w="15582" h="45904">
                <a:moveTo>
                  <a:pt x="0" y="45904"/>
                </a:moveTo>
                <a:lnTo>
                  <a:pt x="15582" y="0"/>
                </a:lnTo>
              </a:path>
            </a:pathLst>
          </a:custGeom>
          <a:noFill xmlns:a="http://schemas.openxmlformats.org/drawingml/2006/main"/>
          <a:ln xmlns:a="http://schemas.openxmlformats.org/drawingml/2006/main" w="28575">
            <a:solidFill>
              <a:srgbClr val="A94737"/>
            </a:solidFill>
            <a:prstDash val="solid"/>
          </a:ln>
        </p:spPr>
      </p:sp>
      <p:sp>
        <p:nvSpPr>
          <p:cNvPr id="37" name="">
            <a:extLst xmlns:a="http://schemas.openxmlformats.org/drawingml/2006/main">
              <a:ext uri="{FF2B5EF4-FFF2-40B4-BE49-F238E27FC236}">
                <a16:creationId xmlns:a16="http://schemas.microsoft.com/office/drawing/2014/main" id="{48D913B8-6A89-448B-868B-A2A2DAFF49B3}"/>
              </a:ext>
            </a:extLst>
          </p:cNvPr>
          <p:cNvSpPr>
            <a:spLocks xmlns:a="http://schemas.openxmlformats.org/drawingml/2006/main" noGrp="1"/>
          </p:cNvSpPr>
          <p:nvPr/>
        </p:nvSpPr>
        <p:spPr>
          <a:xfrm xmlns:a="http://schemas.openxmlformats.org/drawingml/2006/main">
            <a:off x="8268907" y="3642519"/>
            <a:ext cx="18876" cy="44651"/>
          </a:xfrm>
          <a:custGeom xmlns:a="http://schemas.openxmlformats.org/drawingml/2006/main">
            <a:pathLst>
              <a:path w="18876" h="44651">
                <a:moveTo>
                  <a:pt x="0" y="44651"/>
                </a:moveTo>
                <a:lnTo>
                  <a:pt x="18876" y="0"/>
                </a:lnTo>
              </a:path>
            </a:pathLst>
          </a:custGeom>
          <a:noFill xmlns:a="http://schemas.openxmlformats.org/drawingml/2006/main"/>
          <a:ln xmlns:a="http://schemas.openxmlformats.org/drawingml/2006/main" w="28575">
            <a:solidFill>
              <a:srgbClr val="A94737"/>
            </a:solidFill>
            <a:prstDash val="solid"/>
          </a:ln>
        </p:spPr>
      </p:sp>
      <p:sp>
        <p:nvSpPr>
          <p:cNvPr id="38" name="">
            <a:extLst xmlns:a="http://schemas.openxmlformats.org/drawingml/2006/main">
              <a:ext uri="{FF2B5EF4-FFF2-40B4-BE49-F238E27FC236}">
                <a16:creationId xmlns:a16="http://schemas.microsoft.com/office/drawing/2014/main" id="{ADBF61C3-D89E-4D3F-B8F3-CE900D76380E}"/>
              </a:ext>
            </a:extLst>
          </p:cNvPr>
          <p:cNvSpPr>
            <a:spLocks xmlns:a="http://schemas.openxmlformats.org/drawingml/2006/main" noGrp="1"/>
          </p:cNvSpPr>
          <p:nvPr/>
        </p:nvSpPr>
        <p:spPr>
          <a:xfrm xmlns:a="http://schemas.openxmlformats.org/drawingml/2006/main">
            <a:off x="8287783" y="3599358"/>
            <a:ext cx="22071" cy="43161"/>
          </a:xfrm>
          <a:custGeom xmlns:a="http://schemas.openxmlformats.org/drawingml/2006/main">
            <a:pathLst>
              <a:path w="22071" h="43161">
                <a:moveTo>
                  <a:pt x="0" y="43161"/>
                </a:moveTo>
                <a:lnTo>
                  <a:pt x="22071" y="0"/>
                </a:lnTo>
              </a:path>
            </a:pathLst>
          </a:custGeom>
          <a:noFill xmlns:a="http://schemas.openxmlformats.org/drawingml/2006/main"/>
          <a:ln xmlns:a="http://schemas.openxmlformats.org/drawingml/2006/main" w="28575">
            <a:solidFill>
              <a:srgbClr val="A94737"/>
            </a:solidFill>
            <a:prstDash val="solid"/>
          </a:ln>
        </p:spPr>
      </p:sp>
      <p:sp>
        <p:nvSpPr>
          <p:cNvPr id="39" name="">
            <a:extLst xmlns:a="http://schemas.openxmlformats.org/drawingml/2006/main">
              <a:ext uri="{FF2B5EF4-FFF2-40B4-BE49-F238E27FC236}">
                <a16:creationId xmlns:a16="http://schemas.microsoft.com/office/drawing/2014/main" id="{E6FB8B3D-F958-4934-9A66-4C41D5171DAE}"/>
              </a:ext>
            </a:extLst>
          </p:cNvPr>
          <p:cNvSpPr>
            <a:spLocks xmlns:a="http://schemas.openxmlformats.org/drawingml/2006/main" noGrp="1"/>
          </p:cNvSpPr>
          <p:nvPr/>
        </p:nvSpPr>
        <p:spPr>
          <a:xfrm xmlns:a="http://schemas.openxmlformats.org/drawingml/2006/main">
            <a:off x="8309854" y="3557915"/>
            <a:ext cx="25148" cy="41443"/>
          </a:xfrm>
          <a:custGeom xmlns:a="http://schemas.openxmlformats.org/drawingml/2006/main">
            <a:pathLst>
              <a:path w="25148" h="41443">
                <a:moveTo>
                  <a:pt x="0" y="41443"/>
                </a:moveTo>
                <a:lnTo>
                  <a:pt x="25148" y="0"/>
                </a:lnTo>
              </a:path>
            </a:pathLst>
          </a:custGeom>
          <a:noFill xmlns:a="http://schemas.openxmlformats.org/drawingml/2006/main"/>
          <a:ln xmlns:a="http://schemas.openxmlformats.org/drawingml/2006/main" w="28575">
            <a:solidFill>
              <a:srgbClr val="A94737"/>
            </a:solidFill>
            <a:prstDash val="solid"/>
          </a:ln>
        </p:spPr>
      </p:sp>
      <p:sp>
        <p:nvSpPr>
          <p:cNvPr id="40" name="">
            <a:extLst xmlns:a="http://schemas.openxmlformats.org/drawingml/2006/main">
              <a:ext uri="{FF2B5EF4-FFF2-40B4-BE49-F238E27FC236}">
                <a16:creationId xmlns:a16="http://schemas.microsoft.com/office/drawing/2014/main" id="{204AB128-B862-4AFB-8893-0DFF68E5342E}"/>
              </a:ext>
            </a:extLst>
          </p:cNvPr>
          <p:cNvSpPr>
            <a:spLocks xmlns:a="http://schemas.openxmlformats.org/drawingml/2006/main" noGrp="1"/>
          </p:cNvSpPr>
          <p:nvPr/>
        </p:nvSpPr>
        <p:spPr>
          <a:xfrm xmlns:a="http://schemas.openxmlformats.org/drawingml/2006/main">
            <a:off x="8335002" y="3518408"/>
            <a:ext cx="28093" cy="39507"/>
          </a:xfrm>
          <a:custGeom xmlns:a="http://schemas.openxmlformats.org/drawingml/2006/main">
            <a:pathLst>
              <a:path w="28093" h="39507">
                <a:moveTo>
                  <a:pt x="0" y="39507"/>
                </a:moveTo>
                <a:lnTo>
                  <a:pt x="28093" y="0"/>
                </a:lnTo>
              </a:path>
            </a:pathLst>
          </a:custGeom>
          <a:noFill xmlns:a="http://schemas.openxmlformats.org/drawingml/2006/main"/>
          <a:ln xmlns:a="http://schemas.openxmlformats.org/drawingml/2006/main" w="28575">
            <a:solidFill>
              <a:srgbClr val="A94737"/>
            </a:solidFill>
            <a:prstDash val="solid"/>
          </a:ln>
        </p:spPr>
      </p:sp>
      <p:sp>
        <p:nvSpPr>
          <p:cNvPr id="41" name="">
            <a:extLst xmlns:a="http://schemas.openxmlformats.org/drawingml/2006/main">
              <a:ext uri="{FF2B5EF4-FFF2-40B4-BE49-F238E27FC236}">
                <a16:creationId xmlns:a16="http://schemas.microsoft.com/office/drawing/2014/main" id="{D44EED1E-C411-426C-93BF-DE48898E261C}"/>
              </a:ext>
            </a:extLst>
          </p:cNvPr>
          <p:cNvSpPr>
            <a:spLocks xmlns:a="http://schemas.openxmlformats.org/drawingml/2006/main" noGrp="1"/>
          </p:cNvSpPr>
          <p:nvPr/>
        </p:nvSpPr>
        <p:spPr>
          <a:xfrm xmlns:a="http://schemas.openxmlformats.org/drawingml/2006/main">
            <a:off x="8363095" y="3481047"/>
            <a:ext cx="30889" cy="37361"/>
          </a:xfrm>
          <a:custGeom xmlns:a="http://schemas.openxmlformats.org/drawingml/2006/main">
            <a:pathLst>
              <a:path w="30889" h="37361">
                <a:moveTo>
                  <a:pt x="0" y="37361"/>
                </a:moveTo>
                <a:lnTo>
                  <a:pt x="30889" y="0"/>
                </a:lnTo>
              </a:path>
            </a:pathLst>
          </a:custGeom>
          <a:noFill xmlns:a="http://schemas.openxmlformats.org/drawingml/2006/main"/>
          <a:ln xmlns:a="http://schemas.openxmlformats.org/drawingml/2006/main" w="28575">
            <a:solidFill>
              <a:srgbClr val="A94737"/>
            </a:solidFill>
            <a:prstDash val="solid"/>
          </a:ln>
        </p:spPr>
      </p:sp>
      <p:sp>
        <p:nvSpPr>
          <p:cNvPr id="42" name="">
            <a:extLst xmlns:a="http://schemas.openxmlformats.org/drawingml/2006/main">
              <a:ext uri="{FF2B5EF4-FFF2-40B4-BE49-F238E27FC236}">
                <a16:creationId xmlns:a16="http://schemas.microsoft.com/office/drawing/2014/main" id="{165845C3-91B6-43C1-9ED9-3BC4A3E701F0}"/>
              </a:ext>
            </a:extLst>
          </p:cNvPr>
          <p:cNvSpPr>
            <a:spLocks xmlns:a="http://schemas.openxmlformats.org/drawingml/2006/main" noGrp="1"/>
          </p:cNvSpPr>
          <p:nvPr/>
        </p:nvSpPr>
        <p:spPr>
          <a:xfrm xmlns:a="http://schemas.openxmlformats.org/drawingml/2006/main">
            <a:off x="8393985" y="3446030"/>
            <a:ext cx="33522" cy="35018"/>
          </a:xfrm>
          <a:custGeom xmlns:a="http://schemas.openxmlformats.org/drawingml/2006/main">
            <a:pathLst>
              <a:path w="33522" h="35018">
                <a:moveTo>
                  <a:pt x="0" y="35018"/>
                </a:moveTo>
                <a:lnTo>
                  <a:pt x="33522" y="0"/>
                </a:lnTo>
              </a:path>
            </a:pathLst>
          </a:custGeom>
          <a:noFill xmlns:a="http://schemas.openxmlformats.org/drawingml/2006/main"/>
          <a:ln xmlns:a="http://schemas.openxmlformats.org/drawingml/2006/main" w="28575">
            <a:solidFill>
              <a:srgbClr val="A94737"/>
            </a:solidFill>
            <a:prstDash val="solid"/>
          </a:ln>
        </p:spPr>
      </p:sp>
      <p:sp>
        <p:nvSpPr>
          <p:cNvPr id="43" name="">
            <a:extLst xmlns:a="http://schemas.openxmlformats.org/drawingml/2006/main">
              <a:ext uri="{FF2B5EF4-FFF2-40B4-BE49-F238E27FC236}">
                <a16:creationId xmlns:a16="http://schemas.microsoft.com/office/drawing/2014/main" id="{A3A41034-F782-4B04-BAAF-3228779740FC}"/>
              </a:ext>
            </a:extLst>
          </p:cNvPr>
          <p:cNvSpPr>
            <a:spLocks xmlns:a="http://schemas.openxmlformats.org/drawingml/2006/main" noGrp="1"/>
          </p:cNvSpPr>
          <p:nvPr/>
        </p:nvSpPr>
        <p:spPr>
          <a:xfrm xmlns:a="http://schemas.openxmlformats.org/drawingml/2006/main">
            <a:off x="8427507" y="3413540"/>
            <a:ext cx="35978" cy="32490"/>
          </a:xfrm>
          <a:custGeom xmlns:a="http://schemas.openxmlformats.org/drawingml/2006/main">
            <a:pathLst>
              <a:path w="35978" h="32490">
                <a:moveTo>
                  <a:pt x="0" y="32490"/>
                </a:moveTo>
                <a:lnTo>
                  <a:pt x="35978" y="0"/>
                </a:lnTo>
              </a:path>
            </a:pathLst>
          </a:custGeom>
          <a:noFill xmlns:a="http://schemas.openxmlformats.org/drawingml/2006/main"/>
          <a:ln xmlns:a="http://schemas.openxmlformats.org/drawingml/2006/main" w="28575">
            <a:solidFill>
              <a:srgbClr val="A94737"/>
            </a:solidFill>
            <a:prstDash val="solid"/>
          </a:ln>
        </p:spPr>
      </p:sp>
      <p:sp>
        <p:nvSpPr>
          <p:cNvPr id="44" name="">
            <a:extLst xmlns:a="http://schemas.openxmlformats.org/drawingml/2006/main">
              <a:ext uri="{FF2B5EF4-FFF2-40B4-BE49-F238E27FC236}">
                <a16:creationId xmlns:a16="http://schemas.microsoft.com/office/drawing/2014/main" id="{ECE2782B-618D-4F8D-A399-07E23A53F646}"/>
              </a:ext>
            </a:extLst>
          </p:cNvPr>
          <p:cNvSpPr>
            <a:spLocks xmlns:a="http://schemas.openxmlformats.org/drawingml/2006/main" noGrp="1"/>
          </p:cNvSpPr>
          <p:nvPr/>
        </p:nvSpPr>
        <p:spPr>
          <a:xfrm xmlns:a="http://schemas.openxmlformats.org/drawingml/2006/main">
            <a:off x="6210300" y="354711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右回り100°</a:t>
            </a:r>
          </a:p>
        </p:txBody>
      </p:sp>
      <p:sp>
        <p:nvSpPr>
          <p:cNvPr id="45" name="">
            <a:extLst xmlns:a="http://schemas.openxmlformats.org/drawingml/2006/main">
              <a:ext uri="{FF2B5EF4-FFF2-40B4-BE49-F238E27FC236}">
                <a16:creationId xmlns:a16="http://schemas.microsoft.com/office/drawing/2014/main" id="{AC6C47D7-D494-4002-B2E4-5C9C615F1C14}"/>
              </a:ext>
            </a:extLst>
          </p:cNvPr>
          <p:cNvSpPr>
            <a:spLocks xmlns:a="http://schemas.openxmlformats.org/drawingml/2006/main" noGrp="1"/>
          </p:cNvSpPr>
          <p:nvPr/>
        </p:nvSpPr>
        <p:spPr>
          <a:xfrm xmlns:a="http://schemas.openxmlformats.org/drawingml/2006/main">
            <a:off x="6248400" y="513969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BA：220°</a:t>
            </a:r>
          </a:p>
        </p:txBody>
      </p:sp>
      <p:sp>
        <p:nvSpPr>
          <p:cNvPr id="46" name="">
            <a:extLst xmlns:a="http://schemas.openxmlformats.org/drawingml/2006/main">
              <a:ext uri="{FF2B5EF4-FFF2-40B4-BE49-F238E27FC236}">
                <a16:creationId xmlns:a16="http://schemas.microsoft.com/office/drawing/2014/main" id="{D36825DD-5070-40F0-B252-871237567A2C}"/>
              </a:ext>
            </a:extLst>
          </p:cNvPr>
          <p:cNvSpPr>
            <a:spLocks xmlns:a="http://schemas.openxmlformats.org/drawingml/2006/main" noGrp="1"/>
          </p:cNvSpPr>
          <p:nvPr/>
        </p:nvSpPr>
        <p:spPr>
          <a:xfrm xmlns:a="http://schemas.openxmlformats.org/drawingml/2006/main">
            <a:off x="8993981" y="513969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166B68"/>
                </a:solidFill>
                <a:latin typeface="Yu Gothic"/>
                <a:ea typeface="Yu Gothic"/>
                <a:cs typeface="Yu Gothic"/>
              </a:defRPr>
            </a:defPPr>
            <a:lvl1pPr>
              <a:defRPr sz="1800">
                <a:solidFill>
                  <a:srgbClr val="166B68"/>
                </a:solidFill>
                <a:latin typeface="Yu Gothic"/>
                <a:ea typeface="Yu Gothic"/>
                <a:cs typeface="Yu Gothic"/>
              </a:defRPr>
            </a:lvl1pPr>
            <a:lvl2pPr>
              <a:defRPr sz="1800">
                <a:solidFill>
                  <a:srgbClr val="166B68"/>
                </a:solidFill>
                <a:latin typeface="Yu Gothic"/>
                <a:ea typeface="Yu Gothic"/>
                <a:cs typeface="Yu Gothic"/>
              </a:defRPr>
            </a:lvl2pPr>
            <a:lvl3pPr>
              <a:defRPr sz="1800">
                <a:solidFill>
                  <a:srgbClr val="166B68"/>
                </a:solidFill>
                <a:latin typeface="Yu Gothic"/>
                <a:ea typeface="Yu Gothic"/>
                <a:cs typeface="Yu Gothic"/>
              </a:defRPr>
            </a:lvl3pPr>
            <a:lvl4pPr>
              <a:defRPr sz="1800">
                <a:solidFill>
                  <a:srgbClr val="166B68"/>
                </a:solidFill>
                <a:latin typeface="Yu Gothic"/>
                <a:ea typeface="Yu Gothic"/>
                <a:cs typeface="Yu Gothic"/>
              </a:defRPr>
            </a:lvl4pPr>
            <a:lvl5pPr>
              <a:defRPr sz="1800">
                <a:solidFill>
                  <a:srgbClr val="166B68"/>
                </a:solidFill>
                <a:latin typeface="Yu Gothic"/>
                <a:ea typeface="Yu Gothic"/>
                <a:cs typeface="Yu Gothic"/>
              </a:defRPr>
            </a:lvl5pPr>
            <a:lvl6pPr>
              <a:defRPr sz="1800">
                <a:solidFill>
                  <a:srgbClr val="166B68"/>
                </a:solidFill>
                <a:latin typeface="Yu Gothic"/>
                <a:ea typeface="Yu Gothic"/>
                <a:cs typeface="Yu Gothic"/>
              </a:defRPr>
            </a:lvl6pPr>
            <a:lvl7pPr>
              <a:defRPr sz="1800">
                <a:solidFill>
                  <a:srgbClr val="166B68"/>
                </a:solidFill>
                <a:latin typeface="Yu Gothic"/>
                <a:ea typeface="Yu Gothic"/>
                <a:cs typeface="Yu Gothic"/>
              </a:defRPr>
            </a:lvl7pPr>
            <a:lvl8pPr>
              <a:defRPr sz="1800">
                <a:solidFill>
                  <a:srgbClr val="166B68"/>
                </a:solidFill>
                <a:latin typeface="Yu Gothic"/>
                <a:ea typeface="Yu Gothic"/>
                <a:cs typeface="Yu Gothic"/>
              </a:defRPr>
            </a:lvl8pPr>
            <a:lvl9pPr>
              <a:defRPr sz="1800">
                <a:solidFill>
                  <a:srgbClr val="166B68"/>
                </a:solidFill>
                <a:latin typeface="Yu Gothic"/>
                <a:ea typeface="Yu Gothic"/>
                <a:cs typeface="Yu Gothic"/>
              </a:defRPr>
            </a:lvl9pPr>
          </a:lstStyle>
          <a:p xmlns:a="http://schemas.openxmlformats.org/drawingml/2006/main">
            <a:pPr>
              <a:defRPr sz="1800">
                <a:solidFill>
                  <a:srgbClr val="166B68"/>
                </a:solidFill>
                <a:latin typeface="Yu Gothic"/>
                <a:ea typeface="Yu Gothic"/>
                <a:cs typeface="Yu Gothic"/>
              </a:defRPr>
            </a:pPr>
            <a:r>
              <a:rPr sz="1800">
                <a:solidFill>
                  <a:srgbClr val="166B68"/>
                </a:solidFill>
                <a:latin typeface="Yu Gothic"/>
                <a:ea typeface="Yu Gothic"/>
                <a:cs typeface="Yu Gothic"/>
              </a:rPr>
              <a:t>BC：320°</a:t>
            </a:r>
          </a:p>
        </p:txBody>
      </p:sp>
      <p:sp>
        <p:nvSpPr>
          <p:cNvPr id="47" name="">
            <a:extLst xmlns:a="http://schemas.openxmlformats.org/drawingml/2006/main">
              <a:ext uri="{FF2B5EF4-FFF2-40B4-BE49-F238E27FC236}">
                <a16:creationId xmlns:a16="http://schemas.microsoft.com/office/drawing/2014/main" id="{F7F9CE8A-BE43-4816-A548-2776501E7442}"/>
              </a:ext>
            </a:extLst>
          </p:cNvPr>
          <p:cNvSpPr>
            <a:spLocks xmlns:a="http://schemas.openxmlformats.org/drawingml/2006/main" noGrp="1"/>
          </p:cNvSpPr>
          <p:nvPr/>
        </p:nvSpPr>
        <p:spPr>
          <a:xfrm xmlns:a="http://schemas.openxmlformats.org/drawingml/2006/main">
            <a:off x="6267450" y="1638300"/>
            <a:ext cx="2000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52616A"/>
                </a:solidFill>
                <a:latin typeface="Yu Gothic"/>
                <a:ea typeface="Yu Gothic"/>
                <a:cs typeface="Yu Gothic"/>
              </a:defRPr>
            </a:defPPr>
            <a:lvl1pPr>
              <a:defRPr sz="1875">
                <a:solidFill>
                  <a:srgbClr val="52616A"/>
                </a:solidFill>
                <a:latin typeface="Yu Gothic"/>
                <a:ea typeface="Yu Gothic"/>
                <a:cs typeface="Yu Gothic"/>
              </a:defRPr>
            </a:lvl1pPr>
            <a:lvl2pPr>
              <a:defRPr sz="1875">
                <a:solidFill>
                  <a:srgbClr val="52616A"/>
                </a:solidFill>
                <a:latin typeface="Yu Gothic"/>
                <a:ea typeface="Yu Gothic"/>
                <a:cs typeface="Yu Gothic"/>
              </a:defRPr>
            </a:lvl2pPr>
            <a:lvl3pPr>
              <a:defRPr sz="1875">
                <a:solidFill>
                  <a:srgbClr val="52616A"/>
                </a:solidFill>
                <a:latin typeface="Yu Gothic"/>
                <a:ea typeface="Yu Gothic"/>
                <a:cs typeface="Yu Gothic"/>
              </a:defRPr>
            </a:lvl3pPr>
            <a:lvl4pPr>
              <a:defRPr sz="1875">
                <a:solidFill>
                  <a:srgbClr val="52616A"/>
                </a:solidFill>
                <a:latin typeface="Yu Gothic"/>
                <a:ea typeface="Yu Gothic"/>
                <a:cs typeface="Yu Gothic"/>
              </a:defRPr>
            </a:lvl4pPr>
            <a:lvl5pPr>
              <a:defRPr sz="1875">
                <a:solidFill>
                  <a:srgbClr val="52616A"/>
                </a:solidFill>
                <a:latin typeface="Yu Gothic"/>
                <a:ea typeface="Yu Gothic"/>
                <a:cs typeface="Yu Gothic"/>
              </a:defRPr>
            </a:lvl5pPr>
            <a:lvl6pPr>
              <a:defRPr sz="1875">
                <a:solidFill>
                  <a:srgbClr val="52616A"/>
                </a:solidFill>
                <a:latin typeface="Yu Gothic"/>
                <a:ea typeface="Yu Gothic"/>
                <a:cs typeface="Yu Gothic"/>
              </a:defRPr>
            </a:lvl6pPr>
            <a:lvl7pPr>
              <a:defRPr sz="1875">
                <a:solidFill>
                  <a:srgbClr val="52616A"/>
                </a:solidFill>
                <a:latin typeface="Yu Gothic"/>
                <a:ea typeface="Yu Gothic"/>
                <a:cs typeface="Yu Gothic"/>
              </a:defRPr>
            </a:lvl7pPr>
            <a:lvl8pPr>
              <a:defRPr sz="1875">
                <a:solidFill>
                  <a:srgbClr val="52616A"/>
                </a:solidFill>
                <a:latin typeface="Yu Gothic"/>
                <a:ea typeface="Yu Gothic"/>
                <a:cs typeface="Yu Gothic"/>
              </a:defRPr>
            </a:lvl8pPr>
            <a:lvl9pPr>
              <a:defRPr sz="1875">
                <a:solidFill>
                  <a:srgbClr val="52616A"/>
                </a:solidFill>
                <a:latin typeface="Yu Gothic"/>
                <a:ea typeface="Yu Gothic"/>
                <a:cs typeface="Yu Gothic"/>
              </a:defRPr>
            </a:lvl9pPr>
          </a:lstStyle>
          <a:p xmlns:a="http://schemas.openxmlformats.org/drawingml/2006/main">
            <a:pPr>
              <a:defRPr sz="1875">
                <a:solidFill>
                  <a:srgbClr val="52616A"/>
                </a:solidFill>
                <a:latin typeface="Yu Gothic"/>
                <a:ea typeface="Yu Gothic"/>
                <a:cs typeface="Yu Gothic"/>
              </a:defRPr>
            </a:pPr>
            <a:r>
              <a:rPr sz="1875">
                <a:solidFill>
                  <a:srgbClr val="52616A"/>
                </a:solidFill>
                <a:latin typeface="Yu Gothic"/>
                <a:ea typeface="Yu Gothic"/>
                <a:cs typeface="Yu Gothic"/>
              </a:rPr>
              <a:t>A→B は40°</a:t>
            </a:r>
          </a:p>
        </p:txBody>
      </p:sp>
    </p:spTree>
    <p:extLst>
      <p:ext uri="{BB962C8B-B14F-4D97-AF65-F5344CB8AC3E}">
        <p14:creationId xmlns:p14="http://schemas.microsoft.com/office/powerpoint/2010/main" val="2103202204"/>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28FF88A-8875-4BE9-BDEF-AD2A66EE476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B1096B78-1317-4DB1-B12E-4993014B12BC}"/>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4-9 まとめ｜85–90分</a:t>
            </a:r>
          </a:p>
        </p:txBody>
      </p:sp>
      <p:sp>
        <p:nvSpPr>
          <p:cNvPr id="3" name="">
            <a:extLst xmlns:a="http://schemas.openxmlformats.org/drawingml/2006/main">
              <a:ext uri="{FF2B5EF4-FFF2-40B4-BE49-F238E27FC236}">
                <a16:creationId xmlns:a16="http://schemas.microsoft.com/office/drawing/2014/main" id="{6F66D02F-E1CE-4BA0-8E44-F0955313643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出口：どの角を使うか、理由で答える</a:t>
            </a:r>
          </a:p>
        </p:txBody>
      </p:sp>
      <p:sp>
        <p:nvSpPr>
          <p:cNvPr id="4" name="">
            <a:extLst xmlns:a="http://schemas.openxmlformats.org/drawingml/2006/main">
              <a:ext uri="{FF2B5EF4-FFF2-40B4-BE49-F238E27FC236}">
                <a16:creationId xmlns:a16="http://schemas.microsoft.com/office/drawing/2014/main" id="{E14F1003-9454-4E54-BE7B-277E0B76C0D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7CA9FFD-F267-406C-80AF-88D444CD2F3F}"/>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63F169A4-F23E-4A85-8FAD-AF3D5FABE50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50</a:t>
            </a:r>
          </a:p>
        </p:txBody>
      </p:sp>
      <p:sp>
        <p:nvSpPr>
          <p:cNvPr id="7" name="">
            <a:extLst xmlns:a="http://schemas.openxmlformats.org/drawingml/2006/main">
              <a:ext uri="{FF2B5EF4-FFF2-40B4-BE49-F238E27FC236}">
                <a16:creationId xmlns:a16="http://schemas.microsoft.com/office/drawing/2014/main" id="{F0D1C7CE-AB73-4E08-BA33-A365E4E95B04}"/>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正の結果2つだけで、採用を決められる？</a:t>
            </a:r>
          </a:p>
        </p:txBody>
      </p:sp>
      <p:sp>
        <p:nvSpPr>
          <p:cNvPr id="8" name="">
            <a:extLst xmlns:a="http://schemas.openxmlformats.org/drawingml/2006/main">
              <a:ext uri="{FF2B5EF4-FFF2-40B4-BE49-F238E27FC236}">
                <a16:creationId xmlns:a16="http://schemas.microsoft.com/office/drawing/2014/main" id="{D4E12BB5-302E-4E33-ABA1-012CFE75FB47}"/>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73°25′15″ と 73°25′09″</a:t>
            </a:r>
          </a:p>
        </p:txBody>
      </p:sp>
      <p:sp>
        <p:nvSpPr>
          <p:cNvPr id="9" name="">
            <a:extLst xmlns:a="http://schemas.openxmlformats.org/drawingml/2006/main">
              <a:ext uri="{FF2B5EF4-FFF2-40B4-BE49-F238E27FC236}">
                <a16:creationId xmlns:a16="http://schemas.microsoft.com/office/drawing/2014/main" id="{0A5B4753-50B9-455E-9D76-006BA2FCFDC7}"/>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追加で何が必要か説明しよう</a:t>
            </a:r>
          </a:p>
        </p:txBody>
      </p:sp>
    </p:spTree>
    <p:extLst>
      <p:ext uri="{BB962C8B-B14F-4D97-AF65-F5344CB8AC3E}">
        <p14:creationId xmlns:p14="http://schemas.microsoft.com/office/powerpoint/2010/main" val="549992467"/>
      </p:ext>
    </p:extLst>
  </p:cSld>
</p:sld>
</file>

<file path=ppt/slides/slide51.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4EAB026-AAAB-441A-99E2-4CF7695FADE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B39107F-60D8-4B4D-ACD8-3C6897524EB2}"/>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A1464481-4559-4C3A-8593-F6926EF1D285}"/>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問1解答：正反別に零方向を引く</a:t>
            </a:r>
          </a:p>
        </p:txBody>
      </p:sp>
      <p:sp>
        <p:nvSpPr>
          <p:cNvPr id="4" name="">
            <a:extLst xmlns:a="http://schemas.openxmlformats.org/drawingml/2006/main">
              <a:ext uri="{FF2B5EF4-FFF2-40B4-BE49-F238E27FC236}">
                <a16:creationId xmlns:a16="http://schemas.microsoft.com/office/drawing/2014/main" id="{94EA37CC-9EF5-41CD-8862-25544489CD3E}"/>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0381DA79-08A1-454A-92ED-447E1DBC4F9B}"/>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DD32C798-9ED5-4C55-8DB0-640A0FE755C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51</a:t>
            </a:r>
          </a:p>
        </p:txBody>
      </p:sp>
      <p:sp>
        <p:nvSpPr>
          <p:cNvPr id="7" name="">
            <a:extLst xmlns:a="http://schemas.openxmlformats.org/drawingml/2006/main">
              <a:ext uri="{FF2B5EF4-FFF2-40B4-BE49-F238E27FC236}">
                <a16:creationId xmlns:a16="http://schemas.microsoft.com/office/drawing/2014/main" id="{F31D9899-61E2-462C-A889-0879711537BA}"/>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生読定から結果p・qへ</a:t>
            </a:r>
          </a:p>
        </p:txBody>
      </p:sp>
      <p:graphicFrame>
        <p:nvGraphicFramePr>
          <p:cNvPr id="8" name="">
            <a:extLst xmlns:a="http://schemas.openxmlformats.org/drawingml/2006/main">
              <a:ext uri="{FF2B5EF4-FFF2-40B4-BE49-F238E27FC236}">
                <a16:creationId xmlns:a16="http://schemas.microsoft.com/office/drawing/2014/main" id="{069B55C3-D3E7-4960-A754-33E25DBD9F7E}"/>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2148840"/>
                <a:gridCol w="4297680"/>
                <a:gridCol w="4297680"/>
              </a:tblGrid>
              <a:tr h="552450">
                <a:tc>
                  <a:txBody>
                    <a:bodyPr wrap="square" lIns="57150" tIns="57150" rIns="57150" bIns="57150">
                      <a:noAutofit/>
                    </a:bodyPr>
                    <a:lstStyle/>
                    <a:p>
                      <a:pPr algn="ctr"/>
                      <a:r>
                        <a:rPr sz="1950" b="1">
                          <a:solidFill>
                            <a:srgbClr val="FFFFFF"/>
                          </a:solidFill>
                          <a:latin typeface="Yu Gothic"/>
                          <a:ea typeface="Yu Gothic"/>
                          <a:cs typeface="Yu Gothic"/>
                        </a:rPr>
                        <a:t>対回・方向</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正の結果p</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反の結果q</a:t>
                      </a:r>
                    </a:p>
                  </a:txBody>
                  <a:tcPr marL="91440" marR="91440" marT="45720" marB="45720" anchor="ctr">
                    <a:solidFill>
                      <a:srgbClr val="166B68"/>
                    </a:solidFill>
                  </a:tcPr>
                </a:tc>
              </a:tr>
              <a:tr h="552450">
                <a:tc>
                  <a:txBody>
                    <a:bodyPr wrap="square" lIns="57150" tIns="57150" rIns="57150" bIns="57150">
                      <a:noAutofit/>
                    </a:bodyPr>
                    <a:lstStyle/>
                    <a:p>
                      <a:pPr algn="ctr"/>
                      <a:r>
                        <a:rPr sz="1950" b="0">
                          <a:solidFill>
                            <a:srgbClr val="182B33"/>
                          </a:solidFill>
                          <a:latin typeface="Yu Gothic"/>
                          <a:ea typeface="Yu Gothic"/>
                          <a:cs typeface="Yu Gothic"/>
                        </a:rPr>
                        <a:t>1・B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62°14′18″</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62°14′14″</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2・B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62°14′16″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62°14′14″</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1・C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128°32′20″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128°32′16″</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2・C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128°32′24″</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128°32′28″</a:t>
                      </a:r>
                    </a:p>
                  </a:txBody>
                  <a:tcPr marL="91440" marR="91440" marT="45720" marB="45720" anchor="ctr"/>
                </a:tc>
              </a:tr>
            </a:tbl>
          </a:graphicData>
        </a:graphic>
      </p:graphicFrame>
    </p:spTree>
    <p:extLst>
      <p:ext uri="{BB962C8B-B14F-4D97-AF65-F5344CB8AC3E}">
        <p14:creationId xmlns:p14="http://schemas.microsoft.com/office/powerpoint/2010/main" val="2118830406"/>
      </p:ext>
    </p:extLst>
  </p:cSld>
</p:sld>
</file>

<file path=ppt/slides/slide5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23E019F-FC71-4001-B883-172895C639E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55785A2-E9E8-48C0-89E5-22B4C130A3F9}"/>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89313A18-E3D3-4A3D-B481-7C7FBDAEAEA3}"/>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問1解答：倍角と較差を残す</a:t>
            </a:r>
          </a:p>
        </p:txBody>
      </p:sp>
      <p:sp>
        <p:nvSpPr>
          <p:cNvPr id="4" name="">
            <a:extLst xmlns:a="http://schemas.openxmlformats.org/drawingml/2006/main">
              <a:ext uri="{FF2B5EF4-FFF2-40B4-BE49-F238E27FC236}">
                <a16:creationId xmlns:a16="http://schemas.microsoft.com/office/drawing/2014/main" id="{C3D9A9C9-2B27-4547-B07A-DA13E8B01192}"/>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03F31C5B-A4D0-4AE9-A03A-F672D0FDF448}"/>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47CA8055-1754-47EF-A6A8-4D2826A4862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52</a:t>
            </a:r>
          </a:p>
        </p:txBody>
      </p:sp>
      <p:sp>
        <p:nvSpPr>
          <p:cNvPr id="7" name="">
            <a:extLst xmlns:a="http://schemas.openxmlformats.org/drawingml/2006/main">
              <a:ext uri="{FF2B5EF4-FFF2-40B4-BE49-F238E27FC236}">
                <a16:creationId xmlns:a16="http://schemas.microsoft.com/office/drawing/2014/main" id="{72820B87-DAED-4329-961E-45B290EEACEE}"/>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点検前に平均で食い違いを隠さない</a:t>
            </a:r>
          </a:p>
        </p:txBody>
      </p:sp>
      <p:graphicFrame>
        <p:nvGraphicFramePr>
          <p:cNvPr id="8" name="">
            <a:extLst xmlns:a="http://schemas.openxmlformats.org/drawingml/2006/main">
              <a:ext uri="{FF2B5EF4-FFF2-40B4-BE49-F238E27FC236}">
                <a16:creationId xmlns:a16="http://schemas.microsoft.com/office/drawing/2014/main" id="{94C8F310-89A3-4D21-AD83-8C59235ADBCC}"/>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2363724"/>
                <a:gridCol w="5157216"/>
                <a:gridCol w="3223260"/>
              </a:tblGrid>
              <a:tr h="552450">
                <a:tc>
                  <a:txBody>
                    <a:bodyPr wrap="square" lIns="57150" tIns="57150" rIns="57150" bIns="57150">
                      <a:noAutofit/>
                    </a:bodyPr>
                    <a:lstStyle/>
                    <a:p>
                      <a:pPr algn="ctr"/>
                      <a:r>
                        <a:rPr sz="1950" b="1">
                          <a:solidFill>
                            <a:srgbClr val="FFFFFF"/>
                          </a:solidFill>
                          <a:latin typeface="Yu Gothic"/>
                          <a:ea typeface="Yu Gothic"/>
                          <a:cs typeface="Yu Gothic"/>
                        </a:rPr>
                        <a:t>対回・方向</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倍角D</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較差C</a:t>
                      </a:r>
                    </a:p>
                  </a:txBody>
                  <a:tcPr marL="91440" marR="91440" marT="45720" marB="45720" anchor="ctr">
                    <a:solidFill>
                      <a:srgbClr val="166B68"/>
                    </a:solidFill>
                  </a:tcPr>
                </a:tc>
              </a:tr>
              <a:tr h="552450">
                <a:tc>
                  <a:txBody>
                    <a:bodyPr wrap="square" lIns="57150" tIns="57150" rIns="57150" bIns="57150">
                      <a:noAutofit/>
                    </a:bodyPr>
                    <a:lstStyle/>
                    <a:p>
                      <a:pPr algn="ctr"/>
                      <a:r>
                        <a:rPr sz="1950" b="0">
                          <a:solidFill>
                            <a:srgbClr val="182B33"/>
                          </a:solidFill>
                          <a:latin typeface="Yu Gothic"/>
                          <a:ea typeface="Yu Gothic"/>
                          <a:cs typeface="Yu Gothic"/>
                        </a:rPr>
                        <a:t>1・B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124°28′32″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2・B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124°28′30″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1・C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257°04′36″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2・C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257°04′52″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a:t>
                      </a:r>
                    </a:p>
                  </a:txBody>
                  <a:tcPr marL="91440" marR="91440" marT="45720" marB="45720" anchor="ctr"/>
                </a:tc>
              </a:tr>
            </a:tbl>
          </a:graphicData>
        </a:graphic>
      </p:graphicFrame>
    </p:spTree>
    <p:extLst>
      <p:ext uri="{BB962C8B-B14F-4D97-AF65-F5344CB8AC3E}">
        <p14:creationId xmlns:p14="http://schemas.microsoft.com/office/powerpoint/2010/main" val="1898550110"/>
      </p:ext>
    </p:extLst>
  </p:cSld>
</p:sld>
</file>

<file path=ppt/slides/slide5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B177A19-941F-4210-AFA8-D0C9D0ACE44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0F29632C-FCBD-4A04-894B-2F5FC451483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AA385072-89D0-4E7C-9DEA-8F785E58F46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問1解答：Bは採用、Cは再測</a:t>
            </a:r>
          </a:p>
        </p:txBody>
      </p:sp>
      <p:sp>
        <p:nvSpPr>
          <p:cNvPr id="4" name="">
            <a:extLst xmlns:a="http://schemas.openxmlformats.org/drawingml/2006/main">
              <a:ext uri="{FF2B5EF4-FFF2-40B4-BE49-F238E27FC236}">
                <a16:creationId xmlns:a16="http://schemas.microsoft.com/office/drawing/2014/main" id="{1C3CEE01-9A83-4152-AF55-F8F010352580}"/>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C284918D-8186-4D8C-83F2-6347FF06FAD0}"/>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693896AF-FDD9-4B8E-8CFB-926D04F2858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53</a:t>
            </a:r>
          </a:p>
        </p:txBody>
      </p:sp>
      <p:sp>
        <p:nvSpPr>
          <p:cNvPr id="7" name="">
            <a:extLst xmlns:a="http://schemas.openxmlformats.org/drawingml/2006/main">
              <a:ext uri="{FF2B5EF4-FFF2-40B4-BE49-F238E27FC236}">
                <a16:creationId xmlns:a16="http://schemas.microsoft.com/office/drawing/2014/main" id="{A319B156-8028-457B-9D7A-3ED80D06A1E9}"/>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倍角差10″以下・観測差8″以下（仮基準）</a:t>
            </a:r>
          </a:p>
        </p:txBody>
      </p:sp>
      <p:graphicFrame>
        <p:nvGraphicFramePr>
          <p:cNvPr id="8" name="">
            <a:extLst xmlns:a="http://schemas.openxmlformats.org/drawingml/2006/main">
              <a:ext uri="{FF2B5EF4-FFF2-40B4-BE49-F238E27FC236}">
                <a16:creationId xmlns:a16="http://schemas.microsoft.com/office/drawing/2014/main" id="{7B9F75E5-980D-4A0E-BF49-892B0DAF9865}"/>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611630"/>
                <a:gridCol w="2686050"/>
                <a:gridCol w="2686050"/>
                <a:gridCol w="3760470"/>
              </a:tblGrid>
              <a:tr h="920750">
                <a:tc>
                  <a:txBody>
                    <a:bodyPr wrap="square" lIns="57150" tIns="57150" rIns="57150" bIns="57150">
                      <a:noAutofit/>
                    </a:bodyPr>
                    <a:lstStyle/>
                    <a:p>
                      <a:pPr algn="ctr"/>
                      <a:r>
                        <a:rPr sz="1950" b="1">
                          <a:solidFill>
                            <a:srgbClr val="FFFFFF"/>
                          </a:solidFill>
                          <a:latin typeface="Yu Gothic"/>
                          <a:ea typeface="Yu Gothic"/>
                          <a:cs typeface="Yu Gothic"/>
                        </a:rPr>
                        <a:t>方向</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倍角差</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観測差</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判断</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採用</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8″</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再測</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B3AB3610-5499-40D8-9DDA-2BCC911737E7}"/>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Bの採用値＝62°14′15.5″</a:t>
            </a:r>
          </a:p>
        </p:txBody>
      </p:sp>
    </p:spTree>
    <p:extLst>
      <p:ext uri="{BB962C8B-B14F-4D97-AF65-F5344CB8AC3E}">
        <p14:creationId xmlns:p14="http://schemas.microsoft.com/office/powerpoint/2010/main" val="1862074818"/>
      </p:ext>
    </p:extLst>
  </p:cSld>
</p:sld>
</file>

<file path=ppt/slides/slide5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41D49AA8-025D-4925-8B96-CA5B49A39C2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4D1EFB13-21B0-4B25-A6CF-C88DDDD2D03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1089B900-E976-4A71-827F-F9003678575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問2解答：Eが直角だから、90°から引く</a:t>
            </a:r>
          </a:p>
        </p:txBody>
      </p:sp>
      <p:sp>
        <p:nvSpPr>
          <p:cNvPr id="4" name="">
            <a:extLst xmlns:a="http://schemas.openxmlformats.org/drawingml/2006/main">
              <a:ext uri="{FF2B5EF4-FFF2-40B4-BE49-F238E27FC236}">
                <a16:creationId xmlns:a16="http://schemas.microsoft.com/office/drawing/2014/main" id="{6888768C-E966-48F9-8F07-CF3E2A6EC87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79A020ED-D5CD-48AB-B04B-B623AEF1A314}"/>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16A6FFDA-B389-47C5-BE84-36CA20A00C9A}"/>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54</a:t>
            </a:r>
          </a:p>
        </p:txBody>
      </p:sp>
      <p:sp>
        <p:nvSpPr>
          <p:cNvPr id="7" name="">
            <a:extLst xmlns:a="http://schemas.openxmlformats.org/drawingml/2006/main">
              <a:ext uri="{FF2B5EF4-FFF2-40B4-BE49-F238E27FC236}">
                <a16:creationId xmlns:a16="http://schemas.microsoft.com/office/drawing/2014/main" id="{394BC4D5-1AEE-4674-B84A-18BC6A8F4BE3}"/>
              </a:ext>
            </a:extLst>
          </p:cNvPr>
          <p:cNvSpPr>
            <a:spLocks xmlns:a="http://schemas.openxmlformats.org/drawingml/2006/main" noGrp="1"/>
          </p:cNvSpPr>
          <p:nvPr/>
        </p:nvSpPr>
        <p:spPr>
          <a:xfrm xmlns:a="http://schemas.openxmlformats.org/drawingml/2006/main">
            <a:off x="1143000" y="17145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δ＝tan⁻¹(1/100)＝0.5729386977°</a:t>
            </a:r>
          </a:p>
        </p:txBody>
      </p:sp>
      <p:sp>
        <p:nvSpPr>
          <p:cNvPr id="8" name="">
            <a:extLst xmlns:a="http://schemas.openxmlformats.org/drawingml/2006/main">
              <a:ext uri="{FF2B5EF4-FFF2-40B4-BE49-F238E27FC236}">
                <a16:creationId xmlns:a16="http://schemas.microsoft.com/office/drawing/2014/main" id="{CE1002D9-DA69-4906-B50B-A042BDF5F587}"/>
              </a:ext>
            </a:extLst>
          </p:cNvPr>
          <p:cNvSpPr>
            <a:spLocks xmlns:a="http://schemas.openxmlformats.org/drawingml/2006/main" noGrp="1"/>
          </p:cNvSpPr>
          <p:nvPr/>
        </p:nvSpPr>
        <p:spPr>
          <a:xfrm xmlns:a="http://schemas.openxmlformats.org/drawingml/2006/main">
            <a:off x="1143000" y="22860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Oの角＝90°−δ＝89.4270613023°</a:t>
            </a:r>
          </a:p>
        </p:txBody>
      </p:sp>
      <p:sp>
        <p:nvSpPr>
          <p:cNvPr id="9" name="">
            <a:extLst xmlns:a="http://schemas.openxmlformats.org/drawingml/2006/main">
              <a:ext uri="{FF2B5EF4-FFF2-40B4-BE49-F238E27FC236}">
                <a16:creationId xmlns:a16="http://schemas.microsoft.com/office/drawing/2014/main" id="{D26357EC-1470-447F-B3E4-391F13BE5D66}"/>
              </a:ext>
            </a:extLst>
          </p:cNvPr>
          <p:cNvSpPr>
            <a:spLocks xmlns:a="http://schemas.openxmlformats.org/drawingml/2006/main" noGrp="1"/>
          </p:cNvSpPr>
          <p:nvPr/>
        </p:nvSpPr>
        <p:spPr>
          <a:xfrm xmlns:a="http://schemas.openxmlformats.org/drawingml/2006/main">
            <a:off x="1143000" y="28575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角補正＝Oの角−90°</a:t>
            </a:r>
          </a:p>
        </p:txBody>
      </p:sp>
      <p:sp>
        <p:nvSpPr>
          <p:cNvPr id="10" name="">
            <a:extLst xmlns:a="http://schemas.openxmlformats.org/drawingml/2006/main">
              <a:ext uri="{FF2B5EF4-FFF2-40B4-BE49-F238E27FC236}">
                <a16:creationId xmlns:a16="http://schemas.microsoft.com/office/drawing/2014/main" id="{22F4E641-4D02-4817-95DC-083B5B09C081}"/>
              </a:ext>
            </a:extLst>
          </p:cNvPr>
          <p:cNvSpPr>
            <a:spLocks xmlns:a="http://schemas.openxmlformats.org/drawingml/2006/main" noGrp="1"/>
          </p:cNvSpPr>
          <p:nvPr/>
        </p:nvSpPr>
        <p:spPr>
          <a:xfrm xmlns:a="http://schemas.openxmlformats.org/drawingml/2006/main">
            <a:off x="781050" y="5219700"/>
            <a:ext cx="5191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89°25′37.4″</a:t>
            </a:r>
          </a:p>
        </p:txBody>
      </p:sp>
      <p:sp>
        <p:nvSpPr>
          <p:cNvPr id="11" name="">
            <a:extLst xmlns:a="http://schemas.openxmlformats.org/drawingml/2006/main">
              <a:ext uri="{FF2B5EF4-FFF2-40B4-BE49-F238E27FC236}">
                <a16:creationId xmlns:a16="http://schemas.microsoft.com/office/drawing/2014/main" id="{D565CDBB-15C9-4B55-BA7E-D0D2D06F658A}"/>
              </a:ext>
            </a:extLst>
          </p:cNvPr>
          <p:cNvSpPr>
            <a:spLocks xmlns:a="http://schemas.openxmlformats.org/drawingml/2006/main" noGrp="1"/>
          </p:cNvSpPr>
          <p:nvPr/>
        </p:nvSpPr>
        <p:spPr>
          <a:xfrm xmlns:a="http://schemas.openxmlformats.org/drawingml/2006/main">
            <a:off x="7475220" y="2394585"/>
            <a:ext cx="1188720" cy="2240280"/>
          </a:xfrm>
          <a:custGeom xmlns:a="http://schemas.openxmlformats.org/drawingml/2006/main">
            <a:pathLst>
              <a:path w="1188720" h="2240280">
                <a:moveTo>
                  <a:pt x="0" y="2240280"/>
                </a:moveTo>
                <a:lnTo>
                  <a:pt x="1188720"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E89B5DA1-935A-4B35-B895-B44F4CC460D8}"/>
              </a:ext>
            </a:extLst>
          </p:cNvPr>
          <p:cNvSpPr>
            <a:spLocks xmlns:a="http://schemas.openxmlformats.org/drawingml/2006/main" noGrp="1"/>
          </p:cNvSpPr>
          <p:nvPr/>
        </p:nvSpPr>
        <p:spPr>
          <a:xfrm xmlns:a="http://schemas.openxmlformats.org/drawingml/2006/main">
            <a:off x="7475220" y="4634865"/>
            <a:ext cx="3070860" cy="9525"/>
          </a:xfrm>
          <a:custGeom xmlns:a="http://schemas.openxmlformats.org/drawingml/2006/main">
            <a:pathLst>
              <a:path w="3070860" h="9525">
                <a:moveTo>
                  <a:pt x="0" y="0"/>
                </a:moveTo>
                <a:lnTo>
                  <a:pt x="3070860" y="0"/>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61559593-5623-4042-AA6E-90ABC24B3545}"/>
              </a:ext>
            </a:extLst>
          </p:cNvPr>
          <p:cNvSpPr>
            <a:spLocks xmlns:a="http://schemas.openxmlformats.org/drawingml/2006/main" noGrp="1"/>
          </p:cNvSpPr>
          <p:nvPr/>
        </p:nvSpPr>
        <p:spPr>
          <a:xfrm xmlns:a="http://schemas.openxmlformats.org/drawingml/2006/main">
            <a:off x="8663940" y="2394585"/>
            <a:ext cx="9525" cy="2240280"/>
          </a:xfrm>
          <a:custGeom xmlns:a="http://schemas.openxmlformats.org/drawingml/2006/main">
            <a:pathLst>
              <a:path w="9525" h="2240280">
                <a:moveTo>
                  <a:pt x="0" y="2240280"/>
                </a:moveTo>
                <a:lnTo>
                  <a:pt x="0" y="0"/>
                </a:lnTo>
              </a:path>
            </a:pathLst>
          </a:custGeom>
          <a:noFill xmlns:a="http://schemas.openxmlformats.org/drawingml/2006/main"/>
          <a:ln xmlns:a="http://schemas.openxmlformats.org/drawingml/2006/main" w="38100">
            <a:solidFill>
              <a:srgbClr val="A94737"/>
            </a:solidFill>
            <a:prstDash val="solid"/>
          </a:ln>
        </p:spPr>
      </p:sp>
      <p:sp>
        <p:nvSpPr>
          <p:cNvPr id="14" name="">
            <a:extLst xmlns:a="http://schemas.openxmlformats.org/drawingml/2006/main">
              <a:ext uri="{FF2B5EF4-FFF2-40B4-BE49-F238E27FC236}">
                <a16:creationId xmlns:a16="http://schemas.microsoft.com/office/drawing/2014/main" id="{3CC3C7A2-3087-46CF-A504-E409FC84D2E6}"/>
              </a:ext>
            </a:extLst>
          </p:cNvPr>
          <p:cNvSpPr>
            <a:spLocks xmlns:a="http://schemas.openxmlformats.org/drawingml/2006/main" noGrp="1"/>
          </p:cNvSpPr>
          <p:nvPr/>
        </p:nvSpPr>
        <p:spPr>
          <a:xfrm xmlns:a="http://schemas.openxmlformats.org/drawingml/2006/main">
            <a:off x="8663940" y="4634865"/>
            <a:ext cx="1882140" cy="9525"/>
          </a:xfrm>
          <a:custGeom xmlns:a="http://schemas.openxmlformats.org/drawingml/2006/main">
            <a:pathLst>
              <a:path w="1882140" h="9525">
                <a:moveTo>
                  <a:pt x="0" y="0"/>
                </a:moveTo>
                <a:lnTo>
                  <a:pt x="1882140" y="0"/>
                </a:lnTo>
              </a:path>
            </a:pathLst>
          </a:custGeom>
          <a:noFill xmlns:a="http://schemas.openxmlformats.org/drawingml/2006/main"/>
          <a:ln xmlns:a="http://schemas.openxmlformats.org/drawingml/2006/main" w="38100">
            <a:solidFill>
              <a:srgbClr val="A94737"/>
            </a:solidFill>
            <a:prstDash val="solid"/>
          </a:ln>
        </p:spPr>
      </p:sp>
      <p:sp>
        <p:nvSpPr>
          <p:cNvPr id="15" name="">
            <a:extLst xmlns:a="http://schemas.openxmlformats.org/drawingml/2006/main">
              <a:ext uri="{FF2B5EF4-FFF2-40B4-BE49-F238E27FC236}">
                <a16:creationId xmlns:a16="http://schemas.microsoft.com/office/drawing/2014/main" id="{71221C56-3E13-4646-81EB-1609AFD48033}"/>
              </a:ext>
            </a:extLst>
          </p:cNvPr>
          <p:cNvSpPr>
            <a:spLocks xmlns:a="http://schemas.openxmlformats.org/drawingml/2006/main" noGrp="1"/>
          </p:cNvSpPr>
          <p:nvPr/>
        </p:nvSpPr>
        <p:spPr>
          <a:xfrm xmlns:a="http://schemas.openxmlformats.org/drawingml/2006/main">
            <a:off x="8663940" y="442531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A94737"/>
            </a:solidFill>
            <a:prstDash val="solid"/>
          </a:ln>
        </p:spPr>
      </p:sp>
      <p:sp>
        <p:nvSpPr>
          <p:cNvPr id="16" name="">
            <a:extLst xmlns:a="http://schemas.openxmlformats.org/drawingml/2006/main">
              <a:ext uri="{FF2B5EF4-FFF2-40B4-BE49-F238E27FC236}">
                <a16:creationId xmlns:a16="http://schemas.microsoft.com/office/drawing/2014/main" id="{BDB790DA-B8D6-43CB-BAC3-88D21B8D1581}"/>
              </a:ext>
            </a:extLst>
          </p:cNvPr>
          <p:cNvSpPr>
            <a:spLocks xmlns:a="http://schemas.openxmlformats.org/drawingml/2006/main" noGrp="1"/>
          </p:cNvSpPr>
          <p:nvPr/>
        </p:nvSpPr>
        <p:spPr>
          <a:xfrm xmlns:a="http://schemas.openxmlformats.org/drawingml/2006/main">
            <a:off x="8873490" y="4425315"/>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A94737"/>
            </a:solidFill>
            <a:prstDash val="solid"/>
          </a:ln>
        </p:spPr>
      </p:sp>
      <p:sp>
        <p:nvSpPr>
          <p:cNvPr id="17" name="">
            <a:extLst xmlns:a="http://schemas.openxmlformats.org/drawingml/2006/main">
              <a:ext uri="{FF2B5EF4-FFF2-40B4-BE49-F238E27FC236}">
                <a16:creationId xmlns:a16="http://schemas.microsoft.com/office/drawing/2014/main" id="{65C0773E-0EFC-4AA1-B8E3-E500B4AD9BE9}"/>
              </a:ext>
            </a:extLst>
          </p:cNvPr>
          <p:cNvSpPr>
            <a:spLocks xmlns:a="http://schemas.openxmlformats.org/drawingml/2006/main" noGrp="1"/>
          </p:cNvSpPr>
          <p:nvPr/>
        </p:nvSpPr>
        <p:spPr>
          <a:xfrm xmlns:a="http://schemas.openxmlformats.org/drawingml/2006/main">
            <a:off x="7427595" y="4587240"/>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8" name="">
            <a:extLst xmlns:a="http://schemas.openxmlformats.org/drawingml/2006/main">
              <a:ext uri="{FF2B5EF4-FFF2-40B4-BE49-F238E27FC236}">
                <a16:creationId xmlns:a16="http://schemas.microsoft.com/office/drawing/2014/main" id="{20C3F27A-4F4B-4A99-8A23-EAB79F691AE9}"/>
              </a:ext>
            </a:extLst>
          </p:cNvPr>
          <p:cNvSpPr>
            <a:spLocks xmlns:a="http://schemas.openxmlformats.org/drawingml/2006/main" noGrp="1"/>
          </p:cNvSpPr>
          <p:nvPr/>
        </p:nvSpPr>
        <p:spPr>
          <a:xfrm xmlns:a="http://schemas.openxmlformats.org/drawingml/2006/main">
            <a:off x="7256145" y="471106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O</a:t>
            </a:r>
          </a:p>
        </p:txBody>
      </p:sp>
      <p:sp>
        <p:nvSpPr>
          <p:cNvPr id="19" name="">
            <a:extLst xmlns:a="http://schemas.openxmlformats.org/drawingml/2006/main">
              <a:ext uri="{FF2B5EF4-FFF2-40B4-BE49-F238E27FC236}">
                <a16:creationId xmlns:a16="http://schemas.microsoft.com/office/drawing/2014/main" id="{49AF60A2-3EC1-4171-B2FF-A2AADC5155C4}"/>
              </a:ext>
            </a:extLst>
          </p:cNvPr>
          <p:cNvSpPr>
            <a:spLocks xmlns:a="http://schemas.openxmlformats.org/drawingml/2006/main" noGrp="1"/>
          </p:cNvSpPr>
          <p:nvPr/>
        </p:nvSpPr>
        <p:spPr>
          <a:xfrm xmlns:a="http://schemas.openxmlformats.org/drawingml/2006/main">
            <a:off x="8616315" y="4587240"/>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20" name="">
            <a:extLst xmlns:a="http://schemas.openxmlformats.org/drawingml/2006/main">
              <a:ext uri="{FF2B5EF4-FFF2-40B4-BE49-F238E27FC236}">
                <a16:creationId xmlns:a16="http://schemas.microsoft.com/office/drawing/2014/main" id="{87A0FF04-F2F7-4815-B64B-D56E9B34C090}"/>
              </a:ext>
            </a:extLst>
          </p:cNvPr>
          <p:cNvSpPr>
            <a:spLocks xmlns:a="http://schemas.openxmlformats.org/drawingml/2006/main" noGrp="1"/>
          </p:cNvSpPr>
          <p:nvPr/>
        </p:nvSpPr>
        <p:spPr>
          <a:xfrm xmlns:a="http://schemas.openxmlformats.org/drawingml/2006/main">
            <a:off x="8702040" y="471106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E</a:t>
            </a:r>
          </a:p>
        </p:txBody>
      </p:sp>
      <p:sp>
        <p:nvSpPr>
          <p:cNvPr id="21" name="">
            <a:extLst xmlns:a="http://schemas.openxmlformats.org/drawingml/2006/main">
              <a:ext uri="{FF2B5EF4-FFF2-40B4-BE49-F238E27FC236}">
                <a16:creationId xmlns:a16="http://schemas.microsoft.com/office/drawing/2014/main" id="{F8B18AC9-4F65-4368-98F6-22823D43A72A}"/>
              </a:ext>
            </a:extLst>
          </p:cNvPr>
          <p:cNvSpPr>
            <a:spLocks xmlns:a="http://schemas.openxmlformats.org/drawingml/2006/main" noGrp="1"/>
          </p:cNvSpPr>
          <p:nvPr/>
        </p:nvSpPr>
        <p:spPr>
          <a:xfrm xmlns:a="http://schemas.openxmlformats.org/drawingml/2006/main">
            <a:off x="8616315" y="2346960"/>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2" name="">
            <a:extLst xmlns:a="http://schemas.openxmlformats.org/drawingml/2006/main">
              <a:ext uri="{FF2B5EF4-FFF2-40B4-BE49-F238E27FC236}">
                <a16:creationId xmlns:a16="http://schemas.microsoft.com/office/drawing/2014/main" id="{12E04907-83BB-48A2-8A9C-4E8A0D5B39B8}"/>
              </a:ext>
            </a:extLst>
          </p:cNvPr>
          <p:cNvSpPr>
            <a:spLocks xmlns:a="http://schemas.openxmlformats.org/drawingml/2006/main" noGrp="1"/>
          </p:cNvSpPr>
          <p:nvPr/>
        </p:nvSpPr>
        <p:spPr>
          <a:xfrm xmlns:a="http://schemas.openxmlformats.org/drawingml/2006/main">
            <a:off x="8521065" y="205168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A</a:t>
            </a:r>
          </a:p>
        </p:txBody>
      </p:sp>
      <p:sp>
        <p:nvSpPr>
          <p:cNvPr id="23" name="">
            <a:extLst xmlns:a="http://schemas.openxmlformats.org/drawingml/2006/main">
              <a:ext uri="{FF2B5EF4-FFF2-40B4-BE49-F238E27FC236}">
                <a16:creationId xmlns:a16="http://schemas.microsoft.com/office/drawing/2014/main" id="{9D69DCA5-E883-494D-BC2B-DE639849FC06}"/>
              </a:ext>
            </a:extLst>
          </p:cNvPr>
          <p:cNvSpPr>
            <a:spLocks xmlns:a="http://schemas.openxmlformats.org/drawingml/2006/main" noGrp="1"/>
          </p:cNvSpPr>
          <p:nvPr/>
        </p:nvSpPr>
        <p:spPr>
          <a:xfrm xmlns:a="http://schemas.openxmlformats.org/drawingml/2006/main">
            <a:off x="10498455" y="4587240"/>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4" name="">
            <a:extLst xmlns:a="http://schemas.openxmlformats.org/drawingml/2006/main">
              <a:ext uri="{FF2B5EF4-FFF2-40B4-BE49-F238E27FC236}">
                <a16:creationId xmlns:a16="http://schemas.microsoft.com/office/drawing/2014/main" id="{FB879085-8B5F-4DE2-9397-DED0C9AAFEF0}"/>
              </a:ext>
            </a:extLst>
          </p:cNvPr>
          <p:cNvSpPr>
            <a:spLocks xmlns:a="http://schemas.openxmlformats.org/drawingml/2006/main" noGrp="1"/>
          </p:cNvSpPr>
          <p:nvPr/>
        </p:nvSpPr>
        <p:spPr>
          <a:xfrm xmlns:a="http://schemas.openxmlformats.org/drawingml/2006/main">
            <a:off x="10641330" y="451104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B</a:t>
            </a:r>
          </a:p>
        </p:txBody>
      </p:sp>
      <p:sp>
        <p:nvSpPr>
          <p:cNvPr id="25" name="">
            <a:extLst xmlns:a="http://schemas.openxmlformats.org/drawingml/2006/main">
              <a:ext uri="{FF2B5EF4-FFF2-40B4-BE49-F238E27FC236}">
                <a16:creationId xmlns:a16="http://schemas.microsoft.com/office/drawing/2014/main" id="{8D02A7DD-AE0B-43B3-8CFE-E041E07391C1}"/>
              </a:ext>
            </a:extLst>
          </p:cNvPr>
          <p:cNvSpPr>
            <a:spLocks xmlns:a="http://schemas.openxmlformats.org/drawingml/2006/main" noGrp="1"/>
          </p:cNvSpPr>
          <p:nvPr/>
        </p:nvSpPr>
        <p:spPr>
          <a:xfrm xmlns:a="http://schemas.openxmlformats.org/drawingml/2006/main">
            <a:off x="7570470" y="501586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OE＝1 m</a:t>
            </a:r>
          </a:p>
        </p:txBody>
      </p:sp>
      <p:sp>
        <p:nvSpPr>
          <p:cNvPr id="26" name="">
            <a:extLst xmlns:a="http://schemas.openxmlformats.org/drawingml/2006/main">
              <a:ext uri="{FF2B5EF4-FFF2-40B4-BE49-F238E27FC236}">
                <a16:creationId xmlns:a16="http://schemas.microsoft.com/office/drawing/2014/main" id="{6BF58C00-E70B-4ED4-AE52-4E6F1F00FB3F}"/>
              </a:ext>
            </a:extLst>
          </p:cNvPr>
          <p:cNvSpPr>
            <a:spLocks xmlns:a="http://schemas.openxmlformats.org/drawingml/2006/main" noGrp="1"/>
          </p:cNvSpPr>
          <p:nvPr/>
        </p:nvSpPr>
        <p:spPr>
          <a:xfrm xmlns:a="http://schemas.openxmlformats.org/drawingml/2006/main">
            <a:off x="8854440" y="33147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EA＝100 m</a:t>
            </a:r>
          </a:p>
        </p:txBody>
      </p:sp>
      <p:sp>
        <p:nvSpPr>
          <p:cNvPr id="27" name="">
            <a:extLst xmlns:a="http://schemas.openxmlformats.org/drawingml/2006/main">
              <a:ext uri="{FF2B5EF4-FFF2-40B4-BE49-F238E27FC236}">
                <a16:creationId xmlns:a16="http://schemas.microsoft.com/office/drawing/2014/main" id="{C6312614-3249-4B78-B811-1EA785F5B6DD}"/>
              </a:ext>
            </a:extLst>
          </p:cNvPr>
          <p:cNvSpPr>
            <a:spLocks xmlns:a="http://schemas.openxmlformats.org/drawingml/2006/main" noGrp="1"/>
          </p:cNvSpPr>
          <p:nvPr/>
        </p:nvSpPr>
        <p:spPr>
          <a:xfrm xmlns:a="http://schemas.openxmlformats.org/drawingml/2006/main">
            <a:off x="6334125" y="339471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166B68"/>
                </a:solidFill>
                <a:latin typeface="Yu Gothic"/>
                <a:ea typeface="Yu Gothic"/>
                <a:cs typeface="Yu Gothic"/>
              </a:defRPr>
            </a:defPPr>
            <a:lvl1pPr>
              <a:defRPr sz="1875">
                <a:solidFill>
                  <a:srgbClr val="166B68"/>
                </a:solidFill>
                <a:latin typeface="Yu Gothic"/>
                <a:ea typeface="Yu Gothic"/>
                <a:cs typeface="Yu Gothic"/>
              </a:defRPr>
            </a:lvl1pPr>
            <a:lvl2pPr>
              <a:defRPr sz="1875">
                <a:solidFill>
                  <a:srgbClr val="166B68"/>
                </a:solidFill>
                <a:latin typeface="Yu Gothic"/>
                <a:ea typeface="Yu Gothic"/>
                <a:cs typeface="Yu Gothic"/>
              </a:defRPr>
            </a:lvl2pPr>
            <a:lvl3pPr>
              <a:defRPr sz="1875">
                <a:solidFill>
                  <a:srgbClr val="166B68"/>
                </a:solidFill>
                <a:latin typeface="Yu Gothic"/>
                <a:ea typeface="Yu Gothic"/>
                <a:cs typeface="Yu Gothic"/>
              </a:defRPr>
            </a:lvl3pPr>
            <a:lvl4pPr>
              <a:defRPr sz="1875">
                <a:solidFill>
                  <a:srgbClr val="166B68"/>
                </a:solidFill>
                <a:latin typeface="Yu Gothic"/>
                <a:ea typeface="Yu Gothic"/>
                <a:cs typeface="Yu Gothic"/>
              </a:defRPr>
            </a:lvl4pPr>
            <a:lvl5pPr>
              <a:defRPr sz="1875">
                <a:solidFill>
                  <a:srgbClr val="166B68"/>
                </a:solidFill>
                <a:latin typeface="Yu Gothic"/>
                <a:ea typeface="Yu Gothic"/>
                <a:cs typeface="Yu Gothic"/>
              </a:defRPr>
            </a:lvl5pPr>
            <a:lvl6pPr>
              <a:defRPr sz="1875">
                <a:solidFill>
                  <a:srgbClr val="166B68"/>
                </a:solidFill>
                <a:latin typeface="Yu Gothic"/>
                <a:ea typeface="Yu Gothic"/>
                <a:cs typeface="Yu Gothic"/>
              </a:defRPr>
            </a:lvl6pPr>
            <a:lvl7pPr>
              <a:defRPr sz="1875">
                <a:solidFill>
                  <a:srgbClr val="166B68"/>
                </a:solidFill>
                <a:latin typeface="Yu Gothic"/>
                <a:ea typeface="Yu Gothic"/>
                <a:cs typeface="Yu Gothic"/>
              </a:defRPr>
            </a:lvl7pPr>
            <a:lvl8pPr>
              <a:defRPr sz="1875">
                <a:solidFill>
                  <a:srgbClr val="166B68"/>
                </a:solidFill>
                <a:latin typeface="Yu Gothic"/>
                <a:ea typeface="Yu Gothic"/>
                <a:cs typeface="Yu Gothic"/>
              </a:defRPr>
            </a:lvl8pPr>
            <a:lvl9pPr>
              <a:defRPr sz="1875">
                <a:solidFill>
                  <a:srgbClr val="166B68"/>
                </a:solidFill>
                <a:latin typeface="Yu Gothic"/>
                <a:ea typeface="Yu Gothic"/>
                <a:cs typeface="Yu Gothic"/>
              </a:defRPr>
            </a:lvl9pPr>
          </a:lstStyle>
          <a:p xmlns:a="http://schemas.openxmlformats.org/drawingml/2006/main">
            <a:pPr>
              <a:defRPr sz="1875">
                <a:solidFill>
                  <a:srgbClr val="166B68"/>
                </a:solidFill>
                <a:latin typeface="Yu Gothic"/>
                <a:ea typeface="Yu Gothic"/>
                <a:cs typeface="Yu Gothic"/>
              </a:defRPr>
            </a:pPr>
            <a:r>
              <a:rPr sz="1875">
                <a:solidFill>
                  <a:srgbClr val="166B68"/>
                </a:solidFill>
                <a:latin typeface="Yu Gothic"/>
                <a:ea typeface="Yu Gothic"/>
                <a:cs typeface="Yu Gothic"/>
              </a:rPr>
              <a:t>OA＝？</a:t>
            </a:r>
          </a:p>
        </p:txBody>
      </p:sp>
      <p:sp>
        <p:nvSpPr>
          <p:cNvPr id="28" name="">
            <a:extLst xmlns:a="http://schemas.openxmlformats.org/drawingml/2006/main">
              <a:ext uri="{FF2B5EF4-FFF2-40B4-BE49-F238E27FC236}">
                <a16:creationId xmlns:a16="http://schemas.microsoft.com/office/drawing/2014/main" id="{2FD383CF-F53B-4364-A562-CD5AA4EF418E}"/>
              </a:ext>
            </a:extLst>
          </p:cNvPr>
          <p:cNvSpPr>
            <a:spLocks xmlns:a="http://schemas.openxmlformats.org/drawingml/2006/main" noGrp="1"/>
          </p:cNvSpPr>
          <p:nvPr/>
        </p:nvSpPr>
        <p:spPr>
          <a:xfrm xmlns:a="http://schemas.openxmlformats.org/drawingml/2006/main">
            <a:off x="8968740" y="421576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90°</a:t>
            </a:r>
          </a:p>
        </p:txBody>
      </p:sp>
      <p:sp>
        <p:nvSpPr>
          <p:cNvPr id="29" name="">
            <a:extLst xmlns:a="http://schemas.openxmlformats.org/drawingml/2006/main">
              <a:ext uri="{FF2B5EF4-FFF2-40B4-BE49-F238E27FC236}">
                <a16:creationId xmlns:a16="http://schemas.microsoft.com/office/drawing/2014/main" id="{F5B15B6B-03B8-4EA5-8DFB-F851A42AD3B8}"/>
              </a:ext>
            </a:extLst>
          </p:cNvPr>
          <p:cNvSpPr>
            <a:spLocks xmlns:a="http://schemas.openxmlformats.org/drawingml/2006/main" noGrp="1"/>
          </p:cNvSpPr>
          <p:nvPr/>
        </p:nvSpPr>
        <p:spPr>
          <a:xfrm xmlns:a="http://schemas.openxmlformats.org/drawingml/2006/main">
            <a:off x="7774343" y="4071134"/>
            <a:ext cx="25124" cy="14067"/>
          </a:xfrm>
          <a:custGeom xmlns:a="http://schemas.openxmlformats.org/drawingml/2006/main">
            <a:pathLst>
              <a:path w="25124" h="14067">
                <a:moveTo>
                  <a:pt x="0" y="0"/>
                </a:moveTo>
                <a:lnTo>
                  <a:pt x="25124" y="14067"/>
                </a:lnTo>
              </a:path>
            </a:pathLst>
          </a:custGeom>
          <a:noFill xmlns:a="http://schemas.openxmlformats.org/drawingml/2006/main"/>
          <a:ln xmlns:a="http://schemas.openxmlformats.org/drawingml/2006/main" w="28575">
            <a:solidFill>
              <a:srgbClr val="166B68"/>
            </a:solidFill>
            <a:prstDash val="solid"/>
          </a:ln>
        </p:spPr>
      </p:sp>
      <p:sp>
        <p:nvSpPr>
          <p:cNvPr id="30" name="">
            <a:extLst xmlns:a="http://schemas.openxmlformats.org/drawingml/2006/main">
              <a:ext uri="{FF2B5EF4-FFF2-40B4-BE49-F238E27FC236}">
                <a16:creationId xmlns:a16="http://schemas.microsoft.com/office/drawing/2014/main" id="{3908924F-D5CB-4DEA-B769-87C7F843633A}"/>
              </a:ext>
            </a:extLst>
          </p:cNvPr>
          <p:cNvSpPr>
            <a:spLocks xmlns:a="http://schemas.openxmlformats.org/drawingml/2006/main" noGrp="1"/>
          </p:cNvSpPr>
          <p:nvPr/>
        </p:nvSpPr>
        <p:spPr>
          <a:xfrm xmlns:a="http://schemas.openxmlformats.org/drawingml/2006/main">
            <a:off x="7799467" y="4085200"/>
            <a:ext cx="24464" cy="15186"/>
          </a:xfrm>
          <a:custGeom xmlns:a="http://schemas.openxmlformats.org/drawingml/2006/main">
            <a:pathLst>
              <a:path w="24464" h="15186">
                <a:moveTo>
                  <a:pt x="0" y="0"/>
                </a:moveTo>
                <a:lnTo>
                  <a:pt x="24464" y="15186"/>
                </a:lnTo>
              </a:path>
            </a:pathLst>
          </a:custGeom>
          <a:noFill xmlns:a="http://schemas.openxmlformats.org/drawingml/2006/main"/>
          <a:ln xmlns:a="http://schemas.openxmlformats.org/drawingml/2006/main" w="28575">
            <a:solidFill>
              <a:srgbClr val="166B68"/>
            </a:solidFill>
            <a:prstDash val="solid"/>
          </a:ln>
        </p:spPr>
      </p:sp>
      <p:sp>
        <p:nvSpPr>
          <p:cNvPr id="31" name="">
            <a:extLst xmlns:a="http://schemas.openxmlformats.org/drawingml/2006/main">
              <a:ext uri="{FF2B5EF4-FFF2-40B4-BE49-F238E27FC236}">
                <a16:creationId xmlns:a16="http://schemas.microsoft.com/office/drawing/2014/main" id="{D517D729-3E31-4808-B68C-81391971E7A8}"/>
              </a:ext>
            </a:extLst>
          </p:cNvPr>
          <p:cNvSpPr>
            <a:spLocks xmlns:a="http://schemas.openxmlformats.org/drawingml/2006/main" noGrp="1"/>
          </p:cNvSpPr>
          <p:nvPr/>
        </p:nvSpPr>
        <p:spPr>
          <a:xfrm xmlns:a="http://schemas.openxmlformats.org/drawingml/2006/main">
            <a:off x="7823931" y="4100386"/>
            <a:ext cx="23754" cy="16274"/>
          </a:xfrm>
          <a:custGeom xmlns:a="http://schemas.openxmlformats.org/drawingml/2006/main">
            <a:pathLst>
              <a:path w="23754" h="16274">
                <a:moveTo>
                  <a:pt x="0" y="0"/>
                </a:moveTo>
                <a:lnTo>
                  <a:pt x="23754" y="16274"/>
                </a:lnTo>
              </a:path>
            </a:pathLst>
          </a:custGeom>
          <a:noFill xmlns:a="http://schemas.openxmlformats.org/drawingml/2006/main"/>
          <a:ln xmlns:a="http://schemas.openxmlformats.org/drawingml/2006/main" w="28575">
            <a:solidFill>
              <a:srgbClr val="166B68"/>
            </a:solidFill>
            <a:prstDash val="solid"/>
          </a:ln>
        </p:spPr>
      </p:sp>
      <p:sp>
        <p:nvSpPr>
          <p:cNvPr id="32" name="">
            <a:extLst xmlns:a="http://schemas.openxmlformats.org/drawingml/2006/main">
              <a:ext uri="{FF2B5EF4-FFF2-40B4-BE49-F238E27FC236}">
                <a16:creationId xmlns:a16="http://schemas.microsoft.com/office/drawing/2014/main" id="{64533284-1335-446C-8B17-EC096FE200FA}"/>
              </a:ext>
            </a:extLst>
          </p:cNvPr>
          <p:cNvSpPr>
            <a:spLocks xmlns:a="http://schemas.openxmlformats.org/drawingml/2006/main" noGrp="1"/>
          </p:cNvSpPr>
          <p:nvPr/>
        </p:nvSpPr>
        <p:spPr>
          <a:xfrm xmlns:a="http://schemas.openxmlformats.org/drawingml/2006/main">
            <a:off x="7847686" y="4116660"/>
            <a:ext cx="22996" cy="17329"/>
          </a:xfrm>
          <a:custGeom xmlns:a="http://schemas.openxmlformats.org/drawingml/2006/main">
            <a:pathLst>
              <a:path w="22996" h="17329">
                <a:moveTo>
                  <a:pt x="0" y="0"/>
                </a:moveTo>
                <a:lnTo>
                  <a:pt x="22996" y="17329"/>
                </a:lnTo>
              </a:path>
            </a:pathLst>
          </a:custGeom>
          <a:noFill xmlns:a="http://schemas.openxmlformats.org/drawingml/2006/main"/>
          <a:ln xmlns:a="http://schemas.openxmlformats.org/drawingml/2006/main" w="28575">
            <a:solidFill>
              <a:srgbClr val="166B68"/>
            </a:solidFill>
            <a:prstDash val="solid"/>
          </a:ln>
        </p:spPr>
      </p:sp>
      <p:sp>
        <p:nvSpPr>
          <p:cNvPr id="33" name="">
            <a:extLst xmlns:a="http://schemas.openxmlformats.org/drawingml/2006/main">
              <a:ext uri="{FF2B5EF4-FFF2-40B4-BE49-F238E27FC236}">
                <a16:creationId xmlns:a16="http://schemas.microsoft.com/office/drawing/2014/main" id="{618A0C1B-ADFF-4FE1-B26F-742E00811D0E}"/>
              </a:ext>
            </a:extLst>
          </p:cNvPr>
          <p:cNvSpPr>
            <a:spLocks xmlns:a="http://schemas.openxmlformats.org/drawingml/2006/main" noGrp="1"/>
          </p:cNvSpPr>
          <p:nvPr/>
        </p:nvSpPr>
        <p:spPr>
          <a:xfrm xmlns:a="http://schemas.openxmlformats.org/drawingml/2006/main">
            <a:off x="7870682" y="4133988"/>
            <a:ext cx="22191" cy="18348"/>
          </a:xfrm>
          <a:custGeom xmlns:a="http://schemas.openxmlformats.org/drawingml/2006/main">
            <a:pathLst>
              <a:path w="22191" h="18348">
                <a:moveTo>
                  <a:pt x="0" y="0"/>
                </a:moveTo>
                <a:lnTo>
                  <a:pt x="22191" y="18348"/>
                </a:lnTo>
              </a:path>
            </a:pathLst>
          </a:custGeom>
          <a:noFill xmlns:a="http://schemas.openxmlformats.org/drawingml/2006/main"/>
          <a:ln xmlns:a="http://schemas.openxmlformats.org/drawingml/2006/main" w="28575">
            <a:solidFill>
              <a:srgbClr val="166B68"/>
            </a:solidFill>
            <a:prstDash val="solid"/>
          </a:ln>
        </p:spPr>
      </p:sp>
      <p:sp>
        <p:nvSpPr>
          <p:cNvPr id="34" name="">
            <a:extLst xmlns:a="http://schemas.openxmlformats.org/drawingml/2006/main">
              <a:ext uri="{FF2B5EF4-FFF2-40B4-BE49-F238E27FC236}">
                <a16:creationId xmlns:a16="http://schemas.microsoft.com/office/drawing/2014/main" id="{9A70BE9F-05AC-4F57-91C9-54AEB1A920CE}"/>
              </a:ext>
            </a:extLst>
          </p:cNvPr>
          <p:cNvSpPr>
            <a:spLocks xmlns:a="http://schemas.openxmlformats.org/drawingml/2006/main" noGrp="1"/>
          </p:cNvSpPr>
          <p:nvPr/>
        </p:nvSpPr>
        <p:spPr>
          <a:xfrm xmlns:a="http://schemas.openxmlformats.org/drawingml/2006/main">
            <a:off x="7892873" y="4152337"/>
            <a:ext cx="21341" cy="19331"/>
          </a:xfrm>
          <a:custGeom xmlns:a="http://schemas.openxmlformats.org/drawingml/2006/main">
            <a:pathLst>
              <a:path w="21341" h="19331">
                <a:moveTo>
                  <a:pt x="0" y="0"/>
                </a:moveTo>
                <a:lnTo>
                  <a:pt x="21341" y="19331"/>
                </a:lnTo>
              </a:path>
            </a:pathLst>
          </a:custGeom>
          <a:noFill xmlns:a="http://schemas.openxmlformats.org/drawingml/2006/main"/>
          <a:ln xmlns:a="http://schemas.openxmlformats.org/drawingml/2006/main" w="28575">
            <a:solidFill>
              <a:srgbClr val="166B68"/>
            </a:solidFill>
            <a:prstDash val="solid"/>
          </a:ln>
        </p:spPr>
      </p:sp>
      <p:sp>
        <p:nvSpPr>
          <p:cNvPr id="35" name="">
            <a:extLst xmlns:a="http://schemas.openxmlformats.org/drawingml/2006/main">
              <a:ext uri="{FF2B5EF4-FFF2-40B4-BE49-F238E27FC236}">
                <a16:creationId xmlns:a16="http://schemas.microsoft.com/office/drawing/2014/main" id="{347ACE21-AE88-4C5F-AAC9-E3224ADB4DA8}"/>
              </a:ext>
            </a:extLst>
          </p:cNvPr>
          <p:cNvSpPr>
            <a:spLocks xmlns:a="http://schemas.openxmlformats.org/drawingml/2006/main" noGrp="1"/>
          </p:cNvSpPr>
          <p:nvPr/>
        </p:nvSpPr>
        <p:spPr>
          <a:xfrm xmlns:a="http://schemas.openxmlformats.org/drawingml/2006/main">
            <a:off x="7914213" y="4171667"/>
            <a:ext cx="20447" cy="20274"/>
          </a:xfrm>
          <a:custGeom xmlns:a="http://schemas.openxmlformats.org/drawingml/2006/main">
            <a:pathLst>
              <a:path w="20447" h="20274">
                <a:moveTo>
                  <a:pt x="0" y="0"/>
                </a:moveTo>
                <a:lnTo>
                  <a:pt x="20447" y="20274"/>
                </a:lnTo>
              </a:path>
            </a:pathLst>
          </a:custGeom>
          <a:noFill xmlns:a="http://schemas.openxmlformats.org/drawingml/2006/main"/>
          <a:ln xmlns:a="http://schemas.openxmlformats.org/drawingml/2006/main" w="28575">
            <a:solidFill>
              <a:srgbClr val="166B68"/>
            </a:solidFill>
            <a:prstDash val="solid"/>
          </a:ln>
        </p:spPr>
      </p:sp>
      <p:sp>
        <p:nvSpPr>
          <p:cNvPr id="36" name="">
            <a:extLst xmlns:a="http://schemas.openxmlformats.org/drawingml/2006/main">
              <a:ext uri="{FF2B5EF4-FFF2-40B4-BE49-F238E27FC236}">
                <a16:creationId xmlns:a16="http://schemas.microsoft.com/office/drawing/2014/main" id="{4F92F4CC-E463-4891-8633-47195B3D3099}"/>
              </a:ext>
            </a:extLst>
          </p:cNvPr>
          <p:cNvSpPr>
            <a:spLocks xmlns:a="http://schemas.openxmlformats.org/drawingml/2006/main" noGrp="1"/>
          </p:cNvSpPr>
          <p:nvPr/>
        </p:nvSpPr>
        <p:spPr>
          <a:xfrm xmlns:a="http://schemas.openxmlformats.org/drawingml/2006/main">
            <a:off x="7934661" y="4191941"/>
            <a:ext cx="19512" cy="21175"/>
          </a:xfrm>
          <a:custGeom xmlns:a="http://schemas.openxmlformats.org/drawingml/2006/main">
            <a:pathLst>
              <a:path w="19512" h="21175">
                <a:moveTo>
                  <a:pt x="0" y="0"/>
                </a:moveTo>
                <a:lnTo>
                  <a:pt x="19512" y="21175"/>
                </a:lnTo>
              </a:path>
            </a:pathLst>
          </a:custGeom>
          <a:noFill xmlns:a="http://schemas.openxmlformats.org/drawingml/2006/main"/>
          <a:ln xmlns:a="http://schemas.openxmlformats.org/drawingml/2006/main" w="28575">
            <a:solidFill>
              <a:srgbClr val="166B68"/>
            </a:solidFill>
            <a:prstDash val="solid"/>
          </a:ln>
        </p:spPr>
      </p:sp>
      <p:sp>
        <p:nvSpPr>
          <p:cNvPr id="37" name="">
            <a:extLst xmlns:a="http://schemas.openxmlformats.org/drawingml/2006/main">
              <a:ext uri="{FF2B5EF4-FFF2-40B4-BE49-F238E27FC236}">
                <a16:creationId xmlns:a16="http://schemas.microsoft.com/office/drawing/2014/main" id="{08947CA2-2504-4B44-8D9A-05CA3903C269}"/>
              </a:ext>
            </a:extLst>
          </p:cNvPr>
          <p:cNvSpPr>
            <a:spLocks xmlns:a="http://schemas.openxmlformats.org/drawingml/2006/main" noGrp="1"/>
          </p:cNvSpPr>
          <p:nvPr/>
        </p:nvSpPr>
        <p:spPr>
          <a:xfrm xmlns:a="http://schemas.openxmlformats.org/drawingml/2006/main">
            <a:off x="7954172" y="4213116"/>
            <a:ext cx="18537" cy="22034"/>
          </a:xfrm>
          <a:custGeom xmlns:a="http://schemas.openxmlformats.org/drawingml/2006/main">
            <a:pathLst>
              <a:path w="18537" h="22034">
                <a:moveTo>
                  <a:pt x="0" y="0"/>
                </a:moveTo>
                <a:lnTo>
                  <a:pt x="18537" y="22034"/>
                </a:lnTo>
              </a:path>
            </a:pathLst>
          </a:custGeom>
          <a:noFill xmlns:a="http://schemas.openxmlformats.org/drawingml/2006/main"/>
          <a:ln xmlns:a="http://schemas.openxmlformats.org/drawingml/2006/main" w="28575">
            <a:solidFill>
              <a:srgbClr val="166B68"/>
            </a:solidFill>
            <a:prstDash val="solid"/>
          </a:ln>
        </p:spPr>
      </p:sp>
      <p:sp>
        <p:nvSpPr>
          <p:cNvPr id="38" name="">
            <a:extLst xmlns:a="http://schemas.openxmlformats.org/drawingml/2006/main">
              <a:ext uri="{FF2B5EF4-FFF2-40B4-BE49-F238E27FC236}">
                <a16:creationId xmlns:a16="http://schemas.microsoft.com/office/drawing/2014/main" id="{81714F36-A503-4A07-AAC8-D06D34DCE114}"/>
              </a:ext>
            </a:extLst>
          </p:cNvPr>
          <p:cNvSpPr>
            <a:spLocks xmlns:a="http://schemas.openxmlformats.org/drawingml/2006/main" noGrp="1"/>
          </p:cNvSpPr>
          <p:nvPr/>
        </p:nvSpPr>
        <p:spPr>
          <a:xfrm xmlns:a="http://schemas.openxmlformats.org/drawingml/2006/main">
            <a:off x="7972709" y="4235150"/>
            <a:ext cx="17524" cy="22848"/>
          </a:xfrm>
          <a:custGeom xmlns:a="http://schemas.openxmlformats.org/drawingml/2006/main">
            <a:pathLst>
              <a:path w="17524" h="22848">
                <a:moveTo>
                  <a:pt x="0" y="0"/>
                </a:moveTo>
                <a:lnTo>
                  <a:pt x="17524" y="22848"/>
                </a:lnTo>
              </a:path>
            </a:pathLst>
          </a:custGeom>
          <a:noFill xmlns:a="http://schemas.openxmlformats.org/drawingml/2006/main"/>
          <a:ln xmlns:a="http://schemas.openxmlformats.org/drawingml/2006/main" w="28575">
            <a:solidFill>
              <a:srgbClr val="166B68"/>
            </a:solidFill>
            <a:prstDash val="solid"/>
          </a:ln>
        </p:spPr>
      </p:sp>
      <p:sp>
        <p:nvSpPr>
          <p:cNvPr id="39" name="">
            <a:extLst xmlns:a="http://schemas.openxmlformats.org/drawingml/2006/main">
              <a:ext uri="{FF2B5EF4-FFF2-40B4-BE49-F238E27FC236}">
                <a16:creationId xmlns:a16="http://schemas.microsoft.com/office/drawing/2014/main" id="{AA54BD5C-E3C3-4807-B07B-3CE3FB4BCD24}"/>
              </a:ext>
            </a:extLst>
          </p:cNvPr>
          <p:cNvSpPr>
            <a:spLocks xmlns:a="http://schemas.openxmlformats.org/drawingml/2006/main" noGrp="1"/>
          </p:cNvSpPr>
          <p:nvPr/>
        </p:nvSpPr>
        <p:spPr>
          <a:xfrm xmlns:a="http://schemas.openxmlformats.org/drawingml/2006/main">
            <a:off x="7990233" y="4257998"/>
            <a:ext cx="16476" cy="23615"/>
          </a:xfrm>
          <a:custGeom xmlns:a="http://schemas.openxmlformats.org/drawingml/2006/main">
            <a:pathLst>
              <a:path w="16476" h="23615">
                <a:moveTo>
                  <a:pt x="0" y="0"/>
                </a:moveTo>
                <a:lnTo>
                  <a:pt x="16476" y="23615"/>
                </a:lnTo>
              </a:path>
            </a:pathLst>
          </a:custGeom>
          <a:noFill xmlns:a="http://schemas.openxmlformats.org/drawingml/2006/main"/>
          <a:ln xmlns:a="http://schemas.openxmlformats.org/drawingml/2006/main" w="28575">
            <a:solidFill>
              <a:srgbClr val="166B68"/>
            </a:solidFill>
            <a:prstDash val="solid"/>
          </a:ln>
        </p:spPr>
      </p:sp>
      <p:sp>
        <p:nvSpPr>
          <p:cNvPr id="40" name="">
            <a:extLst xmlns:a="http://schemas.openxmlformats.org/drawingml/2006/main">
              <a:ext uri="{FF2B5EF4-FFF2-40B4-BE49-F238E27FC236}">
                <a16:creationId xmlns:a16="http://schemas.microsoft.com/office/drawing/2014/main" id="{11A4DE11-E4B7-4487-9C9F-A852B8F0E42D}"/>
              </a:ext>
            </a:extLst>
          </p:cNvPr>
          <p:cNvSpPr>
            <a:spLocks xmlns:a="http://schemas.openxmlformats.org/drawingml/2006/main" noGrp="1"/>
          </p:cNvSpPr>
          <p:nvPr/>
        </p:nvSpPr>
        <p:spPr>
          <a:xfrm xmlns:a="http://schemas.openxmlformats.org/drawingml/2006/main">
            <a:off x="8006709" y="4281613"/>
            <a:ext cx="15394" cy="24334"/>
          </a:xfrm>
          <a:custGeom xmlns:a="http://schemas.openxmlformats.org/drawingml/2006/main">
            <a:pathLst>
              <a:path w="15394" h="24334">
                <a:moveTo>
                  <a:pt x="0" y="0"/>
                </a:moveTo>
                <a:lnTo>
                  <a:pt x="15394" y="24334"/>
                </a:lnTo>
              </a:path>
            </a:pathLst>
          </a:custGeom>
          <a:noFill xmlns:a="http://schemas.openxmlformats.org/drawingml/2006/main"/>
          <a:ln xmlns:a="http://schemas.openxmlformats.org/drawingml/2006/main" w="28575">
            <a:solidFill>
              <a:srgbClr val="166B68"/>
            </a:solidFill>
            <a:prstDash val="solid"/>
          </a:ln>
        </p:spPr>
      </p:sp>
      <p:sp>
        <p:nvSpPr>
          <p:cNvPr id="41" name="">
            <a:extLst xmlns:a="http://schemas.openxmlformats.org/drawingml/2006/main">
              <a:ext uri="{FF2B5EF4-FFF2-40B4-BE49-F238E27FC236}">
                <a16:creationId xmlns:a16="http://schemas.microsoft.com/office/drawing/2014/main" id="{F1DEE345-C007-420E-977B-B135ECF90913}"/>
              </a:ext>
            </a:extLst>
          </p:cNvPr>
          <p:cNvSpPr>
            <a:spLocks xmlns:a="http://schemas.openxmlformats.org/drawingml/2006/main" noGrp="1"/>
          </p:cNvSpPr>
          <p:nvPr/>
        </p:nvSpPr>
        <p:spPr>
          <a:xfrm xmlns:a="http://schemas.openxmlformats.org/drawingml/2006/main">
            <a:off x="8022102" y="4305947"/>
            <a:ext cx="14280" cy="25004"/>
          </a:xfrm>
          <a:custGeom xmlns:a="http://schemas.openxmlformats.org/drawingml/2006/main">
            <a:pathLst>
              <a:path w="14280" h="25004">
                <a:moveTo>
                  <a:pt x="0" y="0"/>
                </a:moveTo>
                <a:lnTo>
                  <a:pt x="14280" y="25004"/>
                </a:lnTo>
              </a:path>
            </a:pathLst>
          </a:custGeom>
          <a:noFill xmlns:a="http://schemas.openxmlformats.org/drawingml/2006/main"/>
          <a:ln xmlns:a="http://schemas.openxmlformats.org/drawingml/2006/main" w="28575">
            <a:solidFill>
              <a:srgbClr val="166B68"/>
            </a:solidFill>
            <a:prstDash val="solid"/>
          </a:ln>
        </p:spPr>
      </p:sp>
      <p:sp>
        <p:nvSpPr>
          <p:cNvPr id="42" name="">
            <a:extLst xmlns:a="http://schemas.openxmlformats.org/drawingml/2006/main">
              <a:ext uri="{FF2B5EF4-FFF2-40B4-BE49-F238E27FC236}">
                <a16:creationId xmlns:a16="http://schemas.microsoft.com/office/drawing/2014/main" id="{E2A16F8F-A6F9-44BC-9BC4-18763B2880A8}"/>
              </a:ext>
            </a:extLst>
          </p:cNvPr>
          <p:cNvSpPr>
            <a:spLocks xmlns:a="http://schemas.openxmlformats.org/drawingml/2006/main" noGrp="1"/>
          </p:cNvSpPr>
          <p:nvPr/>
        </p:nvSpPr>
        <p:spPr>
          <a:xfrm xmlns:a="http://schemas.openxmlformats.org/drawingml/2006/main">
            <a:off x="8036382" y="4330950"/>
            <a:ext cx="13138" cy="25622"/>
          </a:xfrm>
          <a:custGeom xmlns:a="http://schemas.openxmlformats.org/drawingml/2006/main">
            <a:pathLst>
              <a:path w="13138" h="25622">
                <a:moveTo>
                  <a:pt x="0" y="0"/>
                </a:moveTo>
                <a:lnTo>
                  <a:pt x="13138" y="25622"/>
                </a:lnTo>
              </a:path>
            </a:pathLst>
          </a:custGeom>
          <a:noFill xmlns:a="http://schemas.openxmlformats.org/drawingml/2006/main"/>
          <a:ln xmlns:a="http://schemas.openxmlformats.org/drawingml/2006/main" w="28575">
            <a:solidFill>
              <a:srgbClr val="166B68"/>
            </a:solidFill>
            <a:prstDash val="solid"/>
          </a:ln>
        </p:spPr>
      </p:sp>
      <p:sp>
        <p:nvSpPr>
          <p:cNvPr id="43" name="">
            <a:extLst xmlns:a="http://schemas.openxmlformats.org/drawingml/2006/main">
              <a:ext uri="{FF2B5EF4-FFF2-40B4-BE49-F238E27FC236}">
                <a16:creationId xmlns:a16="http://schemas.microsoft.com/office/drawing/2014/main" id="{EA2066FE-C134-4BE3-B16C-908BB4BC561C}"/>
              </a:ext>
            </a:extLst>
          </p:cNvPr>
          <p:cNvSpPr>
            <a:spLocks xmlns:a="http://schemas.openxmlformats.org/drawingml/2006/main" noGrp="1"/>
          </p:cNvSpPr>
          <p:nvPr/>
        </p:nvSpPr>
        <p:spPr>
          <a:xfrm xmlns:a="http://schemas.openxmlformats.org/drawingml/2006/main">
            <a:off x="8049520" y="4356572"/>
            <a:ext cx="11969" cy="26189"/>
          </a:xfrm>
          <a:custGeom xmlns:a="http://schemas.openxmlformats.org/drawingml/2006/main">
            <a:pathLst>
              <a:path w="11969" h="26189">
                <a:moveTo>
                  <a:pt x="0" y="0"/>
                </a:moveTo>
                <a:lnTo>
                  <a:pt x="11969" y="26189"/>
                </a:lnTo>
              </a:path>
            </a:pathLst>
          </a:custGeom>
          <a:noFill xmlns:a="http://schemas.openxmlformats.org/drawingml/2006/main"/>
          <a:ln xmlns:a="http://schemas.openxmlformats.org/drawingml/2006/main" w="28575">
            <a:solidFill>
              <a:srgbClr val="166B68"/>
            </a:solidFill>
            <a:prstDash val="solid"/>
          </a:ln>
        </p:spPr>
      </p:sp>
      <p:sp>
        <p:nvSpPr>
          <p:cNvPr id="44" name="">
            <a:extLst xmlns:a="http://schemas.openxmlformats.org/drawingml/2006/main">
              <a:ext uri="{FF2B5EF4-FFF2-40B4-BE49-F238E27FC236}">
                <a16:creationId xmlns:a16="http://schemas.microsoft.com/office/drawing/2014/main" id="{C740893C-6EE3-430A-BC9E-3280EB7529D9}"/>
              </a:ext>
            </a:extLst>
          </p:cNvPr>
          <p:cNvSpPr>
            <a:spLocks xmlns:a="http://schemas.openxmlformats.org/drawingml/2006/main" noGrp="1"/>
          </p:cNvSpPr>
          <p:nvPr/>
        </p:nvSpPr>
        <p:spPr>
          <a:xfrm xmlns:a="http://schemas.openxmlformats.org/drawingml/2006/main">
            <a:off x="8061489" y="4382761"/>
            <a:ext cx="10775" cy="26702"/>
          </a:xfrm>
          <a:custGeom xmlns:a="http://schemas.openxmlformats.org/drawingml/2006/main">
            <a:pathLst>
              <a:path w="10775" h="26702">
                <a:moveTo>
                  <a:pt x="0" y="0"/>
                </a:moveTo>
                <a:lnTo>
                  <a:pt x="10775" y="26702"/>
                </a:lnTo>
              </a:path>
            </a:pathLst>
          </a:custGeom>
          <a:noFill xmlns:a="http://schemas.openxmlformats.org/drawingml/2006/main"/>
          <a:ln xmlns:a="http://schemas.openxmlformats.org/drawingml/2006/main" w="28575">
            <a:solidFill>
              <a:srgbClr val="166B68"/>
            </a:solidFill>
            <a:prstDash val="solid"/>
          </a:ln>
        </p:spPr>
      </p:sp>
      <p:sp>
        <p:nvSpPr>
          <p:cNvPr id="45" name="">
            <a:extLst xmlns:a="http://schemas.openxmlformats.org/drawingml/2006/main">
              <a:ext uri="{FF2B5EF4-FFF2-40B4-BE49-F238E27FC236}">
                <a16:creationId xmlns:a16="http://schemas.microsoft.com/office/drawing/2014/main" id="{B43C8DBF-893D-492F-879C-00CDEB5EB42A}"/>
              </a:ext>
            </a:extLst>
          </p:cNvPr>
          <p:cNvSpPr>
            <a:spLocks xmlns:a="http://schemas.openxmlformats.org/drawingml/2006/main" noGrp="1"/>
          </p:cNvSpPr>
          <p:nvPr/>
        </p:nvSpPr>
        <p:spPr>
          <a:xfrm xmlns:a="http://schemas.openxmlformats.org/drawingml/2006/main">
            <a:off x="8072264" y="4409463"/>
            <a:ext cx="9560" cy="27161"/>
          </a:xfrm>
          <a:custGeom xmlns:a="http://schemas.openxmlformats.org/drawingml/2006/main">
            <a:pathLst>
              <a:path w="9560" h="27161">
                <a:moveTo>
                  <a:pt x="0" y="0"/>
                </a:moveTo>
                <a:lnTo>
                  <a:pt x="9560" y="27161"/>
                </a:lnTo>
              </a:path>
            </a:pathLst>
          </a:custGeom>
          <a:noFill xmlns:a="http://schemas.openxmlformats.org/drawingml/2006/main"/>
          <a:ln xmlns:a="http://schemas.openxmlformats.org/drawingml/2006/main" w="28575">
            <a:solidFill>
              <a:srgbClr val="166B68"/>
            </a:solidFill>
            <a:prstDash val="solid"/>
          </a:ln>
        </p:spPr>
      </p:sp>
      <p:sp>
        <p:nvSpPr>
          <p:cNvPr id="46" name="">
            <a:extLst xmlns:a="http://schemas.openxmlformats.org/drawingml/2006/main">
              <a:ext uri="{FF2B5EF4-FFF2-40B4-BE49-F238E27FC236}">
                <a16:creationId xmlns:a16="http://schemas.microsoft.com/office/drawing/2014/main" id="{8F602362-D2E2-4DE5-B318-C53EE6CC1323}"/>
              </a:ext>
            </a:extLst>
          </p:cNvPr>
          <p:cNvSpPr>
            <a:spLocks xmlns:a="http://schemas.openxmlformats.org/drawingml/2006/main" noGrp="1"/>
          </p:cNvSpPr>
          <p:nvPr/>
        </p:nvSpPr>
        <p:spPr>
          <a:xfrm xmlns:a="http://schemas.openxmlformats.org/drawingml/2006/main">
            <a:off x="8081824" y="4436624"/>
            <a:ext cx="9525" cy="27564"/>
          </a:xfrm>
          <a:custGeom xmlns:a="http://schemas.openxmlformats.org/drawingml/2006/main">
            <a:pathLst>
              <a:path w="9525" h="27564">
                <a:moveTo>
                  <a:pt x="0" y="0"/>
                </a:moveTo>
                <a:lnTo>
                  <a:pt x="8325" y="27564"/>
                </a:lnTo>
              </a:path>
            </a:pathLst>
          </a:custGeom>
          <a:noFill xmlns:a="http://schemas.openxmlformats.org/drawingml/2006/main"/>
          <a:ln xmlns:a="http://schemas.openxmlformats.org/drawingml/2006/main" w="28575">
            <a:solidFill>
              <a:srgbClr val="166B68"/>
            </a:solidFill>
            <a:prstDash val="solid"/>
          </a:ln>
        </p:spPr>
      </p:sp>
      <p:sp>
        <p:nvSpPr>
          <p:cNvPr id="47" name="">
            <a:extLst xmlns:a="http://schemas.openxmlformats.org/drawingml/2006/main">
              <a:ext uri="{FF2B5EF4-FFF2-40B4-BE49-F238E27FC236}">
                <a16:creationId xmlns:a16="http://schemas.microsoft.com/office/drawing/2014/main" id="{3600F551-6347-4613-8717-8EAF2C75DD35}"/>
              </a:ext>
            </a:extLst>
          </p:cNvPr>
          <p:cNvSpPr>
            <a:spLocks xmlns:a="http://schemas.openxmlformats.org/drawingml/2006/main" noGrp="1"/>
          </p:cNvSpPr>
          <p:nvPr/>
        </p:nvSpPr>
        <p:spPr>
          <a:xfrm xmlns:a="http://schemas.openxmlformats.org/drawingml/2006/main">
            <a:off x="8090148" y="4464189"/>
            <a:ext cx="9525" cy="27912"/>
          </a:xfrm>
          <a:custGeom xmlns:a="http://schemas.openxmlformats.org/drawingml/2006/main">
            <a:pathLst>
              <a:path w="9525" h="27912">
                <a:moveTo>
                  <a:pt x="0" y="0"/>
                </a:moveTo>
                <a:lnTo>
                  <a:pt x="7073" y="27912"/>
                </a:lnTo>
              </a:path>
            </a:pathLst>
          </a:custGeom>
          <a:noFill xmlns:a="http://schemas.openxmlformats.org/drawingml/2006/main"/>
          <a:ln xmlns:a="http://schemas.openxmlformats.org/drawingml/2006/main" w="28575">
            <a:solidFill>
              <a:srgbClr val="166B68"/>
            </a:solidFill>
            <a:prstDash val="solid"/>
          </a:ln>
        </p:spPr>
      </p:sp>
      <p:sp>
        <p:nvSpPr>
          <p:cNvPr id="48" name="">
            <a:extLst xmlns:a="http://schemas.openxmlformats.org/drawingml/2006/main">
              <a:ext uri="{FF2B5EF4-FFF2-40B4-BE49-F238E27FC236}">
                <a16:creationId xmlns:a16="http://schemas.microsoft.com/office/drawing/2014/main" id="{43B2254F-F9B0-42A4-A89C-4395C0ED3735}"/>
              </a:ext>
            </a:extLst>
          </p:cNvPr>
          <p:cNvSpPr>
            <a:spLocks xmlns:a="http://schemas.openxmlformats.org/drawingml/2006/main" noGrp="1"/>
          </p:cNvSpPr>
          <p:nvPr/>
        </p:nvSpPr>
        <p:spPr>
          <a:xfrm xmlns:a="http://schemas.openxmlformats.org/drawingml/2006/main">
            <a:off x="8097221" y="4492101"/>
            <a:ext cx="9525" cy="28203"/>
          </a:xfrm>
          <a:custGeom xmlns:a="http://schemas.openxmlformats.org/drawingml/2006/main">
            <a:pathLst>
              <a:path w="9525" h="28203">
                <a:moveTo>
                  <a:pt x="0" y="0"/>
                </a:moveTo>
                <a:lnTo>
                  <a:pt x="5807" y="28203"/>
                </a:lnTo>
              </a:path>
            </a:pathLst>
          </a:custGeom>
          <a:noFill xmlns:a="http://schemas.openxmlformats.org/drawingml/2006/main"/>
          <a:ln xmlns:a="http://schemas.openxmlformats.org/drawingml/2006/main" w="28575">
            <a:solidFill>
              <a:srgbClr val="166B68"/>
            </a:solidFill>
            <a:prstDash val="solid"/>
          </a:ln>
        </p:spPr>
      </p:sp>
      <p:sp>
        <p:nvSpPr>
          <p:cNvPr id="49" name="">
            <a:extLst xmlns:a="http://schemas.openxmlformats.org/drawingml/2006/main">
              <a:ext uri="{FF2B5EF4-FFF2-40B4-BE49-F238E27FC236}">
                <a16:creationId xmlns:a16="http://schemas.microsoft.com/office/drawing/2014/main" id="{E893AC31-2134-4073-922F-DBF9376AAE55}"/>
              </a:ext>
            </a:extLst>
          </p:cNvPr>
          <p:cNvSpPr>
            <a:spLocks xmlns:a="http://schemas.openxmlformats.org/drawingml/2006/main" noGrp="1"/>
          </p:cNvSpPr>
          <p:nvPr/>
        </p:nvSpPr>
        <p:spPr>
          <a:xfrm xmlns:a="http://schemas.openxmlformats.org/drawingml/2006/main">
            <a:off x="8103028" y="4520303"/>
            <a:ext cx="9525" cy="28436"/>
          </a:xfrm>
          <a:custGeom xmlns:a="http://schemas.openxmlformats.org/drawingml/2006/main">
            <a:pathLst>
              <a:path w="9525" h="28436">
                <a:moveTo>
                  <a:pt x="0" y="0"/>
                </a:moveTo>
                <a:lnTo>
                  <a:pt x="4529" y="28436"/>
                </a:lnTo>
              </a:path>
            </a:pathLst>
          </a:custGeom>
          <a:noFill xmlns:a="http://schemas.openxmlformats.org/drawingml/2006/main"/>
          <a:ln xmlns:a="http://schemas.openxmlformats.org/drawingml/2006/main" w="28575">
            <a:solidFill>
              <a:srgbClr val="166B68"/>
            </a:solidFill>
            <a:prstDash val="solid"/>
          </a:ln>
        </p:spPr>
      </p:sp>
      <p:sp>
        <p:nvSpPr>
          <p:cNvPr id="50" name="">
            <a:extLst xmlns:a="http://schemas.openxmlformats.org/drawingml/2006/main">
              <a:ext uri="{FF2B5EF4-FFF2-40B4-BE49-F238E27FC236}">
                <a16:creationId xmlns:a16="http://schemas.microsoft.com/office/drawing/2014/main" id="{090C05E3-0FD9-4BD8-98B5-6F1B78F62BA8}"/>
              </a:ext>
            </a:extLst>
          </p:cNvPr>
          <p:cNvSpPr>
            <a:spLocks xmlns:a="http://schemas.openxmlformats.org/drawingml/2006/main" noGrp="1"/>
          </p:cNvSpPr>
          <p:nvPr/>
        </p:nvSpPr>
        <p:spPr>
          <a:xfrm xmlns:a="http://schemas.openxmlformats.org/drawingml/2006/main">
            <a:off x="8107557" y="4548739"/>
            <a:ext cx="9525" cy="28611"/>
          </a:xfrm>
          <a:custGeom xmlns:a="http://schemas.openxmlformats.org/drawingml/2006/main">
            <a:pathLst>
              <a:path w="9525" h="28611">
                <a:moveTo>
                  <a:pt x="0" y="0"/>
                </a:moveTo>
                <a:lnTo>
                  <a:pt x="3241" y="28611"/>
                </a:lnTo>
              </a:path>
            </a:pathLst>
          </a:custGeom>
          <a:noFill xmlns:a="http://schemas.openxmlformats.org/drawingml/2006/main"/>
          <a:ln xmlns:a="http://schemas.openxmlformats.org/drawingml/2006/main" w="28575">
            <a:solidFill>
              <a:srgbClr val="166B68"/>
            </a:solidFill>
            <a:prstDash val="solid"/>
          </a:ln>
        </p:spPr>
      </p:sp>
      <p:sp>
        <p:nvSpPr>
          <p:cNvPr id="51" name="">
            <a:extLst xmlns:a="http://schemas.openxmlformats.org/drawingml/2006/main">
              <a:ext uri="{FF2B5EF4-FFF2-40B4-BE49-F238E27FC236}">
                <a16:creationId xmlns:a16="http://schemas.microsoft.com/office/drawing/2014/main" id="{37C6CBBD-3144-4A01-8957-F49ED4E37CE2}"/>
              </a:ext>
            </a:extLst>
          </p:cNvPr>
          <p:cNvSpPr>
            <a:spLocks xmlns:a="http://schemas.openxmlformats.org/drawingml/2006/main" noGrp="1"/>
          </p:cNvSpPr>
          <p:nvPr/>
        </p:nvSpPr>
        <p:spPr>
          <a:xfrm xmlns:a="http://schemas.openxmlformats.org/drawingml/2006/main">
            <a:off x="8110798" y="4577350"/>
            <a:ext cx="9525" cy="28728"/>
          </a:xfrm>
          <a:custGeom xmlns:a="http://schemas.openxmlformats.org/drawingml/2006/main">
            <a:pathLst>
              <a:path w="9525" h="28728">
                <a:moveTo>
                  <a:pt x="0" y="0"/>
                </a:moveTo>
                <a:lnTo>
                  <a:pt x="1947" y="28728"/>
                </a:lnTo>
              </a:path>
            </a:pathLst>
          </a:custGeom>
          <a:noFill xmlns:a="http://schemas.openxmlformats.org/drawingml/2006/main"/>
          <a:ln xmlns:a="http://schemas.openxmlformats.org/drawingml/2006/main" w="28575">
            <a:solidFill>
              <a:srgbClr val="166B68"/>
            </a:solidFill>
            <a:prstDash val="solid"/>
          </a:ln>
        </p:spPr>
      </p:sp>
      <p:sp>
        <p:nvSpPr>
          <p:cNvPr id="52" name="">
            <a:extLst xmlns:a="http://schemas.openxmlformats.org/drawingml/2006/main">
              <a:ext uri="{FF2B5EF4-FFF2-40B4-BE49-F238E27FC236}">
                <a16:creationId xmlns:a16="http://schemas.microsoft.com/office/drawing/2014/main" id="{E7153161-13A3-4E70-9E13-7C5D56E8BF53}"/>
              </a:ext>
            </a:extLst>
          </p:cNvPr>
          <p:cNvSpPr>
            <a:spLocks xmlns:a="http://schemas.openxmlformats.org/drawingml/2006/main" noGrp="1"/>
          </p:cNvSpPr>
          <p:nvPr/>
        </p:nvSpPr>
        <p:spPr>
          <a:xfrm xmlns:a="http://schemas.openxmlformats.org/drawingml/2006/main">
            <a:off x="8112745" y="4606078"/>
            <a:ext cx="9525" cy="28787"/>
          </a:xfrm>
          <a:custGeom xmlns:a="http://schemas.openxmlformats.org/drawingml/2006/main">
            <a:pathLst>
              <a:path w="9525" h="28787">
                <a:moveTo>
                  <a:pt x="0" y="0"/>
                </a:moveTo>
                <a:lnTo>
                  <a:pt x="650" y="28787"/>
                </a:lnTo>
              </a:path>
            </a:pathLst>
          </a:custGeom>
          <a:noFill xmlns:a="http://schemas.openxmlformats.org/drawingml/2006/main"/>
          <a:ln xmlns:a="http://schemas.openxmlformats.org/drawingml/2006/main" w="28575">
            <a:solidFill>
              <a:srgbClr val="166B68"/>
            </a:solidFill>
            <a:prstDash val="solid"/>
          </a:ln>
        </p:spPr>
      </p:sp>
      <p:sp>
        <p:nvSpPr>
          <p:cNvPr id="53" name="">
            <a:extLst xmlns:a="http://schemas.openxmlformats.org/drawingml/2006/main">
              <a:ext uri="{FF2B5EF4-FFF2-40B4-BE49-F238E27FC236}">
                <a16:creationId xmlns:a16="http://schemas.microsoft.com/office/drawing/2014/main" id="{3C12972A-C031-48A3-8269-1E4BB3C74162}"/>
              </a:ext>
            </a:extLst>
          </p:cNvPr>
          <p:cNvSpPr>
            <a:spLocks xmlns:a="http://schemas.openxmlformats.org/drawingml/2006/main" noGrp="1"/>
          </p:cNvSpPr>
          <p:nvPr/>
        </p:nvSpPr>
        <p:spPr>
          <a:xfrm xmlns:a="http://schemas.openxmlformats.org/drawingml/2006/main">
            <a:off x="7951470" y="396811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a:solidFill>
                  <a:srgbClr val="166B68"/>
                </a:solidFill>
                <a:latin typeface="Yu Gothic"/>
                <a:ea typeface="Yu Gothic"/>
                <a:cs typeface="Yu Gothic"/>
              </a:defRPr>
            </a:defPPr>
            <a:lvl1pPr>
              <a:defRPr sz="2100">
                <a:solidFill>
                  <a:srgbClr val="166B68"/>
                </a:solidFill>
                <a:latin typeface="Yu Gothic"/>
                <a:ea typeface="Yu Gothic"/>
                <a:cs typeface="Yu Gothic"/>
              </a:defRPr>
            </a:lvl1pPr>
            <a:lvl2pPr>
              <a:defRPr sz="2100">
                <a:solidFill>
                  <a:srgbClr val="166B68"/>
                </a:solidFill>
                <a:latin typeface="Yu Gothic"/>
                <a:ea typeface="Yu Gothic"/>
                <a:cs typeface="Yu Gothic"/>
              </a:defRPr>
            </a:lvl2pPr>
            <a:lvl3pPr>
              <a:defRPr sz="2100">
                <a:solidFill>
                  <a:srgbClr val="166B68"/>
                </a:solidFill>
                <a:latin typeface="Yu Gothic"/>
                <a:ea typeface="Yu Gothic"/>
                <a:cs typeface="Yu Gothic"/>
              </a:defRPr>
            </a:lvl3pPr>
            <a:lvl4pPr>
              <a:defRPr sz="2100">
                <a:solidFill>
                  <a:srgbClr val="166B68"/>
                </a:solidFill>
                <a:latin typeface="Yu Gothic"/>
                <a:ea typeface="Yu Gothic"/>
                <a:cs typeface="Yu Gothic"/>
              </a:defRPr>
            </a:lvl4pPr>
            <a:lvl5pPr>
              <a:defRPr sz="2100">
                <a:solidFill>
                  <a:srgbClr val="166B68"/>
                </a:solidFill>
                <a:latin typeface="Yu Gothic"/>
                <a:ea typeface="Yu Gothic"/>
                <a:cs typeface="Yu Gothic"/>
              </a:defRPr>
            </a:lvl5pPr>
            <a:lvl6pPr>
              <a:defRPr sz="2100">
                <a:solidFill>
                  <a:srgbClr val="166B68"/>
                </a:solidFill>
                <a:latin typeface="Yu Gothic"/>
                <a:ea typeface="Yu Gothic"/>
                <a:cs typeface="Yu Gothic"/>
              </a:defRPr>
            </a:lvl6pPr>
            <a:lvl7pPr>
              <a:defRPr sz="2100">
                <a:solidFill>
                  <a:srgbClr val="166B68"/>
                </a:solidFill>
                <a:latin typeface="Yu Gothic"/>
                <a:ea typeface="Yu Gothic"/>
                <a:cs typeface="Yu Gothic"/>
              </a:defRPr>
            </a:lvl7pPr>
            <a:lvl8pPr>
              <a:defRPr sz="2100">
                <a:solidFill>
                  <a:srgbClr val="166B68"/>
                </a:solidFill>
                <a:latin typeface="Yu Gothic"/>
                <a:ea typeface="Yu Gothic"/>
                <a:cs typeface="Yu Gothic"/>
              </a:defRPr>
            </a:lvl8pPr>
            <a:lvl9pPr>
              <a:defRPr sz="2100">
                <a:solidFill>
                  <a:srgbClr val="166B68"/>
                </a:solidFill>
                <a:latin typeface="Yu Gothic"/>
                <a:ea typeface="Yu Gothic"/>
                <a:cs typeface="Yu Gothic"/>
              </a:defRPr>
            </a:lvl9pPr>
          </a:lstStyle>
          <a:p xmlns:a="http://schemas.openxmlformats.org/drawingml/2006/main">
            <a:pPr>
              <a:defRPr sz="2100">
                <a:solidFill>
                  <a:srgbClr val="166B68"/>
                </a:solidFill>
                <a:latin typeface="Yu Gothic"/>
                <a:ea typeface="Yu Gothic"/>
                <a:cs typeface="Yu Gothic"/>
              </a:defRPr>
            </a:pPr>
            <a:r>
              <a:rPr sz="2100">
                <a:solidFill>
                  <a:srgbClr val="166B68"/>
                </a:solidFill>
                <a:latin typeface="Yu Gothic"/>
                <a:ea typeface="Yu Gothic"/>
                <a:cs typeface="Yu Gothic"/>
              </a:rPr>
              <a:t>？</a:t>
            </a:r>
          </a:p>
        </p:txBody>
      </p:sp>
      <p:sp>
        <p:nvSpPr>
          <p:cNvPr id="54" name="">
            <a:extLst xmlns:a="http://schemas.openxmlformats.org/drawingml/2006/main">
              <a:ext uri="{FF2B5EF4-FFF2-40B4-BE49-F238E27FC236}">
                <a16:creationId xmlns:a16="http://schemas.microsoft.com/office/drawing/2014/main" id="{76B1C2A1-0F8F-4EFC-A22C-A270AE3B1C9C}"/>
              </a:ext>
            </a:extLst>
          </p:cNvPr>
          <p:cNvSpPr>
            <a:spLocks xmlns:a="http://schemas.openxmlformats.org/drawingml/2006/main" noGrp="1"/>
          </p:cNvSpPr>
          <p:nvPr/>
        </p:nvSpPr>
        <p:spPr>
          <a:xfrm xmlns:a="http://schemas.openxmlformats.org/drawingml/2006/main">
            <a:off x="6286500" y="5457825"/>
            <a:ext cx="4953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a:solidFill>
                  <a:srgbClr val="52616A"/>
                </a:solidFill>
                <a:latin typeface="Yu Gothic"/>
                <a:ea typeface="Yu Gothic"/>
                <a:cs typeface="Yu Gothic"/>
              </a:defRPr>
            </a:defPPr>
            <a:lvl1pPr>
              <a:defRPr sz="1500">
                <a:solidFill>
                  <a:srgbClr val="52616A"/>
                </a:solidFill>
                <a:latin typeface="Yu Gothic"/>
                <a:ea typeface="Yu Gothic"/>
                <a:cs typeface="Yu Gothic"/>
              </a:defRPr>
            </a:lvl1pPr>
            <a:lvl2pPr>
              <a:defRPr sz="1500">
                <a:solidFill>
                  <a:srgbClr val="52616A"/>
                </a:solidFill>
                <a:latin typeface="Yu Gothic"/>
                <a:ea typeface="Yu Gothic"/>
                <a:cs typeface="Yu Gothic"/>
              </a:defRPr>
            </a:lvl2pPr>
            <a:lvl3pPr>
              <a:defRPr sz="1500">
                <a:solidFill>
                  <a:srgbClr val="52616A"/>
                </a:solidFill>
                <a:latin typeface="Yu Gothic"/>
                <a:ea typeface="Yu Gothic"/>
                <a:cs typeface="Yu Gothic"/>
              </a:defRPr>
            </a:lvl3pPr>
            <a:lvl4pPr>
              <a:defRPr sz="1500">
                <a:solidFill>
                  <a:srgbClr val="52616A"/>
                </a:solidFill>
                <a:latin typeface="Yu Gothic"/>
                <a:ea typeface="Yu Gothic"/>
                <a:cs typeface="Yu Gothic"/>
              </a:defRPr>
            </a:lvl4pPr>
            <a:lvl5pPr>
              <a:defRPr sz="1500">
                <a:solidFill>
                  <a:srgbClr val="52616A"/>
                </a:solidFill>
                <a:latin typeface="Yu Gothic"/>
                <a:ea typeface="Yu Gothic"/>
                <a:cs typeface="Yu Gothic"/>
              </a:defRPr>
            </a:lvl5pPr>
            <a:lvl6pPr>
              <a:defRPr sz="1500">
                <a:solidFill>
                  <a:srgbClr val="52616A"/>
                </a:solidFill>
                <a:latin typeface="Yu Gothic"/>
                <a:ea typeface="Yu Gothic"/>
                <a:cs typeface="Yu Gothic"/>
              </a:defRPr>
            </a:lvl6pPr>
            <a:lvl7pPr>
              <a:defRPr sz="1500">
                <a:solidFill>
                  <a:srgbClr val="52616A"/>
                </a:solidFill>
                <a:latin typeface="Yu Gothic"/>
                <a:ea typeface="Yu Gothic"/>
                <a:cs typeface="Yu Gothic"/>
              </a:defRPr>
            </a:lvl7pPr>
            <a:lvl8pPr>
              <a:defRPr sz="1500">
                <a:solidFill>
                  <a:srgbClr val="52616A"/>
                </a:solidFill>
                <a:latin typeface="Yu Gothic"/>
                <a:ea typeface="Yu Gothic"/>
                <a:cs typeface="Yu Gothic"/>
              </a:defRPr>
            </a:lvl8pPr>
            <a:lvl9pPr>
              <a:defRPr sz="1500">
                <a:solidFill>
                  <a:srgbClr val="52616A"/>
                </a:solidFill>
                <a:latin typeface="Yu Gothic"/>
                <a:ea typeface="Yu Gothic"/>
                <a:cs typeface="Yu Gothic"/>
              </a:defRPr>
            </a:lvl9pPr>
          </a:lstStyle>
          <a:p xmlns:a="http://schemas.openxmlformats.org/drawingml/2006/main">
            <a:pPr>
              <a:defRPr sz="1500">
                <a:solidFill>
                  <a:srgbClr val="52616A"/>
                </a:solidFill>
                <a:latin typeface="Yu Gothic"/>
                <a:ea typeface="Yu Gothic"/>
                <a:cs typeface="Yu Gothic"/>
              </a:defRPr>
            </a:pPr>
            <a:r>
              <a:rPr sz="1500">
                <a:solidFill>
                  <a:srgbClr val="52616A"/>
                </a:solidFill>
                <a:latin typeface="Yu Gothic"/>
                <a:ea typeface="Yu Gothic"/>
                <a:cs typeface="Yu Gothic"/>
              </a:rPr>
              <a:t>模式図：OEを誇張（縮尺どおりでない）</a:t>
            </a:r>
          </a:p>
        </p:txBody>
      </p:sp>
    </p:spTree>
    <p:extLst>
      <p:ext uri="{BB962C8B-B14F-4D97-AF65-F5344CB8AC3E}">
        <p14:creationId xmlns:p14="http://schemas.microsoft.com/office/powerpoint/2010/main" val="394270480"/>
      </p:ext>
    </p:extLst>
  </p:cSld>
</p:sld>
</file>

<file path=ppt/slides/slide55.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B1165DD-87CA-47E3-B108-E3109BD9BEE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BE0B47AC-68B9-4AFF-8E8B-2130E23AD9A9}"/>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616F8C6D-6B88-400A-9B05-B0488B9484A6}"/>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問2解答：OAが斜辺なので、距離は増える</a:t>
            </a:r>
          </a:p>
        </p:txBody>
      </p:sp>
      <p:sp>
        <p:nvSpPr>
          <p:cNvPr id="4" name="">
            <a:extLst xmlns:a="http://schemas.openxmlformats.org/drawingml/2006/main">
              <a:ext uri="{FF2B5EF4-FFF2-40B4-BE49-F238E27FC236}">
                <a16:creationId xmlns:a16="http://schemas.microsoft.com/office/drawing/2014/main" id="{BF29F48F-02DF-4844-9F2B-2C3BB28860D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7C046607-8C5E-4AF5-997E-DA0A93F343BE}"/>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C3C38CC7-5A7F-482F-9374-5DB455D0BA6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55</a:t>
            </a:r>
          </a:p>
        </p:txBody>
      </p:sp>
      <p:sp>
        <p:nvSpPr>
          <p:cNvPr id="7" name="">
            <a:extLst xmlns:a="http://schemas.openxmlformats.org/drawingml/2006/main">
              <a:ext uri="{FF2B5EF4-FFF2-40B4-BE49-F238E27FC236}">
                <a16:creationId xmlns:a16="http://schemas.microsoft.com/office/drawing/2014/main" id="{C7BA1092-A540-46ED-84E3-4C7C4FCA9B65}"/>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OA＝√(EA²＋OE²)＝√10001</a:t>
            </a:r>
          </a:p>
        </p:txBody>
      </p:sp>
      <p:sp>
        <p:nvSpPr>
          <p:cNvPr id="8" name="">
            <a:extLst xmlns:a="http://schemas.openxmlformats.org/drawingml/2006/main">
              <a:ext uri="{FF2B5EF4-FFF2-40B4-BE49-F238E27FC236}">
                <a16:creationId xmlns:a16="http://schemas.microsoft.com/office/drawing/2014/main" id="{13386010-2322-414B-B0F5-1EB1451AEBBC}"/>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OA＝100.004999875… m</a:t>
            </a:r>
          </a:p>
        </p:txBody>
      </p:sp>
      <p:sp>
        <p:nvSpPr>
          <p:cNvPr id="9" name="">
            <a:extLst xmlns:a="http://schemas.openxmlformats.org/drawingml/2006/main">
              <a:ext uri="{FF2B5EF4-FFF2-40B4-BE49-F238E27FC236}">
                <a16:creationId xmlns:a16="http://schemas.microsoft.com/office/drawing/2014/main" id="{7904B50E-84A4-4D7A-A836-99B50D475BC2}"/>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距離補正＝OA−EA</a:t>
            </a:r>
          </a:p>
        </p:txBody>
      </p:sp>
      <p:sp>
        <p:nvSpPr>
          <p:cNvPr id="10" name="">
            <a:extLst xmlns:a="http://schemas.openxmlformats.org/drawingml/2006/main">
              <a:ext uri="{FF2B5EF4-FFF2-40B4-BE49-F238E27FC236}">
                <a16:creationId xmlns:a16="http://schemas.microsoft.com/office/drawing/2014/main" id="{AB196909-5495-48DE-AE28-A8A1BB55B471}"/>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OA＝100.0050 m／補正＋0.0050 m</a:t>
            </a:r>
          </a:p>
        </p:txBody>
      </p:sp>
    </p:spTree>
    <p:extLst>
      <p:ext uri="{BB962C8B-B14F-4D97-AF65-F5344CB8AC3E}">
        <p14:creationId xmlns:p14="http://schemas.microsoft.com/office/powerpoint/2010/main" val="630514873"/>
      </p:ext>
    </p:extLst>
  </p:cSld>
</p:sld>
</file>

<file path=ppt/slides/slide56.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A957A98-5723-4061-8D00-0334CE4D9DD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98703999-4519-432F-B74E-09A2E8E8DC0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F8C41F0B-E9E6-4760-910A-A60A636BDFA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採点：計算だけでなく判断にも点を置く</a:t>
            </a:r>
          </a:p>
        </p:txBody>
      </p:sp>
      <p:sp>
        <p:nvSpPr>
          <p:cNvPr id="4" name="">
            <a:extLst xmlns:a="http://schemas.openxmlformats.org/drawingml/2006/main">
              <a:ext uri="{FF2B5EF4-FFF2-40B4-BE49-F238E27FC236}">
                <a16:creationId xmlns:a16="http://schemas.microsoft.com/office/drawing/2014/main" id="{277B8052-4717-4B0A-8462-F51683CCFC06}"/>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F2A1C434-62B0-4583-AD46-186493CE232B}"/>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0275B28C-8392-4DBA-BCCD-4331E2582D3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56</a:t>
            </a:r>
          </a:p>
        </p:txBody>
      </p:sp>
      <p:sp>
        <p:nvSpPr>
          <p:cNvPr id="7" name="">
            <a:extLst xmlns:a="http://schemas.openxmlformats.org/drawingml/2006/main">
              <a:ext uri="{FF2B5EF4-FFF2-40B4-BE49-F238E27FC236}">
                <a16:creationId xmlns:a16="http://schemas.microsoft.com/office/drawing/2014/main" id="{92EF2D41-F9E1-4657-8CE1-3A028437EB00}"/>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問1 6点、問2 4点</a:t>
            </a:r>
          </a:p>
        </p:txBody>
      </p:sp>
      <p:graphicFrame>
        <p:nvGraphicFramePr>
          <p:cNvPr id="8" name="">
            <a:extLst xmlns:a="http://schemas.openxmlformats.org/drawingml/2006/main">
              <a:ext uri="{FF2B5EF4-FFF2-40B4-BE49-F238E27FC236}">
                <a16:creationId xmlns:a16="http://schemas.microsoft.com/office/drawing/2014/main" id="{409D9225-9EF8-4D25-A02B-F72BA2ED2FF8}"/>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074420"/>
                <a:gridCol w="8165592"/>
                <a:gridCol w="1504188"/>
              </a:tblGrid>
              <a:tr h="920750">
                <a:tc>
                  <a:txBody>
                    <a:bodyPr wrap="square" lIns="57150" tIns="57150" rIns="57150" bIns="57150">
                      <a:noAutofit/>
                    </a:bodyPr>
                    <a:lstStyle/>
                    <a:p>
                      <a:pPr algn="ctr"/>
                      <a:r>
                        <a:rPr sz="1950" b="1">
                          <a:solidFill>
                            <a:srgbClr val="FFFFFF"/>
                          </a:solidFill>
                          <a:latin typeface="Yu Gothic"/>
                          <a:ea typeface="Yu Gothic"/>
                          <a:cs typeface="Yu Gothic"/>
                        </a:rPr>
                        <a:t>問</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見るところ</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点</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1</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p/q・D/C・点検量・B平均と採否</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中心角・OA・角と距離の補正</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a:t>
                      </a:r>
                    </a:p>
                  </a:txBody>
                  <a:tcPr marL="91440" marR="91440" marT="45720" marB="45720" anchor="ctr"/>
                </a:tc>
              </a:tr>
            </a:tbl>
          </a:graphicData>
        </a:graphic>
      </p:graphicFrame>
    </p:spTree>
    <p:extLst>
      <p:ext uri="{BB962C8B-B14F-4D97-AF65-F5344CB8AC3E}">
        <p14:creationId xmlns:p14="http://schemas.microsoft.com/office/powerpoint/2010/main" val="937490443"/>
      </p:ext>
    </p:extLst>
  </p:cSld>
</p:sld>
</file>

<file path=ppt/slides/slide57.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5F73378-DF69-4ACE-8664-6B91DA86EEF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8258ED10-5F0F-4A1E-A7EA-6AE61326FD96}"/>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D7374500-A664-4035-9EDB-DF96E3280F37}"/>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1秒のずれは、100m先で約0.485mm</a:t>
            </a:r>
          </a:p>
        </p:txBody>
      </p:sp>
      <p:sp>
        <p:nvSpPr>
          <p:cNvPr id="4" name="">
            <a:extLst xmlns:a="http://schemas.openxmlformats.org/drawingml/2006/main">
              <a:ext uri="{FF2B5EF4-FFF2-40B4-BE49-F238E27FC236}">
                <a16:creationId xmlns:a16="http://schemas.microsoft.com/office/drawing/2014/main" id="{01384709-BCAB-45FB-BF18-F5F66377F1B0}"/>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2BA375E2-C05A-447D-8B6A-DA16B1F670AC}"/>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5E16D604-9FF6-4699-9288-F42E78615F2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57</a:t>
            </a:r>
          </a:p>
        </p:txBody>
      </p:sp>
      <p:sp>
        <p:nvSpPr>
          <p:cNvPr id="7" name="">
            <a:extLst xmlns:a="http://schemas.openxmlformats.org/drawingml/2006/main">
              <a:ext uri="{FF2B5EF4-FFF2-40B4-BE49-F238E27FC236}">
                <a16:creationId xmlns:a16="http://schemas.microsoft.com/office/drawing/2014/main" id="{755F8866-70E0-4861-AA02-B2BBCBB1C0B8}"/>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横ずれ＝100×tan(1°/3600) m</a:t>
            </a:r>
          </a:p>
        </p:txBody>
      </p:sp>
      <p:sp>
        <p:nvSpPr>
          <p:cNvPr id="8" name="">
            <a:extLst xmlns:a="http://schemas.openxmlformats.org/drawingml/2006/main">
              <a:ext uri="{FF2B5EF4-FFF2-40B4-BE49-F238E27FC236}">
                <a16:creationId xmlns:a16="http://schemas.microsoft.com/office/drawing/2014/main" id="{D5622AFE-139C-4E90-9FA6-335538BAD93F}"/>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1″なら約0.485 mm</a:t>
            </a:r>
          </a:p>
        </p:txBody>
      </p:sp>
      <p:sp>
        <p:nvSpPr>
          <p:cNvPr id="9" name="">
            <a:extLst xmlns:a="http://schemas.openxmlformats.org/drawingml/2006/main">
              <a:ext uri="{FF2B5EF4-FFF2-40B4-BE49-F238E27FC236}">
                <a16:creationId xmlns:a16="http://schemas.microsoft.com/office/drawing/2014/main" id="{16451E3C-7131-47F5-8E9D-5A80C744B0FC}"/>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1′なら約29.1 mm</a:t>
            </a:r>
          </a:p>
        </p:txBody>
      </p:sp>
      <p:sp>
        <p:nvSpPr>
          <p:cNvPr id="10" name="">
            <a:extLst xmlns:a="http://schemas.openxmlformats.org/drawingml/2006/main">
              <a:ext uri="{FF2B5EF4-FFF2-40B4-BE49-F238E27FC236}">
                <a16:creationId xmlns:a16="http://schemas.microsoft.com/office/drawing/2014/main" id="{B3F9E0F6-2880-4A5A-876F-E43D45C336E3}"/>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同じ角のずれでも、遠いほど広がる</a:t>
            </a:r>
          </a:p>
        </p:txBody>
      </p:sp>
    </p:spTree>
    <p:extLst>
      <p:ext uri="{BB962C8B-B14F-4D97-AF65-F5344CB8AC3E}">
        <p14:creationId xmlns:p14="http://schemas.microsoft.com/office/powerpoint/2010/main" val="1365137285"/>
      </p:ext>
    </p:extLst>
  </p:cSld>
</p:sld>
</file>

<file path=ppt/slides/slide58.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4F3DA0B-1B37-4206-8826-3F2103CB1C5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F56C4FF3-52A5-49A9-BD7D-4E299333D75E}"/>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90D75750-FBF1-4137-9F85-90C90FAE035B}"/>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初期目盛を変え、円の別の部分を使う</a:t>
            </a:r>
          </a:p>
        </p:txBody>
      </p:sp>
      <p:sp>
        <p:nvSpPr>
          <p:cNvPr id="4" name="">
            <a:extLst xmlns:a="http://schemas.openxmlformats.org/drawingml/2006/main">
              <a:ext uri="{FF2B5EF4-FFF2-40B4-BE49-F238E27FC236}">
                <a16:creationId xmlns:a16="http://schemas.microsoft.com/office/drawing/2014/main" id="{895CA092-40BF-4BBD-9500-2C0634B91F8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13949D2-94A5-4140-8125-86CFADB6617A}"/>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CD77E045-16B7-44D4-BC42-6C686F456E03}"/>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58</a:t>
            </a:r>
          </a:p>
        </p:txBody>
      </p:sp>
      <p:sp>
        <p:nvSpPr>
          <p:cNvPr id="7" name="">
            <a:extLst xmlns:a="http://schemas.openxmlformats.org/drawingml/2006/main">
              <a:ext uri="{FF2B5EF4-FFF2-40B4-BE49-F238E27FC236}">
                <a16:creationId xmlns:a16="http://schemas.microsoft.com/office/drawing/2014/main" id="{66FB9D2C-9B73-4D62-B973-37E26FB01294}"/>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同じ角を、違う目盛の位置で観測</a:t>
            </a:r>
          </a:p>
        </p:txBody>
      </p:sp>
      <p:sp>
        <p:nvSpPr>
          <p:cNvPr id="8" name="">
            <a:extLst xmlns:a="http://schemas.openxmlformats.org/drawingml/2006/main">
              <a:ext uri="{FF2B5EF4-FFF2-40B4-BE49-F238E27FC236}">
                <a16:creationId xmlns:a16="http://schemas.microsoft.com/office/drawing/2014/main" id="{BB999B82-8362-4D34-AA03-B01ACBA776E5}"/>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目盛の癖の影響を分散する</a:t>
            </a:r>
          </a:p>
        </p:txBody>
      </p:sp>
      <p:sp>
        <p:nvSpPr>
          <p:cNvPr id="9" name="">
            <a:extLst xmlns:a="http://schemas.openxmlformats.org/drawingml/2006/main">
              <a:ext uri="{FF2B5EF4-FFF2-40B4-BE49-F238E27FC236}">
                <a16:creationId xmlns:a16="http://schemas.microsoft.com/office/drawing/2014/main" id="{97434DE0-51FE-4815-8857-806C51953BC1}"/>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正反の反転とは別の操作</a:t>
            </a:r>
          </a:p>
        </p:txBody>
      </p:sp>
      <p:sp>
        <p:nvSpPr>
          <p:cNvPr id="10" name="">
            <a:extLst xmlns:a="http://schemas.openxmlformats.org/drawingml/2006/main">
              <a:ext uri="{FF2B5EF4-FFF2-40B4-BE49-F238E27FC236}">
                <a16:creationId xmlns:a16="http://schemas.microsoft.com/office/drawing/2014/main" id="{66181968-6DA7-493D-9B0F-5DF731E03037}"/>
              </a:ext>
            </a:extLst>
          </p:cNvPr>
          <p:cNvSpPr>
            <a:spLocks xmlns:a="http://schemas.openxmlformats.org/drawingml/2006/main" noGrp="1"/>
          </p:cNvSpPr>
          <p:nvPr/>
        </p:nvSpPr>
        <p:spPr>
          <a:xfrm xmlns:a="http://schemas.openxmlformats.org/drawingml/2006/main">
            <a:off x="6229350" y="1628775"/>
            <a:ext cx="5019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同じ目標方向、目盛盤だけをずらす</a:t>
            </a:r>
          </a:p>
        </p:txBody>
      </p:sp>
      <p:sp>
        <p:nvSpPr>
          <p:cNvPr id="11" name="">
            <a:extLst xmlns:a="http://schemas.openxmlformats.org/drawingml/2006/main">
              <a:ext uri="{FF2B5EF4-FFF2-40B4-BE49-F238E27FC236}">
                <a16:creationId xmlns:a16="http://schemas.microsoft.com/office/drawing/2014/main" id="{D6B35C47-2466-426A-93CD-66F12293BB5F}"/>
              </a:ext>
            </a:extLst>
          </p:cNvPr>
          <p:cNvSpPr>
            <a:spLocks xmlns:a="http://schemas.openxmlformats.org/drawingml/2006/main" noGrp="1"/>
          </p:cNvSpPr>
          <p:nvPr/>
        </p:nvSpPr>
        <p:spPr>
          <a:xfrm xmlns:a="http://schemas.openxmlformats.org/drawingml/2006/main">
            <a:off x="6904673" y="3345656"/>
            <a:ext cx="1324928" cy="1324928"/>
          </a:xfrm>
          <a:prstGeom xmlns:a="http://schemas.openxmlformats.org/drawingml/2006/main" prst="ellipse">
            <a:avLst/>
          </a:prstGeom>
          <a:noFill xmlns:a="http://schemas.openxmlformats.org/drawingml/2006/main"/>
          <a:ln xmlns:a="http://schemas.openxmlformats.org/drawingml/2006/main" w="28575">
            <a:solidFill>
              <a:srgbClr val="166B68"/>
            </a:solidFill>
            <a:prstDash val="solid"/>
          </a:ln>
        </p:spPr>
      </p:sp>
      <p:sp>
        <p:nvSpPr>
          <p:cNvPr id="12" name="">
            <a:extLst xmlns:a="http://schemas.openxmlformats.org/drawingml/2006/main">
              <a:ext uri="{FF2B5EF4-FFF2-40B4-BE49-F238E27FC236}">
                <a16:creationId xmlns:a16="http://schemas.microsoft.com/office/drawing/2014/main" id="{0DDA779E-2E78-48F9-890D-D41E5F59F654}"/>
              </a:ext>
            </a:extLst>
          </p:cNvPr>
          <p:cNvSpPr>
            <a:spLocks xmlns:a="http://schemas.openxmlformats.org/drawingml/2006/main" noGrp="1"/>
          </p:cNvSpPr>
          <p:nvPr/>
        </p:nvSpPr>
        <p:spPr>
          <a:xfrm xmlns:a="http://schemas.openxmlformats.org/drawingml/2006/main">
            <a:off x="7567136" y="2247900"/>
            <a:ext cx="1172051" cy="1760220"/>
          </a:xfrm>
          <a:custGeom xmlns:a="http://schemas.openxmlformats.org/drawingml/2006/main">
            <a:pathLst>
              <a:path w="1172051" h="1760220">
                <a:moveTo>
                  <a:pt x="0" y="1760220"/>
                </a:moveTo>
                <a:lnTo>
                  <a:pt x="1172051" y="0"/>
                </a:lnTo>
              </a:path>
            </a:pathLst>
          </a:custGeom>
          <a:noFill xmlns:a="http://schemas.openxmlformats.org/drawingml/2006/main"/>
          <a:ln xmlns:a="http://schemas.openxmlformats.org/drawingml/2006/main" w="28575">
            <a:solidFill>
              <a:srgbClr val="182B33"/>
            </a:solidFill>
            <a:prstDash val="solid"/>
          </a:ln>
        </p:spPr>
      </p:sp>
      <p:sp>
        <p:nvSpPr>
          <p:cNvPr id="13" name="">
            <a:extLst xmlns:a="http://schemas.openxmlformats.org/drawingml/2006/main">
              <a:ext uri="{FF2B5EF4-FFF2-40B4-BE49-F238E27FC236}">
                <a16:creationId xmlns:a16="http://schemas.microsoft.com/office/drawing/2014/main" id="{1D81C4CB-1A3D-4B5E-BA84-7E11B38715FA}"/>
              </a:ext>
            </a:extLst>
          </p:cNvPr>
          <p:cNvSpPr>
            <a:spLocks xmlns:a="http://schemas.openxmlformats.org/drawingml/2006/main" noGrp="1"/>
          </p:cNvSpPr>
          <p:nvPr/>
        </p:nvSpPr>
        <p:spPr>
          <a:xfrm xmlns:a="http://schemas.openxmlformats.org/drawingml/2006/main">
            <a:off x="7567136" y="3345656"/>
            <a:ext cx="9525" cy="662464"/>
          </a:xfrm>
          <a:custGeom xmlns:a="http://schemas.openxmlformats.org/drawingml/2006/main">
            <a:pathLst>
              <a:path w="9525" h="662464">
                <a:moveTo>
                  <a:pt x="0" y="662464"/>
                </a:moveTo>
                <a:lnTo>
                  <a:pt x="0" y="0"/>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43CA8CC9-8870-4263-9459-371E5D6BB9E0}"/>
              </a:ext>
            </a:extLst>
          </p:cNvPr>
          <p:cNvSpPr>
            <a:spLocks xmlns:a="http://schemas.openxmlformats.org/drawingml/2006/main" noGrp="1"/>
          </p:cNvSpPr>
          <p:nvPr/>
        </p:nvSpPr>
        <p:spPr>
          <a:xfrm xmlns:a="http://schemas.openxmlformats.org/drawingml/2006/main">
            <a:off x="6761798" y="4737259"/>
            <a:ext cx="161067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初期目盛 0°</a:t>
            </a:r>
          </a:p>
        </p:txBody>
      </p:sp>
      <p:sp>
        <p:nvSpPr>
          <p:cNvPr id="15" name="">
            <a:extLst xmlns:a="http://schemas.openxmlformats.org/drawingml/2006/main">
              <a:ext uri="{FF2B5EF4-FFF2-40B4-BE49-F238E27FC236}">
                <a16:creationId xmlns:a16="http://schemas.microsoft.com/office/drawing/2014/main" id="{D94F7A33-D9FB-4C25-949C-DEB9F4EBE03B}"/>
              </a:ext>
            </a:extLst>
          </p:cNvPr>
          <p:cNvSpPr>
            <a:spLocks xmlns:a="http://schemas.openxmlformats.org/drawingml/2006/main" noGrp="1"/>
          </p:cNvSpPr>
          <p:nvPr/>
        </p:nvSpPr>
        <p:spPr>
          <a:xfrm xmlns:a="http://schemas.openxmlformats.org/drawingml/2006/main">
            <a:off x="9248775" y="3345656"/>
            <a:ext cx="1324928" cy="1324928"/>
          </a:xfrm>
          <a:prstGeom xmlns:a="http://schemas.openxmlformats.org/drawingml/2006/main" prst="ellipse">
            <a:avLst/>
          </a:prstGeom>
          <a:noFill xmlns:a="http://schemas.openxmlformats.org/drawingml/2006/main"/>
          <a:ln xmlns:a="http://schemas.openxmlformats.org/drawingml/2006/main" w="28575">
            <a:solidFill>
              <a:srgbClr val="A94737"/>
            </a:solidFill>
            <a:prstDash val="solid"/>
          </a:ln>
        </p:spPr>
      </p:sp>
      <p:sp>
        <p:nvSpPr>
          <p:cNvPr id="16" name="">
            <a:extLst xmlns:a="http://schemas.openxmlformats.org/drawingml/2006/main">
              <a:ext uri="{FF2B5EF4-FFF2-40B4-BE49-F238E27FC236}">
                <a16:creationId xmlns:a16="http://schemas.microsoft.com/office/drawing/2014/main" id="{9079886C-B853-4A9C-8EDD-16ABA5FB9ED0}"/>
              </a:ext>
            </a:extLst>
          </p:cNvPr>
          <p:cNvSpPr>
            <a:spLocks xmlns:a="http://schemas.openxmlformats.org/drawingml/2006/main" noGrp="1"/>
          </p:cNvSpPr>
          <p:nvPr/>
        </p:nvSpPr>
        <p:spPr>
          <a:xfrm xmlns:a="http://schemas.openxmlformats.org/drawingml/2006/main">
            <a:off x="8739188" y="2247900"/>
            <a:ext cx="1172051" cy="1760220"/>
          </a:xfrm>
          <a:custGeom xmlns:a="http://schemas.openxmlformats.org/drawingml/2006/main">
            <a:pathLst>
              <a:path w="1172051" h="1760220">
                <a:moveTo>
                  <a:pt x="1172051" y="1760220"/>
                </a:moveTo>
                <a:lnTo>
                  <a:pt x="0" y="0"/>
                </a:lnTo>
              </a:path>
            </a:pathLst>
          </a:custGeom>
          <a:noFill xmlns:a="http://schemas.openxmlformats.org/drawingml/2006/main"/>
          <a:ln xmlns:a="http://schemas.openxmlformats.org/drawingml/2006/main" w="28575">
            <a:solidFill>
              <a:srgbClr val="182B33"/>
            </a:solidFill>
            <a:prstDash val="solid"/>
          </a:ln>
        </p:spPr>
      </p:sp>
      <p:sp>
        <p:nvSpPr>
          <p:cNvPr id="17" name="">
            <a:extLst xmlns:a="http://schemas.openxmlformats.org/drawingml/2006/main">
              <a:ext uri="{FF2B5EF4-FFF2-40B4-BE49-F238E27FC236}">
                <a16:creationId xmlns:a16="http://schemas.microsoft.com/office/drawing/2014/main" id="{E555F597-FC58-4350-8F8A-94D1C27267B4}"/>
              </a:ext>
            </a:extLst>
          </p:cNvPr>
          <p:cNvSpPr>
            <a:spLocks xmlns:a="http://schemas.openxmlformats.org/drawingml/2006/main" noGrp="1"/>
          </p:cNvSpPr>
          <p:nvPr/>
        </p:nvSpPr>
        <p:spPr>
          <a:xfrm xmlns:a="http://schemas.openxmlformats.org/drawingml/2006/main">
            <a:off x="9911239" y="4008120"/>
            <a:ext cx="662464" cy="9525"/>
          </a:xfrm>
          <a:custGeom xmlns:a="http://schemas.openxmlformats.org/drawingml/2006/main">
            <a:pathLst>
              <a:path w="662464" h="9525">
                <a:moveTo>
                  <a:pt x="0" y="0"/>
                </a:moveTo>
                <a:lnTo>
                  <a:pt x="662464" y="0"/>
                </a:lnTo>
              </a:path>
            </a:pathLst>
          </a:custGeom>
          <a:noFill xmlns:a="http://schemas.openxmlformats.org/drawingml/2006/main"/>
          <a:ln xmlns:a="http://schemas.openxmlformats.org/drawingml/2006/main" w="38100">
            <a:solidFill>
              <a:srgbClr val="A94737"/>
            </a:solidFill>
            <a:prstDash val="solid"/>
          </a:ln>
        </p:spPr>
      </p:sp>
      <p:sp>
        <p:nvSpPr>
          <p:cNvPr id="18" name="">
            <a:extLst xmlns:a="http://schemas.openxmlformats.org/drawingml/2006/main">
              <a:ext uri="{FF2B5EF4-FFF2-40B4-BE49-F238E27FC236}">
                <a16:creationId xmlns:a16="http://schemas.microsoft.com/office/drawing/2014/main" id="{3F06E960-2056-4E20-BF12-3D897BEFC26B}"/>
              </a:ext>
            </a:extLst>
          </p:cNvPr>
          <p:cNvSpPr>
            <a:spLocks xmlns:a="http://schemas.openxmlformats.org/drawingml/2006/main" noGrp="1"/>
          </p:cNvSpPr>
          <p:nvPr/>
        </p:nvSpPr>
        <p:spPr>
          <a:xfrm xmlns:a="http://schemas.openxmlformats.org/drawingml/2006/main">
            <a:off x="9105900" y="4737259"/>
            <a:ext cx="161067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初期目盛 90°</a:t>
            </a:r>
          </a:p>
        </p:txBody>
      </p:sp>
      <p:sp>
        <p:nvSpPr>
          <p:cNvPr id="19" name="">
            <a:extLst xmlns:a="http://schemas.openxmlformats.org/drawingml/2006/main">
              <a:ext uri="{FF2B5EF4-FFF2-40B4-BE49-F238E27FC236}">
                <a16:creationId xmlns:a16="http://schemas.microsoft.com/office/drawing/2014/main" id="{5BB6A597-D427-4FFB-BE79-9665662ABF20}"/>
              </a:ext>
            </a:extLst>
          </p:cNvPr>
          <p:cNvSpPr>
            <a:spLocks xmlns:a="http://schemas.openxmlformats.org/drawingml/2006/main" noGrp="1"/>
          </p:cNvSpPr>
          <p:nvPr/>
        </p:nvSpPr>
        <p:spPr>
          <a:xfrm xmlns:a="http://schemas.openxmlformats.org/drawingml/2006/main">
            <a:off x="8672513" y="2181225"/>
            <a:ext cx="133350" cy="133350"/>
          </a:xfrm>
          <a:prstGeom xmlns:a="http://schemas.openxmlformats.org/drawingml/2006/main" prst="ellipse">
            <a:avLst/>
          </a:prstGeom>
          <a:solidFill xmlns:a="http://schemas.openxmlformats.org/drawingml/2006/main">
            <a:srgbClr val="182B33"/>
          </a:solidFill>
          <a:ln xmlns:a="http://schemas.openxmlformats.org/drawingml/2006/main" w="9525">
            <a:solidFill>
              <a:srgbClr val="182B33"/>
            </a:solidFill>
          </a:ln>
        </p:spPr>
      </p:sp>
      <p:sp>
        <p:nvSpPr>
          <p:cNvPr id="20" name="">
            <a:extLst xmlns:a="http://schemas.openxmlformats.org/drawingml/2006/main">
              <a:ext uri="{FF2B5EF4-FFF2-40B4-BE49-F238E27FC236}">
                <a16:creationId xmlns:a16="http://schemas.microsoft.com/office/drawing/2014/main" id="{E412EA82-D644-4551-9EC2-7388B6E3C14C}"/>
              </a:ext>
            </a:extLst>
          </p:cNvPr>
          <p:cNvSpPr>
            <a:spLocks xmlns:a="http://schemas.openxmlformats.org/drawingml/2006/main" noGrp="1"/>
          </p:cNvSpPr>
          <p:nvPr/>
        </p:nvSpPr>
        <p:spPr>
          <a:xfrm xmlns:a="http://schemas.openxmlformats.org/drawingml/2006/main">
            <a:off x="8120063" y="19812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固定した目標</a:t>
            </a:r>
          </a:p>
        </p:txBody>
      </p:sp>
    </p:spTree>
    <p:extLst>
      <p:ext uri="{BB962C8B-B14F-4D97-AF65-F5344CB8AC3E}">
        <p14:creationId xmlns:p14="http://schemas.microsoft.com/office/powerpoint/2010/main" val="2016155452"/>
      </p:ext>
    </p:extLst>
  </p:cSld>
</p:sld>
</file>

<file path=ppt/slides/slide59.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DA9C83D-0ED2-47B3-BBC0-AC5DC482F8D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A43D1C6C-FBBA-4266-8275-6BB3A6D3429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89461F7A-EAC3-45D1-881E-32FA76207C81}"/>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方向法の「倍角」と、倍角法を区別する</a:t>
            </a:r>
          </a:p>
        </p:txBody>
      </p:sp>
      <p:sp>
        <p:nvSpPr>
          <p:cNvPr id="4" name="">
            <a:extLst xmlns:a="http://schemas.openxmlformats.org/drawingml/2006/main">
              <a:ext uri="{FF2B5EF4-FFF2-40B4-BE49-F238E27FC236}">
                <a16:creationId xmlns:a16="http://schemas.microsoft.com/office/drawing/2014/main" id="{BA878D9B-0206-4624-B841-19359B657E16}"/>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86F2BC13-A3DA-4AFF-8648-6789D386CB76}"/>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92939A04-7750-4EE4-9E5A-73FB7AB4C6F6}"/>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59</a:t>
            </a:r>
          </a:p>
        </p:txBody>
      </p:sp>
      <p:sp>
        <p:nvSpPr>
          <p:cNvPr id="7" name="">
            <a:extLst xmlns:a="http://schemas.openxmlformats.org/drawingml/2006/main">
              <a:ext uri="{FF2B5EF4-FFF2-40B4-BE49-F238E27FC236}">
                <a16:creationId xmlns:a16="http://schemas.microsoft.com/office/drawing/2014/main" id="{2AA392F4-1D3E-4594-9BF8-74AD7A36F1E1}"/>
              </a:ext>
            </a:extLst>
          </p:cNvPr>
          <p:cNvSpPr>
            <a:spLocks xmlns:a="http://schemas.openxmlformats.org/drawingml/2006/main" noGrp="1"/>
          </p:cNvSpPr>
          <p:nvPr/>
        </p:nvSpPr>
        <p:spPr>
          <a:xfrm xmlns:a="http://schemas.openxmlformats.org/drawingml/2006/main">
            <a:off x="6076950" y="1714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8" name="">
            <a:extLst xmlns:a="http://schemas.openxmlformats.org/drawingml/2006/main">
              <a:ext uri="{FF2B5EF4-FFF2-40B4-BE49-F238E27FC236}">
                <a16:creationId xmlns:a16="http://schemas.microsoft.com/office/drawing/2014/main" id="{F215C7C4-3A4B-4C08-B1B6-69D39906EADF}"/>
              </a:ext>
            </a:extLst>
          </p:cNvPr>
          <p:cNvSpPr>
            <a:spLocks xmlns:a="http://schemas.openxmlformats.org/drawingml/2006/main" noGrp="1"/>
          </p:cNvSpPr>
          <p:nvPr/>
        </p:nvSpPr>
        <p:spPr>
          <a:xfrm xmlns:a="http://schemas.openxmlformats.org/drawingml/2006/main">
            <a:off x="74295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方向法の倍角D</a:t>
            </a:r>
          </a:p>
        </p:txBody>
      </p:sp>
      <p:sp>
        <p:nvSpPr>
          <p:cNvPr id="9" name="">
            <a:extLst xmlns:a="http://schemas.openxmlformats.org/drawingml/2006/main">
              <a:ext uri="{FF2B5EF4-FFF2-40B4-BE49-F238E27FC236}">
                <a16:creationId xmlns:a16="http://schemas.microsoft.com/office/drawing/2014/main" id="{31065D89-525C-45D0-9F13-B51A4A926582}"/>
              </a:ext>
            </a:extLst>
          </p:cNvPr>
          <p:cNvSpPr>
            <a:spLocks xmlns:a="http://schemas.openxmlformats.org/drawingml/2006/main" noGrp="1"/>
          </p:cNvSpPr>
          <p:nvPr/>
        </p:nvSpPr>
        <p:spPr>
          <a:xfrm xmlns:a="http://schemas.openxmlformats.org/drawingml/2006/main">
            <a:off x="647700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観測方法としての倍角法</a:t>
            </a:r>
          </a:p>
        </p:txBody>
      </p:sp>
      <p:sp>
        <p:nvSpPr>
          <p:cNvPr id="10" name="">
            <a:extLst xmlns:a="http://schemas.openxmlformats.org/drawingml/2006/main">
              <a:ext uri="{FF2B5EF4-FFF2-40B4-BE49-F238E27FC236}">
                <a16:creationId xmlns:a16="http://schemas.microsoft.com/office/drawing/2014/main" id="{167B218B-4564-4EDD-B109-713A2254591B}"/>
              </a:ext>
            </a:extLst>
          </p:cNvPr>
          <p:cNvSpPr>
            <a:spLocks xmlns:a="http://schemas.openxmlformats.org/drawingml/2006/main" noGrp="1"/>
          </p:cNvSpPr>
          <p:nvPr/>
        </p:nvSpPr>
        <p:spPr>
          <a:xfrm xmlns:a="http://schemas.openxmlformats.org/drawingml/2006/main">
            <a:off x="110490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正の結果＋反の結果</a:t>
            </a:r>
          </a:p>
        </p:txBody>
      </p:sp>
      <p:sp>
        <p:nvSpPr>
          <p:cNvPr id="11" name="">
            <a:extLst xmlns:a="http://schemas.openxmlformats.org/drawingml/2006/main">
              <a:ext uri="{FF2B5EF4-FFF2-40B4-BE49-F238E27FC236}">
                <a16:creationId xmlns:a16="http://schemas.microsoft.com/office/drawing/2014/main" id="{4C89C8CB-FAF9-41D2-ADA7-38E00B0C96D7}"/>
              </a:ext>
            </a:extLst>
          </p:cNvPr>
          <p:cNvSpPr>
            <a:spLocks xmlns:a="http://schemas.openxmlformats.org/drawingml/2006/main" noGrp="1"/>
          </p:cNvSpPr>
          <p:nvPr/>
        </p:nvSpPr>
        <p:spPr>
          <a:xfrm xmlns:a="http://schemas.openxmlformats.org/drawingml/2006/main">
            <a:off x="110490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野帳の計算量</a:t>
            </a:r>
          </a:p>
        </p:txBody>
      </p:sp>
      <p:sp>
        <p:nvSpPr>
          <p:cNvPr id="12" name="">
            <a:extLst xmlns:a="http://schemas.openxmlformats.org/drawingml/2006/main">
              <a:ext uri="{FF2B5EF4-FFF2-40B4-BE49-F238E27FC236}">
                <a16:creationId xmlns:a16="http://schemas.microsoft.com/office/drawing/2014/main" id="{0C94905E-999C-4EAC-8794-35104B9D937B}"/>
              </a:ext>
            </a:extLst>
          </p:cNvPr>
          <p:cNvSpPr>
            <a:spLocks xmlns:a="http://schemas.openxmlformats.org/drawingml/2006/main" noGrp="1"/>
          </p:cNvSpPr>
          <p:nvPr/>
        </p:nvSpPr>
        <p:spPr>
          <a:xfrm xmlns:a="http://schemas.openxmlformats.org/drawingml/2006/main">
            <a:off x="683895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同じ角を重ねて測る</a:t>
            </a:r>
          </a:p>
        </p:txBody>
      </p:sp>
      <p:sp>
        <p:nvSpPr>
          <p:cNvPr id="13" name="">
            <a:extLst xmlns:a="http://schemas.openxmlformats.org/drawingml/2006/main">
              <a:ext uri="{FF2B5EF4-FFF2-40B4-BE49-F238E27FC236}">
                <a16:creationId xmlns:a16="http://schemas.microsoft.com/office/drawing/2014/main" id="{59E90C9F-0B55-4332-8A22-9314F1CF837F}"/>
              </a:ext>
            </a:extLst>
          </p:cNvPr>
          <p:cNvSpPr>
            <a:spLocks xmlns:a="http://schemas.openxmlformats.org/drawingml/2006/main" noGrp="1"/>
          </p:cNvSpPr>
          <p:nvPr/>
        </p:nvSpPr>
        <p:spPr>
          <a:xfrm xmlns:a="http://schemas.openxmlformats.org/drawingml/2006/main">
            <a:off x="683895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累積した角を回数で割る</a:t>
            </a:r>
          </a:p>
        </p:txBody>
      </p:sp>
    </p:spTree>
    <p:extLst>
      <p:ext uri="{BB962C8B-B14F-4D97-AF65-F5344CB8AC3E}">
        <p14:creationId xmlns:p14="http://schemas.microsoft.com/office/powerpoint/2010/main" val="580229143"/>
      </p:ext>
    </p:extLst>
  </p:cSld>
</p:sld>
</file>

<file path=ppt/slides/slide60.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E76721E-D947-4584-96A7-D5EDA5E88CF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E8FE520-B1C9-46AD-BC3D-3E45675BA67F}"/>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57A14068-273E-42C6-940E-24403DEAD64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ラジアンは、円弧の長さ÷半径</a:t>
            </a:r>
          </a:p>
        </p:txBody>
      </p:sp>
      <p:sp>
        <p:nvSpPr>
          <p:cNvPr id="4" name="">
            <a:extLst xmlns:a="http://schemas.openxmlformats.org/drawingml/2006/main">
              <a:ext uri="{FF2B5EF4-FFF2-40B4-BE49-F238E27FC236}">
                <a16:creationId xmlns:a16="http://schemas.microsoft.com/office/drawing/2014/main" id="{2462FB69-85CF-4CD9-9025-C83D5DE2F46F}"/>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ABE950F3-1F98-4EB7-A69C-74F9C293611F}"/>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68223161-CA9A-43D6-A366-5701429C1745}"/>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60</a:t>
            </a:r>
          </a:p>
        </p:txBody>
      </p:sp>
      <p:sp>
        <p:nvSpPr>
          <p:cNvPr id="7" name="">
            <a:extLst xmlns:a="http://schemas.openxmlformats.org/drawingml/2006/main">
              <a:ext uri="{FF2B5EF4-FFF2-40B4-BE49-F238E27FC236}">
                <a16:creationId xmlns:a16="http://schemas.microsoft.com/office/drawing/2014/main" id="{0A1FF97C-9332-4500-A098-0BD06E34CC1C}"/>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2π rad＝360°</a:t>
            </a:r>
          </a:p>
        </p:txBody>
      </p:sp>
      <p:sp>
        <p:nvSpPr>
          <p:cNvPr id="8" name="">
            <a:extLst xmlns:a="http://schemas.openxmlformats.org/drawingml/2006/main">
              <a:ext uri="{FF2B5EF4-FFF2-40B4-BE49-F238E27FC236}">
                <a16:creationId xmlns:a16="http://schemas.microsoft.com/office/drawing/2014/main" id="{69B70E02-DA4F-4E88-AB86-019F601622C8}"/>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 rad＝180/π度≈206265″</a:t>
            </a:r>
          </a:p>
        </p:txBody>
      </p:sp>
      <p:sp>
        <p:nvSpPr>
          <p:cNvPr id="9" name="">
            <a:extLst xmlns:a="http://schemas.openxmlformats.org/drawingml/2006/main">
              <a:ext uri="{FF2B5EF4-FFF2-40B4-BE49-F238E27FC236}">
                <a16:creationId xmlns:a16="http://schemas.microsoft.com/office/drawing/2014/main" id="{77751034-6499-44D1-BBD4-D9A6E9091BB6}"/>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小さい角：δ(rad)≈e/S</a:t>
            </a:r>
          </a:p>
        </p:txBody>
      </p:sp>
      <p:sp>
        <p:nvSpPr>
          <p:cNvPr id="10" name="">
            <a:extLst xmlns:a="http://schemas.openxmlformats.org/drawingml/2006/main">
              <a:ext uri="{FF2B5EF4-FFF2-40B4-BE49-F238E27FC236}">
                <a16:creationId xmlns:a16="http://schemas.microsoft.com/office/drawing/2014/main" id="{A7570981-20DA-4052-9FEE-1FD9C3E67C20}"/>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δ(″)≈(e/S)ρ″</a:t>
            </a:r>
          </a:p>
        </p:txBody>
      </p:sp>
    </p:spTree>
    <p:extLst>
      <p:ext uri="{BB962C8B-B14F-4D97-AF65-F5344CB8AC3E}">
        <p14:creationId xmlns:p14="http://schemas.microsoft.com/office/powerpoint/2010/main" val="1331644715"/>
      </p:ext>
    </p:extLst>
  </p:cSld>
</p:sld>
</file>

<file path=ppt/slides/slide61.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BF698A04-DE3B-4CD2-8CE1-A4E1F8E5198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E4181F18-4962-40EE-9DCF-9B6D344F931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3188DF71-05B3-4EAC-AF9D-C9A2D76D93E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斜めの偏心は、直角成分を取り出す</a:t>
            </a:r>
          </a:p>
        </p:txBody>
      </p:sp>
      <p:sp>
        <p:nvSpPr>
          <p:cNvPr id="4" name="">
            <a:extLst xmlns:a="http://schemas.openxmlformats.org/drawingml/2006/main">
              <a:ext uri="{FF2B5EF4-FFF2-40B4-BE49-F238E27FC236}">
                <a16:creationId xmlns:a16="http://schemas.microsoft.com/office/drawing/2014/main" id="{28A79399-FAAB-4D95-8A52-70F0AA06049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2D41FF4E-8E17-45C5-B61A-D0E9342258DF}"/>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CDC51471-6B54-4DAB-A2A1-2B12FD7293D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61</a:t>
            </a:r>
          </a:p>
        </p:txBody>
      </p:sp>
      <p:sp>
        <p:nvSpPr>
          <p:cNvPr id="7" name="">
            <a:extLst xmlns:a="http://schemas.openxmlformats.org/drawingml/2006/main">
              <a:ext uri="{FF2B5EF4-FFF2-40B4-BE49-F238E27FC236}">
                <a16:creationId xmlns:a16="http://schemas.microsoft.com/office/drawing/2014/main" id="{1E5D23A1-97AA-4237-AF4F-0AEE905481E8}"/>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標点の偏心：OからEを観測し、</a:t>
            </a:r>
          </a:p>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本来の目標Aへ戻す</a:t>
            </a:r>
          </a:p>
        </p:txBody>
      </p:sp>
      <p:sp>
        <p:nvSpPr>
          <p:cNvPr id="8" name="">
            <a:extLst xmlns:a="http://schemas.openxmlformats.org/drawingml/2006/main">
              <a:ext uri="{FF2B5EF4-FFF2-40B4-BE49-F238E27FC236}">
                <a16:creationId xmlns:a16="http://schemas.microsoft.com/office/drawing/2014/main" id="{736B1222-1726-4BA3-8E1A-CBF9389310FE}"/>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φ：OE延長→EAを時計回り</a:t>
            </a:r>
          </a:p>
        </p:txBody>
      </p:sp>
      <p:sp>
        <p:nvSpPr>
          <p:cNvPr id="9" name="">
            <a:extLst xmlns:a="http://schemas.openxmlformats.org/drawingml/2006/main">
              <a:ext uri="{FF2B5EF4-FFF2-40B4-BE49-F238E27FC236}">
                <a16:creationId xmlns:a16="http://schemas.microsoft.com/office/drawing/2014/main" id="{69C73F4E-584D-49F2-935C-07F2A650424F}"/>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直角成分＝e sinφ</a:t>
            </a:r>
          </a:p>
        </p:txBody>
      </p:sp>
      <p:sp>
        <p:nvSpPr>
          <p:cNvPr id="10" name="">
            <a:extLst xmlns:a="http://schemas.openxmlformats.org/drawingml/2006/main">
              <a:ext uri="{FF2B5EF4-FFF2-40B4-BE49-F238E27FC236}">
                <a16:creationId xmlns:a16="http://schemas.microsoft.com/office/drawing/2014/main" id="{7DAE7A3C-4938-492F-9AED-2ED08A9B3F6C}"/>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方向補正≈＋(e sinφ/S)ρ″</a:t>
            </a:r>
          </a:p>
        </p:txBody>
      </p:sp>
      <p:sp>
        <p:nvSpPr>
          <p:cNvPr id="11" name="">
            <a:extLst xmlns:a="http://schemas.openxmlformats.org/drawingml/2006/main">
              <a:ext uri="{FF2B5EF4-FFF2-40B4-BE49-F238E27FC236}">
                <a16:creationId xmlns:a16="http://schemas.microsoft.com/office/drawing/2014/main" id="{A5A6DB3C-25DC-430B-9605-210CB7990792}"/>
              </a:ext>
            </a:extLst>
          </p:cNvPr>
          <p:cNvSpPr>
            <a:spLocks xmlns:a="http://schemas.openxmlformats.org/drawingml/2006/main" noGrp="1"/>
          </p:cNvSpPr>
          <p:nvPr/>
        </p:nvSpPr>
        <p:spPr>
          <a:xfrm xmlns:a="http://schemas.openxmlformats.org/drawingml/2006/main">
            <a:off x="7720013" y="3086100"/>
            <a:ext cx="9525" cy="1969770"/>
          </a:xfrm>
          <a:custGeom xmlns:a="http://schemas.openxmlformats.org/drawingml/2006/main">
            <a:pathLst>
              <a:path w="9525" h="1969770">
                <a:moveTo>
                  <a:pt x="0" y="1969770"/>
                </a:moveTo>
                <a:lnTo>
                  <a:pt x="0"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80C51587-E560-4F7C-AC12-CE9561868D2F}"/>
              </a:ext>
            </a:extLst>
          </p:cNvPr>
          <p:cNvSpPr>
            <a:spLocks xmlns:a="http://schemas.openxmlformats.org/drawingml/2006/main" noGrp="1"/>
          </p:cNvSpPr>
          <p:nvPr/>
        </p:nvSpPr>
        <p:spPr>
          <a:xfrm xmlns:a="http://schemas.openxmlformats.org/drawingml/2006/main">
            <a:off x="7720013" y="2499360"/>
            <a:ext cx="2446020" cy="2556510"/>
          </a:xfrm>
          <a:custGeom xmlns:a="http://schemas.openxmlformats.org/drawingml/2006/main">
            <a:pathLst>
              <a:path w="2446020" h="2556510">
                <a:moveTo>
                  <a:pt x="0" y="2556510"/>
                </a:moveTo>
                <a:lnTo>
                  <a:pt x="2446020" y="0"/>
                </a:lnTo>
              </a:path>
            </a:pathLst>
          </a:custGeom>
          <a:noFill xmlns:a="http://schemas.openxmlformats.org/drawingml/2006/main"/>
          <a:ln xmlns:a="http://schemas.openxmlformats.org/drawingml/2006/main" w="28575">
            <a:solidFill>
              <a:srgbClr val="166B68"/>
            </a:solidFill>
            <a:prstDash val="solid"/>
          </a:ln>
        </p:spPr>
      </p:sp>
      <p:sp>
        <p:nvSpPr>
          <p:cNvPr id="13" name="">
            <a:extLst xmlns:a="http://schemas.openxmlformats.org/drawingml/2006/main">
              <a:ext uri="{FF2B5EF4-FFF2-40B4-BE49-F238E27FC236}">
                <a16:creationId xmlns:a16="http://schemas.microsoft.com/office/drawing/2014/main" id="{78878F48-1D83-4022-86AB-952E3F2D6803}"/>
              </a:ext>
            </a:extLst>
          </p:cNvPr>
          <p:cNvSpPr>
            <a:spLocks xmlns:a="http://schemas.openxmlformats.org/drawingml/2006/main" noGrp="1"/>
          </p:cNvSpPr>
          <p:nvPr/>
        </p:nvSpPr>
        <p:spPr>
          <a:xfrm xmlns:a="http://schemas.openxmlformats.org/drawingml/2006/main">
            <a:off x="7720013" y="2499360"/>
            <a:ext cx="2446020" cy="586740"/>
          </a:xfrm>
          <a:custGeom xmlns:a="http://schemas.openxmlformats.org/drawingml/2006/main">
            <a:pathLst>
              <a:path w="2446020" h="586740">
                <a:moveTo>
                  <a:pt x="0" y="586740"/>
                </a:moveTo>
                <a:lnTo>
                  <a:pt x="2446020" y="0"/>
                </a:lnTo>
              </a:path>
            </a:pathLst>
          </a:custGeom>
          <a:noFill xmlns:a="http://schemas.openxmlformats.org/drawingml/2006/main"/>
          <a:ln xmlns:a="http://schemas.openxmlformats.org/drawingml/2006/main" w="38100">
            <a:solidFill>
              <a:srgbClr val="A94737"/>
            </a:solidFill>
            <a:prstDash val="solid"/>
          </a:ln>
        </p:spPr>
      </p:sp>
      <p:sp>
        <p:nvSpPr>
          <p:cNvPr id="14" name="">
            <a:extLst xmlns:a="http://schemas.openxmlformats.org/drawingml/2006/main">
              <a:ext uri="{FF2B5EF4-FFF2-40B4-BE49-F238E27FC236}">
                <a16:creationId xmlns:a16="http://schemas.microsoft.com/office/drawing/2014/main" id="{5BF2BA24-A650-4956-BE2F-7DD9C6D1CFA2}"/>
              </a:ext>
            </a:extLst>
          </p:cNvPr>
          <p:cNvSpPr>
            <a:spLocks xmlns:a="http://schemas.openxmlformats.org/drawingml/2006/main" noGrp="1"/>
          </p:cNvSpPr>
          <p:nvPr/>
        </p:nvSpPr>
        <p:spPr>
          <a:xfrm xmlns:a="http://schemas.openxmlformats.org/drawingml/2006/main">
            <a:off x="7720013" y="1695450"/>
            <a:ext cx="9525" cy="1390650"/>
          </a:xfrm>
          <a:custGeom xmlns:a="http://schemas.openxmlformats.org/drawingml/2006/main">
            <a:pathLst>
              <a:path w="9525" h="1390650">
                <a:moveTo>
                  <a:pt x="0" y="1390650"/>
                </a:moveTo>
                <a:lnTo>
                  <a:pt x="0" y="0"/>
                </a:lnTo>
              </a:path>
            </a:pathLst>
          </a:custGeom>
          <a:noFill xmlns:a="http://schemas.openxmlformats.org/drawingml/2006/main"/>
          <a:ln xmlns:a="http://schemas.openxmlformats.org/drawingml/2006/main" w="19050">
            <a:solidFill>
              <a:srgbClr val="CFD9DD"/>
            </a:solidFill>
            <a:prstDash val="dash"/>
          </a:ln>
        </p:spPr>
      </p:sp>
      <p:sp>
        <p:nvSpPr>
          <p:cNvPr id="15" name="">
            <a:extLst xmlns:a="http://schemas.openxmlformats.org/drawingml/2006/main">
              <a:ext uri="{FF2B5EF4-FFF2-40B4-BE49-F238E27FC236}">
                <a16:creationId xmlns:a16="http://schemas.microsoft.com/office/drawing/2014/main" id="{10706E84-444B-4B90-AEDA-955E26EA7FEC}"/>
              </a:ext>
            </a:extLst>
          </p:cNvPr>
          <p:cNvSpPr>
            <a:spLocks xmlns:a="http://schemas.openxmlformats.org/drawingml/2006/main" noGrp="1"/>
          </p:cNvSpPr>
          <p:nvPr/>
        </p:nvSpPr>
        <p:spPr>
          <a:xfrm xmlns:a="http://schemas.openxmlformats.org/drawingml/2006/main">
            <a:off x="7720013" y="2499360"/>
            <a:ext cx="2446020" cy="9525"/>
          </a:xfrm>
          <a:custGeom xmlns:a="http://schemas.openxmlformats.org/drawingml/2006/main">
            <a:pathLst>
              <a:path w="2446020" h="9525">
                <a:moveTo>
                  <a:pt x="0" y="0"/>
                </a:moveTo>
                <a:lnTo>
                  <a:pt x="2446020" y="0"/>
                </a:lnTo>
              </a:path>
            </a:pathLst>
          </a:custGeom>
          <a:noFill xmlns:a="http://schemas.openxmlformats.org/drawingml/2006/main"/>
          <a:ln xmlns:a="http://schemas.openxmlformats.org/drawingml/2006/main" w="19050">
            <a:solidFill>
              <a:srgbClr val="CFD9DD"/>
            </a:solidFill>
            <a:prstDash val="dash"/>
          </a:ln>
        </p:spPr>
      </p:sp>
      <p:sp>
        <p:nvSpPr>
          <p:cNvPr id="16" name="">
            <a:extLst xmlns:a="http://schemas.openxmlformats.org/drawingml/2006/main">
              <a:ext uri="{FF2B5EF4-FFF2-40B4-BE49-F238E27FC236}">
                <a16:creationId xmlns:a16="http://schemas.microsoft.com/office/drawing/2014/main" id="{72B12495-5E23-4921-953B-303E549B1F27}"/>
              </a:ext>
            </a:extLst>
          </p:cNvPr>
          <p:cNvSpPr>
            <a:spLocks xmlns:a="http://schemas.openxmlformats.org/drawingml/2006/main" noGrp="1"/>
          </p:cNvSpPr>
          <p:nvPr/>
        </p:nvSpPr>
        <p:spPr>
          <a:xfrm xmlns:a="http://schemas.openxmlformats.org/drawingml/2006/main">
            <a:off x="7672388" y="500824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7" name="">
            <a:extLst xmlns:a="http://schemas.openxmlformats.org/drawingml/2006/main">
              <a:ext uri="{FF2B5EF4-FFF2-40B4-BE49-F238E27FC236}">
                <a16:creationId xmlns:a16="http://schemas.microsoft.com/office/drawing/2014/main" id="{EF56D6E3-0503-4C02-ADA8-D1B35CDB147B}"/>
              </a:ext>
            </a:extLst>
          </p:cNvPr>
          <p:cNvSpPr>
            <a:spLocks xmlns:a="http://schemas.openxmlformats.org/drawingml/2006/main" noGrp="1"/>
          </p:cNvSpPr>
          <p:nvPr/>
        </p:nvSpPr>
        <p:spPr>
          <a:xfrm xmlns:a="http://schemas.openxmlformats.org/drawingml/2006/main">
            <a:off x="7434263" y="513207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2123085B-5C2A-494E-AFC2-82EA50CE9F25}"/>
              </a:ext>
            </a:extLst>
          </p:cNvPr>
          <p:cNvSpPr>
            <a:spLocks xmlns:a="http://schemas.openxmlformats.org/drawingml/2006/main" noGrp="1"/>
          </p:cNvSpPr>
          <p:nvPr/>
        </p:nvSpPr>
        <p:spPr>
          <a:xfrm xmlns:a="http://schemas.openxmlformats.org/drawingml/2006/main">
            <a:off x="7672388" y="303847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9" name="">
            <a:extLst xmlns:a="http://schemas.openxmlformats.org/drawingml/2006/main">
              <a:ext uri="{FF2B5EF4-FFF2-40B4-BE49-F238E27FC236}">
                <a16:creationId xmlns:a16="http://schemas.microsoft.com/office/drawing/2014/main" id="{33868814-248E-4719-9F46-8FACBAC93A5C}"/>
              </a:ext>
            </a:extLst>
          </p:cNvPr>
          <p:cNvSpPr>
            <a:spLocks xmlns:a="http://schemas.openxmlformats.org/drawingml/2006/main" noGrp="1"/>
          </p:cNvSpPr>
          <p:nvPr/>
        </p:nvSpPr>
        <p:spPr>
          <a:xfrm xmlns:a="http://schemas.openxmlformats.org/drawingml/2006/main">
            <a:off x="7434263" y="30956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E</a:t>
            </a:r>
          </a:p>
        </p:txBody>
      </p:sp>
      <p:sp>
        <p:nvSpPr>
          <p:cNvPr id="20" name="">
            <a:extLst xmlns:a="http://schemas.openxmlformats.org/drawingml/2006/main">
              <a:ext uri="{FF2B5EF4-FFF2-40B4-BE49-F238E27FC236}">
                <a16:creationId xmlns:a16="http://schemas.microsoft.com/office/drawing/2014/main" id="{1917F73B-4A08-41AF-8281-6C2E659B9254}"/>
              </a:ext>
            </a:extLst>
          </p:cNvPr>
          <p:cNvSpPr>
            <a:spLocks xmlns:a="http://schemas.openxmlformats.org/drawingml/2006/main" noGrp="1"/>
          </p:cNvSpPr>
          <p:nvPr/>
        </p:nvSpPr>
        <p:spPr>
          <a:xfrm xmlns:a="http://schemas.openxmlformats.org/drawingml/2006/main">
            <a:off x="10118408" y="245173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1" name="">
            <a:extLst xmlns:a="http://schemas.openxmlformats.org/drawingml/2006/main">
              <a:ext uri="{FF2B5EF4-FFF2-40B4-BE49-F238E27FC236}">
                <a16:creationId xmlns:a16="http://schemas.microsoft.com/office/drawing/2014/main" id="{57FC9EC2-993F-4875-9E9B-F67FE0C529A5}"/>
              </a:ext>
            </a:extLst>
          </p:cNvPr>
          <p:cNvSpPr>
            <a:spLocks xmlns:a="http://schemas.openxmlformats.org/drawingml/2006/main" noGrp="1"/>
          </p:cNvSpPr>
          <p:nvPr/>
        </p:nvSpPr>
        <p:spPr>
          <a:xfrm xmlns:a="http://schemas.openxmlformats.org/drawingml/2006/main">
            <a:off x="10242233" y="227076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A</a:t>
            </a:r>
          </a:p>
        </p:txBody>
      </p:sp>
      <p:sp>
        <p:nvSpPr>
          <p:cNvPr id="22" name="">
            <a:extLst xmlns:a="http://schemas.openxmlformats.org/drawingml/2006/main">
              <a:ext uri="{FF2B5EF4-FFF2-40B4-BE49-F238E27FC236}">
                <a16:creationId xmlns:a16="http://schemas.microsoft.com/office/drawing/2014/main" id="{0173D3D9-524D-4B14-BE01-57BAF22C6445}"/>
              </a:ext>
            </a:extLst>
          </p:cNvPr>
          <p:cNvSpPr>
            <a:spLocks xmlns:a="http://schemas.openxmlformats.org/drawingml/2006/main" noGrp="1"/>
          </p:cNvSpPr>
          <p:nvPr/>
        </p:nvSpPr>
        <p:spPr>
          <a:xfrm xmlns:a="http://schemas.openxmlformats.org/drawingml/2006/main">
            <a:off x="7720013" y="2466975"/>
            <a:ext cx="34431" cy="9525"/>
          </a:xfrm>
          <a:custGeom xmlns:a="http://schemas.openxmlformats.org/drawingml/2006/main">
            <a:pathLst>
              <a:path w="34431" h="9525">
                <a:moveTo>
                  <a:pt x="0" y="0"/>
                </a:moveTo>
                <a:lnTo>
                  <a:pt x="34431" y="958"/>
                </a:lnTo>
              </a:path>
            </a:pathLst>
          </a:custGeom>
          <a:noFill xmlns:a="http://schemas.openxmlformats.org/drawingml/2006/main"/>
          <a:ln xmlns:a="http://schemas.openxmlformats.org/drawingml/2006/main" w="28575">
            <a:solidFill>
              <a:srgbClr val="A94737"/>
            </a:solidFill>
            <a:prstDash val="solid"/>
          </a:ln>
        </p:spPr>
      </p:sp>
      <p:sp>
        <p:nvSpPr>
          <p:cNvPr id="23" name="">
            <a:extLst xmlns:a="http://schemas.openxmlformats.org/drawingml/2006/main">
              <a:ext uri="{FF2B5EF4-FFF2-40B4-BE49-F238E27FC236}">
                <a16:creationId xmlns:a16="http://schemas.microsoft.com/office/drawing/2014/main" id="{FF60ADAB-23C7-4C12-988F-A6C21352A180}"/>
              </a:ext>
            </a:extLst>
          </p:cNvPr>
          <p:cNvSpPr>
            <a:spLocks xmlns:a="http://schemas.openxmlformats.org/drawingml/2006/main" noGrp="1"/>
          </p:cNvSpPr>
          <p:nvPr/>
        </p:nvSpPr>
        <p:spPr>
          <a:xfrm xmlns:a="http://schemas.openxmlformats.org/drawingml/2006/main">
            <a:off x="7754443" y="2467933"/>
            <a:ext cx="34324" cy="9525"/>
          </a:xfrm>
          <a:custGeom xmlns:a="http://schemas.openxmlformats.org/drawingml/2006/main">
            <a:pathLst>
              <a:path w="34324" h="9525">
                <a:moveTo>
                  <a:pt x="0" y="0"/>
                </a:moveTo>
                <a:lnTo>
                  <a:pt x="34324" y="2871"/>
                </a:lnTo>
              </a:path>
            </a:pathLst>
          </a:custGeom>
          <a:noFill xmlns:a="http://schemas.openxmlformats.org/drawingml/2006/main"/>
          <a:ln xmlns:a="http://schemas.openxmlformats.org/drawingml/2006/main" w="28575">
            <a:solidFill>
              <a:srgbClr val="A94737"/>
            </a:solidFill>
            <a:prstDash val="solid"/>
          </a:ln>
        </p:spPr>
      </p:sp>
      <p:sp>
        <p:nvSpPr>
          <p:cNvPr id="24" name="">
            <a:extLst xmlns:a="http://schemas.openxmlformats.org/drawingml/2006/main">
              <a:ext uri="{FF2B5EF4-FFF2-40B4-BE49-F238E27FC236}">
                <a16:creationId xmlns:a16="http://schemas.microsoft.com/office/drawing/2014/main" id="{CEA1F0A6-9AFE-4BE6-BA45-6AEF4BE8E3E6}"/>
              </a:ext>
            </a:extLst>
          </p:cNvPr>
          <p:cNvSpPr>
            <a:spLocks xmlns:a="http://schemas.openxmlformats.org/drawingml/2006/main" noGrp="1"/>
          </p:cNvSpPr>
          <p:nvPr/>
        </p:nvSpPr>
        <p:spPr>
          <a:xfrm xmlns:a="http://schemas.openxmlformats.org/drawingml/2006/main">
            <a:off x="7788767" y="2470804"/>
            <a:ext cx="34111" cy="9525"/>
          </a:xfrm>
          <a:custGeom xmlns:a="http://schemas.openxmlformats.org/drawingml/2006/main">
            <a:pathLst>
              <a:path w="34111" h="9525">
                <a:moveTo>
                  <a:pt x="0" y="0"/>
                </a:moveTo>
                <a:lnTo>
                  <a:pt x="34111" y="4776"/>
                </a:lnTo>
              </a:path>
            </a:pathLst>
          </a:custGeom>
          <a:noFill xmlns:a="http://schemas.openxmlformats.org/drawingml/2006/main"/>
          <a:ln xmlns:a="http://schemas.openxmlformats.org/drawingml/2006/main" w="28575">
            <a:solidFill>
              <a:srgbClr val="A94737"/>
            </a:solidFill>
            <a:prstDash val="solid"/>
          </a:ln>
        </p:spPr>
      </p:sp>
      <p:sp>
        <p:nvSpPr>
          <p:cNvPr id="25" name="">
            <a:extLst xmlns:a="http://schemas.openxmlformats.org/drawingml/2006/main">
              <a:ext uri="{FF2B5EF4-FFF2-40B4-BE49-F238E27FC236}">
                <a16:creationId xmlns:a16="http://schemas.microsoft.com/office/drawing/2014/main" id="{1967AB0B-4661-4185-B595-8D2848BA0EA8}"/>
              </a:ext>
            </a:extLst>
          </p:cNvPr>
          <p:cNvSpPr>
            <a:spLocks xmlns:a="http://schemas.openxmlformats.org/drawingml/2006/main" noGrp="1"/>
          </p:cNvSpPr>
          <p:nvPr/>
        </p:nvSpPr>
        <p:spPr>
          <a:xfrm xmlns:a="http://schemas.openxmlformats.org/drawingml/2006/main">
            <a:off x="7822878" y="2475580"/>
            <a:ext cx="33793" cy="9525"/>
          </a:xfrm>
          <a:custGeom xmlns:a="http://schemas.openxmlformats.org/drawingml/2006/main">
            <a:pathLst>
              <a:path w="33793" h="9525">
                <a:moveTo>
                  <a:pt x="0" y="0"/>
                </a:moveTo>
                <a:lnTo>
                  <a:pt x="33793" y="6665"/>
                </a:lnTo>
              </a:path>
            </a:pathLst>
          </a:custGeom>
          <a:noFill xmlns:a="http://schemas.openxmlformats.org/drawingml/2006/main"/>
          <a:ln xmlns:a="http://schemas.openxmlformats.org/drawingml/2006/main" w="28575">
            <a:solidFill>
              <a:srgbClr val="A94737"/>
            </a:solidFill>
            <a:prstDash val="solid"/>
          </a:ln>
        </p:spPr>
      </p:sp>
      <p:sp>
        <p:nvSpPr>
          <p:cNvPr id="26" name="">
            <a:extLst xmlns:a="http://schemas.openxmlformats.org/drawingml/2006/main">
              <a:ext uri="{FF2B5EF4-FFF2-40B4-BE49-F238E27FC236}">
                <a16:creationId xmlns:a16="http://schemas.microsoft.com/office/drawing/2014/main" id="{AE8946AF-F031-4590-BD14-FD2725912689}"/>
              </a:ext>
            </a:extLst>
          </p:cNvPr>
          <p:cNvSpPr>
            <a:spLocks xmlns:a="http://schemas.openxmlformats.org/drawingml/2006/main" noGrp="1"/>
          </p:cNvSpPr>
          <p:nvPr/>
        </p:nvSpPr>
        <p:spPr>
          <a:xfrm xmlns:a="http://schemas.openxmlformats.org/drawingml/2006/main">
            <a:off x="7856671" y="2482246"/>
            <a:ext cx="33370" cy="9525"/>
          </a:xfrm>
          <a:custGeom xmlns:a="http://schemas.openxmlformats.org/drawingml/2006/main">
            <a:pathLst>
              <a:path w="33370" h="9525">
                <a:moveTo>
                  <a:pt x="0" y="0"/>
                </a:moveTo>
                <a:lnTo>
                  <a:pt x="33370" y="8534"/>
                </a:lnTo>
              </a:path>
            </a:pathLst>
          </a:custGeom>
          <a:noFill xmlns:a="http://schemas.openxmlformats.org/drawingml/2006/main"/>
          <a:ln xmlns:a="http://schemas.openxmlformats.org/drawingml/2006/main" w="28575">
            <a:solidFill>
              <a:srgbClr val="A94737"/>
            </a:solidFill>
            <a:prstDash val="solid"/>
          </a:ln>
        </p:spPr>
      </p:sp>
      <p:sp>
        <p:nvSpPr>
          <p:cNvPr id="27" name="">
            <a:extLst xmlns:a="http://schemas.openxmlformats.org/drawingml/2006/main">
              <a:ext uri="{FF2B5EF4-FFF2-40B4-BE49-F238E27FC236}">
                <a16:creationId xmlns:a16="http://schemas.microsoft.com/office/drawing/2014/main" id="{F64CC644-8885-402A-B568-B005206F75FB}"/>
              </a:ext>
            </a:extLst>
          </p:cNvPr>
          <p:cNvSpPr>
            <a:spLocks xmlns:a="http://schemas.openxmlformats.org/drawingml/2006/main" noGrp="1"/>
          </p:cNvSpPr>
          <p:nvPr/>
        </p:nvSpPr>
        <p:spPr>
          <a:xfrm xmlns:a="http://schemas.openxmlformats.org/drawingml/2006/main">
            <a:off x="7890041" y="2490780"/>
            <a:ext cx="32844" cy="10377"/>
          </a:xfrm>
          <a:custGeom xmlns:a="http://schemas.openxmlformats.org/drawingml/2006/main">
            <a:pathLst>
              <a:path w="32844" h="10377">
                <a:moveTo>
                  <a:pt x="0" y="0"/>
                </a:moveTo>
                <a:lnTo>
                  <a:pt x="32844" y="10377"/>
                </a:lnTo>
              </a:path>
            </a:pathLst>
          </a:custGeom>
          <a:noFill xmlns:a="http://schemas.openxmlformats.org/drawingml/2006/main"/>
          <a:ln xmlns:a="http://schemas.openxmlformats.org/drawingml/2006/main" w="28575">
            <a:solidFill>
              <a:srgbClr val="A94737"/>
            </a:solidFill>
            <a:prstDash val="solid"/>
          </a:ln>
        </p:spPr>
      </p:sp>
      <p:sp>
        <p:nvSpPr>
          <p:cNvPr id="28" name="">
            <a:extLst xmlns:a="http://schemas.openxmlformats.org/drawingml/2006/main">
              <a:ext uri="{FF2B5EF4-FFF2-40B4-BE49-F238E27FC236}">
                <a16:creationId xmlns:a16="http://schemas.microsoft.com/office/drawing/2014/main" id="{4B09BE9B-833C-4360-839D-9C716633F122}"/>
              </a:ext>
            </a:extLst>
          </p:cNvPr>
          <p:cNvSpPr>
            <a:spLocks xmlns:a="http://schemas.openxmlformats.org/drawingml/2006/main" noGrp="1"/>
          </p:cNvSpPr>
          <p:nvPr/>
        </p:nvSpPr>
        <p:spPr>
          <a:xfrm xmlns:a="http://schemas.openxmlformats.org/drawingml/2006/main">
            <a:off x="7922885" y="2501157"/>
            <a:ext cx="32216" cy="12187"/>
          </a:xfrm>
          <a:custGeom xmlns:a="http://schemas.openxmlformats.org/drawingml/2006/main">
            <a:pathLst>
              <a:path w="32216" h="12187">
                <a:moveTo>
                  <a:pt x="0" y="0"/>
                </a:moveTo>
                <a:lnTo>
                  <a:pt x="32216" y="12187"/>
                </a:lnTo>
              </a:path>
            </a:pathLst>
          </a:custGeom>
          <a:noFill xmlns:a="http://schemas.openxmlformats.org/drawingml/2006/main"/>
          <a:ln xmlns:a="http://schemas.openxmlformats.org/drawingml/2006/main" w="28575">
            <a:solidFill>
              <a:srgbClr val="A94737"/>
            </a:solidFill>
            <a:prstDash val="solid"/>
          </a:ln>
        </p:spPr>
      </p:sp>
      <p:sp>
        <p:nvSpPr>
          <p:cNvPr id="29" name="">
            <a:extLst xmlns:a="http://schemas.openxmlformats.org/drawingml/2006/main">
              <a:ext uri="{FF2B5EF4-FFF2-40B4-BE49-F238E27FC236}">
                <a16:creationId xmlns:a16="http://schemas.microsoft.com/office/drawing/2014/main" id="{4DA03A2F-3DA8-4338-95D6-A8B1DB546ADE}"/>
              </a:ext>
            </a:extLst>
          </p:cNvPr>
          <p:cNvSpPr>
            <a:spLocks xmlns:a="http://schemas.openxmlformats.org/drawingml/2006/main" noGrp="1"/>
          </p:cNvSpPr>
          <p:nvPr/>
        </p:nvSpPr>
        <p:spPr>
          <a:xfrm xmlns:a="http://schemas.openxmlformats.org/drawingml/2006/main">
            <a:off x="7955100" y="2513344"/>
            <a:ext cx="31488" cy="13960"/>
          </a:xfrm>
          <a:custGeom xmlns:a="http://schemas.openxmlformats.org/drawingml/2006/main">
            <a:pathLst>
              <a:path w="31488" h="13960">
                <a:moveTo>
                  <a:pt x="0" y="0"/>
                </a:moveTo>
                <a:lnTo>
                  <a:pt x="31488" y="13960"/>
                </a:lnTo>
              </a:path>
            </a:pathLst>
          </a:custGeom>
          <a:noFill xmlns:a="http://schemas.openxmlformats.org/drawingml/2006/main"/>
          <a:ln xmlns:a="http://schemas.openxmlformats.org/drawingml/2006/main" w="28575">
            <a:solidFill>
              <a:srgbClr val="A94737"/>
            </a:solidFill>
            <a:prstDash val="solid"/>
          </a:ln>
        </p:spPr>
      </p:sp>
      <p:sp>
        <p:nvSpPr>
          <p:cNvPr id="30" name="">
            <a:extLst xmlns:a="http://schemas.openxmlformats.org/drawingml/2006/main">
              <a:ext uri="{FF2B5EF4-FFF2-40B4-BE49-F238E27FC236}">
                <a16:creationId xmlns:a16="http://schemas.microsoft.com/office/drawing/2014/main" id="{2857AFDC-F684-45A7-8590-5EAB07491337}"/>
              </a:ext>
            </a:extLst>
          </p:cNvPr>
          <p:cNvSpPr>
            <a:spLocks xmlns:a="http://schemas.openxmlformats.org/drawingml/2006/main" noGrp="1"/>
          </p:cNvSpPr>
          <p:nvPr/>
        </p:nvSpPr>
        <p:spPr>
          <a:xfrm xmlns:a="http://schemas.openxmlformats.org/drawingml/2006/main">
            <a:off x="7986589" y="2527304"/>
            <a:ext cx="30663" cy="15689"/>
          </a:xfrm>
          <a:custGeom xmlns:a="http://schemas.openxmlformats.org/drawingml/2006/main">
            <a:pathLst>
              <a:path w="30663" h="15689">
                <a:moveTo>
                  <a:pt x="0" y="0"/>
                </a:moveTo>
                <a:lnTo>
                  <a:pt x="30663" y="15689"/>
                </a:lnTo>
              </a:path>
            </a:pathLst>
          </a:custGeom>
          <a:noFill xmlns:a="http://schemas.openxmlformats.org/drawingml/2006/main"/>
          <a:ln xmlns:a="http://schemas.openxmlformats.org/drawingml/2006/main" w="28575">
            <a:solidFill>
              <a:srgbClr val="A94737"/>
            </a:solidFill>
            <a:prstDash val="solid"/>
          </a:ln>
        </p:spPr>
      </p:sp>
      <p:sp>
        <p:nvSpPr>
          <p:cNvPr id="31" name="">
            <a:extLst xmlns:a="http://schemas.openxmlformats.org/drawingml/2006/main">
              <a:ext uri="{FF2B5EF4-FFF2-40B4-BE49-F238E27FC236}">
                <a16:creationId xmlns:a16="http://schemas.microsoft.com/office/drawing/2014/main" id="{91B9101F-4E9B-4DCC-B3FB-210A1DC4B6F5}"/>
              </a:ext>
            </a:extLst>
          </p:cNvPr>
          <p:cNvSpPr>
            <a:spLocks xmlns:a="http://schemas.openxmlformats.org/drawingml/2006/main" noGrp="1"/>
          </p:cNvSpPr>
          <p:nvPr/>
        </p:nvSpPr>
        <p:spPr>
          <a:xfrm xmlns:a="http://schemas.openxmlformats.org/drawingml/2006/main">
            <a:off x="8017252" y="2542993"/>
            <a:ext cx="29743" cy="17370"/>
          </a:xfrm>
          <a:custGeom xmlns:a="http://schemas.openxmlformats.org/drawingml/2006/main">
            <a:pathLst>
              <a:path w="29743" h="17370">
                <a:moveTo>
                  <a:pt x="0" y="0"/>
                </a:moveTo>
                <a:lnTo>
                  <a:pt x="29743" y="17370"/>
                </a:lnTo>
              </a:path>
            </a:pathLst>
          </a:custGeom>
          <a:noFill xmlns:a="http://schemas.openxmlformats.org/drawingml/2006/main"/>
          <a:ln xmlns:a="http://schemas.openxmlformats.org/drawingml/2006/main" w="28575">
            <a:solidFill>
              <a:srgbClr val="A94737"/>
            </a:solidFill>
            <a:prstDash val="solid"/>
          </a:ln>
        </p:spPr>
      </p:sp>
      <p:sp>
        <p:nvSpPr>
          <p:cNvPr id="32" name="">
            <a:extLst xmlns:a="http://schemas.openxmlformats.org/drawingml/2006/main">
              <a:ext uri="{FF2B5EF4-FFF2-40B4-BE49-F238E27FC236}">
                <a16:creationId xmlns:a16="http://schemas.microsoft.com/office/drawing/2014/main" id="{F678DB25-5A45-4D85-8938-526E44209900}"/>
              </a:ext>
            </a:extLst>
          </p:cNvPr>
          <p:cNvSpPr>
            <a:spLocks xmlns:a="http://schemas.openxmlformats.org/drawingml/2006/main" noGrp="1"/>
          </p:cNvSpPr>
          <p:nvPr/>
        </p:nvSpPr>
        <p:spPr>
          <a:xfrm xmlns:a="http://schemas.openxmlformats.org/drawingml/2006/main">
            <a:off x="8046995" y="2560364"/>
            <a:ext cx="28731" cy="18998"/>
          </a:xfrm>
          <a:custGeom xmlns:a="http://schemas.openxmlformats.org/drawingml/2006/main">
            <a:pathLst>
              <a:path w="28731" h="18998">
                <a:moveTo>
                  <a:pt x="0" y="0"/>
                </a:moveTo>
                <a:lnTo>
                  <a:pt x="28731" y="18998"/>
                </a:lnTo>
              </a:path>
            </a:pathLst>
          </a:custGeom>
          <a:noFill xmlns:a="http://schemas.openxmlformats.org/drawingml/2006/main"/>
          <a:ln xmlns:a="http://schemas.openxmlformats.org/drawingml/2006/main" w="28575">
            <a:solidFill>
              <a:srgbClr val="A94737"/>
            </a:solidFill>
            <a:prstDash val="solid"/>
          </a:ln>
        </p:spPr>
      </p:sp>
      <p:sp>
        <p:nvSpPr>
          <p:cNvPr id="33" name="">
            <a:extLst xmlns:a="http://schemas.openxmlformats.org/drawingml/2006/main">
              <a:ext uri="{FF2B5EF4-FFF2-40B4-BE49-F238E27FC236}">
                <a16:creationId xmlns:a16="http://schemas.microsoft.com/office/drawing/2014/main" id="{C4B83B2E-5000-4CD1-A9E3-98261D6D4C42}"/>
              </a:ext>
            </a:extLst>
          </p:cNvPr>
          <p:cNvSpPr>
            <a:spLocks xmlns:a="http://schemas.openxmlformats.org/drawingml/2006/main" noGrp="1"/>
          </p:cNvSpPr>
          <p:nvPr/>
        </p:nvSpPr>
        <p:spPr>
          <a:xfrm xmlns:a="http://schemas.openxmlformats.org/drawingml/2006/main">
            <a:off x="8075726" y="2579362"/>
            <a:ext cx="27630" cy="20566"/>
          </a:xfrm>
          <a:custGeom xmlns:a="http://schemas.openxmlformats.org/drawingml/2006/main">
            <a:pathLst>
              <a:path w="27630" h="20566">
                <a:moveTo>
                  <a:pt x="0" y="0"/>
                </a:moveTo>
                <a:lnTo>
                  <a:pt x="27630" y="20566"/>
                </a:lnTo>
              </a:path>
            </a:pathLst>
          </a:custGeom>
          <a:noFill xmlns:a="http://schemas.openxmlformats.org/drawingml/2006/main"/>
          <a:ln xmlns:a="http://schemas.openxmlformats.org/drawingml/2006/main" w="28575">
            <a:solidFill>
              <a:srgbClr val="A94737"/>
            </a:solidFill>
            <a:prstDash val="solid"/>
          </a:ln>
        </p:spPr>
      </p:sp>
      <p:sp>
        <p:nvSpPr>
          <p:cNvPr id="34" name="">
            <a:extLst xmlns:a="http://schemas.openxmlformats.org/drawingml/2006/main">
              <a:ext uri="{FF2B5EF4-FFF2-40B4-BE49-F238E27FC236}">
                <a16:creationId xmlns:a16="http://schemas.microsoft.com/office/drawing/2014/main" id="{4763AC8B-E5E2-4775-BA00-1594741AEC97}"/>
              </a:ext>
            </a:extLst>
          </p:cNvPr>
          <p:cNvSpPr>
            <a:spLocks xmlns:a="http://schemas.openxmlformats.org/drawingml/2006/main" noGrp="1"/>
          </p:cNvSpPr>
          <p:nvPr/>
        </p:nvSpPr>
        <p:spPr>
          <a:xfrm xmlns:a="http://schemas.openxmlformats.org/drawingml/2006/main">
            <a:off x="8103356" y="2599928"/>
            <a:ext cx="26444" cy="22071"/>
          </a:xfrm>
          <a:custGeom xmlns:a="http://schemas.openxmlformats.org/drawingml/2006/main">
            <a:pathLst>
              <a:path w="26444" h="22071">
                <a:moveTo>
                  <a:pt x="0" y="0"/>
                </a:moveTo>
                <a:lnTo>
                  <a:pt x="26444" y="22071"/>
                </a:lnTo>
              </a:path>
            </a:pathLst>
          </a:custGeom>
          <a:noFill xmlns:a="http://schemas.openxmlformats.org/drawingml/2006/main"/>
          <a:ln xmlns:a="http://schemas.openxmlformats.org/drawingml/2006/main" w="28575">
            <a:solidFill>
              <a:srgbClr val="A94737"/>
            </a:solidFill>
            <a:prstDash val="solid"/>
          </a:ln>
        </p:spPr>
      </p:sp>
      <p:sp>
        <p:nvSpPr>
          <p:cNvPr id="35" name="">
            <a:extLst xmlns:a="http://schemas.openxmlformats.org/drawingml/2006/main">
              <a:ext uri="{FF2B5EF4-FFF2-40B4-BE49-F238E27FC236}">
                <a16:creationId xmlns:a16="http://schemas.microsoft.com/office/drawing/2014/main" id="{EFB04FCE-ADA0-4A8A-9327-CE77E9E18097}"/>
              </a:ext>
            </a:extLst>
          </p:cNvPr>
          <p:cNvSpPr>
            <a:spLocks xmlns:a="http://schemas.openxmlformats.org/drawingml/2006/main" noGrp="1"/>
          </p:cNvSpPr>
          <p:nvPr/>
        </p:nvSpPr>
        <p:spPr>
          <a:xfrm xmlns:a="http://schemas.openxmlformats.org/drawingml/2006/main">
            <a:off x="8129799" y="2621998"/>
            <a:ext cx="25175" cy="23507"/>
          </a:xfrm>
          <a:custGeom xmlns:a="http://schemas.openxmlformats.org/drawingml/2006/main">
            <a:pathLst>
              <a:path w="25175" h="23507">
                <a:moveTo>
                  <a:pt x="0" y="0"/>
                </a:moveTo>
                <a:lnTo>
                  <a:pt x="25175" y="23507"/>
                </a:lnTo>
              </a:path>
            </a:pathLst>
          </a:custGeom>
          <a:noFill xmlns:a="http://schemas.openxmlformats.org/drawingml/2006/main"/>
          <a:ln xmlns:a="http://schemas.openxmlformats.org/drawingml/2006/main" w="28575">
            <a:solidFill>
              <a:srgbClr val="A94737"/>
            </a:solidFill>
            <a:prstDash val="solid"/>
          </a:ln>
        </p:spPr>
      </p:sp>
      <p:sp>
        <p:nvSpPr>
          <p:cNvPr id="36" name="">
            <a:extLst xmlns:a="http://schemas.openxmlformats.org/drawingml/2006/main">
              <a:ext uri="{FF2B5EF4-FFF2-40B4-BE49-F238E27FC236}">
                <a16:creationId xmlns:a16="http://schemas.microsoft.com/office/drawing/2014/main" id="{D51F6B9E-6B58-49C4-8E97-68714FCA8A47}"/>
              </a:ext>
            </a:extLst>
          </p:cNvPr>
          <p:cNvSpPr>
            <a:spLocks xmlns:a="http://schemas.openxmlformats.org/drawingml/2006/main" noGrp="1"/>
          </p:cNvSpPr>
          <p:nvPr/>
        </p:nvSpPr>
        <p:spPr>
          <a:xfrm xmlns:a="http://schemas.openxmlformats.org/drawingml/2006/main">
            <a:off x="8154975" y="2645505"/>
            <a:ext cx="23829" cy="24871"/>
          </a:xfrm>
          <a:custGeom xmlns:a="http://schemas.openxmlformats.org/drawingml/2006/main">
            <a:pathLst>
              <a:path w="23829" h="24871">
                <a:moveTo>
                  <a:pt x="0" y="0"/>
                </a:moveTo>
                <a:lnTo>
                  <a:pt x="23829" y="24871"/>
                </a:lnTo>
              </a:path>
            </a:pathLst>
          </a:custGeom>
          <a:noFill xmlns:a="http://schemas.openxmlformats.org/drawingml/2006/main"/>
          <a:ln xmlns:a="http://schemas.openxmlformats.org/drawingml/2006/main" w="28575">
            <a:solidFill>
              <a:srgbClr val="A94737"/>
            </a:solidFill>
            <a:prstDash val="solid"/>
          </a:ln>
        </p:spPr>
      </p:sp>
      <p:sp>
        <p:nvSpPr>
          <p:cNvPr id="37" name="">
            <a:extLst xmlns:a="http://schemas.openxmlformats.org/drawingml/2006/main">
              <a:ext uri="{FF2B5EF4-FFF2-40B4-BE49-F238E27FC236}">
                <a16:creationId xmlns:a16="http://schemas.microsoft.com/office/drawing/2014/main" id="{D414ECCF-0E69-466E-B0F3-8A6C7DC02BC4}"/>
              </a:ext>
            </a:extLst>
          </p:cNvPr>
          <p:cNvSpPr>
            <a:spLocks xmlns:a="http://schemas.openxmlformats.org/drawingml/2006/main" noGrp="1"/>
          </p:cNvSpPr>
          <p:nvPr/>
        </p:nvSpPr>
        <p:spPr>
          <a:xfrm xmlns:a="http://schemas.openxmlformats.org/drawingml/2006/main">
            <a:off x="8178804" y="2670376"/>
            <a:ext cx="22409" cy="26157"/>
          </a:xfrm>
          <a:custGeom xmlns:a="http://schemas.openxmlformats.org/drawingml/2006/main">
            <a:pathLst>
              <a:path w="22409" h="26157">
                <a:moveTo>
                  <a:pt x="0" y="0"/>
                </a:moveTo>
                <a:lnTo>
                  <a:pt x="22409" y="26157"/>
                </a:lnTo>
              </a:path>
            </a:pathLst>
          </a:custGeom>
          <a:noFill xmlns:a="http://schemas.openxmlformats.org/drawingml/2006/main"/>
          <a:ln xmlns:a="http://schemas.openxmlformats.org/drawingml/2006/main" w="28575">
            <a:solidFill>
              <a:srgbClr val="A94737"/>
            </a:solidFill>
            <a:prstDash val="solid"/>
          </a:ln>
        </p:spPr>
      </p:sp>
      <p:sp>
        <p:nvSpPr>
          <p:cNvPr id="38" name="">
            <a:extLst xmlns:a="http://schemas.openxmlformats.org/drawingml/2006/main">
              <a:ext uri="{FF2B5EF4-FFF2-40B4-BE49-F238E27FC236}">
                <a16:creationId xmlns:a16="http://schemas.microsoft.com/office/drawing/2014/main" id="{49164860-674C-499C-89CC-71DBE5CBE8F1}"/>
              </a:ext>
            </a:extLst>
          </p:cNvPr>
          <p:cNvSpPr>
            <a:spLocks xmlns:a="http://schemas.openxmlformats.org/drawingml/2006/main" noGrp="1"/>
          </p:cNvSpPr>
          <p:nvPr/>
        </p:nvSpPr>
        <p:spPr>
          <a:xfrm xmlns:a="http://schemas.openxmlformats.org/drawingml/2006/main">
            <a:off x="8201213" y="2696534"/>
            <a:ext cx="20920" cy="27363"/>
          </a:xfrm>
          <a:custGeom xmlns:a="http://schemas.openxmlformats.org/drawingml/2006/main">
            <a:pathLst>
              <a:path w="20920" h="27363">
                <a:moveTo>
                  <a:pt x="0" y="0"/>
                </a:moveTo>
                <a:lnTo>
                  <a:pt x="20920" y="27363"/>
                </a:lnTo>
              </a:path>
            </a:pathLst>
          </a:custGeom>
          <a:noFill xmlns:a="http://schemas.openxmlformats.org/drawingml/2006/main"/>
          <a:ln xmlns:a="http://schemas.openxmlformats.org/drawingml/2006/main" w="28575">
            <a:solidFill>
              <a:srgbClr val="A94737"/>
            </a:solidFill>
            <a:prstDash val="solid"/>
          </a:ln>
        </p:spPr>
      </p:sp>
      <p:sp>
        <p:nvSpPr>
          <p:cNvPr id="39" name="">
            <a:extLst xmlns:a="http://schemas.openxmlformats.org/drawingml/2006/main">
              <a:ext uri="{FF2B5EF4-FFF2-40B4-BE49-F238E27FC236}">
                <a16:creationId xmlns:a16="http://schemas.microsoft.com/office/drawing/2014/main" id="{A991D90C-23F2-4340-9EB5-439C667C0332}"/>
              </a:ext>
            </a:extLst>
          </p:cNvPr>
          <p:cNvSpPr>
            <a:spLocks xmlns:a="http://schemas.openxmlformats.org/drawingml/2006/main" noGrp="1"/>
          </p:cNvSpPr>
          <p:nvPr/>
        </p:nvSpPr>
        <p:spPr>
          <a:xfrm xmlns:a="http://schemas.openxmlformats.org/drawingml/2006/main">
            <a:off x="8222133" y="2723897"/>
            <a:ext cx="19366" cy="28484"/>
          </a:xfrm>
          <a:custGeom xmlns:a="http://schemas.openxmlformats.org/drawingml/2006/main">
            <a:pathLst>
              <a:path w="19366" h="28484">
                <a:moveTo>
                  <a:pt x="0" y="0"/>
                </a:moveTo>
                <a:lnTo>
                  <a:pt x="19366" y="28484"/>
                </a:lnTo>
              </a:path>
            </a:pathLst>
          </a:custGeom>
          <a:noFill xmlns:a="http://schemas.openxmlformats.org/drawingml/2006/main"/>
          <a:ln xmlns:a="http://schemas.openxmlformats.org/drawingml/2006/main" w="28575">
            <a:solidFill>
              <a:srgbClr val="A94737"/>
            </a:solidFill>
            <a:prstDash val="solid"/>
          </a:ln>
        </p:spPr>
      </p:sp>
      <p:sp>
        <p:nvSpPr>
          <p:cNvPr id="40" name="">
            <a:extLst xmlns:a="http://schemas.openxmlformats.org/drawingml/2006/main">
              <a:ext uri="{FF2B5EF4-FFF2-40B4-BE49-F238E27FC236}">
                <a16:creationId xmlns:a16="http://schemas.microsoft.com/office/drawing/2014/main" id="{F134C0DE-5D79-401B-9FD2-3C56899E5DD9}"/>
              </a:ext>
            </a:extLst>
          </p:cNvPr>
          <p:cNvSpPr>
            <a:spLocks xmlns:a="http://schemas.openxmlformats.org/drawingml/2006/main" noGrp="1"/>
          </p:cNvSpPr>
          <p:nvPr/>
        </p:nvSpPr>
        <p:spPr>
          <a:xfrm xmlns:a="http://schemas.openxmlformats.org/drawingml/2006/main">
            <a:off x="8241498" y="2752381"/>
            <a:ext cx="17752" cy="29517"/>
          </a:xfrm>
          <a:custGeom xmlns:a="http://schemas.openxmlformats.org/drawingml/2006/main">
            <a:pathLst>
              <a:path w="17752" h="29517">
                <a:moveTo>
                  <a:pt x="0" y="0"/>
                </a:moveTo>
                <a:lnTo>
                  <a:pt x="17752" y="29517"/>
                </a:lnTo>
              </a:path>
            </a:pathLst>
          </a:custGeom>
          <a:noFill xmlns:a="http://schemas.openxmlformats.org/drawingml/2006/main"/>
          <a:ln xmlns:a="http://schemas.openxmlformats.org/drawingml/2006/main" w="28575">
            <a:solidFill>
              <a:srgbClr val="A94737"/>
            </a:solidFill>
            <a:prstDash val="solid"/>
          </a:ln>
        </p:spPr>
      </p:sp>
      <p:sp>
        <p:nvSpPr>
          <p:cNvPr id="41" name="">
            <a:extLst xmlns:a="http://schemas.openxmlformats.org/drawingml/2006/main">
              <a:ext uri="{FF2B5EF4-FFF2-40B4-BE49-F238E27FC236}">
                <a16:creationId xmlns:a16="http://schemas.microsoft.com/office/drawing/2014/main" id="{E6E557C7-BCE6-48CB-B9E6-B098D705F98B}"/>
              </a:ext>
            </a:extLst>
          </p:cNvPr>
          <p:cNvSpPr>
            <a:spLocks xmlns:a="http://schemas.openxmlformats.org/drawingml/2006/main" noGrp="1"/>
          </p:cNvSpPr>
          <p:nvPr/>
        </p:nvSpPr>
        <p:spPr>
          <a:xfrm xmlns:a="http://schemas.openxmlformats.org/drawingml/2006/main">
            <a:off x="8259250" y="2781898"/>
            <a:ext cx="16083" cy="30459"/>
          </a:xfrm>
          <a:custGeom xmlns:a="http://schemas.openxmlformats.org/drawingml/2006/main">
            <a:pathLst>
              <a:path w="16083" h="30459">
                <a:moveTo>
                  <a:pt x="0" y="0"/>
                </a:moveTo>
                <a:lnTo>
                  <a:pt x="16083" y="30459"/>
                </a:lnTo>
              </a:path>
            </a:pathLst>
          </a:custGeom>
          <a:noFill xmlns:a="http://schemas.openxmlformats.org/drawingml/2006/main"/>
          <a:ln xmlns:a="http://schemas.openxmlformats.org/drawingml/2006/main" w="28575">
            <a:solidFill>
              <a:srgbClr val="A94737"/>
            </a:solidFill>
            <a:prstDash val="solid"/>
          </a:ln>
        </p:spPr>
      </p:sp>
      <p:sp>
        <p:nvSpPr>
          <p:cNvPr id="42" name="">
            <a:extLst xmlns:a="http://schemas.openxmlformats.org/drawingml/2006/main">
              <a:ext uri="{FF2B5EF4-FFF2-40B4-BE49-F238E27FC236}">
                <a16:creationId xmlns:a16="http://schemas.microsoft.com/office/drawing/2014/main" id="{2F55BBA4-4EB0-4E87-8414-17F16E2A3D62}"/>
              </a:ext>
            </a:extLst>
          </p:cNvPr>
          <p:cNvSpPr>
            <a:spLocks xmlns:a="http://schemas.openxmlformats.org/drawingml/2006/main" noGrp="1"/>
          </p:cNvSpPr>
          <p:nvPr/>
        </p:nvSpPr>
        <p:spPr>
          <a:xfrm xmlns:a="http://schemas.openxmlformats.org/drawingml/2006/main">
            <a:off x="8275333" y="2812357"/>
            <a:ext cx="14364" cy="31306"/>
          </a:xfrm>
          <a:custGeom xmlns:a="http://schemas.openxmlformats.org/drawingml/2006/main">
            <a:pathLst>
              <a:path w="14364" h="31306">
                <a:moveTo>
                  <a:pt x="0" y="0"/>
                </a:moveTo>
                <a:lnTo>
                  <a:pt x="14364" y="31306"/>
                </a:lnTo>
              </a:path>
            </a:pathLst>
          </a:custGeom>
          <a:noFill xmlns:a="http://schemas.openxmlformats.org/drawingml/2006/main"/>
          <a:ln xmlns:a="http://schemas.openxmlformats.org/drawingml/2006/main" w="28575">
            <a:solidFill>
              <a:srgbClr val="A94737"/>
            </a:solidFill>
            <a:prstDash val="solid"/>
          </a:ln>
        </p:spPr>
      </p:sp>
      <p:sp>
        <p:nvSpPr>
          <p:cNvPr id="43" name="">
            <a:extLst xmlns:a="http://schemas.openxmlformats.org/drawingml/2006/main">
              <a:ext uri="{FF2B5EF4-FFF2-40B4-BE49-F238E27FC236}">
                <a16:creationId xmlns:a16="http://schemas.microsoft.com/office/drawing/2014/main" id="{B64B6D70-F1F1-49EF-8D82-153D17EC54E6}"/>
              </a:ext>
            </a:extLst>
          </p:cNvPr>
          <p:cNvSpPr>
            <a:spLocks xmlns:a="http://schemas.openxmlformats.org/drawingml/2006/main" noGrp="1"/>
          </p:cNvSpPr>
          <p:nvPr/>
        </p:nvSpPr>
        <p:spPr>
          <a:xfrm xmlns:a="http://schemas.openxmlformats.org/drawingml/2006/main">
            <a:off x="8289697" y="2843663"/>
            <a:ext cx="12601" cy="32056"/>
          </a:xfrm>
          <a:custGeom xmlns:a="http://schemas.openxmlformats.org/drawingml/2006/main">
            <a:pathLst>
              <a:path w="12601" h="32056">
                <a:moveTo>
                  <a:pt x="0" y="0"/>
                </a:moveTo>
                <a:lnTo>
                  <a:pt x="12601" y="32056"/>
                </a:lnTo>
              </a:path>
            </a:pathLst>
          </a:custGeom>
          <a:noFill xmlns:a="http://schemas.openxmlformats.org/drawingml/2006/main"/>
          <a:ln xmlns:a="http://schemas.openxmlformats.org/drawingml/2006/main" w="28575">
            <a:solidFill>
              <a:srgbClr val="A94737"/>
            </a:solidFill>
            <a:prstDash val="solid"/>
          </a:ln>
        </p:spPr>
      </p:sp>
      <p:sp>
        <p:nvSpPr>
          <p:cNvPr id="44" name="">
            <a:extLst xmlns:a="http://schemas.openxmlformats.org/drawingml/2006/main">
              <a:ext uri="{FF2B5EF4-FFF2-40B4-BE49-F238E27FC236}">
                <a16:creationId xmlns:a16="http://schemas.microsoft.com/office/drawing/2014/main" id="{201A430E-79CF-4C97-9043-78517BA10BD0}"/>
              </a:ext>
            </a:extLst>
          </p:cNvPr>
          <p:cNvSpPr>
            <a:spLocks xmlns:a="http://schemas.openxmlformats.org/drawingml/2006/main" noGrp="1"/>
          </p:cNvSpPr>
          <p:nvPr/>
        </p:nvSpPr>
        <p:spPr>
          <a:xfrm xmlns:a="http://schemas.openxmlformats.org/drawingml/2006/main">
            <a:off x="8302297" y="2875719"/>
            <a:ext cx="10799" cy="32707"/>
          </a:xfrm>
          <a:custGeom xmlns:a="http://schemas.openxmlformats.org/drawingml/2006/main">
            <a:pathLst>
              <a:path w="10799" h="32707">
                <a:moveTo>
                  <a:pt x="0" y="0"/>
                </a:moveTo>
                <a:lnTo>
                  <a:pt x="10799" y="32707"/>
                </a:lnTo>
              </a:path>
            </a:pathLst>
          </a:custGeom>
          <a:noFill xmlns:a="http://schemas.openxmlformats.org/drawingml/2006/main"/>
          <a:ln xmlns:a="http://schemas.openxmlformats.org/drawingml/2006/main" w="28575">
            <a:solidFill>
              <a:srgbClr val="A94737"/>
            </a:solidFill>
            <a:prstDash val="solid"/>
          </a:ln>
        </p:spPr>
      </p:sp>
      <p:sp>
        <p:nvSpPr>
          <p:cNvPr id="45" name="">
            <a:extLst xmlns:a="http://schemas.openxmlformats.org/drawingml/2006/main">
              <a:ext uri="{FF2B5EF4-FFF2-40B4-BE49-F238E27FC236}">
                <a16:creationId xmlns:a16="http://schemas.microsoft.com/office/drawing/2014/main" id="{0F2001B8-7D97-4B80-AFDF-F1BCD4F7988F}"/>
              </a:ext>
            </a:extLst>
          </p:cNvPr>
          <p:cNvSpPr>
            <a:spLocks xmlns:a="http://schemas.openxmlformats.org/drawingml/2006/main" noGrp="1"/>
          </p:cNvSpPr>
          <p:nvPr/>
        </p:nvSpPr>
        <p:spPr>
          <a:xfrm xmlns:a="http://schemas.openxmlformats.org/drawingml/2006/main">
            <a:off x="8313096" y="2908427"/>
            <a:ext cx="9525" cy="33257"/>
          </a:xfrm>
          <a:custGeom xmlns:a="http://schemas.openxmlformats.org/drawingml/2006/main">
            <a:pathLst>
              <a:path w="9525" h="33257">
                <a:moveTo>
                  <a:pt x="0" y="0"/>
                </a:moveTo>
                <a:lnTo>
                  <a:pt x="8963" y="33257"/>
                </a:lnTo>
              </a:path>
            </a:pathLst>
          </a:custGeom>
          <a:noFill xmlns:a="http://schemas.openxmlformats.org/drawingml/2006/main"/>
          <a:ln xmlns:a="http://schemas.openxmlformats.org/drawingml/2006/main" w="28575">
            <a:solidFill>
              <a:srgbClr val="A94737"/>
            </a:solidFill>
            <a:prstDash val="solid"/>
          </a:ln>
        </p:spPr>
      </p:sp>
      <p:sp>
        <p:nvSpPr>
          <p:cNvPr id="46" name="">
            <a:extLst xmlns:a="http://schemas.openxmlformats.org/drawingml/2006/main">
              <a:ext uri="{FF2B5EF4-FFF2-40B4-BE49-F238E27FC236}">
                <a16:creationId xmlns:a16="http://schemas.microsoft.com/office/drawing/2014/main" id="{D133929E-DBE9-4511-AB66-FAF2D8C96B94}"/>
              </a:ext>
            </a:extLst>
          </p:cNvPr>
          <p:cNvSpPr>
            <a:spLocks xmlns:a="http://schemas.openxmlformats.org/drawingml/2006/main" noGrp="1"/>
          </p:cNvSpPr>
          <p:nvPr/>
        </p:nvSpPr>
        <p:spPr>
          <a:xfrm xmlns:a="http://schemas.openxmlformats.org/drawingml/2006/main">
            <a:off x="8186738" y="23241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a:solidFill>
                  <a:srgbClr val="A94737"/>
                </a:solidFill>
                <a:latin typeface="Yu Gothic"/>
                <a:ea typeface="Yu Gothic"/>
                <a:cs typeface="Yu Gothic"/>
              </a:defRPr>
            </a:defPPr>
            <a:lvl1pPr>
              <a:defRPr sz="2100">
                <a:solidFill>
                  <a:srgbClr val="A94737"/>
                </a:solidFill>
                <a:latin typeface="Yu Gothic"/>
                <a:ea typeface="Yu Gothic"/>
                <a:cs typeface="Yu Gothic"/>
              </a:defRPr>
            </a:lvl1pPr>
            <a:lvl2pPr>
              <a:defRPr sz="2100">
                <a:solidFill>
                  <a:srgbClr val="A94737"/>
                </a:solidFill>
                <a:latin typeface="Yu Gothic"/>
                <a:ea typeface="Yu Gothic"/>
                <a:cs typeface="Yu Gothic"/>
              </a:defRPr>
            </a:lvl2pPr>
            <a:lvl3pPr>
              <a:defRPr sz="2100">
                <a:solidFill>
                  <a:srgbClr val="A94737"/>
                </a:solidFill>
                <a:latin typeface="Yu Gothic"/>
                <a:ea typeface="Yu Gothic"/>
                <a:cs typeface="Yu Gothic"/>
              </a:defRPr>
            </a:lvl3pPr>
            <a:lvl4pPr>
              <a:defRPr sz="2100">
                <a:solidFill>
                  <a:srgbClr val="A94737"/>
                </a:solidFill>
                <a:latin typeface="Yu Gothic"/>
                <a:ea typeface="Yu Gothic"/>
                <a:cs typeface="Yu Gothic"/>
              </a:defRPr>
            </a:lvl4pPr>
            <a:lvl5pPr>
              <a:defRPr sz="2100">
                <a:solidFill>
                  <a:srgbClr val="A94737"/>
                </a:solidFill>
                <a:latin typeface="Yu Gothic"/>
                <a:ea typeface="Yu Gothic"/>
                <a:cs typeface="Yu Gothic"/>
              </a:defRPr>
            </a:lvl5pPr>
            <a:lvl6pPr>
              <a:defRPr sz="2100">
                <a:solidFill>
                  <a:srgbClr val="A94737"/>
                </a:solidFill>
                <a:latin typeface="Yu Gothic"/>
                <a:ea typeface="Yu Gothic"/>
                <a:cs typeface="Yu Gothic"/>
              </a:defRPr>
            </a:lvl6pPr>
            <a:lvl7pPr>
              <a:defRPr sz="2100">
                <a:solidFill>
                  <a:srgbClr val="A94737"/>
                </a:solidFill>
                <a:latin typeface="Yu Gothic"/>
                <a:ea typeface="Yu Gothic"/>
                <a:cs typeface="Yu Gothic"/>
              </a:defRPr>
            </a:lvl7pPr>
            <a:lvl8pPr>
              <a:defRPr sz="2100">
                <a:solidFill>
                  <a:srgbClr val="A94737"/>
                </a:solidFill>
                <a:latin typeface="Yu Gothic"/>
                <a:ea typeface="Yu Gothic"/>
                <a:cs typeface="Yu Gothic"/>
              </a:defRPr>
            </a:lvl8pPr>
            <a:lvl9pPr>
              <a:defRPr sz="2100">
                <a:solidFill>
                  <a:srgbClr val="A94737"/>
                </a:solidFill>
                <a:latin typeface="Yu Gothic"/>
                <a:ea typeface="Yu Gothic"/>
                <a:cs typeface="Yu Gothic"/>
              </a:defRPr>
            </a:lvl9pPr>
          </a:lstStyle>
          <a:p xmlns:a="http://schemas.openxmlformats.org/drawingml/2006/main">
            <a:pPr>
              <a:defRPr sz="2100">
                <a:solidFill>
                  <a:srgbClr val="A94737"/>
                </a:solidFill>
                <a:latin typeface="Yu Gothic"/>
                <a:ea typeface="Yu Gothic"/>
                <a:cs typeface="Yu Gothic"/>
              </a:defRPr>
            </a:pPr>
            <a:r>
              <a:rPr sz="2100">
                <a:solidFill>
                  <a:srgbClr val="A94737"/>
                </a:solidFill>
                <a:latin typeface="Yu Gothic"/>
                <a:ea typeface="Yu Gothic"/>
                <a:cs typeface="Yu Gothic"/>
              </a:rPr>
              <a:t>φ</a:t>
            </a:r>
          </a:p>
        </p:txBody>
      </p:sp>
      <p:sp>
        <p:nvSpPr>
          <p:cNvPr id="47" name="">
            <a:extLst xmlns:a="http://schemas.openxmlformats.org/drawingml/2006/main">
              <a:ext uri="{FF2B5EF4-FFF2-40B4-BE49-F238E27FC236}">
                <a16:creationId xmlns:a16="http://schemas.microsoft.com/office/drawing/2014/main" id="{011ED163-B585-4392-8A2B-AB9F17BA0788}"/>
              </a:ext>
            </a:extLst>
          </p:cNvPr>
          <p:cNvSpPr>
            <a:spLocks xmlns:a="http://schemas.openxmlformats.org/drawingml/2006/main" noGrp="1"/>
          </p:cNvSpPr>
          <p:nvPr/>
        </p:nvSpPr>
        <p:spPr>
          <a:xfrm xmlns:a="http://schemas.openxmlformats.org/drawingml/2006/main">
            <a:off x="7339013" y="429387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S</a:t>
            </a:r>
          </a:p>
        </p:txBody>
      </p:sp>
      <p:sp>
        <p:nvSpPr>
          <p:cNvPr id="48" name="">
            <a:extLst xmlns:a="http://schemas.openxmlformats.org/drawingml/2006/main">
              <a:ext uri="{FF2B5EF4-FFF2-40B4-BE49-F238E27FC236}">
                <a16:creationId xmlns:a16="http://schemas.microsoft.com/office/drawing/2014/main" id="{B8B0C6DF-E0A9-477D-91F0-8AC40A22F680}"/>
              </a:ext>
            </a:extLst>
          </p:cNvPr>
          <p:cNvSpPr>
            <a:spLocks xmlns:a="http://schemas.openxmlformats.org/drawingml/2006/main" noGrp="1"/>
          </p:cNvSpPr>
          <p:nvPr/>
        </p:nvSpPr>
        <p:spPr>
          <a:xfrm xmlns:a="http://schemas.openxmlformats.org/drawingml/2006/main">
            <a:off x="8672513" y="297180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e</a:t>
            </a:r>
          </a:p>
        </p:txBody>
      </p:sp>
      <p:sp>
        <p:nvSpPr>
          <p:cNvPr id="49" name="">
            <a:extLst xmlns:a="http://schemas.openxmlformats.org/drawingml/2006/main">
              <a:ext uri="{FF2B5EF4-FFF2-40B4-BE49-F238E27FC236}">
                <a16:creationId xmlns:a16="http://schemas.microsoft.com/office/drawing/2014/main" id="{5C21B0A8-9ACA-4C1E-A3E4-A056E0FDF353}"/>
              </a:ext>
            </a:extLst>
          </p:cNvPr>
          <p:cNvSpPr>
            <a:spLocks xmlns:a="http://schemas.openxmlformats.org/drawingml/2006/main" noGrp="1"/>
          </p:cNvSpPr>
          <p:nvPr/>
        </p:nvSpPr>
        <p:spPr>
          <a:xfrm xmlns:a="http://schemas.openxmlformats.org/drawingml/2006/main">
            <a:off x="6634163" y="1638300"/>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a:solidFill>
                  <a:srgbClr val="52616A"/>
                </a:solidFill>
                <a:latin typeface="Yu Gothic"/>
                <a:ea typeface="Yu Gothic"/>
                <a:cs typeface="Yu Gothic"/>
              </a:defRPr>
            </a:defPPr>
            <a:lvl1pPr>
              <a:defRPr sz="1650">
                <a:solidFill>
                  <a:srgbClr val="52616A"/>
                </a:solidFill>
                <a:latin typeface="Yu Gothic"/>
                <a:ea typeface="Yu Gothic"/>
                <a:cs typeface="Yu Gothic"/>
              </a:defRPr>
            </a:lvl1pPr>
            <a:lvl2pPr>
              <a:defRPr sz="1650">
                <a:solidFill>
                  <a:srgbClr val="52616A"/>
                </a:solidFill>
                <a:latin typeface="Yu Gothic"/>
                <a:ea typeface="Yu Gothic"/>
                <a:cs typeface="Yu Gothic"/>
              </a:defRPr>
            </a:lvl2pPr>
            <a:lvl3pPr>
              <a:defRPr sz="1650">
                <a:solidFill>
                  <a:srgbClr val="52616A"/>
                </a:solidFill>
                <a:latin typeface="Yu Gothic"/>
                <a:ea typeface="Yu Gothic"/>
                <a:cs typeface="Yu Gothic"/>
              </a:defRPr>
            </a:lvl3pPr>
            <a:lvl4pPr>
              <a:defRPr sz="1650">
                <a:solidFill>
                  <a:srgbClr val="52616A"/>
                </a:solidFill>
                <a:latin typeface="Yu Gothic"/>
                <a:ea typeface="Yu Gothic"/>
                <a:cs typeface="Yu Gothic"/>
              </a:defRPr>
            </a:lvl4pPr>
            <a:lvl5pPr>
              <a:defRPr sz="1650">
                <a:solidFill>
                  <a:srgbClr val="52616A"/>
                </a:solidFill>
                <a:latin typeface="Yu Gothic"/>
                <a:ea typeface="Yu Gothic"/>
                <a:cs typeface="Yu Gothic"/>
              </a:defRPr>
            </a:lvl5pPr>
            <a:lvl6pPr>
              <a:defRPr sz="1650">
                <a:solidFill>
                  <a:srgbClr val="52616A"/>
                </a:solidFill>
                <a:latin typeface="Yu Gothic"/>
                <a:ea typeface="Yu Gothic"/>
                <a:cs typeface="Yu Gothic"/>
              </a:defRPr>
            </a:lvl6pPr>
            <a:lvl7pPr>
              <a:defRPr sz="1650">
                <a:solidFill>
                  <a:srgbClr val="52616A"/>
                </a:solidFill>
                <a:latin typeface="Yu Gothic"/>
                <a:ea typeface="Yu Gothic"/>
                <a:cs typeface="Yu Gothic"/>
              </a:defRPr>
            </a:lvl7pPr>
            <a:lvl8pPr>
              <a:defRPr sz="1650">
                <a:solidFill>
                  <a:srgbClr val="52616A"/>
                </a:solidFill>
                <a:latin typeface="Yu Gothic"/>
                <a:ea typeface="Yu Gothic"/>
                <a:cs typeface="Yu Gothic"/>
              </a:defRPr>
            </a:lvl8pPr>
            <a:lvl9pPr>
              <a:defRPr sz="1650">
                <a:solidFill>
                  <a:srgbClr val="52616A"/>
                </a:solidFill>
                <a:latin typeface="Yu Gothic"/>
                <a:ea typeface="Yu Gothic"/>
                <a:cs typeface="Yu Gothic"/>
              </a:defRPr>
            </a:lvl9pPr>
          </a:lstStyle>
          <a:p xmlns:a="http://schemas.openxmlformats.org/drawingml/2006/main">
            <a:pPr>
              <a:defRPr sz="1650">
                <a:solidFill>
                  <a:srgbClr val="52616A"/>
                </a:solidFill>
                <a:latin typeface="Yu Gothic"/>
                <a:ea typeface="Yu Gothic"/>
                <a:cs typeface="Yu Gothic"/>
              </a:defRPr>
            </a:pPr>
            <a:r>
              <a:rPr sz="1650">
                <a:solidFill>
                  <a:srgbClr val="52616A"/>
                </a:solidFill>
                <a:latin typeface="Yu Gothic"/>
                <a:ea typeface="Yu Gothic"/>
                <a:cs typeface="Yu Gothic"/>
              </a:rPr>
              <a:t>OE延長</a:t>
            </a:r>
          </a:p>
        </p:txBody>
      </p:sp>
      <p:sp>
        <p:nvSpPr>
          <p:cNvPr id="50" name="">
            <a:extLst xmlns:a="http://schemas.openxmlformats.org/drawingml/2006/main">
              <a:ext uri="{FF2B5EF4-FFF2-40B4-BE49-F238E27FC236}">
                <a16:creationId xmlns:a16="http://schemas.microsoft.com/office/drawing/2014/main" id="{D37233FD-A2A2-4201-A3CD-5051BE4D5FAF}"/>
              </a:ext>
            </a:extLst>
          </p:cNvPr>
          <p:cNvSpPr>
            <a:spLocks xmlns:a="http://schemas.openxmlformats.org/drawingml/2006/main" noGrp="1"/>
          </p:cNvSpPr>
          <p:nvPr/>
        </p:nvSpPr>
        <p:spPr>
          <a:xfrm xmlns:a="http://schemas.openxmlformats.org/drawingml/2006/main">
            <a:off x="6334125" y="5543550"/>
            <a:ext cx="481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a:solidFill>
                  <a:srgbClr val="52616A"/>
                </a:solidFill>
                <a:latin typeface="Yu Gothic"/>
                <a:ea typeface="Yu Gothic"/>
                <a:cs typeface="Yu Gothic"/>
              </a:defRPr>
            </a:defPPr>
            <a:lvl1pPr>
              <a:defRPr sz="1650">
                <a:solidFill>
                  <a:srgbClr val="52616A"/>
                </a:solidFill>
                <a:latin typeface="Yu Gothic"/>
                <a:ea typeface="Yu Gothic"/>
                <a:cs typeface="Yu Gothic"/>
              </a:defRPr>
            </a:lvl1pPr>
            <a:lvl2pPr>
              <a:defRPr sz="1650">
                <a:solidFill>
                  <a:srgbClr val="52616A"/>
                </a:solidFill>
                <a:latin typeface="Yu Gothic"/>
                <a:ea typeface="Yu Gothic"/>
                <a:cs typeface="Yu Gothic"/>
              </a:defRPr>
            </a:lvl2pPr>
            <a:lvl3pPr>
              <a:defRPr sz="1650">
                <a:solidFill>
                  <a:srgbClr val="52616A"/>
                </a:solidFill>
                <a:latin typeface="Yu Gothic"/>
                <a:ea typeface="Yu Gothic"/>
                <a:cs typeface="Yu Gothic"/>
              </a:defRPr>
            </a:lvl3pPr>
            <a:lvl4pPr>
              <a:defRPr sz="1650">
                <a:solidFill>
                  <a:srgbClr val="52616A"/>
                </a:solidFill>
                <a:latin typeface="Yu Gothic"/>
                <a:ea typeface="Yu Gothic"/>
                <a:cs typeface="Yu Gothic"/>
              </a:defRPr>
            </a:lvl4pPr>
            <a:lvl5pPr>
              <a:defRPr sz="1650">
                <a:solidFill>
                  <a:srgbClr val="52616A"/>
                </a:solidFill>
                <a:latin typeface="Yu Gothic"/>
                <a:ea typeface="Yu Gothic"/>
                <a:cs typeface="Yu Gothic"/>
              </a:defRPr>
            </a:lvl5pPr>
            <a:lvl6pPr>
              <a:defRPr sz="1650">
                <a:solidFill>
                  <a:srgbClr val="52616A"/>
                </a:solidFill>
                <a:latin typeface="Yu Gothic"/>
                <a:ea typeface="Yu Gothic"/>
                <a:cs typeface="Yu Gothic"/>
              </a:defRPr>
            </a:lvl6pPr>
            <a:lvl7pPr>
              <a:defRPr sz="1650">
                <a:solidFill>
                  <a:srgbClr val="52616A"/>
                </a:solidFill>
                <a:latin typeface="Yu Gothic"/>
                <a:ea typeface="Yu Gothic"/>
                <a:cs typeface="Yu Gothic"/>
              </a:defRPr>
            </a:lvl7pPr>
            <a:lvl8pPr>
              <a:defRPr sz="1650">
                <a:solidFill>
                  <a:srgbClr val="52616A"/>
                </a:solidFill>
                <a:latin typeface="Yu Gothic"/>
                <a:ea typeface="Yu Gothic"/>
                <a:cs typeface="Yu Gothic"/>
              </a:defRPr>
            </a:lvl8pPr>
            <a:lvl9pPr>
              <a:defRPr sz="1650">
                <a:solidFill>
                  <a:srgbClr val="52616A"/>
                </a:solidFill>
                <a:latin typeface="Yu Gothic"/>
                <a:ea typeface="Yu Gothic"/>
                <a:cs typeface="Yu Gothic"/>
              </a:defRPr>
            </a:lvl9pPr>
          </a:lstStyle>
          <a:p xmlns:a="http://schemas.openxmlformats.org/drawingml/2006/main">
            <a:pPr>
              <a:defRPr sz="1650">
                <a:solidFill>
                  <a:srgbClr val="52616A"/>
                </a:solidFill>
                <a:latin typeface="Yu Gothic"/>
                <a:ea typeface="Yu Gothic"/>
                <a:cs typeface="Yu Gothic"/>
              </a:defRPr>
            </a:pPr>
            <a:r>
              <a:rPr sz="1650">
                <a:solidFill>
                  <a:srgbClr val="52616A"/>
                </a:solidFill>
                <a:latin typeface="Yu Gothic"/>
                <a:ea typeface="Yu Gothic"/>
                <a:cs typeface="Yu Gothic"/>
              </a:rPr>
              <a:t>模式図：ずれを誇張</a:t>
            </a:r>
          </a:p>
        </p:txBody>
      </p:sp>
    </p:spTree>
    <p:extLst>
      <p:ext uri="{BB962C8B-B14F-4D97-AF65-F5344CB8AC3E}">
        <p14:creationId xmlns:p14="http://schemas.microsoft.com/office/powerpoint/2010/main" val="1636580119"/>
      </p:ext>
    </p:extLst>
  </p:cSld>
</p:sld>
</file>

<file path=ppt/slides/slide6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EF62971-F02D-4E49-A32A-2733C13289B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D1F7C03-F08C-4AD3-BFD1-FFEE09129842}"/>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C3F8326B-AF54-4092-B95C-554CA080E3B3}"/>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宿題：指定された近似式で求める</a:t>
            </a:r>
          </a:p>
        </p:txBody>
      </p:sp>
      <p:sp>
        <p:nvSpPr>
          <p:cNvPr id="4" name="">
            <a:extLst xmlns:a="http://schemas.openxmlformats.org/drawingml/2006/main">
              <a:ext uri="{FF2B5EF4-FFF2-40B4-BE49-F238E27FC236}">
                <a16:creationId xmlns:a16="http://schemas.microsoft.com/office/drawing/2014/main" id="{75FD199F-084C-4D1F-BE68-2932A7B2E9C7}"/>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ACD801D-ECEE-4D44-9D35-7A693B1CC62A}"/>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DD03AE27-9B38-4731-B4AB-709B9AE87A1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62</a:t>
            </a:r>
          </a:p>
        </p:txBody>
      </p:sp>
      <p:sp>
        <p:nvSpPr>
          <p:cNvPr id="7" name="">
            <a:extLst xmlns:a="http://schemas.openxmlformats.org/drawingml/2006/main">
              <a:ext uri="{FF2B5EF4-FFF2-40B4-BE49-F238E27FC236}">
                <a16:creationId xmlns:a16="http://schemas.microsoft.com/office/drawing/2014/main" id="{C00E8D7D-CF92-4896-884F-6B8DF34297D4}"/>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T′＝83°20′30″、e＝9 m、S＝1000 m</a:t>
            </a:r>
          </a:p>
        </p:txBody>
      </p:sp>
      <p:sp>
        <p:nvSpPr>
          <p:cNvPr id="8" name="">
            <a:extLst xmlns:a="http://schemas.openxmlformats.org/drawingml/2006/main">
              <a:ext uri="{FF2B5EF4-FFF2-40B4-BE49-F238E27FC236}">
                <a16:creationId xmlns:a16="http://schemas.microsoft.com/office/drawing/2014/main" id="{813D31B9-3481-446D-BD4E-6B89F0E9D839}"/>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φ＝330°、ρ″＝200000″を指定</a:t>
            </a:r>
          </a:p>
        </p:txBody>
      </p:sp>
      <p:sp>
        <p:nvSpPr>
          <p:cNvPr id="9" name="">
            <a:extLst xmlns:a="http://schemas.openxmlformats.org/drawingml/2006/main">
              <a:ext uri="{FF2B5EF4-FFF2-40B4-BE49-F238E27FC236}">
                <a16:creationId xmlns:a16="http://schemas.microsoft.com/office/drawing/2014/main" id="{66923683-60B9-49E1-A60E-F449C2345EA3}"/>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T≈T′＋(e sinφ/S)ρ″</a:t>
            </a:r>
          </a:p>
        </p:txBody>
      </p:sp>
      <p:sp>
        <p:nvSpPr>
          <p:cNvPr id="10" name="">
            <a:extLst xmlns:a="http://schemas.openxmlformats.org/drawingml/2006/main">
              <a:ext uri="{FF2B5EF4-FFF2-40B4-BE49-F238E27FC236}">
                <a16:creationId xmlns:a16="http://schemas.microsoft.com/office/drawing/2014/main" id="{10BAF153-7502-494C-B214-15332F850AAC}"/>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図の角の定義と、補正の符号を確認する</a:t>
            </a:r>
          </a:p>
        </p:txBody>
      </p:sp>
    </p:spTree>
    <p:extLst>
      <p:ext uri="{BB962C8B-B14F-4D97-AF65-F5344CB8AC3E}">
        <p14:creationId xmlns:p14="http://schemas.microsoft.com/office/powerpoint/2010/main" val="798434562"/>
      </p:ext>
    </p:extLst>
  </p:cSld>
</p:sld>
</file>

<file path=ppt/slides/slide6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CCD65CA-02EE-4ACC-BC95-2914CACD832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438FFBFE-1A49-4B6B-9174-281BB6719FC0}"/>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2F12F667-73DF-4170-9EE6-94F7DB6C7DCF}"/>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方向角の北は「座標北」</a:t>
            </a:r>
          </a:p>
        </p:txBody>
      </p:sp>
      <p:sp>
        <p:nvSpPr>
          <p:cNvPr id="4" name="">
            <a:extLst xmlns:a="http://schemas.openxmlformats.org/drawingml/2006/main">
              <a:ext uri="{FF2B5EF4-FFF2-40B4-BE49-F238E27FC236}">
                <a16:creationId xmlns:a16="http://schemas.microsoft.com/office/drawing/2014/main" id="{307ADDE5-C066-4C96-AF39-B41E9A0613A2}"/>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3309D93C-D719-4051-B380-21754A706986}"/>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AC43F87C-5372-4F68-BD3B-0F06F5F9A04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63</a:t>
            </a:r>
          </a:p>
        </p:txBody>
      </p:sp>
      <p:sp>
        <p:nvSpPr>
          <p:cNvPr id="7" name="">
            <a:extLst xmlns:a="http://schemas.openxmlformats.org/drawingml/2006/main">
              <a:ext uri="{FF2B5EF4-FFF2-40B4-BE49-F238E27FC236}">
                <a16:creationId xmlns:a16="http://schemas.microsoft.com/office/drawing/2014/main" id="{3E8CBC91-D998-4C7E-9435-905295278BC4}"/>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真北・座標北・磁北は別の基準</a:t>
            </a:r>
          </a:p>
        </p:txBody>
      </p:sp>
      <p:sp>
        <p:nvSpPr>
          <p:cNvPr id="8" name="">
            <a:extLst xmlns:a="http://schemas.openxmlformats.org/drawingml/2006/main">
              <a:ext uri="{FF2B5EF4-FFF2-40B4-BE49-F238E27FC236}">
                <a16:creationId xmlns:a16="http://schemas.microsoft.com/office/drawing/2014/main" id="{3D34FF59-EDFE-44F4-9863-86A53964A432}"/>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真北：地理学的な北</a:t>
            </a:r>
          </a:p>
        </p:txBody>
      </p:sp>
      <p:sp>
        <p:nvSpPr>
          <p:cNvPr id="9" name="">
            <a:extLst xmlns:a="http://schemas.openxmlformats.org/drawingml/2006/main">
              <a:ext uri="{FF2B5EF4-FFF2-40B4-BE49-F238E27FC236}">
                <a16:creationId xmlns:a16="http://schemas.microsoft.com/office/drawing/2014/main" id="{78426D43-ECD9-4D64-B93C-9B4BB5B71078}"/>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座標北：X軸の正方向</a:t>
            </a:r>
          </a:p>
        </p:txBody>
      </p:sp>
      <p:sp>
        <p:nvSpPr>
          <p:cNvPr id="10" name="">
            <a:extLst xmlns:a="http://schemas.openxmlformats.org/drawingml/2006/main">
              <a:ext uri="{FF2B5EF4-FFF2-40B4-BE49-F238E27FC236}">
                <a16:creationId xmlns:a16="http://schemas.microsoft.com/office/drawing/2014/main" id="{08857D3B-3CA5-47EF-9297-DF7A4B716DD0}"/>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磁北：磁針の向く北</a:t>
            </a:r>
          </a:p>
        </p:txBody>
      </p:sp>
      <p:sp>
        <p:nvSpPr>
          <p:cNvPr id="11" name="">
            <a:extLst xmlns:a="http://schemas.openxmlformats.org/drawingml/2006/main">
              <a:ext uri="{FF2B5EF4-FFF2-40B4-BE49-F238E27FC236}">
                <a16:creationId xmlns:a16="http://schemas.microsoft.com/office/drawing/2014/main" id="{D1165AEC-541A-43D5-8A97-4EFE1CB4C0FA}"/>
              </a:ext>
            </a:extLst>
          </p:cNvPr>
          <p:cNvSpPr>
            <a:spLocks xmlns:a="http://schemas.openxmlformats.org/drawingml/2006/main" noGrp="1"/>
          </p:cNvSpPr>
          <p:nvPr/>
        </p:nvSpPr>
        <p:spPr>
          <a:xfrm xmlns:a="http://schemas.openxmlformats.org/drawingml/2006/main">
            <a:off x="8637270" y="2019300"/>
            <a:ext cx="9525" cy="2868930"/>
          </a:xfrm>
          <a:custGeom xmlns:a="http://schemas.openxmlformats.org/drawingml/2006/main">
            <a:pathLst>
              <a:path w="9525" h="2868930">
                <a:moveTo>
                  <a:pt x="0" y="2868930"/>
                </a:moveTo>
                <a:lnTo>
                  <a:pt x="0" y="0"/>
                </a:lnTo>
              </a:path>
            </a:pathLst>
          </a:custGeom>
          <a:noFill xmlns:a="http://schemas.openxmlformats.org/drawingml/2006/main"/>
          <a:ln xmlns:a="http://schemas.openxmlformats.org/drawingml/2006/main" w="38100">
            <a:solidFill>
              <a:srgbClr val="182B33"/>
            </a:solidFill>
            <a:prstDash val="solid"/>
          </a:ln>
        </p:spPr>
      </p:sp>
      <p:sp>
        <p:nvSpPr>
          <p:cNvPr id="12" name="">
            <a:extLst xmlns:a="http://schemas.openxmlformats.org/drawingml/2006/main">
              <a:ext uri="{FF2B5EF4-FFF2-40B4-BE49-F238E27FC236}">
                <a16:creationId xmlns:a16="http://schemas.microsoft.com/office/drawing/2014/main" id="{42C3BC5A-D573-40AA-B15C-7C2D0960CF4F}"/>
              </a:ext>
            </a:extLst>
          </p:cNvPr>
          <p:cNvSpPr>
            <a:spLocks xmlns:a="http://schemas.openxmlformats.org/drawingml/2006/main" noGrp="1"/>
          </p:cNvSpPr>
          <p:nvPr/>
        </p:nvSpPr>
        <p:spPr>
          <a:xfrm xmlns:a="http://schemas.openxmlformats.org/drawingml/2006/main">
            <a:off x="8587484" y="2019300"/>
            <a:ext cx="99572" cy="81203"/>
          </a:xfrm>
          <a:custGeom xmlns:a="http://schemas.openxmlformats.org/drawingml/2006/main">
            <a:pathLst>
              <a:path w="99572" h="81203">
                <a:moveTo>
                  <a:pt x="99572" y="81203"/>
                </a:moveTo>
                <a:lnTo>
                  <a:pt x="49786" y="0"/>
                </a:lnTo>
                <a:lnTo>
                  <a:pt x="0" y="81203"/>
                </a:lnTo>
              </a:path>
            </a:pathLst>
          </a:custGeom>
          <a:noFill xmlns:a="http://schemas.openxmlformats.org/drawingml/2006/main"/>
          <a:ln xmlns:a="http://schemas.openxmlformats.org/drawingml/2006/main" w="38100">
            <a:solidFill>
              <a:srgbClr val="182B33"/>
            </a:solidFill>
            <a:prstDash val="solid"/>
          </a:ln>
        </p:spPr>
      </p:sp>
      <p:sp>
        <p:nvSpPr>
          <p:cNvPr id="13" name="">
            <a:extLst xmlns:a="http://schemas.openxmlformats.org/drawingml/2006/main">
              <a:ext uri="{FF2B5EF4-FFF2-40B4-BE49-F238E27FC236}">
                <a16:creationId xmlns:a16="http://schemas.microsoft.com/office/drawing/2014/main" id="{AC5D6D30-A5DF-485C-9A49-6FDEBFC1206F}"/>
              </a:ext>
            </a:extLst>
          </p:cNvPr>
          <p:cNvSpPr>
            <a:spLocks xmlns:a="http://schemas.openxmlformats.org/drawingml/2006/main" noGrp="1"/>
          </p:cNvSpPr>
          <p:nvPr/>
        </p:nvSpPr>
        <p:spPr>
          <a:xfrm xmlns:a="http://schemas.openxmlformats.org/drawingml/2006/main">
            <a:off x="8637270" y="1847850"/>
            <a:ext cx="387286" cy="3040380"/>
          </a:xfrm>
          <a:custGeom xmlns:a="http://schemas.openxmlformats.org/drawingml/2006/main">
            <a:pathLst>
              <a:path w="387286" h="3040380">
                <a:moveTo>
                  <a:pt x="0" y="3040380"/>
                </a:moveTo>
                <a:lnTo>
                  <a:pt x="387286" y="0"/>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801B7807-EF84-41B5-B535-FA587BF399C4}"/>
              </a:ext>
            </a:extLst>
          </p:cNvPr>
          <p:cNvSpPr>
            <a:spLocks xmlns:a="http://schemas.openxmlformats.org/drawingml/2006/main" noGrp="1"/>
          </p:cNvSpPr>
          <p:nvPr/>
        </p:nvSpPr>
        <p:spPr>
          <a:xfrm xmlns:a="http://schemas.openxmlformats.org/drawingml/2006/main">
            <a:off x="8964909" y="1847850"/>
            <a:ext cx="98774" cy="86843"/>
          </a:xfrm>
          <a:custGeom xmlns:a="http://schemas.openxmlformats.org/drawingml/2006/main">
            <a:pathLst>
              <a:path w="98774" h="86843">
                <a:moveTo>
                  <a:pt x="98774" y="86843"/>
                </a:moveTo>
                <a:lnTo>
                  <a:pt x="59648" y="0"/>
                </a:lnTo>
                <a:lnTo>
                  <a:pt x="0" y="74261"/>
                </a:lnTo>
              </a:path>
            </a:pathLst>
          </a:custGeom>
          <a:noFill xmlns:a="http://schemas.openxmlformats.org/drawingml/2006/main"/>
          <a:ln xmlns:a="http://schemas.openxmlformats.org/drawingml/2006/main" w="38100">
            <a:solidFill>
              <a:srgbClr val="166B68"/>
            </a:solidFill>
            <a:prstDash val="solid"/>
          </a:ln>
        </p:spPr>
      </p:sp>
      <p:sp>
        <p:nvSpPr>
          <p:cNvPr id="15" name="">
            <a:extLst xmlns:a="http://schemas.openxmlformats.org/drawingml/2006/main">
              <a:ext uri="{FF2B5EF4-FFF2-40B4-BE49-F238E27FC236}">
                <a16:creationId xmlns:a16="http://schemas.microsoft.com/office/drawing/2014/main" id="{135F86AA-D6D5-4B89-9008-093C04D78858}"/>
              </a:ext>
            </a:extLst>
          </p:cNvPr>
          <p:cNvSpPr>
            <a:spLocks xmlns:a="http://schemas.openxmlformats.org/drawingml/2006/main" noGrp="1"/>
          </p:cNvSpPr>
          <p:nvPr/>
        </p:nvSpPr>
        <p:spPr>
          <a:xfrm xmlns:a="http://schemas.openxmlformats.org/drawingml/2006/main">
            <a:off x="8153162" y="1924050"/>
            <a:ext cx="484108" cy="2964180"/>
          </a:xfrm>
          <a:custGeom xmlns:a="http://schemas.openxmlformats.org/drawingml/2006/main">
            <a:pathLst>
              <a:path w="484108" h="2964180">
                <a:moveTo>
                  <a:pt x="484108" y="2964180"/>
                </a:moveTo>
                <a:lnTo>
                  <a:pt x="0" y="0"/>
                </a:lnTo>
              </a:path>
            </a:pathLst>
          </a:custGeom>
          <a:noFill xmlns:a="http://schemas.openxmlformats.org/drawingml/2006/main"/>
          <a:ln xmlns:a="http://schemas.openxmlformats.org/drawingml/2006/main" w="38100">
            <a:solidFill>
              <a:srgbClr val="A94737"/>
            </a:solidFill>
            <a:prstDash val="solid"/>
          </a:ln>
        </p:spPr>
      </p:sp>
      <p:sp>
        <p:nvSpPr>
          <p:cNvPr id="16" name="">
            <a:extLst xmlns:a="http://schemas.openxmlformats.org/drawingml/2006/main">
              <a:ext uri="{FF2B5EF4-FFF2-40B4-BE49-F238E27FC236}">
                <a16:creationId xmlns:a16="http://schemas.microsoft.com/office/drawing/2014/main" id="{0FA07D62-2FA9-4C89-9E51-C8F6A51B9DFF}"/>
              </a:ext>
            </a:extLst>
          </p:cNvPr>
          <p:cNvSpPr>
            <a:spLocks xmlns:a="http://schemas.openxmlformats.org/drawingml/2006/main" noGrp="1"/>
          </p:cNvSpPr>
          <p:nvPr/>
        </p:nvSpPr>
        <p:spPr>
          <a:xfrm xmlns:a="http://schemas.openxmlformats.org/drawingml/2006/main">
            <a:off x="8117116" y="1924050"/>
            <a:ext cx="98270" cy="88166"/>
          </a:xfrm>
          <a:custGeom xmlns:a="http://schemas.openxmlformats.org/drawingml/2006/main">
            <a:pathLst>
              <a:path w="98270" h="88166">
                <a:moveTo>
                  <a:pt x="98270" y="72116"/>
                </a:moveTo>
                <a:lnTo>
                  <a:pt x="36046" y="0"/>
                </a:lnTo>
                <a:lnTo>
                  <a:pt x="0" y="88166"/>
                </a:lnTo>
              </a:path>
            </a:pathLst>
          </a:custGeom>
          <a:noFill xmlns:a="http://schemas.openxmlformats.org/drawingml/2006/main"/>
          <a:ln xmlns:a="http://schemas.openxmlformats.org/drawingml/2006/main" w="38100">
            <a:solidFill>
              <a:srgbClr val="A94737"/>
            </a:solidFill>
            <a:prstDash val="solid"/>
          </a:ln>
        </p:spPr>
      </p:sp>
      <p:sp>
        <p:nvSpPr>
          <p:cNvPr id="17" name="">
            <a:extLst xmlns:a="http://schemas.openxmlformats.org/drawingml/2006/main">
              <a:ext uri="{FF2B5EF4-FFF2-40B4-BE49-F238E27FC236}">
                <a16:creationId xmlns:a16="http://schemas.microsoft.com/office/drawing/2014/main" id="{798800F8-6521-4ED6-BD67-6578DF4FE4BC}"/>
              </a:ext>
            </a:extLst>
          </p:cNvPr>
          <p:cNvSpPr>
            <a:spLocks xmlns:a="http://schemas.openxmlformats.org/drawingml/2006/main" noGrp="1"/>
          </p:cNvSpPr>
          <p:nvPr/>
        </p:nvSpPr>
        <p:spPr>
          <a:xfrm xmlns:a="http://schemas.openxmlformats.org/drawingml/2006/main">
            <a:off x="8237220" y="1619250"/>
            <a:ext cx="800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真北</a:t>
            </a:r>
          </a:p>
        </p:txBody>
      </p:sp>
      <p:sp>
        <p:nvSpPr>
          <p:cNvPr id="18" name="">
            <a:extLst xmlns:a="http://schemas.openxmlformats.org/drawingml/2006/main">
              <a:ext uri="{FF2B5EF4-FFF2-40B4-BE49-F238E27FC236}">
                <a16:creationId xmlns:a16="http://schemas.microsoft.com/office/drawing/2014/main" id="{19F07E5C-CAA5-4C67-82D9-CF29D4C70748}"/>
              </a:ext>
            </a:extLst>
          </p:cNvPr>
          <p:cNvSpPr>
            <a:spLocks xmlns:a="http://schemas.openxmlformats.org/drawingml/2006/main" noGrp="1"/>
          </p:cNvSpPr>
          <p:nvPr/>
        </p:nvSpPr>
        <p:spPr>
          <a:xfrm xmlns:a="http://schemas.openxmlformats.org/drawingml/2006/main">
            <a:off x="9179471" y="1895475"/>
            <a:ext cx="876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座標北</a:t>
            </a:r>
          </a:p>
        </p:txBody>
      </p:sp>
      <p:sp>
        <p:nvSpPr>
          <p:cNvPr id="19" name="">
            <a:extLst xmlns:a="http://schemas.openxmlformats.org/drawingml/2006/main">
              <a:ext uri="{FF2B5EF4-FFF2-40B4-BE49-F238E27FC236}">
                <a16:creationId xmlns:a16="http://schemas.microsoft.com/office/drawing/2014/main" id="{81202876-696A-4ED7-A881-F5DD1FE83302}"/>
              </a:ext>
            </a:extLst>
          </p:cNvPr>
          <p:cNvSpPr>
            <a:spLocks xmlns:a="http://schemas.openxmlformats.org/drawingml/2006/main" noGrp="1"/>
          </p:cNvSpPr>
          <p:nvPr/>
        </p:nvSpPr>
        <p:spPr>
          <a:xfrm xmlns:a="http://schemas.openxmlformats.org/drawingml/2006/main">
            <a:off x="7707782" y="198120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磁北</a:t>
            </a:r>
          </a:p>
        </p:txBody>
      </p:sp>
      <p:sp>
        <p:nvSpPr>
          <p:cNvPr id="20" name="">
            <a:extLst xmlns:a="http://schemas.openxmlformats.org/drawingml/2006/main">
              <a:ext uri="{FF2B5EF4-FFF2-40B4-BE49-F238E27FC236}">
                <a16:creationId xmlns:a16="http://schemas.microsoft.com/office/drawing/2014/main" id="{6760DED1-040C-4D9F-8E9C-F2DE9C33F0B5}"/>
              </a:ext>
            </a:extLst>
          </p:cNvPr>
          <p:cNvSpPr>
            <a:spLocks xmlns:a="http://schemas.openxmlformats.org/drawingml/2006/main" noGrp="1"/>
          </p:cNvSpPr>
          <p:nvPr/>
        </p:nvSpPr>
        <p:spPr>
          <a:xfrm xmlns:a="http://schemas.openxmlformats.org/drawingml/2006/main">
            <a:off x="8506100" y="4346029"/>
            <a:ext cx="131170" cy="16106"/>
          </a:xfrm>
          <a:custGeom xmlns:a="http://schemas.openxmlformats.org/drawingml/2006/main">
            <a:pathLst>
              <a:path w="131170" h="16106">
                <a:moveTo>
                  <a:pt x="0" y="16106"/>
                </a:moveTo>
                <a:lnTo>
                  <a:pt x="12893" y="13058"/>
                </a:lnTo>
                <a:lnTo>
                  <a:pt x="25856" y="10326"/>
                </a:lnTo>
                <a:lnTo>
                  <a:pt x="38883" y="7912"/>
                </a:lnTo>
                <a:lnTo>
                  <a:pt x="51964" y="5817"/>
                </a:lnTo>
                <a:lnTo>
                  <a:pt x="65093" y="4041"/>
                </a:lnTo>
                <a:lnTo>
                  <a:pt x="78261" y="2588"/>
                </a:lnTo>
                <a:lnTo>
                  <a:pt x="91460" y="1456"/>
                </a:lnTo>
                <a:lnTo>
                  <a:pt x="104684" y="647"/>
                </a:lnTo>
                <a:lnTo>
                  <a:pt x="117923" y="162"/>
                </a:lnTo>
                <a:lnTo>
                  <a:pt x="131170" y="0"/>
                </a:lnTo>
              </a:path>
            </a:pathLst>
          </a:custGeom>
          <a:noFill xmlns:a="http://schemas.openxmlformats.org/drawingml/2006/main"/>
          <a:ln xmlns:a="http://schemas.openxmlformats.org/drawingml/2006/main" w="28575">
            <a:solidFill>
              <a:srgbClr val="A94737"/>
            </a:solidFill>
            <a:prstDash val="solid"/>
          </a:ln>
        </p:spPr>
      </p:sp>
      <p:sp>
        <p:nvSpPr>
          <p:cNvPr id="21" name="">
            <a:extLst xmlns:a="http://schemas.openxmlformats.org/drawingml/2006/main">
              <a:ext uri="{FF2B5EF4-FFF2-40B4-BE49-F238E27FC236}">
                <a16:creationId xmlns:a16="http://schemas.microsoft.com/office/drawing/2014/main" id="{F06EA741-0551-429B-A088-7060605DC7A2}"/>
              </a:ext>
            </a:extLst>
          </p:cNvPr>
          <p:cNvSpPr>
            <a:spLocks xmlns:a="http://schemas.openxmlformats.org/drawingml/2006/main" noGrp="1"/>
          </p:cNvSpPr>
          <p:nvPr/>
        </p:nvSpPr>
        <p:spPr>
          <a:xfrm xmlns:a="http://schemas.openxmlformats.org/drawingml/2006/main">
            <a:off x="8637270" y="4133021"/>
            <a:ext cx="157017" cy="16503"/>
          </a:xfrm>
          <a:custGeom xmlns:a="http://schemas.openxmlformats.org/drawingml/2006/main">
            <a:pathLst>
              <a:path w="157017" h="16503">
                <a:moveTo>
                  <a:pt x="0" y="0"/>
                </a:moveTo>
                <a:lnTo>
                  <a:pt x="15816" y="166"/>
                </a:lnTo>
                <a:lnTo>
                  <a:pt x="31625" y="662"/>
                </a:lnTo>
                <a:lnTo>
                  <a:pt x="47420" y="1490"/>
                </a:lnTo>
                <a:lnTo>
                  <a:pt x="63194" y="2649"/>
                </a:lnTo>
                <a:lnTo>
                  <a:pt x="78941" y="4137"/>
                </a:lnTo>
                <a:lnTo>
                  <a:pt x="94653" y="5955"/>
                </a:lnTo>
                <a:lnTo>
                  <a:pt x="110323" y="8102"/>
                </a:lnTo>
                <a:lnTo>
                  <a:pt x="125945" y="10576"/>
                </a:lnTo>
                <a:lnTo>
                  <a:pt x="141512" y="13377"/>
                </a:lnTo>
                <a:lnTo>
                  <a:pt x="157017" y="16503"/>
                </a:lnTo>
              </a:path>
            </a:pathLst>
          </a:custGeom>
          <a:noFill xmlns:a="http://schemas.openxmlformats.org/drawingml/2006/main"/>
          <a:ln xmlns:a="http://schemas.openxmlformats.org/drawingml/2006/main" w="28575">
            <a:solidFill>
              <a:srgbClr val="166B68"/>
            </a:solidFill>
            <a:prstDash val="solid"/>
          </a:ln>
        </p:spPr>
      </p:sp>
      <p:sp>
        <p:nvSpPr>
          <p:cNvPr id="22" name="">
            <a:extLst xmlns:a="http://schemas.openxmlformats.org/drawingml/2006/main">
              <a:ext uri="{FF2B5EF4-FFF2-40B4-BE49-F238E27FC236}">
                <a16:creationId xmlns:a16="http://schemas.microsoft.com/office/drawing/2014/main" id="{2875C5E5-C5D5-47C1-8A59-F24A8D79A5EF}"/>
              </a:ext>
            </a:extLst>
          </p:cNvPr>
          <p:cNvSpPr>
            <a:spLocks xmlns:a="http://schemas.openxmlformats.org/drawingml/2006/main" noGrp="1"/>
          </p:cNvSpPr>
          <p:nvPr/>
        </p:nvSpPr>
        <p:spPr>
          <a:xfrm xmlns:a="http://schemas.openxmlformats.org/drawingml/2006/main">
            <a:off x="8580120" y="483108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3" name="">
            <a:extLst xmlns:a="http://schemas.openxmlformats.org/drawingml/2006/main">
              <a:ext uri="{FF2B5EF4-FFF2-40B4-BE49-F238E27FC236}">
                <a16:creationId xmlns:a16="http://schemas.microsoft.com/office/drawing/2014/main" id="{07FE7319-0E1C-45FC-A4F7-DE52F2D946EA}"/>
              </a:ext>
            </a:extLst>
          </p:cNvPr>
          <p:cNvSpPr>
            <a:spLocks xmlns:a="http://schemas.openxmlformats.org/drawingml/2006/main" noGrp="1"/>
          </p:cNvSpPr>
          <p:nvPr/>
        </p:nvSpPr>
        <p:spPr>
          <a:xfrm xmlns:a="http://schemas.openxmlformats.org/drawingml/2006/main">
            <a:off x="8370570" y="494538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Tree>
    <p:extLst>
      <p:ext uri="{BB962C8B-B14F-4D97-AF65-F5344CB8AC3E}">
        <p14:creationId xmlns:p14="http://schemas.microsoft.com/office/powerpoint/2010/main" val="1453000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2026-10-26T17:02:29.4540000Z</dcterms:created>
  <dcterms:modified xsi:type="dcterms:W3CDTF">2026-10-26T17:02:29.4540000Z</dcterms:modified>
</coreProperties>
</file>