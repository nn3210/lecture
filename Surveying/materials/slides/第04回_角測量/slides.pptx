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2b8f5f500f24cd8" /><Relationship Type="http://schemas.openxmlformats.org/officeDocument/2006/relationships/extended-properties" Target="/docProps/app.xml" Id="R90ef057eba114f7d" /><Relationship Type="http://schemas.openxmlformats.org/officeDocument/2006/relationships/officeDocument" Target="/ppt/presentation.xml" Id="R3a1c97595d4e4493" /></Relationships>
</file>

<file path=ppt/presentation.xml><?xml version="1.0" encoding="utf-8"?>
<p:presentation xmlns:p="http://schemas.openxmlformats.org/presentationml/2006/main">
  <p:sldMasterIdLst>
    <p:sldMasterId xmlns:r="http://schemas.openxmlformats.org/officeDocument/2006/relationships" id="2147483648" r:id="R5cfd152150744613"/>
  </p:sldMasterIdLst>
  <p:notesMasterIdLst>
    <p:notesMasterId xmlns:r="http://schemas.openxmlformats.org/officeDocument/2006/relationships" r:id="R962fca63c036426f"/>
  </p:notesMasterIdLst>
  <p:sldIdLst>
    <p:sldId xmlns:r="http://schemas.openxmlformats.org/officeDocument/2006/relationships" id="256" r:id="Rd4c55932f97745c8"/>
    <p:sldId xmlns:r="http://schemas.openxmlformats.org/officeDocument/2006/relationships" id="257" r:id="Rca97c143446741a3"/>
    <p:sldId xmlns:r="http://schemas.openxmlformats.org/officeDocument/2006/relationships" id="258" r:id="R191ec2ae4418403d"/>
    <p:sldId xmlns:r="http://schemas.openxmlformats.org/officeDocument/2006/relationships" id="259" r:id="R9d0b5206c69847d5"/>
    <p:sldId xmlns:r="http://schemas.openxmlformats.org/officeDocument/2006/relationships" id="260" r:id="Rd893f5efde1b4e80"/>
    <p:sldId xmlns:r="http://schemas.openxmlformats.org/officeDocument/2006/relationships" id="261" r:id="Rcd9f78f1e3874c46"/>
    <p:sldId xmlns:r="http://schemas.openxmlformats.org/officeDocument/2006/relationships" id="262" r:id="R7fc88e2bf79e4bcc"/>
    <p:sldId xmlns:r="http://schemas.openxmlformats.org/officeDocument/2006/relationships" id="263" r:id="Ra17591a9a6ff43a2"/>
    <p:sldId xmlns:r="http://schemas.openxmlformats.org/officeDocument/2006/relationships" id="264" r:id="R4e04cdd0ce8d429a"/>
    <p:sldId xmlns:r="http://schemas.openxmlformats.org/officeDocument/2006/relationships" id="265" r:id="R629eac4afac34eaf"/>
    <p:sldId xmlns:r="http://schemas.openxmlformats.org/officeDocument/2006/relationships" id="266" r:id="R0e243c1ed06d40b1"/>
    <p:sldId xmlns:r="http://schemas.openxmlformats.org/officeDocument/2006/relationships" id="267" r:id="R09209b79ce524131"/>
    <p:sldId xmlns:r="http://schemas.openxmlformats.org/officeDocument/2006/relationships" id="268" r:id="Re5a49c540a7b401f"/>
    <p:sldId xmlns:r="http://schemas.openxmlformats.org/officeDocument/2006/relationships" id="269" r:id="Re0a9c904b1234e54"/>
    <p:sldId xmlns:r="http://schemas.openxmlformats.org/officeDocument/2006/relationships" id="270" r:id="R1ee004d0ec64490e"/>
    <p:sldId xmlns:r="http://schemas.openxmlformats.org/officeDocument/2006/relationships" id="271" r:id="Rbaee7dd49ac143c3"/>
    <p:sldId xmlns:r="http://schemas.openxmlformats.org/officeDocument/2006/relationships" id="272" r:id="Rf52d8a7bd52f4a22"/>
    <p:sldId xmlns:r="http://schemas.openxmlformats.org/officeDocument/2006/relationships" id="273" r:id="Rb2728eb208f64e05"/>
    <p:sldId xmlns:r="http://schemas.openxmlformats.org/officeDocument/2006/relationships" id="274" r:id="Rfbdafe7c2aa24ddd"/>
    <p:sldId xmlns:r="http://schemas.openxmlformats.org/officeDocument/2006/relationships" id="275" r:id="R3b604cc7ec4b4a34"/>
    <p:sldId xmlns:r="http://schemas.openxmlformats.org/officeDocument/2006/relationships" id="276" r:id="Rcad624d3d4a840ec"/>
    <p:sldId xmlns:r="http://schemas.openxmlformats.org/officeDocument/2006/relationships" id="277" r:id="R7264617a0f264293"/>
    <p:sldId xmlns:r="http://schemas.openxmlformats.org/officeDocument/2006/relationships" id="278" r:id="R5ba4e0910ad0402f"/>
    <p:sldId xmlns:r="http://schemas.openxmlformats.org/officeDocument/2006/relationships" id="279" r:id="R1e935981c55a4f1a"/>
    <p:sldId xmlns:r="http://schemas.openxmlformats.org/officeDocument/2006/relationships" id="280" r:id="R9cc1b2db830b445e"/>
    <p:sldId xmlns:r="http://schemas.openxmlformats.org/officeDocument/2006/relationships" id="281" r:id="R7d432824e8d84079"/>
    <p:sldId xmlns:r="http://schemas.openxmlformats.org/officeDocument/2006/relationships" id="282" r:id="Rce8c0f39034e4ee1"/>
    <p:sldId xmlns:r="http://schemas.openxmlformats.org/officeDocument/2006/relationships" id="283" r:id="Rec048572940a4584"/>
    <p:sldId xmlns:r="http://schemas.openxmlformats.org/officeDocument/2006/relationships" id="284" r:id="R66871004b1cd4a2a"/>
    <p:sldId xmlns:r="http://schemas.openxmlformats.org/officeDocument/2006/relationships" id="285" r:id="Reaec463200c14ad8"/>
    <p:sldId xmlns:r="http://schemas.openxmlformats.org/officeDocument/2006/relationships" id="286" r:id="R61d15b8fb87d4dce"/>
    <p:sldId xmlns:r="http://schemas.openxmlformats.org/officeDocument/2006/relationships" id="287" r:id="Rf8bf415468424ec3"/>
    <p:sldId xmlns:r="http://schemas.openxmlformats.org/officeDocument/2006/relationships" id="288" r:id="R96c70eecc8b74460"/>
    <p:sldId xmlns:r="http://schemas.openxmlformats.org/officeDocument/2006/relationships" id="289" r:id="Raba16afdcece4bca"/>
    <p:sldId xmlns:r="http://schemas.openxmlformats.org/officeDocument/2006/relationships" id="290" r:id="R838f4b9b19f9492c"/>
    <p:sldId xmlns:r="http://schemas.openxmlformats.org/officeDocument/2006/relationships" id="291" r:id="R211c87c12e57454d"/>
    <p:sldId xmlns:r="http://schemas.openxmlformats.org/officeDocument/2006/relationships" id="292" r:id="R3cc9828ee6fb4757"/>
    <p:sldId xmlns:r="http://schemas.openxmlformats.org/officeDocument/2006/relationships" id="293" r:id="R9224add26a084888"/>
    <p:sldId xmlns:r="http://schemas.openxmlformats.org/officeDocument/2006/relationships" id="294" r:id="Re5a8daf5125647ce"/>
    <p:sldId xmlns:r="http://schemas.openxmlformats.org/officeDocument/2006/relationships" id="295" r:id="R123f39cfc0504ec4"/>
    <p:sldId xmlns:r="http://schemas.openxmlformats.org/officeDocument/2006/relationships" id="296" r:id="R49e231af0a3042d0"/>
    <p:sldId xmlns:r="http://schemas.openxmlformats.org/officeDocument/2006/relationships" id="297" r:id="Rfafa3df30344449b"/>
    <p:sldId xmlns:r="http://schemas.openxmlformats.org/officeDocument/2006/relationships" id="298" r:id="Rd25e415960fa4d10"/>
    <p:sldId xmlns:r="http://schemas.openxmlformats.org/officeDocument/2006/relationships" id="299" r:id="R99577e37831d484f"/>
    <p:sldId xmlns:r="http://schemas.openxmlformats.org/officeDocument/2006/relationships" id="300" r:id="Ra43f7965ab5947b5"/>
    <p:sldId xmlns:r="http://schemas.openxmlformats.org/officeDocument/2006/relationships" id="301" r:id="Raf318610ff264656"/>
    <p:sldId xmlns:r="http://schemas.openxmlformats.org/officeDocument/2006/relationships" id="302" r:id="Rf014d2c56f8e4678"/>
    <p:sldId xmlns:r="http://schemas.openxmlformats.org/officeDocument/2006/relationships" id="303" r:id="Ra0c9968be9574c10"/>
    <p:sldId xmlns:r="http://schemas.openxmlformats.org/officeDocument/2006/relationships" id="304" r:id="R3d00f00fddf34890"/>
    <p:sldId xmlns:r="http://schemas.openxmlformats.org/officeDocument/2006/relationships" id="305" r:id="Rf8736987e3b84867"/>
    <p:sldId xmlns:r="http://schemas.openxmlformats.org/officeDocument/2006/relationships" id="306" r:id="R8842fc3907234f76"/>
    <p:sldId xmlns:r="http://schemas.openxmlformats.org/officeDocument/2006/relationships" id="307" r:id="Rb24f2880b7764253"/>
    <p:sldId xmlns:r="http://schemas.openxmlformats.org/officeDocument/2006/relationships" id="308" r:id="R54a8735ebf964e1d"/>
    <p:sldId xmlns:r="http://schemas.openxmlformats.org/officeDocument/2006/relationships" id="309" r:id="R188783fdfb394480"/>
    <p:sldId xmlns:r="http://schemas.openxmlformats.org/officeDocument/2006/relationships" id="310" r:id="R6107180671644b02"/>
    <p:sldId xmlns:r="http://schemas.openxmlformats.org/officeDocument/2006/relationships" id="311" r:id="Reece57df1711488c"/>
    <p:sldId xmlns:r="http://schemas.openxmlformats.org/officeDocument/2006/relationships" id="312" r:id="R68a4aca34d9a49dd"/>
    <p:sldId xmlns:r="http://schemas.openxmlformats.org/officeDocument/2006/relationships" id="313" r:id="R9de6e940d0e04aa7"/>
    <p:sldId xmlns:r="http://schemas.openxmlformats.org/officeDocument/2006/relationships" id="314" r:id="Rd3b89fad65414827"/>
    <p:sldId xmlns:r="http://schemas.openxmlformats.org/officeDocument/2006/relationships" id="315" r:id="Radec0035cd3e464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c54329604fa4612" /><Relationship Type="http://schemas.openxmlformats.org/officeDocument/2006/relationships/slideMaster" Target="/ppt/slideMasters/slideMaster1.xml" Id="R5cfd152150744613" /><Relationship Type="http://schemas.openxmlformats.org/officeDocument/2006/relationships/notesMaster" Target="/ppt/notesMasters/notesMaster1.xml" Id="R962fca63c036426f" /><Relationship Type="http://schemas.openxmlformats.org/officeDocument/2006/relationships/presProps" Target="/ppt/presProps.xml" Id="R4f7e8cadf5cc457d" /><Relationship Type="http://schemas.openxmlformats.org/officeDocument/2006/relationships/tableStyles" Target="/ppt/tableStyles.xml" Id="R6a88e647553642f6" /><Relationship Type="http://schemas.openxmlformats.org/officeDocument/2006/relationships/slide" Target="/ppt/slides/slide1.xml" Id="Rd4c55932f97745c8" /><Relationship Type="http://schemas.openxmlformats.org/officeDocument/2006/relationships/slide" Target="/ppt/slides/slide2.xml" Id="Rca97c143446741a3" /><Relationship Type="http://schemas.openxmlformats.org/officeDocument/2006/relationships/slide" Target="/ppt/slides/slide3.xml" Id="R191ec2ae4418403d" /><Relationship Type="http://schemas.openxmlformats.org/officeDocument/2006/relationships/slide" Target="/ppt/slides/slide4.xml" Id="R9d0b5206c69847d5" /><Relationship Type="http://schemas.openxmlformats.org/officeDocument/2006/relationships/slide" Target="/ppt/slides/slide5.xml" Id="Rd893f5efde1b4e80" /><Relationship Type="http://schemas.openxmlformats.org/officeDocument/2006/relationships/slide" Target="/ppt/slides/slide6.xml" Id="Rcd9f78f1e3874c46" /><Relationship Type="http://schemas.openxmlformats.org/officeDocument/2006/relationships/slide" Target="/ppt/slides/slide7.xml" Id="R7fc88e2bf79e4bcc" /><Relationship Type="http://schemas.openxmlformats.org/officeDocument/2006/relationships/slide" Target="/ppt/slides/slide8.xml" Id="Ra17591a9a6ff43a2" /><Relationship Type="http://schemas.openxmlformats.org/officeDocument/2006/relationships/slide" Target="/ppt/slides/slide9.xml" Id="R4e04cdd0ce8d429a" /><Relationship Type="http://schemas.openxmlformats.org/officeDocument/2006/relationships/slide" Target="/ppt/slides/slide10.xml" Id="R629eac4afac34eaf" /><Relationship Type="http://schemas.openxmlformats.org/officeDocument/2006/relationships/slide" Target="/ppt/slides/slide11.xml" Id="R0e243c1ed06d40b1" /><Relationship Type="http://schemas.openxmlformats.org/officeDocument/2006/relationships/slide" Target="/ppt/slides/slide12.xml" Id="R09209b79ce524131" /><Relationship Type="http://schemas.openxmlformats.org/officeDocument/2006/relationships/slide" Target="/ppt/slides/slide13.xml" Id="Re5a49c540a7b401f" /><Relationship Type="http://schemas.openxmlformats.org/officeDocument/2006/relationships/slide" Target="/ppt/slides/slide14.xml" Id="Re0a9c904b1234e54" /><Relationship Type="http://schemas.openxmlformats.org/officeDocument/2006/relationships/slide" Target="/ppt/slides/slide15.xml" Id="R1ee004d0ec64490e" /><Relationship Type="http://schemas.openxmlformats.org/officeDocument/2006/relationships/slide" Target="/ppt/slides/slide16.xml" Id="Rbaee7dd49ac143c3" /><Relationship Type="http://schemas.openxmlformats.org/officeDocument/2006/relationships/slide" Target="/ppt/slides/slide17.xml" Id="Rf52d8a7bd52f4a22" /><Relationship Type="http://schemas.openxmlformats.org/officeDocument/2006/relationships/slide" Target="/ppt/slides/slide18.xml" Id="Rb2728eb208f64e05" /><Relationship Type="http://schemas.openxmlformats.org/officeDocument/2006/relationships/slide" Target="/ppt/slides/slide19.xml" Id="Rfbdafe7c2aa24ddd" /><Relationship Type="http://schemas.openxmlformats.org/officeDocument/2006/relationships/slide" Target="/ppt/slides/slide20.xml" Id="R3b604cc7ec4b4a34" /><Relationship Type="http://schemas.openxmlformats.org/officeDocument/2006/relationships/slide" Target="/ppt/slides/slide21.xml" Id="Rcad624d3d4a840ec" /><Relationship Type="http://schemas.openxmlformats.org/officeDocument/2006/relationships/slide" Target="/ppt/slides/slide22.xml" Id="R7264617a0f264293" /><Relationship Type="http://schemas.openxmlformats.org/officeDocument/2006/relationships/slide" Target="/ppt/slides/slide23.xml" Id="R5ba4e0910ad0402f" /><Relationship Type="http://schemas.openxmlformats.org/officeDocument/2006/relationships/slide" Target="/ppt/slides/slide24.xml" Id="R1e935981c55a4f1a" /><Relationship Type="http://schemas.openxmlformats.org/officeDocument/2006/relationships/slide" Target="/ppt/slides/slide25.xml" Id="R9cc1b2db830b445e" /><Relationship Type="http://schemas.openxmlformats.org/officeDocument/2006/relationships/slide" Target="/ppt/slides/slide26.xml" Id="R7d432824e8d84079" /><Relationship Type="http://schemas.openxmlformats.org/officeDocument/2006/relationships/slide" Target="/ppt/slides/slide27.xml" Id="Rce8c0f39034e4ee1" /><Relationship Type="http://schemas.openxmlformats.org/officeDocument/2006/relationships/slide" Target="/ppt/slides/slide28.xml" Id="Rec048572940a4584" /><Relationship Type="http://schemas.openxmlformats.org/officeDocument/2006/relationships/slide" Target="/ppt/slides/slide29.xml" Id="R66871004b1cd4a2a" /><Relationship Type="http://schemas.openxmlformats.org/officeDocument/2006/relationships/slide" Target="/ppt/slides/slide30.xml" Id="Reaec463200c14ad8" /><Relationship Type="http://schemas.openxmlformats.org/officeDocument/2006/relationships/slide" Target="/ppt/slides/slide31.xml" Id="R61d15b8fb87d4dce" /><Relationship Type="http://schemas.openxmlformats.org/officeDocument/2006/relationships/slide" Target="/ppt/slides/slide32.xml" Id="Rf8bf415468424ec3" /><Relationship Type="http://schemas.openxmlformats.org/officeDocument/2006/relationships/slide" Target="/ppt/slides/slide33.xml" Id="R96c70eecc8b74460" /><Relationship Type="http://schemas.openxmlformats.org/officeDocument/2006/relationships/slide" Target="/ppt/slides/slide34.xml" Id="Raba16afdcece4bca" /><Relationship Type="http://schemas.openxmlformats.org/officeDocument/2006/relationships/slide" Target="/ppt/slides/slide35.xml" Id="R838f4b9b19f9492c" /><Relationship Type="http://schemas.openxmlformats.org/officeDocument/2006/relationships/slide" Target="/ppt/slides/slide36.xml" Id="R211c87c12e57454d" /><Relationship Type="http://schemas.openxmlformats.org/officeDocument/2006/relationships/slide" Target="/ppt/slides/slide37.xml" Id="R3cc9828ee6fb4757" /><Relationship Type="http://schemas.openxmlformats.org/officeDocument/2006/relationships/slide" Target="/ppt/slides/slide38.xml" Id="R9224add26a084888" /><Relationship Type="http://schemas.openxmlformats.org/officeDocument/2006/relationships/slide" Target="/ppt/slides/slide39.xml" Id="Re5a8daf5125647ce" /><Relationship Type="http://schemas.openxmlformats.org/officeDocument/2006/relationships/slide" Target="/ppt/slides/slide40.xml" Id="R123f39cfc0504ec4" /><Relationship Type="http://schemas.openxmlformats.org/officeDocument/2006/relationships/slide" Target="/ppt/slides/slide41.xml" Id="R49e231af0a3042d0" /><Relationship Type="http://schemas.openxmlformats.org/officeDocument/2006/relationships/slide" Target="/ppt/slides/slide42.xml" Id="Rfafa3df30344449b" /><Relationship Type="http://schemas.openxmlformats.org/officeDocument/2006/relationships/slide" Target="/ppt/slides/slide43.xml" Id="Rd25e415960fa4d10" /><Relationship Type="http://schemas.openxmlformats.org/officeDocument/2006/relationships/slide" Target="/ppt/slides/slide44.xml" Id="R99577e37831d484f" /><Relationship Type="http://schemas.openxmlformats.org/officeDocument/2006/relationships/slide" Target="/ppt/slides/slide45.xml" Id="Ra43f7965ab5947b5" /><Relationship Type="http://schemas.openxmlformats.org/officeDocument/2006/relationships/slide" Target="/ppt/slides/slide46.xml" Id="Raf318610ff264656" /><Relationship Type="http://schemas.openxmlformats.org/officeDocument/2006/relationships/slide" Target="/ppt/slides/slide47.xml" Id="Rf014d2c56f8e4678" /><Relationship Type="http://schemas.openxmlformats.org/officeDocument/2006/relationships/slide" Target="/ppt/slides/slide48.xml" Id="Ra0c9968be9574c10" /><Relationship Type="http://schemas.openxmlformats.org/officeDocument/2006/relationships/slide" Target="/ppt/slides/slide49.xml" Id="R3d00f00fddf34890" /><Relationship Type="http://schemas.openxmlformats.org/officeDocument/2006/relationships/slide" Target="/ppt/slides/slide50.xml" Id="Rf8736987e3b84867" /><Relationship Type="http://schemas.openxmlformats.org/officeDocument/2006/relationships/slide" Target="/ppt/slides/slide51.xml" Id="R8842fc3907234f76" /><Relationship Type="http://schemas.openxmlformats.org/officeDocument/2006/relationships/slide" Target="/ppt/slides/slide52.xml" Id="Rb24f2880b7764253" /><Relationship Type="http://schemas.openxmlformats.org/officeDocument/2006/relationships/slide" Target="/ppt/slides/slide53.xml" Id="R54a8735ebf964e1d" /><Relationship Type="http://schemas.openxmlformats.org/officeDocument/2006/relationships/slide" Target="/ppt/slides/slide54.xml" Id="R188783fdfb394480" /><Relationship Type="http://schemas.openxmlformats.org/officeDocument/2006/relationships/slide" Target="/ppt/slides/slide55.xml" Id="R6107180671644b02" /><Relationship Type="http://schemas.openxmlformats.org/officeDocument/2006/relationships/slide" Target="/ppt/slides/slide56.xml" Id="Reece57df1711488c" /><Relationship Type="http://schemas.openxmlformats.org/officeDocument/2006/relationships/slide" Target="/ppt/slides/slide57.xml" Id="R68a4aca34d9a49dd" /><Relationship Type="http://schemas.openxmlformats.org/officeDocument/2006/relationships/slide" Target="/ppt/slides/slide58.xml" Id="R9de6e940d0e04aa7" /><Relationship Type="http://schemas.openxmlformats.org/officeDocument/2006/relationships/slide" Target="/ppt/slides/slide59.xml" Id="Rd3b89fad65414827" /><Relationship Type="http://schemas.openxmlformats.org/officeDocument/2006/relationships/slide" Target="/ppt/slides/slide60.xml" Id="Radec0035cd3e464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f23f6d49fd8471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8662c3c9a6d4336" /><Relationship Type="http://schemas.openxmlformats.org/officeDocument/2006/relationships/notesMaster" Target="/ppt/notesMasters/notesMaster1.xml" Id="Ra4bb3aaf37a64008" /></Relationships>
</file>

<file path=ppt/notesSlides/_rels/notesSlide2.xml.rels>&#65279;<?xml version="1.0" encoding="utf-8"?><Relationships xmlns="http://schemas.openxmlformats.org/package/2006/relationships"><Relationship Type="http://schemas.openxmlformats.org/officeDocument/2006/relationships/slide" Target="/ppt/slides/slide2.xml" Id="R0a349650d6944b4e" /><Relationship Type="http://schemas.openxmlformats.org/officeDocument/2006/relationships/notesMaster" Target="/ppt/notesMasters/notesMaster1.xml" Id="R61d7a24d329b42a3" /></Relationships>
</file>

<file path=ppt/notesSlides/_rels/notesSlide3.xml.rels>&#65279;<?xml version="1.0" encoding="utf-8"?><Relationships xmlns="http://schemas.openxmlformats.org/package/2006/relationships"><Relationship Type="http://schemas.openxmlformats.org/officeDocument/2006/relationships/slide" Target="/ppt/slides/slide3.xml" Id="Rbbf3093ca1664f4e" /><Relationship Type="http://schemas.openxmlformats.org/officeDocument/2006/relationships/notesMaster" Target="/ppt/notesMasters/notesMaster1.xml" Id="Rc93e4e4499c947e5" /></Relationships>
</file>

<file path=ppt/notesSlides/_rels/notesSlide4.xml.rels>&#65279;<?xml version="1.0" encoding="utf-8"?><Relationships xmlns="http://schemas.openxmlformats.org/package/2006/relationships"><Relationship Type="http://schemas.openxmlformats.org/officeDocument/2006/relationships/slide" Target="/ppt/slides/slide4.xml" Id="R5a1d2b0525294f7e" /><Relationship Type="http://schemas.openxmlformats.org/officeDocument/2006/relationships/notesMaster" Target="/ppt/notesMasters/notesMaster1.xml" Id="R2f93948792634a49" /></Relationships>
</file>

<file path=ppt/notesSlides/_rels/notesSlide5.xml.rels>&#65279;<?xml version="1.0" encoding="utf-8"?><Relationships xmlns="http://schemas.openxmlformats.org/package/2006/relationships"><Relationship Type="http://schemas.openxmlformats.org/officeDocument/2006/relationships/slide" Target="/ppt/slides/slide5.xml" Id="R24e9b7a6630a4fde" /><Relationship Type="http://schemas.openxmlformats.org/officeDocument/2006/relationships/notesMaster" Target="/ppt/notesMasters/notesMaster1.xml" Id="R51da32c9985b4c9f" /></Relationships>
</file>

<file path=ppt/notesSlides/_rels/notesSlide6.xml.rels>&#65279;<?xml version="1.0" encoding="utf-8"?><Relationships xmlns="http://schemas.openxmlformats.org/package/2006/relationships"><Relationship Type="http://schemas.openxmlformats.org/officeDocument/2006/relationships/slide" Target="/ppt/slides/slide6.xml" Id="Re447af295e42440f" /><Relationship Type="http://schemas.openxmlformats.org/officeDocument/2006/relationships/notesMaster" Target="/ppt/notesMasters/notesMaster1.xml" Id="R15f8be2268d644a5" /></Relationships>
</file>

<file path=ppt/notesSlides/_rels/notesSlide7.xml.rels>&#65279;<?xml version="1.0" encoding="utf-8"?><Relationships xmlns="http://schemas.openxmlformats.org/package/2006/relationships"><Relationship Type="http://schemas.openxmlformats.org/officeDocument/2006/relationships/slide" Target="/ppt/slides/slide7.xml" Id="Rf728480454b04c49" /><Relationship Type="http://schemas.openxmlformats.org/officeDocument/2006/relationships/notesMaster" Target="/ppt/notesMasters/notesMaster1.xml" Id="R4adb674147ab4e7a" /></Relationships>
</file>

<file path=ppt/notesSlides/_rels/notesSlide8.xml.rels>&#65279;<?xml version="1.0" encoding="utf-8"?><Relationships xmlns="http://schemas.openxmlformats.org/package/2006/relationships"><Relationship Type="http://schemas.openxmlformats.org/officeDocument/2006/relationships/slide" Target="/ppt/slides/slide8.xml" Id="R058ffcae31c541b6" /><Relationship Type="http://schemas.openxmlformats.org/officeDocument/2006/relationships/notesMaster" Target="/ppt/notesMasters/notesMaster1.xml" Id="R91b472a816c34c38" /></Relationships>
</file>

<file path=ppt/notesSlides/_rels/notesSlide9.xml.rels>&#65279;<?xml version="1.0" encoding="utf-8"?><Relationships xmlns="http://schemas.openxmlformats.org/package/2006/relationships"><Relationship Type="http://schemas.openxmlformats.org/officeDocument/2006/relationships/slide" Target="/ppt/slides/slide9.xml" Id="Raa10545f99fb4c5a" /><Relationship Type="http://schemas.openxmlformats.org/officeDocument/2006/relationships/notesMaster" Target="/ppt/notesMasters/notesMaster1.xml" Id="Rf9193c426f8a444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a28eb22b76b4089" /><Relationship Type="http://schemas.openxmlformats.org/officeDocument/2006/relationships/notesMaster" Target="/ppt/notesMasters/notesMaster1.xml" Id="Rded38cba0bcf4a7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88afd5e568043a1" /><Relationship Type="http://schemas.openxmlformats.org/officeDocument/2006/relationships/notesMaster" Target="/ppt/notesMasters/notesMaster1.xml" Id="R7d7ed0bc561349d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f64402b011d4f23" /><Relationship Type="http://schemas.openxmlformats.org/officeDocument/2006/relationships/notesMaster" Target="/ppt/notesMasters/notesMaster1.xml" Id="R02e8d7c6a1ac42d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12d4d82b2e6433f" /><Relationship Type="http://schemas.openxmlformats.org/officeDocument/2006/relationships/notesMaster" Target="/ppt/notesMasters/notesMaster1.xml" Id="R75fbf52785da4afd"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50cf5e866f864646" /><Relationship Type="http://schemas.openxmlformats.org/officeDocument/2006/relationships/notesMaster" Target="/ppt/notesMasters/notesMaster1.xml" Id="Rbb4db9b048de4c2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c56492e3e8ca4d0d" /><Relationship Type="http://schemas.openxmlformats.org/officeDocument/2006/relationships/notesMaster" Target="/ppt/notesMasters/notesMaster1.xml" Id="R70966b45001c4841"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093a3fc625b24988" /><Relationship Type="http://schemas.openxmlformats.org/officeDocument/2006/relationships/notesMaster" Target="/ppt/notesMasters/notesMaster1.xml" Id="Ra0b47ae7a2ab4511"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ba0291a966bf438a" /><Relationship Type="http://schemas.openxmlformats.org/officeDocument/2006/relationships/notesMaster" Target="/ppt/notesMasters/notesMaster1.xml" Id="R29d70b70783741c9"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79eadd8868eb423f" /><Relationship Type="http://schemas.openxmlformats.org/officeDocument/2006/relationships/notesMaster" Target="/ppt/notesMasters/notesMaster1.xml" Id="R6f5e0e0f31214fd8"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4107a0eeedd34a41" /><Relationship Type="http://schemas.openxmlformats.org/officeDocument/2006/relationships/notesMaster" Target="/ppt/notesMasters/notesMaster1.xml" Id="R9c98fbfe54924c67"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d1569cb1e16f4b42" /><Relationship Type="http://schemas.openxmlformats.org/officeDocument/2006/relationships/notesMaster" Target="/ppt/notesMasters/notesMaster1.xml" Id="R21f774ea05924e55"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434c9ded888d4b79" /><Relationship Type="http://schemas.openxmlformats.org/officeDocument/2006/relationships/notesMaster" Target="/ppt/notesMasters/notesMaster1.xml" Id="R4c49f40015cc4b1c"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fce23f85c4bb4256" /><Relationship Type="http://schemas.openxmlformats.org/officeDocument/2006/relationships/notesMaster" Target="/ppt/notesMasters/notesMaster1.xml" Id="Rb062f0a816374fb8"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1120b6d61d8a4802" /><Relationship Type="http://schemas.openxmlformats.org/officeDocument/2006/relationships/notesMaster" Target="/ppt/notesMasters/notesMaster1.xml" Id="R758c1b2c93474a8b"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a97254d470944b79" /><Relationship Type="http://schemas.openxmlformats.org/officeDocument/2006/relationships/notesMaster" Target="/ppt/notesMasters/notesMaster1.xml" Id="R0bb490182e644e4e"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949f6d53c5da4018" /><Relationship Type="http://schemas.openxmlformats.org/officeDocument/2006/relationships/notesMaster" Target="/ppt/notesMasters/notesMaster1.xml" Id="Rd8f4a9db46ba4846"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8b62045fd73a4c62" /><Relationship Type="http://schemas.openxmlformats.org/officeDocument/2006/relationships/notesMaster" Target="/ppt/notesMasters/notesMaster1.xml" Id="Re3be549e6e424e20"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b22772e308c24968" /><Relationship Type="http://schemas.openxmlformats.org/officeDocument/2006/relationships/notesMaster" Target="/ppt/notesMasters/notesMaster1.xml" Id="Rbe36d5244995453f"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a55d7f971f724a4f" /><Relationship Type="http://schemas.openxmlformats.org/officeDocument/2006/relationships/notesMaster" Target="/ppt/notesMasters/notesMaster1.xml" Id="R3c822afec76947c2"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4b4036987c394dc7" /><Relationship Type="http://schemas.openxmlformats.org/officeDocument/2006/relationships/notesMaster" Target="/ppt/notesMasters/notesMaster1.xml" Id="R143f971dc3964af9"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915f946bb1f244f3" /><Relationship Type="http://schemas.openxmlformats.org/officeDocument/2006/relationships/notesMaster" Target="/ppt/notesMasters/notesMaster1.xml" Id="R4d97609818f64ffd"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03f4cd171d8f4036" /><Relationship Type="http://schemas.openxmlformats.org/officeDocument/2006/relationships/notesMaster" Target="/ppt/notesMasters/notesMaster1.xml" Id="R2db6721be88e45a0"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3941400b88d24366" /><Relationship Type="http://schemas.openxmlformats.org/officeDocument/2006/relationships/notesMaster" Target="/ppt/notesMasters/notesMaster1.xml" Id="Rf9ef026d517d42f0"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d488269188da49b3" /><Relationship Type="http://schemas.openxmlformats.org/officeDocument/2006/relationships/notesMaster" Target="/ppt/notesMasters/notesMaster1.xml" Id="R8f3e90dcfa1a4d7d"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6f3823c5d6fe4508" /><Relationship Type="http://schemas.openxmlformats.org/officeDocument/2006/relationships/notesMaster" Target="/ppt/notesMasters/notesMaster1.xml" Id="R247ff227668441f9"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39ee45237a6c4eab" /><Relationship Type="http://schemas.openxmlformats.org/officeDocument/2006/relationships/notesMaster" Target="/ppt/notesMasters/notesMaster1.xml" Id="R2be29fa4170744f8"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d908f82017cb46ee" /><Relationship Type="http://schemas.openxmlformats.org/officeDocument/2006/relationships/notesMaster" Target="/ppt/notesMasters/notesMaster1.xml" Id="Ra0881c54f111437b"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521fd9411f6f4883" /><Relationship Type="http://schemas.openxmlformats.org/officeDocument/2006/relationships/notesMaster" Target="/ppt/notesMasters/notesMaster1.xml" Id="Re7dc2f0852f64e26"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4e3aeec9dc414c0e" /><Relationship Type="http://schemas.openxmlformats.org/officeDocument/2006/relationships/notesMaster" Target="/ppt/notesMasters/notesMaster1.xml" Id="R99636a097b314bba"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d0a75683c14a4a89" /><Relationship Type="http://schemas.openxmlformats.org/officeDocument/2006/relationships/notesMaster" Target="/ppt/notesMasters/notesMaster1.xml" Id="R8f7c766b043b4c1b"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d1e62b976f25421f" /><Relationship Type="http://schemas.openxmlformats.org/officeDocument/2006/relationships/notesMaster" Target="/ppt/notesMasters/notesMaster1.xml" Id="Ra13ab95ce48440f6"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12caa98fc8704a20" /><Relationship Type="http://schemas.openxmlformats.org/officeDocument/2006/relationships/notesMaster" Target="/ppt/notesMasters/notesMaster1.xml" Id="R034e037727d7456c"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20604990e43f4cb5" /><Relationship Type="http://schemas.openxmlformats.org/officeDocument/2006/relationships/notesMaster" Target="/ppt/notesMasters/notesMaster1.xml" Id="R4c5c8510ea854f34"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5a1cae2fa4d8434c" /><Relationship Type="http://schemas.openxmlformats.org/officeDocument/2006/relationships/notesMaster" Target="/ppt/notesMasters/notesMaster1.xml" Id="Rfcaf4c2804ea49b5"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495a97568344493a" /><Relationship Type="http://schemas.openxmlformats.org/officeDocument/2006/relationships/notesMaster" Target="/ppt/notesMasters/notesMaster1.xml" Id="R16ac1f51af2f4681"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e3c721b12da54703" /><Relationship Type="http://schemas.openxmlformats.org/officeDocument/2006/relationships/notesMaster" Target="/ppt/notesMasters/notesMaster1.xml" Id="Rb031ccb3da804e34"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9ead179e41d74e3a" /><Relationship Type="http://schemas.openxmlformats.org/officeDocument/2006/relationships/notesMaster" Target="/ppt/notesMasters/notesMaster1.xml" Id="Rbcbc891e43ff44b5"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02d62a1d1f7f40a4" /><Relationship Type="http://schemas.openxmlformats.org/officeDocument/2006/relationships/notesMaster" Target="/ppt/notesMasters/notesMaster1.xml" Id="R41b8e12b186e4d2b"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bad265d3fb1349de" /><Relationship Type="http://schemas.openxmlformats.org/officeDocument/2006/relationships/notesMaster" Target="/ppt/notesMasters/notesMaster1.xml" Id="Rf6bb152d7ff94e65"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3330d752514b4d4a" /><Relationship Type="http://schemas.openxmlformats.org/officeDocument/2006/relationships/notesMaster" Target="/ppt/notesMasters/notesMaster1.xml" Id="R2bfe1ee99fae4666"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989e6bfa33554767" /><Relationship Type="http://schemas.openxmlformats.org/officeDocument/2006/relationships/notesMaster" Target="/ppt/notesMasters/notesMaster1.xml" Id="R69c9fa8137344d7f"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453c162657c84ce7" /><Relationship Type="http://schemas.openxmlformats.org/officeDocument/2006/relationships/notesMaster" Target="/ppt/notesMasters/notesMaster1.xml" Id="Rbcdd4c097def40bd"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36be898bbb8d425b" /><Relationship Type="http://schemas.openxmlformats.org/officeDocument/2006/relationships/notesMaster" Target="/ppt/notesMasters/notesMaster1.xml" Id="R41dbd600fc3d4690"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27775c17cb7646e2" /><Relationship Type="http://schemas.openxmlformats.org/officeDocument/2006/relationships/notesMaster" Target="/ppt/notesMasters/notesMaster1.xml" Id="Redbb5160dc5e40d2"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99e12334248b4efd" /><Relationship Type="http://schemas.openxmlformats.org/officeDocument/2006/relationships/notesMaster" Target="/ppt/notesMasters/notesMaster1.xml" Id="Rb91e1a4be244405a"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b0da8176085841a8" /><Relationship Type="http://schemas.openxmlformats.org/officeDocument/2006/relationships/notesMaster" Target="/ppt/notesMasters/notesMaster1.xml" Id="Rce9ef38f9daf4bff"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07a03ee55671498e" /><Relationship Type="http://schemas.openxmlformats.org/officeDocument/2006/relationships/notesMaster" Target="/ppt/notesMasters/notesMaster1.xml" Id="Rba45281d1f2d4077"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78b88789885e4faa" /><Relationship Type="http://schemas.openxmlformats.org/officeDocument/2006/relationships/notesMaster" Target="/ppt/notesMasters/notesMaster1.xml" Id="Rd3b74cb8ec8c4915"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d33f3a677fc047e2" /><Relationship Type="http://schemas.openxmlformats.org/officeDocument/2006/relationships/notesMaster" Target="/ppt/notesMasters/notesMaster1.xml" Id="Rd40a80155efa4ca5"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199b20879ec34ed4" /><Relationship Type="http://schemas.openxmlformats.org/officeDocument/2006/relationships/notesMaster" Target="/ppt/notesMasters/notesMaster1.xml" Id="R4be49c0ce38945ba"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353f66372b53439f" /><Relationship Type="http://schemas.openxmlformats.org/officeDocument/2006/relationships/notesMaster" Target="/ppt/notesMasters/notesMaster1.xml" Id="R8daad30dba8a423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校庭の観測点Oから杭A・Bを見る場面を示し、「2本の杭の開きは何度か」と問いかける。器械の置き方や向きが少し違っても、信頼できる角度をどう出すかを本時の中心課題にする。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到達目標を項目名ではなく、授業中に答えを探す三つの問いとして提示する。最後の問いは「正反を測れば全部の誤差が消える」という誤解を防ぐための予告でもある。方向法の計算と偏心補正は後半で扱う。</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OからAまで100 mという条件だけなら、Aの候補は円周上に無数にあることを図で読む。前回までの距離に、本時は「基準からどれだけ回ったか」を加える。次回は角と距離を座標へつなぐ。</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平面図で、OからAへの線を基準、OからBへの線を目標として読む。この教材では基準から時計回りを正の向きとする。数値だけでなく「どの線から、どちら回りか」が角の意味を決める。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同じ視準線でも、高低角は水平線から、天頂角は天頂方向から測る。側面図のゼロ方向を指でたどらせると混同しにくい。後半では補正済みの天頂角から α＝90°−Z と換算する。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度・分・秒は小数ではなく60進法である。秒が60になれば1分、分が60になれば1度へ繰り上げる。記号 °・′・″ の形もここで確認する。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表示は「95度1分10秒」と読む。01分を省略すると95度10秒という別の値になるため、ゼロを含む位も確認する。器械の表示を野帳へ写す場面を想像させる。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円形目盛で350°から時計回りに0°を越え、20°まで進む短い弧を読む。時計回りの差が負になったときは、目標側へ360°を足して同じ連続周回にそろえる。後の正反換算でも同じ考え方を使う。</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角度差は器械の場所では小さく見えても、距離が長いほど横ずれが大きくなる。100 m先で1秒は約0.485 mmで、ここでは厳密式100×tan(1°/3600)を使った。小角近似を暗黙に混ぜない。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TSは望遠鏡で目標を視準し、距離と角度を測る器械である。外観写真の部品名を覚えるより、どの回転がどの角に対応するかを見る。次のスライドで三つの軸を分ける。</a:t>
            </a:r>
          </a:p>
          <a:p xmlns:a="http://schemas.openxmlformats.org/drawingml/2006/main">
            <a:r>
              <a:t>出典:</a:t>
            </a:r>
          </a:p>
          <a:p xmlns:a="http://schemas.openxmlformats.org/drawingml/2006/main">
            <a:r>
              <a:t>https://www.gsi.go.jp/common/000268569.pdf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視準軸は十字線中心と対物レンズの光学中心を通る線、水平軸は望遠鏡を上下に回す軸、鉛直軸は本体を左右に回す軸である。図中の各軸を直接ラベルで示す。鉛直軸は整準によって重力方向へ合わせる。</a:t>
            </a:r>
          </a:p>
          <a:p xmlns:a="http://schemas.openxmlformats.org/drawingml/2006/main">
            <a:r>
              <a:t>出典:</a:t>
            </a:r>
          </a:p>
          <a:p xmlns:a="http://schemas.openxmlformats.org/drawingml/2006/main">
            <a:r>
              <a:t>https://www.gsi.go.jp/common/000268569.pdf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平面位置の中心合わせが求心であり、傾き直しではない。図の測点Oと鉛直軸の延長が重なるかを比べる。三脚や整準ねじを動かすと状態が変わるため、整準後にも再確認する。</a:t>
            </a:r>
          </a:p>
          <a:p xmlns:a="http://schemas.openxmlformats.org/drawingml/2006/main">
            <a:r>
              <a:t>出典:</a:t>
            </a:r>
          </a:p>
          <a:p xmlns:a="http://schemas.openxmlformats.org/drawingml/2006/main">
            <a:r>
              <a:t>https://www.gsi.go.jp/common/000268569.pdf</a:t>
            </a:r>
          </a:p>
          <a:p xmlns:a="http://schemas.openxmlformats.org/drawingml/2006/main">
            <a:r>
              <a:t>https://www.iso.org/standard/30043.html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整準の本質は「目盛盤を水平にする」ことより、器械の鉛直軸を鉛直にすることにある。求心が合っていても軸が傾く例を並べる。小さな残差を補償する機能があっても、粗い整準の代わりにはならない。</a:t>
            </a:r>
          </a:p>
          <a:p xmlns:a="http://schemas.openxmlformats.org/drawingml/2006/main">
            <a:r>
              <a:t>出典:</a:t>
            </a:r>
          </a:p>
          <a:p xmlns:a="http://schemas.openxmlformats.org/drawingml/2006/main">
            <a:r>
              <a:t>https://www.gsi.go.jp/common/000268569.pdf</a:t>
            </a:r>
          </a:p>
          <a:p xmlns:a="http://schemas.openxmlformats.org/drawingml/2006/main">
            <a:r>
              <a:t>https://help.fieldsystems.trimble.com/siteworks/en/measuring-total-station-leveling.htm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まず接眼部で十字線を鮮明にし、次に目標像へピントを合わせる。目の位置を少し動かしたとき、像と十字線が相対的にずれれば視差が残っている。単なる「よく見える」ではなく、動かないことまで確認する。</a:t>
            </a:r>
          </a:p>
          <a:p xmlns:a="http://schemas.openxmlformats.org/drawingml/2006/main">
            <a:r>
              <a:t>出典:</a:t>
            </a:r>
          </a:p>
          <a:p xmlns:a="http://schemas.openxmlformats.org/drawingml/2006/main">
            <a:r>
              <a:t>https://www.gsi.go.jp/common/000268569.pdf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正位で目標を見たあと、望遠鏡を水平軸まわりに反転し、本体を鉛直軸まわりに半回転して反位で同じ目標を見る。ここでL・Rは生読定の表記とする。帰零後の方向値は後半でp（正）・q（反）と表し、生読定と混同しない。</a:t>
            </a:r>
          </a:p>
          <a:p xmlns:a="http://schemas.openxmlformats.org/drawingml/2006/main">
            <a:r>
              <a:t>出典:</a:t>
            </a:r>
          </a:p>
          <a:p xmlns:a="http://schemas.openxmlformats.org/drawingml/2006/main">
            <a:r>
              <a:t>https://www.iso.org/standard/30043.html</a:t>
            </a:r>
          </a:p>
          <a:p xmlns:a="http://schemas.openxmlformats.org/drawingml/2006/main">
            <a:r>
              <a:t>https://www.gsi.go.jp/common/000268569.pdf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正反の生読定は約180°離れているため、そのまま平均しない。反Rへ±180°して正Lと同じ半周へ移した値をR′とする。360°境界をまたぐ場合も、同じ角の連続した枝へそろえてから計算する。</a:t>
            </a:r>
          </a:p>
          <a:p xmlns:a="http://schemas.openxmlformats.org/drawingml/2006/main">
            <a:r>
              <a:t>出典:</a:t>
            </a:r>
          </a:p>
          <a:p xmlns:a="http://schemas.openxmlformats.org/drawingml/2006/main">
            <a:r>
              <a:t>https://www.iso.org/standard/30043.html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換算後の正反値が真値を挟むようにずれる様子を左右対称で描く。姿勢変更で符号が反転する誤差は、平均により一次近似で小さくできる。例の読定値は教材用の架空値である。</a:t>
            </a:r>
          </a:p>
          <a:p xmlns:a="http://schemas.openxmlformats.org/drawingml/2006/main">
            <a:r>
              <a:t>出典:</a:t>
            </a:r>
          </a:p>
          <a:p xmlns:a="http://schemas.openxmlformats.org/drawingml/2006/main">
            <a:r>
              <a:t>https://www.iso.org/standard/30043.html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左は器械姿勢の反転で符号が変わる主な成分、右は同じ器械設置に残る成分である。特に鉛直軸の傾きは正反平均では消えず、観測前の整準が必要になる。誤差の消去は各機種の補正機能や観測条件にも依存する。</a:t>
            </a:r>
          </a:p>
          <a:p xmlns:a="http://schemas.openxmlformats.org/drawingml/2006/main">
            <a:r>
              <a:t>出典:</a:t>
            </a:r>
          </a:p>
          <a:p xmlns:a="http://schemas.openxmlformats.org/drawingml/2006/main">
            <a:r>
              <a:t>https://www.gsi.go.jp/common/000268569.pdf</a:t>
            </a:r>
          </a:p>
          <a:p xmlns:a="http://schemas.openxmlformats.org/drawingml/2006/main">
            <a:r>
              <a:t>https://help.fieldsystems.trimble.com/rts-series-total-station/adjustments-menu.htm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二つの中心がずれると、円周上の位置に応じて読定が周期的にずれる。古典的な対向読取りでは180°離れた読定の平均で相殺するが、電子TSでは複数箇所を機内処理する方式がある。「正反を取れば必ず偏心が消える」とは説明せず、使用機種の取扱説明書を優先する。</a:t>
            </a:r>
          </a:p>
          <a:p xmlns:a="http://schemas.openxmlformats.org/drawingml/2006/main">
            <a:r>
              <a:t>出典:</a:t>
            </a:r>
          </a:p>
          <a:p xmlns:a="http://schemas.openxmlformats.org/drawingml/2006/main">
            <a:r>
              <a:t>https://www.iso.org/standard/30043.html</a:t>
            </a:r>
          </a:p>
          <a:p xmlns:a="http://schemas.openxmlformats.org/drawingml/2006/main">
            <a:r>
              <a:t>https://www.gsi.go.jp/common/000268569.pdf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分画誤差は、刻まれた各目盛間隔が一様でない誤差であり、目盛盤偏心とは別に扱う。ISOの精密試験はセット間で目盛盤位置を60°変え、物理的に変えられない電子機では器械下部を整準台上で約120°回す手順を示す。したがって初期目盛変更を、電子表示のゼロを変える操作だけとは限らない点に注意する。</a:t>
            </a:r>
          </a:p>
          <a:p xmlns:a="http://schemas.openxmlformats.org/drawingml/2006/main">
            <a:r>
              <a:t>出典:</a:t>
            </a:r>
          </a:p>
          <a:p xmlns:a="http://schemas.openxmlformats.org/drawingml/2006/main">
            <a:r>
              <a:t>https://www.iso.org/standard/30043.html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まず上から見た配置で、どの順に望遠鏡を向けるか確かめます。正LはAからB、Cへ進み、反RはCからB、Aへ戻ります。点名と順番を野帳に先に書くと、目標の取り違えを防ぎやすくなります。</a:t>
            </a:r>
          </a:p>
          <a:p xmlns:a="http://schemas.openxmlformats.org/drawingml/2006/main">
            <a:r>
              <a:t>出典:</a:t>
            </a:r>
          </a:p>
          <a:p xmlns:a="http://schemas.openxmlformats.org/drawingml/2006/main">
            <a:r>
              <a:t>https://www.gsi.go.jp/gijyutukanri/gijyutukanri41018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方向法では、基準に選んだAを零方向と呼びます。器械の円周目盛が実際に0°を示している必要はありません。正Lと反RのそれぞれでAの読定値を引きます。</a:t>
            </a:r>
          </a:p>
          <a:p xmlns:a="http://schemas.openxmlformats.org/drawingml/2006/main">
            <a:r>
              <a:t>出典:</a:t>
            </a:r>
          </a:p>
          <a:p xmlns:a="http://schemas.openxmlformats.org/drawingml/2006/main">
            <a:r>
              <a:t>https://www.kinomise.com/sokuryo/shiho/jyuuyou/kijyun/kijyun08-houkou.pdf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正Lだけ、または反Rだけでは1対回になりません。同じ目標群を別の器械姿勢で往復して、符号が反対になる誤差を見つけやすくします。2対回目は初期目盛を変えて同じ角を確かめます。</a:t>
            </a:r>
          </a:p>
          <a:p xmlns:a="http://schemas.openxmlformats.org/drawingml/2006/main">
            <a:r>
              <a:t>出典:</a:t>
            </a:r>
          </a:p>
          <a:p xmlns:a="http://schemas.openxmlformats.org/drawingml/2006/main">
            <a:r>
              <a:t>https://www.gsi.go.jp/gijyutukanri/gijyutukanri41018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生の反読定は、正読定と約180°違います。そこで180°を加減し、同じ向きの値として並べられる周回へ移します。境界をまたぐときは、数値が連続するように360°も加減します。</a:t>
            </a:r>
          </a:p>
          <a:p xmlns:a="http://schemas.openxmlformats.org/drawingml/2006/main">
            <a:r>
              <a:t>出典:</a:t>
            </a:r>
          </a:p>
          <a:p xmlns:a="http://schemas.openxmlformats.org/drawingml/2006/main">
            <a:r>
              <a:t>https://www.kinomise.com/sokuryo/shiho/jyuuyou/kijyun/kijyun08-houkou.pdf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正Lと反Rをそのまま平均してはいけません。反Rを同じ周回へ換算したR′と正Lを平均します。この平均は反転で符号が変わる誤差を小さくしますが、すべての誤差を消すわけではありません。</a:t>
            </a:r>
          </a:p>
          <a:p xmlns:a="http://schemas.openxmlformats.org/drawingml/2006/main">
            <a:r>
              <a:t>出典:</a:t>
            </a:r>
          </a:p>
          <a:p xmlns:a="http://schemas.openxmlformats.org/drawingml/2006/main">
            <a:r>
              <a:t>https://eprints.nottingham.ac.uk/14491/1/246414.pdf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帰零は、平均した方向値から同じ対回のA始平均を引く操作です。これで器械の初期目盛にかかわらず、AからBまでの角として読めます。最後にAへ戻ったずれは帰零差として別に点検します。</a:t>
            </a:r>
          </a:p>
          <a:p xmlns:a="http://schemas.openxmlformats.org/drawingml/2006/main">
            <a:r>
              <a:t>出典:</a:t>
            </a:r>
          </a:p>
          <a:p xmlns:a="http://schemas.openxmlformats.org/drawingml/2006/main">
            <a:r>
              <a:t>https://www.kinomise.com/sokuryo/shiho/jyuuyou/kijyun/kijyun08-houkou.pdf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これは第1対回の原表から、Bの計算に必要な行を抜き出した架空データです。正Lと反Rは円周目盛の生読定で、まだ結果p・qではありません。A閉とA始の差から帰零差は＋4″です。</a:t>
            </a:r>
          </a:p>
          <a:p xmlns:a="http://schemas.openxmlformats.org/drawingml/2006/main">
            <a:r>
              <a:t>出典:</a:t>
            </a:r>
          </a:p>
          <a:p xmlns:a="http://schemas.openxmlformats.org/drawingml/2006/main">
            <a:r>
              <a:t>https://www.gsi.go.jp/gijyutukanri/gijyutukanri41018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第2対回では初期目盛を変えていますが、測っているAからBの角は同じです。初期値そのものではなく、零方向を引いた結果を比べます。A閉とA始の差による帰零差は−1″です。</a:t>
            </a:r>
          </a:p>
          <a:p xmlns:a="http://schemas.openxmlformats.org/drawingml/2006/main">
            <a:r>
              <a:t>出典:</a:t>
            </a:r>
          </a:p>
          <a:p xmlns:a="http://schemas.openxmlformats.org/drawingml/2006/main">
            <a:r>
              <a:t>https://www.gsi.go.jp/gijyutukanri/gijyutukanri41018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ここからは生読定ではなく、各姿勢で零方向Aを引いた結果を使います。正の結果をp、反の結果をqと統一します。pとqが同じ角の枝にあることも確認してください。</a:t>
            </a:r>
          </a:p>
          <a:p xmlns:a="http://schemas.openxmlformats.org/drawingml/2006/main">
            <a:r>
              <a:t>出典:</a:t>
            </a:r>
          </a:p>
          <a:p xmlns:a="http://schemas.openxmlformats.org/drawingml/2006/main">
            <a:r>
              <a:t>https://www.kinomise.com/sokuryo/shiho/ho-mtoa/r02ho/r02ho-5m.pdf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較差Cは、零方向差引後の結果についてp−qで求めます。符号は観測順に関係なく正の結果から反の結果を引きます。生読定を半周換算した差とは別物です。</a:t>
            </a:r>
          </a:p>
          <a:p xmlns:a="http://schemas.openxmlformats.org/drawingml/2006/main">
            <a:r>
              <a:t>出典:</a:t>
            </a:r>
          </a:p>
          <a:p xmlns:a="http://schemas.openxmlformats.org/drawingml/2006/main">
            <a:r>
              <a:t>https://www.kinomise.com/sokuryo/shiho/jyuuyou/kijyun/kijyun08-houkou.pdf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倍角Dは同じ対回のpとqの和です。野帳では共通する度・分を省き、秒だけを書くこともあります。ここでは意味が見えるように度分秒をすべて示します。</a:t>
            </a:r>
          </a:p>
          <a:p xmlns:a="http://schemas.openxmlformats.org/drawingml/2006/main">
            <a:r>
              <a:t>出典:</a:t>
            </a:r>
          </a:p>
          <a:p xmlns:a="http://schemas.openxmlformats.org/drawingml/2006/main">
            <a:r>
              <a:t>https://www.kinomise.com/sokuryo/shiho/jyuuyou/kijyun/kijyun08-houkou.pdf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倍角差はDの対回間の幅、観測差はCの対回間の幅です。どちらもBについては6″ですが、計算に使う列は違います。帰零差や平均角の差を代わりに入れてはいけません。</a:t>
            </a:r>
          </a:p>
          <a:p xmlns:a="http://schemas.openxmlformats.org/drawingml/2006/main">
            <a:r>
              <a:t>出典:</a:t>
            </a:r>
          </a:p>
          <a:p xmlns:a="http://schemas.openxmlformats.org/drawingml/2006/main">
            <a:r>
              <a:t>https://www.kinomise.com/sokuryo/shiho/ho-mtoa/r02ho/r02ho-5m.pdf</a:t>
            </a:r>
          </a:p>
          <a:p xmlns:a="http://schemas.openxmlformats.org/drawingml/2006/main">
            <a:r>
              <a:t>https://www.kinomise.com/sokuryo/shiho/jyuuyou/kijyun/kijyun08-houkou.pdf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この授業だけの仮基準では、Bの観測差6″が5″を超えています。一つでも超えたので、値を都合よく直さずB方向を再測します。この8″・5″・6″を公共測量の許容値として使ってはいけません。</a:t>
            </a:r>
          </a:p>
          <a:p xmlns:a="http://schemas.openxmlformats.org/drawingml/2006/main">
            <a:r>
              <a:t>出典:</a:t>
            </a:r>
          </a:p>
          <a:p xmlns:a="http://schemas.openxmlformats.org/drawingml/2006/main">
            <a:r>
              <a:t>https://www.gsi.go.jp/gijyutukanri/gijyutukanri41018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観測差の超過なら、まず求心、整準、視準、点名、転記、360°処理を順に確認します。原因を直してから同じ条件で再測し、元の値も記録に残します。方向法の2対回は、角を2回重ねる倍角法とは別です。 宿題の答は120°÷3=40°です。角の累積読定では、一周をまたぐ回数も含めた連続値を使います。</a:t>
            </a:r>
          </a:p>
          <a:p xmlns:a="http://schemas.openxmlformats.org/drawingml/2006/main">
            <a:r>
              <a:t>出典:</a:t>
            </a:r>
          </a:p>
          <a:p xmlns:a="http://schemas.openxmlformats.org/drawingml/2006/main">
            <a:r>
              <a:t>https://www.gsi.go.jp/gijyutukanri/gijyutukanri41018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地図や測量でいう北は一種類ではありません。真北、座標北、磁北は少しずれることがあります。角度を書くときは、どの北を基準にしたかも一緒に記録します。</a:t>
            </a:r>
          </a:p>
          <a:p xmlns:a="http://schemas.openxmlformats.org/drawingml/2006/main">
            <a:r>
              <a:t>出典:</a:t>
            </a:r>
          </a:p>
          <a:p xmlns:a="http://schemas.openxmlformats.org/drawingml/2006/main">
            <a:r>
              <a:t>https://www.gsi.go.jp/gijyutukanri/gijyutukanri41018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水平角は、OAのような指定した線から別の線までの開きです。方向角は、座標北からその線までを時計回りに測ります。数値だけでなく、基準線と回転方向を必ず添えましょう。</a:t>
            </a:r>
          </a:p>
          <a:p xmlns:a="http://schemas.openxmlformats.org/drawingml/2006/main">
            <a:r>
              <a:t>出典:</a:t>
            </a:r>
          </a:p>
          <a:p xmlns:a="http://schemas.openxmlformats.org/drawingml/2006/main">
            <a:r>
              <a:t>https://www.gsi.go.jp/gijyutukanri/gijyutukanri41018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天頂角Zは真上を0°として測ります。水平より上を正とする高低角αは、水平線からの傾きです。補正済みのZからα＝90°−Zで換算できます。</a:t>
            </a:r>
          </a:p>
          <a:p xmlns:a="http://schemas.openxmlformats.org/drawingml/2006/main">
            <a:r>
              <a:t>出典:</a:t>
            </a:r>
          </a:p>
          <a:p xmlns:a="http://schemas.openxmlformats.org/drawingml/2006/main">
            <a:r>
              <a:t>https://www.gsi.go.jp/common/000268569.pdf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天頂角表示では、理想なら正反の読定の和は360°です。この架空例では24″大きいので、高度定数Kは＋24″です。公共測量で点検する高度定数の較差にも、半分ではなくKを使います。</a:t>
            </a:r>
          </a:p>
          <a:p xmlns:a="http://schemas.openxmlformats.org/drawingml/2006/main">
            <a:r>
              <a:t>出典:</a:t>
            </a:r>
          </a:p>
          <a:p xmlns:a="http://schemas.openxmlformats.org/drawingml/2006/main">
            <a:r>
              <a:t>https://www.jsurvey.jp/20220705P59-2.pdf</a:t>
            </a:r>
          </a:p>
          <a:p xmlns:a="http://schemas.openxmlformats.org/drawingml/2006/main">
            <a:r>
              <a:t>https://www.gsi.go.jp/common/000268569.pdf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この教材では、両面読定へ同じ符号で入る誤差をiと定義します。そのためi＝K/2＝＋12″です。資料によっては補正量を−K/2と呼ぶので、記号だけを暗記せず定義式を確認します。</a:t>
            </a:r>
          </a:p>
          <a:p xmlns:a="http://schemas.openxmlformats.org/drawingml/2006/main">
            <a:r>
              <a:t>出典:</a:t>
            </a:r>
          </a:p>
          <a:p xmlns:a="http://schemas.openxmlformats.org/drawingml/2006/main">
            <a:r>
              <a:t>https://www.jsurvey.jp/20220705P59-2.pdf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正反から求めたKの半分を使い、補正済み天頂角Zを出します。次に90°からZを引くと、高低角αは＋11°47′30″です。正反を測る理由が、最後の補正値までつながりました。</a:t>
            </a:r>
          </a:p>
          <a:p xmlns:a="http://schemas.openxmlformats.org/drawingml/2006/main">
            <a:r>
              <a:t>出典:</a:t>
            </a:r>
          </a:p>
          <a:p xmlns:a="http://schemas.openxmlformats.org/drawingml/2006/main">
            <a:r>
              <a:t>https://www.jsurvey.jp/20220705P59-2.pdf</a:t>
            </a:r>
          </a:p>
          <a:p xmlns:a="http://schemas.openxmlformats.org/drawingml/2006/main">
            <a:r>
              <a:t>https://www.gsi.go.jp/common/000268569.pdf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ここまでは器械を測点Oの真上に置く前提でした。置けない場合はEから観測し、Oで得るはずの角と距離へ補正します。図はずれを誇張し、数値は教材用の架空値です。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EはOから東へ1 m、AはOから北へ100 mです。EからAへの方向は北より反時計回り側にδだけずれます。一方、EからBは真東のままなので、時計回りのA→B角は90°よりδだけ大きくなります。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計算途中は tanδ=1/100、δ=atan(0.01)=0.5729386977°です。EからAの方向角は359.4270613023°、Bは90°なので、同じ連続周回にそろえると90−(−0.5729386977)=90.5729386977°になります。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補正量の定義は中心値−偏心位置での観測値です。Eでは角がOより大きく見えるため、Oへ戻す角補正は負です。90.5729386977°−0.5729386977°=90°になります。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EA=√(100²+1²)=100.004999875 mなので、A距離補正は100−100.004999875=−0.004999875 m、約−0.0050 mです。EB=100−1=99 mなので、B距離補正は100−99=+1.0000 mです。符号は暗記せず、中心値−観測値で決めます。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小角近似δ≈e/rは偏心量eが目標距離rに比べて十分小さい場合の概算です。この例では0.01 rad≈0.57296°で厳密値0.57294°に近いですが、比が大きい場合や成果計算では座標から厳密に求めます。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数式の前にOとEから同じ目標へ線を引きます。Eでの角とA距離は中心値より大きく、B距離は小さいので、中心値−観測値の符号は順に負・負・正です。この予想と計算結果が合うかを点検します。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自動視準や二軸補正は視準と傾き補正を助けますが、測点や目標の取り違え、求心、偏心、気象・地盤変化までは保証しません。機種固有の補正範囲は取扱説明書に従い、点検値を超えたときの判断は観測者が行います。</a:t>
            </a:r>
          </a:p>
          <a:p xmlns:a="http://schemas.openxmlformats.org/drawingml/2006/main">
            <a:r>
              <a:t>出典:</a:t>
            </a:r>
          </a:p>
          <a:p xmlns:a="http://schemas.openxmlformats.org/drawingml/2006/main">
            <a:r>
              <a:t>https://help.fieldsystems.trimble.com/siteworks/en/measuring-total-station-leveling.htm</a:t>
            </a:r>
          </a:p>
          <a:p xmlns:a="http://schemas.openxmlformats.org/drawingml/2006/main">
            <a:r>
              <a:t>https://help.fieldsystems.trimble.com/sps-series-total-station/autolock-technology.htm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配布問題と同じ第1対回です。生読定は正L・反R、零方向差引き後の結果はp（正）・q（反）と書き分けます。途中計算：換算反はA始12°15′26″、B85°40′37″、A閉12°15′29″。p1=85°40′35″−12°15′20″=73°25′15″、q1=85°40′37″−12°15′26″=73°25′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途中計算：換算反はA始102°07′36″、B175°32′47″、A閉102°07′39″。p2=73°25′09″、q2=73°25′11″。点検は同じB方向の対回間で行います。仮基準は授業内だけの値で、公共測量の規程値ではありません。</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求める値はC1=+4″、C2=−2″、D1=146°50′26″、D2=146°50′20″、θ1=73°25′13″、θ2=73°25′10″です。ΔC=6″、ΔD=6″。帰零差は第1対回が正+5″・反+3″、第2対回が正−5″・反+3″です。観測差6″が5″を超えるため、B観測は原因を確認して再測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X=北、Y=東です。計算途中：δ=atan(1/100)=0.5729386977°、∠AEB=90°+δ、EA=√10001=100.004999875 m、EB=99 m。中心値は∠AOB=90°、OA=OB=100 mです。補正符号は角−、A距離−、B距離＋になります。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答えは30°、例として鉛直軸の傾きまたは求心誤差、α=90°−Z、原因を確認して再測です。許容値を超えた観測値を都合よく書き換えないことを最後に確認します。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今回の水平角は、次回のトラバース測量で辺の方向をつなぐ材料になります。角だけ、距離だけでは決まらなかった点の座標を、両方を組み合わせて求めます。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反Rを半周換算してから、正列と反列で独立にA始を引きます。p1=73°25′15″、q1=73°25′11″、p2=73°25′09″、q2=73°25′11″です。生読定R′−Lではなく、零方向差引き後の結果を比較します。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C1=+4″、C2=−2″です。D1=146°50′26″、D2=146°50′20″、各水平角はその半分です。平均角(73°25′13″+73°25′10″)/2=73°25′11.5″ですが、点検を通るまでは採用値にしません。</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ΔC=max(+4,−2)−min(+4,−2)=6″、ΔD=26″−20″=6″です。帰零差は正+5″・反+3″、正−5″・反+3″で、絶対値の最大は5″です。一つでも超過したため採用せず、B観測の原因を確認して再測します。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δは約0.01 rad、約0.573°なので計算結果の桁を概算できます。EからAは斜め、EからBは同じ東向きの線上にあります。この大小関係を次の補正符号の点検に使います。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角は90−90.5729386977=−0.5729386977°、A距離は100−100.004999875=−0.004999875 m、B距離は100−99=+1.0000 mです。定義どおり中心値からE観測値を引けば、符号を一貫して決められます。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正反平均でも鉛直軸の傾き、求心・目標の偏心、偶然誤差などは消えません。機器の表示だけを信じず、規約をそろえて計算し、点検量を比較し、超過時は原因を確認して再測します。次回は角と距離からトラバースの座標を求め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4939c04646e46f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54843154b134ff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ddea1912680c465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db93ee57c3d49f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e962f89390448a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adacb5d45224ca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796907D-6D21-43AF-A447-2777E14CD8AD}"/>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F655B307-E092-4415-BF98-931DAD2ED955}"/>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2CCCD108-26B5-4241-8FA1-16166451A8E8}"/>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07A595B-7D68-4D53-9449-4F359C58702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9EE56436-86B3-4800-A85A-86AF88DDCEB2}"/>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1F37D87-97BF-4625-B36F-C9A02D7CFD8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60322E4-127B-4231-A4E6-BD5BD2E3853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2B9772D7-22D5-43D3-A6B1-F38799702B3A}"/>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40A17A8-8B82-4029-A407-4CBBBBDE5CE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1A6054F-8F1F-41A7-94BE-E844ACA746E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b698d2decad4c33" /><Relationship Type="http://schemas.openxmlformats.org/officeDocument/2006/relationships/slideLayout" Target="/ppt/slideLayouts/slideLayout1.xml" Id="R083a1af9b1214269" /><Relationship Type="http://schemas.openxmlformats.org/officeDocument/2006/relationships/slideLayout" Target="/ppt/slideLayouts/slideLayout2.xml" Id="Ra52b09c3e157418f" /><Relationship Type="http://schemas.openxmlformats.org/officeDocument/2006/relationships/slideLayout" Target="/ppt/slideLayouts/slideLayout3.xml" Id="R6cc78c1ded8c4008" /><Relationship Type="http://schemas.openxmlformats.org/officeDocument/2006/relationships/slideLayout" Target="/ppt/slideLayouts/slideLayout4.xml" Id="R7a7a9aa7cf884f11" /><Relationship Type="http://schemas.openxmlformats.org/officeDocument/2006/relationships/slideLayout" Target="/ppt/slideLayouts/slideLayout5.xml" Id="Rf5d3fdafb1684bc5" /><Relationship Type="http://schemas.openxmlformats.org/officeDocument/2006/relationships/slideLayout" Target="/ppt/slideLayouts/slideLayout6.xml" Id="R8da5e469efd64fd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83a1af9b1214269"/>
    <p:sldLayoutId xmlns:r="http://schemas.openxmlformats.org/officeDocument/2006/relationships" id="2147483650" r:id="Ra52b09c3e157418f"/>
    <p:sldLayoutId xmlns:r="http://schemas.openxmlformats.org/officeDocument/2006/relationships" id="2147483651" r:id="R6cc78c1ded8c4008"/>
    <p:sldLayoutId xmlns:r="http://schemas.openxmlformats.org/officeDocument/2006/relationships" id="2147483652" r:id="R7a7a9aa7cf884f11"/>
    <p:sldLayoutId xmlns:r="http://schemas.openxmlformats.org/officeDocument/2006/relationships" id="2147483653" r:id="Rf5d3fdafb1684bc5"/>
    <p:sldLayoutId xmlns:r="http://schemas.openxmlformats.org/officeDocument/2006/relationships" id="2147483654" r:id="R8da5e469efd64fd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375eede37b2949f1" /><Relationship Type="http://schemas.openxmlformats.org/officeDocument/2006/relationships/notesSlide" Target="/ppt/notesSlides/notesSlide1.xml" Id="Rdca439099aa5486d"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b2c4b50368d34786" /><Relationship Type="http://schemas.openxmlformats.org/officeDocument/2006/relationships/notesSlide" Target="/ppt/notesSlides/notesSlide2.xml" Id="R76cf705996c642b9"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da7bc0853bcf47ee" /><Relationship Type="http://schemas.openxmlformats.org/officeDocument/2006/relationships/notesSlide" Target="/ppt/notesSlides/notesSlide3.xml" Id="Rddd503553b304e17"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bb3daa6384d048b2" /><Relationship Type="http://schemas.openxmlformats.org/officeDocument/2006/relationships/notesSlide" Target="/ppt/notesSlides/notesSlide4.xml" Id="R7d4d4c0b8d784337"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5109f9a19fe44a4c" /><Relationship Type="http://schemas.openxmlformats.org/officeDocument/2006/relationships/notesSlide" Target="/ppt/notesSlides/notesSlide5.xml" Id="R45ec356e92ba4de8"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1cfd6340f45747dc" /><Relationship Type="http://schemas.openxmlformats.org/officeDocument/2006/relationships/notesSlide" Target="/ppt/notesSlides/notesSlide6.xml" Id="R62c9fe5a95894cc7"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6fa6942857fb4b4d" /><Relationship Type="http://schemas.openxmlformats.org/officeDocument/2006/relationships/notesSlide" Target="/ppt/notesSlides/notesSlide7.xml" Id="R199e7cf635fd4df6"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f151a81a0dfd40cb" /><Relationship Type="http://schemas.openxmlformats.org/officeDocument/2006/relationships/notesSlide" Target="/ppt/notesSlides/notesSlide8.xml" Id="R13dfda0b48b0435e"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886977a558a34f4c" /><Relationship Type="http://schemas.openxmlformats.org/officeDocument/2006/relationships/notesSlide" Target="/ppt/notesSlides/notesSlide9.xml" Id="R0d0981685438464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4d34412079864afa" /><Relationship Type="http://schemas.openxmlformats.org/officeDocument/2006/relationships/notesSlide" Target="/ppt/notesSlides/notesSlide10.xml" Id="R769b776548484bf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fd249a4e6e3d4a9f" /><Relationship Type="http://schemas.openxmlformats.org/officeDocument/2006/relationships/notesSlide" Target="/ppt/notesSlides/notesSlide11.xml" Id="Re708f268cdfd458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e0594dcd33574544" /><Relationship Type="http://schemas.openxmlformats.org/officeDocument/2006/relationships/notesSlide" Target="/ppt/notesSlides/notesSlide12.xml" Id="R24ccc9e1f2e548f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1e2c5561d95e4c7f" /><Relationship Type="http://schemas.openxmlformats.org/officeDocument/2006/relationships/notesSlide" Target="/ppt/notesSlides/notesSlide13.xml" Id="Rbc408985391f420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8519e39835404365" /><Relationship Type="http://schemas.openxmlformats.org/officeDocument/2006/relationships/notesSlide" Target="/ppt/notesSlides/notesSlide14.xml" Id="R40465c4d46ea440c"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9670c5f35d0f4190" /><Relationship Type="http://schemas.openxmlformats.org/officeDocument/2006/relationships/notesSlide" Target="/ppt/notesSlides/notesSlide15.xml" Id="R6f61af0268b847ea"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1fc9cd2ad0d441b5" /><Relationship Type="http://schemas.openxmlformats.org/officeDocument/2006/relationships/notesSlide" Target="/ppt/notesSlides/notesSlide16.xml" Id="R91d805e06bd14c35"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4937c9ba14834701" /><Relationship Type="http://schemas.openxmlformats.org/officeDocument/2006/relationships/notesSlide" Target="/ppt/notesSlides/notesSlide17.xml" Id="Re6f56bb1befc4f26"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f20555de345e4743" /><Relationship Type="http://schemas.openxmlformats.org/officeDocument/2006/relationships/notesSlide" Target="/ppt/notesSlides/notesSlide18.xml" Id="R319d236ba96a42af"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cf902a55285f4539" /><Relationship Type="http://schemas.openxmlformats.org/officeDocument/2006/relationships/notesSlide" Target="/ppt/notesSlides/notesSlide19.xml" Id="Re9566f2353cc42ab"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c035ae72cb664a17" /><Relationship Type="http://schemas.openxmlformats.org/officeDocument/2006/relationships/notesSlide" Target="/ppt/notesSlides/notesSlide20.xml" Id="Recff8cd86a2c4506"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e08acf9e0180421f" /><Relationship Type="http://schemas.openxmlformats.org/officeDocument/2006/relationships/notesSlide" Target="/ppt/notesSlides/notesSlide21.xml" Id="R9f40bad64d524e30"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8eb3c40124264767" /><Relationship Type="http://schemas.openxmlformats.org/officeDocument/2006/relationships/notesSlide" Target="/ppt/notesSlides/notesSlide22.xml" Id="R80488c8d82244bb1"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4ed0225b7a784aee" /><Relationship Type="http://schemas.openxmlformats.org/officeDocument/2006/relationships/notesSlide" Target="/ppt/notesSlides/notesSlide23.xml" Id="R7e33460532734b89"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7b312015250e4913" /><Relationship Type="http://schemas.openxmlformats.org/officeDocument/2006/relationships/notesSlide" Target="/ppt/notesSlides/notesSlide24.xml" Id="R01fe512b007c4877"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5bd46a584ef5427b" /><Relationship Type="http://schemas.openxmlformats.org/officeDocument/2006/relationships/notesSlide" Target="/ppt/notesSlides/notesSlide25.xml" Id="R9eb4efac7ee04167"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f1e93b5d5093497b" /><Relationship Type="http://schemas.openxmlformats.org/officeDocument/2006/relationships/notesSlide" Target="/ppt/notesSlides/notesSlide26.xml" Id="Rc6eeadba85e84613"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9d0064bb7e234fdd" /><Relationship Type="http://schemas.openxmlformats.org/officeDocument/2006/relationships/notesSlide" Target="/ppt/notesSlides/notesSlide27.xml" Id="Re5eb110257ae457c"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ebe473da76ec4ab0" /><Relationship Type="http://schemas.openxmlformats.org/officeDocument/2006/relationships/notesSlide" Target="/ppt/notesSlides/notesSlide28.xml" Id="R08ed3f39c0ae4188"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254a5e6e49c04d48" /><Relationship Type="http://schemas.openxmlformats.org/officeDocument/2006/relationships/notesSlide" Target="/ppt/notesSlides/notesSlide29.xml" Id="R2ec340bc6f4a4892"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6e84140f3bd8466c" /><Relationship Type="http://schemas.openxmlformats.org/officeDocument/2006/relationships/notesSlide" Target="/ppt/notesSlides/notesSlide30.xml" Id="R7f519f7043e4441c"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8c89e5fd6e864b8b" /><Relationship Type="http://schemas.openxmlformats.org/officeDocument/2006/relationships/notesSlide" Target="/ppt/notesSlides/notesSlide31.xml" Id="R475be2afe9694ece"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22a2debee72b4995" /><Relationship Type="http://schemas.openxmlformats.org/officeDocument/2006/relationships/notesSlide" Target="/ppt/notesSlides/notesSlide32.xml" Id="R23a5b02dd2914922"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8c8a139330c4428e" /><Relationship Type="http://schemas.openxmlformats.org/officeDocument/2006/relationships/notesSlide" Target="/ppt/notesSlides/notesSlide33.xml" Id="R78355584addf40c0"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5fe4add52a114ad3" /><Relationship Type="http://schemas.openxmlformats.org/officeDocument/2006/relationships/notesSlide" Target="/ppt/notesSlides/notesSlide34.xml" Id="Rab40f7454a7b4a7f"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8441bc184acd43da" /><Relationship Type="http://schemas.openxmlformats.org/officeDocument/2006/relationships/notesSlide" Target="/ppt/notesSlides/notesSlide35.xml" Id="Rd4f55ec1213c403b"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daf75fc8dd934e4c" /><Relationship Type="http://schemas.openxmlformats.org/officeDocument/2006/relationships/notesSlide" Target="/ppt/notesSlides/notesSlide36.xml" Id="Rfdf78400b6c14f1c"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d11ee9f83bd04f3a" /><Relationship Type="http://schemas.openxmlformats.org/officeDocument/2006/relationships/notesSlide" Target="/ppt/notesSlides/notesSlide37.xml" Id="R5453390bee2c4b9f"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baee8953121849bc" /><Relationship Type="http://schemas.openxmlformats.org/officeDocument/2006/relationships/notesSlide" Target="/ppt/notesSlides/notesSlide38.xml" Id="R1a7838fd7a984932"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b023cd43b1c1472d" /><Relationship Type="http://schemas.openxmlformats.org/officeDocument/2006/relationships/notesSlide" Target="/ppt/notesSlides/notesSlide39.xml" Id="R1df2221daa9647f9"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91e63a1b37164ee7" /><Relationship Type="http://schemas.openxmlformats.org/officeDocument/2006/relationships/notesSlide" Target="/ppt/notesSlides/notesSlide40.xml" Id="Re47181e32bf14f8a" /></Relationships>
</file>

<file path=ppt/slides/_rels/slide41.xml.rels>&#65279;<?xml version="1.0" encoding="utf-8"?><Relationships xmlns="http://schemas.openxmlformats.org/package/2006/relationships"><Relationship Type="http://schemas.openxmlformats.org/officeDocument/2006/relationships/slideLayout" Target="/ppt/slideLayouts/slideLayout6.xml" Id="Ra9e1ba20b3784aff" /><Relationship Type="http://schemas.openxmlformats.org/officeDocument/2006/relationships/notesSlide" Target="/ppt/notesSlides/notesSlide41.xml" Id="R1b2ab655be3647e5" /></Relationships>
</file>

<file path=ppt/slides/_rels/slide42.xml.rels>&#65279;<?xml version="1.0" encoding="utf-8"?><Relationships xmlns="http://schemas.openxmlformats.org/package/2006/relationships"><Relationship Type="http://schemas.openxmlformats.org/officeDocument/2006/relationships/slideLayout" Target="/ppt/slideLayouts/slideLayout6.xml" Id="R337f051936194f71" /><Relationship Type="http://schemas.openxmlformats.org/officeDocument/2006/relationships/notesSlide" Target="/ppt/notesSlides/notesSlide42.xml" Id="R0b63fe540baa4cd0" /></Relationships>
</file>

<file path=ppt/slides/_rels/slide43.xml.rels>&#65279;<?xml version="1.0" encoding="utf-8"?><Relationships xmlns="http://schemas.openxmlformats.org/package/2006/relationships"><Relationship Type="http://schemas.openxmlformats.org/officeDocument/2006/relationships/slideLayout" Target="/ppt/slideLayouts/slideLayout6.xml" Id="Rd22c4bb0c2134fab" /><Relationship Type="http://schemas.openxmlformats.org/officeDocument/2006/relationships/notesSlide" Target="/ppt/notesSlides/notesSlide43.xml" Id="R97e2f0cc99c44e23" /></Relationships>
</file>

<file path=ppt/slides/_rels/slide44.xml.rels>&#65279;<?xml version="1.0" encoding="utf-8"?><Relationships xmlns="http://schemas.openxmlformats.org/package/2006/relationships"><Relationship Type="http://schemas.openxmlformats.org/officeDocument/2006/relationships/slideLayout" Target="/ppt/slideLayouts/slideLayout6.xml" Id="Ra31cdc239efa420a" /><Relationship Type="http://schemas.openxmlformats.org/officeDocument/2006/relationships/notesSlide" Target="/ppt/notesSlides/notesSlide44.xml" Id="R912d62d8522c4dbe" /></Relationships>
</file>

<file path=ppt/slides/_rels/slide45.xml.rels>&#65279;<?xml version="1.0" encoding="utf-8"?><Relationships xmlns="http://schemas.openxmlformats.org/package/2006/relationships"><Relationship Type="http://schemas.openxmlformats.org/officeDocument/2006/relationships/slideLayout" Target="/ppt/slideLayouts/slideLayout6.xml" Id="Re498c5783556488b" /><Relationship Type="http://schemas.openxmlformats.org/officeDocument/2006/relationships/notesSlide" Target="/ppt/notesSlides/notesSlide45.xml" Id="R9da1f807f199447f" /></Relationships>
</file>

<file path=ppt/slides/_rels/slide46.xml.rels>&#65279;<?xml version="1.0" encoding="utf-8"?><Relationships xmlns="http://schemas.openxmlformats.org/package/2006/relationships"><Relationship Type="http://schemas.openxmlformats.org/officeDocument/2006/relationships/slideLayout" Target="/ppt/slideLayouts/slideLayout6.xml" Id="R2ec9e21558ec4614" /><Relationship Type="http://schemas.openxmlformats.org/officeDocument/2006/relationships/notesSlide" Target="/ppt/notesSlides/notesSlide46.xml" Id="Re3adc51c347440e2" /></Relationships>
</file>

<file path=ppt/slides/_rels/slide47.xml.rels>&#65279;<?xml version="1.0" encoding="utf-8"?><Relationships xmlns="http://schemas.openxmlformats.org/package/2006/relationships"><Relationship Type="http://schemas.openxmlformats.org/officeDocument/2006/relationships/slideLayout" Target="/ppt/slideLayouts/slideLayout6.xml" Id="R44275b72a59b4024" /><Relationship Type="http://schemas.openxmlformats.org/officeDocument/2006/relationships/notesSlide" Target="/ppt/notesSlides/notesSlide47.xml" Id="Re34e120afcf7420b" /></Relationships>
</file>

<file path=ppt/slides/_rels/slide48.xml.rels>&#65279;<?xml version="1.0" encoding="utf-8"?><Relationships xmlns="http://schemas.openxmlformats.org/package/2006/relationships"><Relationship Type="http://schemas.openxmlformats.org/officeDocument/2006/relationships/slideLayout" Target="/ppt/slideLayouts/slideLayout6.xml" Id="Rc4123fd945e54052" /><Relationship Type="http://schemas.openxmlformats.org/officeDocument/2006/relationships/notesSlide" Target="/ppt/notesSlides/notesSlide48.xml" Id="R66e4dac58c7540dd" /></Relationships>
</file>

<file path=ppt/slides/_rels/slide49.xml.rels>&#65279;<?xml version="1.0" encoding="utf-8"?><Relationships xmlns="http://schemas.openxmlformats.org/package/2006/relationships"><Relationship Type="http://schemas.openxmlformats.org/officeDocument/2006/relationships/slideLayout" Target="/ppt/slideLayouts/slideLayout6.xml" Id="Rd4e30501559c470c" /><Relationship Type="http://schemas.openxmlformats.org/officeDocument/2006/relationships/notesSlide" Target="/ppt/notesSlides/notesSlide49.xml" Id="Re6403467eef24aa0" /></Relationships>
</file>

<file path=ppt/slides/_rels/slide50.xml.rels>&#65279;<?xml version="1.0" encoding="utf-8"?><Relationships xmlns="http://schemas.openxmlformats.org/package/2006/relationships"><Relationship Type="http://schemas.openxmlformats.org/officeDocument/2006/relationships/slideLayout" Target="/ppt/slideLayouts/slideLayout6.xml" Id="R3b4d3d326f844402" /><Relationship Type="http://schemas.openxmlformats.org/officeDocument/2006/relationships/notesSlide" Target="/ppt/notesSlides/notesSlide50.xml" Id="Rf7b4f9c888c74d8a" /></Relationships>
</file>

<file path=ppt/slides/_rels/slide51.xml.rels>&#65279;<?xml version="1.0" encoding="utf-8"?><Relationships xmlns="http://schemas.openxmlformats.org/package/2006/relationships"><Relationship Type="http://schemas.openxmlformats.org/officeDocument/2006/relationships/slideLayout" Target="/ppt/slideLayouts/slideLayout6.xml" Id="Rdf69766b0d8241cf" /><Relationship Type="http://schemas.openxmlformats.org/officeDocument/2006/relationships/notesSlide" Target="/ppt/notesSlides/notesSlide51.xml" Id="Redbc067861c44735" /></Relationships>
</file>

<file path=ppt/slides/_rels/slide52.xml.rels>&#65279;<?xml version="1.0" encoding="utf-8"?><Relationships xmlns="http://schemas.openxmlformats.org/package/2006/relationships"><Relationship Type="http://schemas.openxmlformats.org/officeDocument/2006/relationships/slideLayout" Target="/ppt/slideLayouts/slideLayout6.xml" Id="Rbaaa02a1cfa84f5d" /><Relationship Type="http://schemas.openxmlformats.org/officeDocument/2006/relationships/notesSlide" Target="/ppt/notesSlides/notesSlide52.xml" Id="Reb169cb821e64e3c" /></Relationships>
</file>

<file path=ppt/slides/_rels/slide53.xml.rels>&#65279;<?xml version="1.0" encoding="utf-8"?><Relationships xmlns="http://schemas.openxmlformats.org/package/2006/relationships"><Relationship Type="http://schemas.openxmlformats.org/officeDocument/2006/relationships/slideLayout" Target="/ppt/slideLayouts/slideLayout6.xml" Id="R7dd218ec87724e03" /><Relationship Type="http://schemas.openxmlformats.org/officeDocument/2006/relationships/notesSlide" Target="/ppt/notesSlides/notesSlide53.xml" Id="R16cf38c8462e4100" /></Relationships>
</file>

<file path=ppt/slides/_rels/slide54.xml.rels>&#65279;<?xml version="1.0" encoding="utf-8"?><Relationships xmlns="http://schemas.openxmlformats.org/package/2006/relationships"><Relationship Type="http://schemas.openxmlformats.org/officeDocument/2006/relationships/slideLayout" Target="/ppt/slideLayouts/slideLayout6.xml" Id="Re59cee955ad548dd" /><Relationship Type="http://schemas.openxmlformats.org/officeDocument/2006/relationships/notesSlide" Target="/ppt/notesSlides/notesSlide54.xml" Id="R9448fbc5ea634fc9" /></Relationships>
</file>

<file path=ppt/slides/_rels/slide55.xml.rels>&#65279;<?xml version="1.0" encoding="utf-8"?><Relationships xmlns="http://schemas.openxmlformats.org/package/2006/relationships"><Relationship Type="http://schemas.openxmlformats.org/officeDocument/2006/relationships/slideLayout" Target="/ppt/slideLayouts/slideLayout6.xml" Id="R1b379841f0c746b2" /><Relationship Type="http://schemas.openxmlformats.org/officeDocument/2006/relationships/notesSlide" Target="/ppt/notesSlides/notesSlide55.xml" Id="R39c858e761e34bd0" /></Relationships>
</file>

<file path=ppt/slides/_rels/slide56.xml.rels>&#65279;<?xml version="1.0" encoding="utf-8"?><Relationships xmlns="http://schemas.openxmlformats.org/package/2006/relationships"><Relationship Type="http://schemas.openxmlformats.org/officeDocument/2006/relationships/slideLayout" Target="/ppt/slideLayouts/slideLayout6.xml" Id="R98f6ba869b7c4ee0" /><Relationship Type="http://schemas.openxmlformats.org/officeDocument/2006/relationships/notesSlide" Target="/ppt/notesSlides/notesSlide56.xml" Id="Re9ba1dfca62d4977" /></Relationships>
</file>

<file path=ppt/slides/_rels/slide57.xml.rels>&#65279;<?xml version="1.0" encoding="utf-8"?><Relationships xmlns="http://schemas.openxmlformats.org/package/2006/relationships"><Relationship Type="http://schemas.openxmlformats.org/officeDocument/2006/relationships/slideLayout" Target="/ppt/slideLayouts/slideLayout6.xml" Id="R7a08cb6f5e1642e7" /><Relationship Type="http://schemas.openxmlformats.org/officeDocument/2006/relationships/notesSlide" Target="/ppt/notesSlides/notesSlide57.xml" Id="Raa6baccc9dad4478" /></Relationships>
</file>

<file path=ppt/slides/_rels/slide58.xml.rels>&#65279;<?xml version="1.0" encoding="utf-8"?><Relationships xmlns="http://schemas.openxmlformats.org/package/2006/relationships"><Relationship Type="http://schemas.openxmlformats.org/officeDocument/2006/relationships/slideLayout" Target="/ppt/slideLayouts/slideLayout6.xml" Id="Ree9151bc5fc14edc" /><Relationship Type="http://schemas.openxmlformats.org/officeDocument/2006/relationships/notesSlide" Target="/ppt/notesSlides/notesSlide58.xml" Id="Rd79fe78af6114b32" /></Relationships>
</file>

<file path=ppt/slides/_rels/slide59.xml.rels>&#65279;<?xml version="1.0" encoding="utf-8"?><Relationships xmlns="http://schemas.openxmlformats.org/package/2006/relationships"><Relationship Type="http://schemas.openxmlformats.org/officeDocument/2006/relationships/slideLayout" Target="/ppt/slideLayouts/slideLayout6.xml" Id="Rd9bb23cb81d94876" /><Relationship Type="http://schemas.openxmlformats.org/officeDocument/2006/relationships/notesSlide" Target="/ppt/notesSlides/notesSlide59.xml" Id="R31d4d00138974c20" /></Relationships>
</file>

<file path=ppt/slides/_rels/slide60.xml.rels>&#65279;<?xml version="1.0" encoding="utf-8"?><Relationships xmlns="http://schemas.openxmlformats.org/package/2006/relationships"><Relationship Type="http://schemas.openxmlformats.org/officeDocument/2006/relationships/slideLayout" Target="/ppt/slideLayouts/slideLayout6.xml" Id="Rfd531e0c1f384966" /><Relationship Type="http://schemas.openxmlformats.org/officeDocument/2006/relationships/notesSlide" Target="/ppt/notesSlides/notesSlide60.xml" Id="R42feb3f463264588"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7A105481-4DEA-4F96-9A02-607A2E801F55}"/>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B43438D9-088C-4F94-95DD-9C29D2845944}"/>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導入</a:t>
            </a:r>
          </a:p>
        </p:txBody>
      </p:sp>
      <p:sp>
        <p:nvSpPr>
          <p:cNvPr id="3" name="">
            <a:extLst xmlns:a="http://schemas.openxmlformats.org/drawingml/2006/main">
              <a:ext uri="{FF2B5EF4-FFF2-40B4-BE49-F238E27FC236}">
                <a16:creationId xmlns:a16="http://schemas.microsoft.com/office/drawing/2014/main" id="{95CD51FD-FF13-4F7B-9B45-7774AAAC5349}"/>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01</a:t>
            </a:r>
          </a:p>
        </p:txBody>
      </p:sp>
      <p:sp>
        <p:nvSpPr>
          <p:cNvPr id="4" name="">
            <a:extLst xmlns:a="http://schemas.openxmlformats.org/drawingml/2006/main">
              <a:ext uri="{FF2B5EF4-FFF2-40B4-BE49-F238E27FC236}">
                <a16:creationId xmlns:a16="http://schemas.microsoft.com/office/drawing/2014/main" id="{AA4F5C8E-7162-4DE9-870C-C9076792296A}"/>
              </a:ext>
            </a:extLst>
          </p:cNvPr>
          <p:cNvSpPr>
            <a:spLocks xmlns:a="http://schemas.openxmlformats.org/drawingml/2006/main" noGrp="1"/>
          </p:cNvSpPr>
          <p:nvPr/>
        </p:nvSpPr>
        <p:spPr>
          <a:xfrm xmlns:a="http://schemas.openxmlformats.org/drawingml/2006/main">
            <a:off x="781050" y="1381125"/>
            <a:ext cx="61912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4050" b="1">
                <a:solidFill>
                  <a:srgbClr val="182B33"/>
                </a:solidFill>
                <a:latin typeface="Yu Gothic"/>
                <a:ea typeface="Yu Gothic"/>
                <a:cs typeface="Yu Gothic"/>
              </a:defRPr>
            </a:defPPr>
            <a:lvl1pPr algn="l">
              <a:defRPr sz="4050" b="1">
                <a:solidFill>
                  <a:srgbClr val="182B33"/>
                </a:solidFill>
                <a:latin typeface="Yu Gothic"/>
                <a:ea typeface="Yu Gothic"/>
                <a:cs typeface="Yu Gothic"/>
              </a:defRPr>
            </a:lvl1pPr>
            <a:lvl2pPr algn="l">
              <a:defRPr sz="4050" b="1">
                <a:solidFill>
                  <a:srgbClr val="182B33"/>
                </a:solidFill>
                <a:latin typeface="Yu Gothic"/>
                <a:ea typeface="Yu Gothic"/>
                <a:cs typeface="Yu Gothic"/>
              </a:defRPr>
            </a:lvl2pPr>
            <a:lvl3pPr algn="l">
              <a:defRPr sz="4050" b="1">
                <a:solidFill>
                  <a:srgbClr val="182B33"/>
                </a:solidFill>
                <a:latin typeface="Yu Gothic"/>
                <a:ea typeface="Yu Gothic"/>
                <a:cs typeface="Yu Gothic"/>
              </a:defRPr>
            </a:lvl3pPr>
            <a:lvl4pPr algn="l">
              <a:defRPr sz="4050" b="1">
                <a:solidFill>
                  <a:srgbClr val="182B33"/>
                </a:solidFill>
                <a:latin typeface="Yu Gothic"/>
                <a:ea typeface="Yu Gothic"/>
                <a:cs typeface="Yu Gothic"/>
              </a:defRPr>
            </a:lvl4pPr>
            <a:lvl5pPr algn="l">
              <a:defRPr sz="4050" b="1">
                <a:solidFill>
                  <a:srgbClr val="182B33"/>
                </a:solidFill>
                <a:latin typeface="Yu Gothic"/>
                <a:ea typeface="Yu Gothic"/>
                <a:cs typeface="Yu Gothic"/>
              </a:defRPr>
            </a:lvl5pPr>
            <a:lvl6pPr algn="l">
              <a:defRPr sz="4050" b="1">
                <a:solidFill>
                  <a:srgbClr val="182B33"/>
                </a:solidFill>
                <a:latin typeface="Yu Gothic"/>
                <a:ea typeface="Yu Gothic"/>
                <a:cs typeface="Yu Gothic"/>
              </a:defRPr>
            </a:lvl6pPr>
            <a:lvl7pPr algn="l">
              <a:defRPr sz="4050" b="1">
                <a:solidFill>
                  <a:srgbClr val="182B33"/>
                </a:solidFill>
                <a:latin typeface="Yu Gothic"/>
                <a:ea typeface="Yu Gothic"/>
                <a:cs typeface="Yu Gothic"/>
              </a:defRPr>
            </a:lvl7pPr>
            <a:lvl8pPr algn="l">
              <a:defRPr sz="4050" b="1">
                <a:solidFill>
                  <a:srgbClr val="182B33"/>
                </a:solidFill>
                <a:latin typeface="Yu Gothic"/>
                <a:ea typeface="Yu Gothic"/>
                <a:cs typeface="Yu Gothic"/>
              </a:defRPr>
            </a:lvl8pPr>
            <a:lvl9pPr algn="l">
              <a:defRPr sz="4050" b="1">
                <a:solidFill>
                  <a:srgbClr val="182B33"/>
                </a:solidFill>
                <a:latin typeface="Yu Gothic"/>
                <a:ea typeface="Yu Gothic"/>
                <a:cs typeface="Yu Gothic"/>
              </a:defRPr>
            </a:lvl9pPr>
          </a:lstStyle>
          <a:p xmlns:a="http://schemas.openxmlformats.org/drawingml/2006/main">
            <a:pPr algn="l">
              <a:defRPr sz="4050" b="1">
                <a:solidFill>
                  <a:srgbClr val="182B33"/>
                </a:solidFill>
                <a:latin typeface="Yu Gothic"/>
                <a:ea typeface="Yu Gothic"/>
                <a:cs typeface="Yu Gothic"/>
              </a:defRPr>
            </a:pPr>
            <a:r>
              <a:rPr sz="4050" b="1">
                <a:solidFill>
                  <a:srgbClr val="182B33"/>
                </a:solidFill>
                <a:latin typeface="Yu Gothic"/>
                <a:ea typeface="Yu Gothic"/>
                <a:cs typeface="Yu Gothic"/>
              </a:rPr>
              <a:t>角測量</a:t>
            </a:r>
          </a:p>
        </p:txBody>
      </p:sp>
      <p:sp>
        <p:nvSpPr>
          <p:cNvPr id="5" name="">
            <a:extLst xmlns:a="http://schemas.openxmlformats.org/drawingml/2006/main">
              <a:ext uri="{FF2B5EF4-FFF2-40B4-BE49-F238E27FC236}">
                <a16:creationId xmlns:a16="http://schemas.microsoft.com/office/drawing/2014/main" id="{844479B7-8686-47CD-8BA8-47106E218887}"/>
              </a:ext>
            </a:extLst>
          </p:cNvPr>
          <p:cNvSpPr>
            <a:spLocks xmlns:a="http://schemas.openxmlformats.org/drawingml/2006/main" noGrp="1"/>
          </p:cNvSpPr>
          <p:nvPr/>
        </p:nvSpPr>
        <p:spPr>
          <a:xfrm xmlns:a="http://schemas.openxmlformats.org/drawingml/2006/main">
            <a:off x="819150" y="2857500"/>
            <a:ext cx="5905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400" b="1">
                <a:solidFill>
                  <a:srgbClr val="166B68"/>
                </a:solidFill>
                <a:latin typeface="Yu Gothic"/>
                <a:ea typeface="Yu Gothic"/>
                <a:cs typeface="Yu Gothic"/>
              </a:defRPr>
            </a:defPPr>
            <a:lvl1pPr algn="l">
              <a:defRPr sz="2400" b="1">
                <a:solidFill>
                  <a:srgbClr val="166B68"/>
                </a:solidFill>
                <a:latin typeface="Yu Gothic"/>
                <a:ea typeface="Yu Gothic"/>
                <a:cs typeface="Yu Gothic"/>
              </a:defRPr>
            </a:lvl1pPr>
            <a:lvl2pPr algn="l">
              <a:defRPr sz="2400" b="1">
                <a:solidFill>
                  <a:srgbClr val="166B68"/>
                </a:solidFill>
                <a:latin typeface="Yu Gothic"/>
                <a:ea typeface="Yu Gothic"/>
                <a:cs typeface="Yu Gothic"/>
              </a:defRPr>
            </a:lvl2pPr>
            <a:lvl3pPr algn="l">
              <a:defRPr sz="2400" b="1">
                <a:solidFill>
                  <a:srgbClr val="166B68"/>
                </a:solidFill>
                <a:latin typeface="Yu Gothic"/>
                <a:ea typeface="Yu Gothic"/>
                <a:cs typeface="Yu Gothic"/>
              </a:defRPr>
            </a:lvl3pPr>
            <a:lvl4pPr algn="l">
              <a:defRPr sz="2400" b="1">
                <a:solidFill>
                  <a:srgbClr val="166B68"/>
                </a:solidFill>
                <a:latin typeface="Yu Gothic"/>
                <a:ea typeface="Yu Gothic"/>
                <a:cs typeface="Yu Gothic"/>
              </a:defRPr>
            </a:lvl4pPr>
            <a:lvl5pPr algn="l">
              <a:defRPr sz="2400" b="1">
                <a:solidFill>
                  <a:srgbClr val="166B68"/>
                </a:solidFill>
                <a:latin typeface="Yu Gothic"/>
                <a:ea typeface="Yu Gothic"/>
                <a:cs typeface="Yu Gothic"/>
              </a:defRPr>
            </a:lvl5pPr>
            <a:lvl6pPr algn="l">
              <a:defRPr sz="2400" b="1">
                <a:solidFill>
                  <a:srgbClr val="166B68"/>
                </a:solidFill>
                <a:latin typeface="Yu Gothic"/>
                <a:ea typeface="Yu Gothic"/>
                <a:cs typeface="Yu Gothic"/>
              </a:defRPr>
            </a:lvl6pPr>
            <a:lvl7pPr algn="l">
              <a:defRPr sz="2400" b="1">
                <a:solidFill>
                  <a:srgbClr val="166B68"/>
                </a:solidFill>
                <a:latin typeface="Yu Gothic"/>
                <a:ea typeface="Yu Gothic"/>
                <a:cs typeface="Yu Gothic"/>
              </a:defRPr>
            </a:lvl7pPr>
            <a:lvl8pPr algn="l">
              <a:defRPr sz="2400" b="1">
                <a:solidFill>
                  <a:srgbClr val="166B68"/>
                </a:solidFill>
                <a:latin typeface="Yu Gothic"/>
                <a:ea typeface="Yu Gothic"/>
                <a:cs typeface="Yu Gothic"/>
              </a:defRPr>
            </a:lvl8pPr>
            <a:lvl9pPr algn="l">
              <a:defRPr sz="2400" b="1">
                <a:solidFill>
                  <a:srgbClr val="166B68"/>
                </a:solidFill>
                <a:latin typeface="Yu Gothic"/>
                <a:ea typeface="Yu Gothic"/>
                <a:cs typeface="Yu Gothic"/>
              </a:defRPr>
            </a:lvl9pPr>
          </a:lstStyle>
          <a:p xmlns:a="http://schemas.openxmlformats.org/drawingml/2006/main">
            <a:pPr algn="l">
              <a:defRPr sz="2400" b="1">
                <a:solidFill>
                  <a:srgbClr val="166B68"/>
                </a:solidFill>
                <a:latin typeface="Yu Gothic"/>
                <a:ea typeface="Yu Gothic"/>
                <a:cs typeface="Yu Gothic"/>
              </a:defRPr>
            </a:pPr>
            <a:r>
              <a:rPr sz="2400" b="1">
                <a:solidFill>
                  <a:srgbClr val="166B68"/>
                </a:solidFill>
                <a:latin typeface="Yu Gothic"/>
                <a:ea typeface="Yu Gothic"/>
                <a:cs typeface="Yu Gothic"/>
              </a:rPr>
              <a:t>距離に「向き」を足して、杭の位置を決める</a:t>
            </a:r>
          </a:p>
        </p:txBody>
      </p:sp>
      <p:sp>
        <p:nvSpPr>
          <p:cNvPr id="6" name="">
            <a:extLst xmlns:a="http://schemas.openxmlformats.org/drawingml/2006/main">
              <a:ext uri="{FF2B5EF4-FFF2-40B4-BE49-F238E27FC236}">
                <a16:creationId xmlns:a16="http://schemas.microsoft.com/office/drawing/2014/main" id="{646BE68C-FA9D-4081-8540-BBACBA6B111A}"/>
              </a:ext>
            </a:extLst>
          </p:cNvPr>
          <p:cNvSpPr>
            <a:spLocks xmlns:a="http://schemas.openxmlformats.org/drawingml/2006/main" noGrp="1"/>
          </p:cNvSpPr>
          <p:nvPr/>
        </p:nvSpPr>
        <p:spPr>
          <a:xfrm xmlns:a="http://schemas.openxmlformats.org/drawingml/2006/main">
            <a:off x="838200" y="4000500"/>
            <a:ext cx="228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275" b="1">
                <a:solidFill>
                  <a:srgbClr val="166B68"/>
                </a:solidFill>
                <a:latin typeface="Yu Gothic"/>
                <a:ea typeface="Yu Gothic"/>
                <a:cs typeface="Yu Gothic"/>
              </a:defRPr>
            </a:defPPr>
            <a:lvl1pPr algn="ctr">
              <a:defRPr sz="1275" b="1">
                <a:solidFill>
                  <a:srgbClr val="166B68"/>
                </a:solidFill>
                <a:latin typeface="Yu Gothic"/>
                <a:ea typeface="Yu Gothic"/>
                <a:cs typeface="Yu Gothic"/>
              </a:defRPr>
            </a:lvl1pPr>
            <a:lvl2pPr algn="ctr">
              <a:defRPr sz="1275" b="1">
                <a:solidFill>
                  <a:srgbClr val="166B68"/>
                </a:solidFill>
                <a:latin typeface="Yu Gothic"/>
                <a:ea typeface="Yu Gothic"/>
                <a:cs typeface="Yu Gothic"/>
              </a:defRPr>
            </a:lvl2pPr>
            <a:lvl3pPr algn="ctr">
              <a:defRPr sz="1275" b="1">
                <a:solidFill>
                  <a:srgbClr val="166B68"/>
                </a:solidFill>
                <a:latin typeface="Yu Gothic"/>
                <a:ea typeface="Yu Gothic"/>
                <a:cs typeface="Yu Gothic"/>
              </a:defRPr>
            </a:lvl3pPr>
            <a:lvl4pPr algn="ctr">
              <a:defRPr sz="1275" b="1">
                <a:solidFill>
                  <a:srgbClr val="166B68"/>
                </a:solidFill>
                <a:latin typeface="Yu Gothic"/>
                <a:ea typeface="Yu Gothic"/>
                <a:cs typeface="Yu Gothic"/>
              </a:defRPr>
            </a:lvl4pPr>
            <a:lvl5pPr algn="ctr">
              <a:defRPr sz="1275" b="1">
                <a:solidFill>
                  <a:srgbClr val="166B68"/>
                </a:solidFill>
                <a:latin typeface="Yu Gothic"/>
                <a:ea typeface="Yu Gothic"/>
                <a:cs typeface="Yu Gothic"/>
              </a:defRPr>
            </a:lvl5pPr>
            <a:lvl6pPr algn="ctr">
              <a:defRPr sz="1275" b="1">
                <a:solidFill>
                  <a:srgbClr val="166B68"/>
                </a:solidFill>
                <a:latin typeface="Yu Gothic"/>
                <a:ea typeface="Yu Gothic"/>
                <a:cs typeface="Yu Gothic"/>
              </a:defRPr>
            </a:lvl6pPr>
            <a:lvl7pPr algn="ctr">
              <a:defRPr sz="1275" b="1">
                <a:solidFill>
                  <a:srgbClr val="166B68"/>
                </a:solidFill>
                <a:latin typeface="Yu Gothic"/>
                <a:ea typeface="Yu Gothic"/>
                <a:cs typeface="Yu Gothic"/>
              </a:defRPr>
            </a:lvl7pPr>
            <a:lvl8pPr algn="ctr">
              <a:defRPr sz="1275" b="1">
                <a:solidFill>
                  <a:srgbClr val="166B68"/>
                </a:solidFill>
                <a:latin typeface="Yu Gothic"/>
                <a:ea typeface="Yu Gothic"/>
                <a:cs typeface="Yu Gothic"/>
              </a:defRPr>
            </a:lvl8pPr>
            <a:lvl9pPr algn="ctr">
              <a:defRPr sz="1275" b="1">
                <a:solidFill>
                  <a:srgbClr val="166B68"/>
                </a:solidFill>
                <a:latin typeface="Yu Gothic"/>
                <a:ea typeface="Yu Gothic"/>
                <a:cs typeface="Yu Gothic"/>
              </a:defRPr>
            </a:lvl9pPr>
          </a:lstStyle>
          <a:p xmlns:a="http://schemas.openxmlformats.org/drawingml/2006/main">
            <a:pPr algn="ctr">
              <a:defRPr sz="1275" b="1">
                <a:solidFill>
                  <a:srgbClr val="166B68"/>
                </a:solidFill>
                <a:latin typeface="Yu Gothic"/>
                <a:ea typeface="Yu Gothic"/>
                <a:cs typeface="Yu Gothic"/>
              </a:defRPr>
            </a:pPr>
            <a:r>
              <a:rPr sz="1275" b="1">
                <a:solidFill>
                  <a:srgbClr val="166B68"/>
                </a:solidFill>
                <a:latin typeface="Yu Gothic"/>
                <a:ea typeface="Yu Gothic"/>
                <a:cs typeface="Yu Gothic"/>
              </a:rPr>
              <a:t>●</a:t>
            </a:r>
          </a:p>
        </p:txBody>
      </p:sp>
      <p:sp>
        <p:nvSpPr>
          <p:cNvPr id="7" name="">
            <a:extLst xmlns:a="http://schemas.openxmlformats.org/drawingml/2006/main">
              <a:ext uri="{FF2B5EF4-FFF2-40B4-BE49-F238E27FC236}">
                <a16:creationId xmlns:a16="http://schemas.microsoft.com/office/drawing/2014/main" id="{948CD4C4-BF3A-45F0-96FD-20624CEC1D1A}"/>
              </a:ext>
            </a:extLst>
          </p:cNvPr>
          <p:cNvSpPr>
            <a:spLocks xmlns:a="http://schemas.openxmlformats.org/drawingml/2006/main" noGrp="1"/>
          </p:cNvSpPr>
          <p:nvPr/>
        </p:nvSpPr>
        <p:spPr>
          <a:xfrm xmlns:a="http://schemas.openxmlformats.org/drawingml/2006/main">
            <a:off x="1162050" y="4000500"/>
            <a:ext cx="5295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00" b="0">
                <a:solidFill>
                  <a:srgbClr val="182B33"/>
                </a:solidFill>
                <a:latin typeface="Yu Gothic"/>
                <a:ea typeface="Yu Gothic"/>
                <a:cs typeface="Yu Gothic"/>
              </a:defRPr>
            </a:defPPr>
            <a:lvl1pPr algn="l">
              <a:defRPr sz="2100" b="0">
                <a:solidFill>
                  <a:srgbClr val="182B33"/>
                </a:solidFill>
                <a:latin typeface="Yu Gothic"/>
                <a:ea typeface="Yu Gothic"/>
                <a:cs typeface="Yu Gothic"/>
              </a:defRPr>
            </a:lvl1pPr>
            <a:lvl2pPr algn="l">
              <a:defRPr sz="2100" b="0">
                <a:solidFill>
                  <a:srgbClr val="182B33"/>
                </a:solidFill>
                <a:latin typeface="Yu Gothic"/>
                <a:ea typeface="Yu Gothic"/>
                <a:cs typeface="Yu Gothic"/>
              </a:defRPr>
            </a:lvl2pPr>
            <a:lvl3pPr algn="l">
              <a:defRPr sz="2100" b="0">
                <a:solidFill>
                  <a:srgbClr val="182B33"/>
                </a:solidFill>
                <a:latin typeface="Yu Gothic"/>
                <a:ea typeface="Yu Gothic"/>
                <a:cs typeface="Yu Gothic"/>
              </a:defRPr>
            </a:lvl3pPr>
            <a:lvl4pPr algn="l">
              <a:defRPr sz="2100" b="0">
                <a:solidFill>
                  <a:srgbClr val="182B33"/>
                </a:solidFill>
                <a:latin typeface="Yu Gothic"/>
                <a:ea typeface="Yu Gothic"/>
                <a:cs typeface="Yu Gothic"/>
              </a:defRPr>
            </a:lvl4pPr>
            <a:lvl5pPr algn="l">
              <a:defRPr sz="2100" b="0">
                <a:solidFill>
                  <a:srgbClr val="182B33"/>
                </a:solidFill>
                <a:latin typeface="Yu Gothic"/>
                <a:ea typeface="Yu Gothic"/>
                <a:cs typeface="Yu Gothic"/>
              </a:defRPr>
            </a:lvl5pPr>
            <a:lvl6pPr algn="l">
              <a:defRPr sz="2100" b="0">
                <a:solidFill>
                  <a:srgbClr val="182B33"/>
                </a:solidFill>
                <a:latin typeface="Yu Gothic"/>
                <a:ea typeface="Yu Gothic"/>
                <a:cs typeface="Yu Gothic"/>
              </a:defRPr>
            </a:lvl6pPr>
            <a:lvl7pPr algn="l">
              <a:defRPr sz="2100" b="0">
                <a:solidFill>
                  <a:srgbClr val="182B33"/>
                </a:solidFill>
                <a:latin typeface="Yu Gothic"/>
                <a:ea typeface="Yu Gothic"/>
                <a:cs typeface="Yu Gothic"/>
              </a:defRPr>
            </a:lvl7pPr>
            <a:lvl8pPr algn="l">
              <a:defRPr sz="2100" b="0">
                <a:solidFill>
                  <a:srgbClr val="182B33"/>
                </a:solidFill>
                <a:latin typeface="Yu Gothic"/>
                <a:ea typeface="Yu Gothic"/>
                <a:cs typeface="Yu Gothic"/>
              </a:defRPr>
            </a:lvl8pPr>
            <a:lvl9pPr algn="l">
              <a:defRPr sz="2100" b="0">
                <a:solidFill>
                  <a:srgbClr val="182B33"/>
                </a:solidFill>
                <a:latin typeface="Yu Gothic"/>
                <a:ea typeface="Yu Gothic"/>
                <a:cs typeface="Yu Gothic"/>
              </a:defRPr>
            </a:lvl9pPr>
          </a:lstStyle>
          <a:p xmlns:a="http://schemas.openxmlformats.org/drawingml/2006/main">
            <a:pPr algn="l">
              <a:defRPr sz="2100" b="0">
                <a:solidFill>
                  <a:srgbClr val="182B33"/>
                </a:solidFill>
                <a:latin typeface="Yu Gothic"/>
                <a:ea typeface="Yu Gothic"/>
                <a:cs typeface="Yu Gothic"/>
              </a:defRPr>
            </a:pPr>
            <a:r>
              <a:rPr sz="2100" b="0">
                <a:solidFill>
                  <a:srgbClr val="182B33"/>
                </a:solidFill>
                <a:latin typeface="Yu Gothic"/>
                <a:ea typeface="Yu Gothic"/>
                <a:cs typeface="Yu Gothic"/>
              </a:rPr>
              <a:t>測量学 第4回</a:t>
            </a:r>
          </a:p>
        </p:txBody>
      </p:sp>
      <p:sp>
        <p:nvSpPr>
          <p:cNvPr id="8" name="">
            <a:extLst xmlns:a="http://schemas.openxmlformats.org/drawingml/2006/main">
              <a:ext uri="{FF2B5EF4-FFF2-40B4-BE49-F238E27FC236}">
                <a16:creationId xmlns:a16="http://schemas.microsoft.com/office/drawing/2014/main" id="{0500ADB6-30F1-46B4-82A1-481F344C64D1}"/>
              </a:ext>
            </a:extLst>
          </p:cNvPr>
          <p:cNvSpPr>
            <a:spLocks xmlns:a="http://schemas.openxmlformats.org/drawingml/2006/main" noGrp="1"/>
          </p:cNvSpPr>
          <p:nvPr/>
        </p:nvSpPr>
        <p:spPr>
          <a:xfrm xmlns:a="http://schemas.openxmlformats.org/drawingml/2006/main">
            <a:off x="838200" y="4495800"/>
            <a:ext cx="228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275" b="1">
                <a:solidFill>
                  <a:srgbClr val="166B68"/>
                </a:solidFill>
                <a:latin typeface="Yu Gothic"/>
                <a:ea typeface="Yu Gothic"/>
                <a:cs typeface="Yu Gothic"/>
              </a:defRPr>
            </a:defPPr>
            <a:lvl1pPr algn="ctr">
              <a:defRPr sz="1275" b="1">
                <a:solidFill>
                  <a:srgbClr val="166B68"/>
                </a:solidFill>
                <a:latin typeface="Yu Gothic"/>
                <a:ea typeface="Yu Gothic"/>
                <a:cs typeface="Yu Gothic"/>
              </a:defRPr>
            </a:lvl1pPr>
            <a:lvl2pPr algn="ctr">
              <a:defRPr sz="1275" b="1">
                <a:solidFill>
                  <a:srgbClr val="166B68"/>
                </a:solidFill>
                <a:latin typeface="Yu Gothic"/>
                <a:ea typeface="Yu Gothic"/>
                <a:cs typeface="Yu Gothic"/>
              </a:defRPr>
            </a:lvl2pPr>
            <a:lvl3pPr algn="ctr">
              <a:defRPr sz="1275" b="1">
                <a:solidFill>
                  <a:srgbClr val="166B68"/>
                </a:solidFill>
                <a:latin typeface="Yu Gothic"/>
                <a:ea typeface="Yu Gothic"/>
                <a:cs typeface="Yu Gothic"/>
              </a:defRPr>
            </a:lvl3pPr>
            <a:lvl4pPr algn="ctr">
              <a:defRPr sz="1275" b="1">
                <a:solidFill>
                  <a:srgbClr val="166B68"/>
                </a:solidFill>
                <a:latin typeface="Yu Gothic"/>
                <a:ea typeface="Yu Gothic"/>
                <a:cs typeface="Yu Gothic"/>
              </a:defRPr>
            </a:lvl4pPr>
            <a:lvl5pPr algn="ctr">
              <a:defRPr sz="1275" b="1">
                <a:solidFill>
                  <a:srgbClr val="166B68"/>
                </a:solidFill>
                <a:latin typeface="Yu Gothic"/>
                <a:ea typeface="Yu Gothic"/>
                <a:cs typeface="Yu Gothic"/>
              </a:defRPr>
            </a:lvl5pPr>
            <a:lvl6pPr algn="ctr">
              <a:defRPr sz="1275" b="1">
                <a:solidFill>
                  <a:srgbClr val="166B68"/>
                </a:solidFill>
                <a:latin typeface="Yu Gothic"/>
                <a:ea typeface="Yu Gothic"/>
                <a:cs typeface="Yu Gothic"/>
              </a:defRPr>
            </a:lvl6pPr>
            <a:lvl7pPr algn="ctr">
              <a:defRPr sz="1275" b="1">
                <a:solidFill>
                  <a:srgbClr val="166B68"/>
                </a:solidFill>
                <a:latin typeface="Yu Gothic"/>
                <a:ea typeface="Yu Gothic"/>
                <a:cs typeface="Yu Gothic"/>
              </a:defRPr>
            </a:lvl7pPr>
            <a:lvl8pPr algn="ctr">
              <a:defRPr sz="1275" b="1">
                <a:solidFill>
                  <a:srgbClr val="166B68"/>
                </a:solidFill>
                <a:latin typeface="Yu Gothic"/>
                <a:ea typeface="Yu Gothic"/>
                <a:cs typeface="Yu Gothic"/>
              </a:defRPr>
            </a:lvl8pPr>
            <a:lvl9pPr algn="ctr">
              <a:defRPr sz="1275" b="1">
                <a:solidFill>
                  <a:srgbClr val="166B68"/>
                </a:solidFill>
                <a:latin typeface="Yu Gothic"/>
                <a:ea typeface="Yu Gothic"/>
                <a:cs typeface="Yu Gothic"/>
              </a:defRPr>
            </a:lvl9pPr>
          </a:lstStyle>
          <a:p xmlns:a="http://schemas.openxmlformats.org/drawingml/2006/main">
            <a:pPr algn="ctr">
              <a:defRPr sz="1275" b="1">
                <a:solidFill>
                  <a:srgbClr val="166B68"/>
                </a:solidFill>
                <a:latin typeface="Yu Gothic"/>
                <a:ea typeface="Yu Gothic"/>
                <a:cs typeface="Yu Gothic"/>
              </a:defRPr>
            </a:pPr>
            <a:r>
              <a:rPr sz="1275" b="1">
                <a:solidFill>
                  <a:srgbClr val="166B68"/>
                </a:solidFill>
                <a:latin typeface="Yu Gothic"/>
                <a:ea typeface="Yu Gothic"/>
                <a:cs typeface="Yu Gothic"/>
              </a:rPr>
              <a:t>●</a:t>
            </a:r>
          </a:p>
        </p:txBody>
      </p:sp>
      <p:sp>
        <p:nvSpPr>
          <p:cNvPr id="9" name="">
            <a:extLst xmlns:a="http://schemas.openxmlformats.org/drawingml/2006/main">
              <a:ext uri="{FF2B5EF4-FFF2-40B4-BE49-F238E27FC236}">
                <a16:creationId xmlns:a16="http://schemas.microsoft.com/office/drawing/2014/main" id="{5FE358E5-9391-4306-9A87-1872CBB602EE}"/>
              </a:ext>
            </a:extLst>
          </p:cNvPr>
          <p:cNvSpPr>
            <a:spLocks xmlns:a="http://schemas.openxmlformats.org/drawingml/2006/main" noGrp="1"/>
          </p:cNvSpPr>
          <p:nvPr/>
        </p:nvSpPr>
        <p:spPr>
          <a:xfrm xmlns:a="http://schemas.openxmlformats.org/drawingml/2006/main">
            <a:off x="1162050" y="4495800"/>
            <a:ext cx="5295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00" b="0">
                <a:solidFill>
                  <a:srgbClr val="182B33"/>
                </a:solidFill>
                <a:latin typeface="Yu Gothic"/>
                <a:ea typeface="Yu Gothic"/>
                <a:cs typeface="Yu Gothic"/>
              </a:defRPr>
            </a:defPPr>
            <a:lvl1pPr algn="l">
              <a:defRPr sz="2100" b="0">
                <a:solidFill>
                  <a:srgbClr val="182B33"/>
                </a:solidFill>
                <a:latin typeface="Yu Gothic"/>
                <a:ea typeface="Yu Gothic"/>
                <a:cs typeface="Yu Gothic"/>
              </a:defRPr>
            </a:lvl1pPr>
            <a:lvl2pPr algn="l">
              <a:defRPr sz="2100" b="0">
                <a:solidFill>
                  <a:srgbClr val="182B33"/>
                </a:solidFill>
                <a:latin typeface="Yu Gothic"/>
                <a:ea typeface="Yu Gothic"/>
                <a:cs typeface="Yu Gothic"/>
              </a:defRPr>
            </a:lvl2pPr>
            <a:lvl3pPr algn="l">
              <a:defRPr sz="2100" b="0">
                <a:solidFill>
                  <a:srgbClr val="182B33"/>
                </a:solidFill>
                <a:latin typeface="Yu Gothic"/>
                <a:ea typeface="Yu Gothic"/>
                <a:cs typeface="Yu Gothic"/>
              </a:defRPr>
            </a:lvl3pPr>
            <a:lvl4pPr algn="l">
              <a:defRPr sz="2100" b="0">
                <a:solidFill>
                  <a:srgbClr val="182B33"/>
                </a:solidFill>
                <a:latin typeface="Yu Gothic"/>
                <a:ea typeface="Yu Gothic"/>
                <a:cs typeface="Yu Gothic"/>
              </a:defRPr>
            </a:lvl4pPr>
            <a:lvl5pPr algn="l">
              <a:defRPr sz="2100" b="0">
                <a:solidFill>
                  <a:srgbClr val="182B33"/>
                </a:solidFill>
                <a:latin typeface="Yu Gothic"/>
                <a:ea typeface="Yu Gothic"/>
                <a:cs typeface="Yu Gothic"/>
              </a:defRPr>
            </a:lvl5pPr>
            <a:lvl6pPr algn="l">
              <a:defRPr sz="2100" b="0">
                <a:solidFill>
                  <a:srgbClr val="182B33"/>
                </a:solidFill>
                <a:latin typeface="Yu Gothic"/>
                <a:ea typeface="Yu Gothic"/>
                <a:cs typeface="Yu Gothic"/>
              </a:defRPr>
            </a:lvl6pPr>
            <a:lvl7pPr algn="l">
              <a:defRPr sz="2100" b="0">
                <a:solidFill>
                  <a:srgbClr val="182B33"/>
                </a:solidFill>
                <a:latin typeface="Yu Gothic"/>
                <a:ea typeface="Yu Gothic"/>
                <a:cs typeface="Yu Gothic"/>
              </a:defRPr>
            </a:lvl7pPr>
            <a:lvl8pPr algn="l">
              <a:defRPr sz="2100" b="0">
                <a:solidFill>
                  <a:srgbClr val="182B33"/>
                </a:solidFill>
                <a:latin typeface="Yu Gothic"/>
                <a:ea typeface="Yu Gothic"/>
                <a:cs typeface="Yu Gothic"/>
              </a:defRPr>
            </a:lvl8pPr>
            <a:lvl9pPr algn="l">
              <a:defRPr sz="2100" b="0">
                <a:solidFill>
                  <a:srgbClr val="182B33"/>
                </a:solidFill>
                <a:latin typeface="Yu Gothic"/>
                <a:ea typeface="Yu Gothic"/>
                <a:cs typeface="Yu Gothic"/>
              </a:defRPr>
            </a:lvl9pPr>
          </a:lstStyle>
          <a:p xmlns:a="http://schemas.openxmlformats.org/drawingml/2006/main">
            <a:pPr algn="l">
              <a:defRPr sz="2100" b="0">
                <a:solidFill>
                  <a:srgbClr val="182B33"/>
                </a:solidFill>
                <a:latin typeface="Yu Gothic"/>
                <a:ea typeface="Yu Gothic"/>
                <a:cs typeface="Yu Gothic"/>
              </a:defRPr>
            </a:pPr>
            <a:r>
              <a:rPr sz="2100" b="0">
                <a:solidFill>
                  <a:srgbClr val="182B33"/>
                </a:solidFill>
                <a:latin typeface="Yu Gothic"/>
                <a:ea typeface="Yu Gothic"/>
                <a:cs typeface="Yu Gothic"/>
              </a:rPr>
              <a:t>図で理解し、野帳で確かめる</a:t>
            </a:r>
          </a:p>
        </p:txBody>
      </p:sp>
      <p:sp>
        <p:nvSpPr>
          <p:cNvPr id="10" name="">
            <a:extLst xmlns:a="http://schemas.openxmlformats.org/drawingml/2006/main">
              <a:ext uri="{FF2B5EF4-FFF2-40B4-BE49-F238E27FC236}">
                <a16:creationId xmlns:a16="http://schemas.microsoft.com/office/drawing/2014/main" id="{0EB3350D-DA2F-4760-8036-83F9522F885E}"/>
              </a:ext>
            </a:extLst>
          </p:cNvPr>
          <p:cNvSpPr>
            <a:spLocks xmlns:a="http://schemas.openxmlformats.org/drawingml/2006/main" noGrp="1"/>
          </p:cNvSpPr>
          <p:nvPr/>
        </p:nvSpPr>
        <p:spPr>
          <a:xfrm xmlns:a="http://schemas.openxmlformats.org/drawingml/2006/main">
            <a:off x="9286875" y="2821305"/>
            <a:ext cx="9525" cy="1392555"/>
          </a:xfrm>
          <a:custGeom xmlns:a="http://schemas.openxmlformats.org/drawingml/2006/main">
            <a:pathLst>
              <a:path w="9525" h="1392555">
                <a:moveTo>
                  <a:pt x="0" y="1392555"/>
                </a:moveTo>
                <a:lnTo>
                  <a:pt x="0" y="0"/>
                </a:lnTo>
              </a:path>
            </a:pathLst>
          </a:custGeom>
          <a:noFill xmlns:a="http://schemas.openxmlformats.org/drawingml/2006/main"/>
          <a:ln xmlns:a="http://schemas.openxmlformats.org/drawingml/2006/main" w="28575">
            <a:solidFill>
              <a:srgbClr val="182B33"/>
            </a:solidFill>
            <a:prstDash val="solid"/>
          </a:ln>
        </p:spPr>
      </p:sp>
      <p:sp>
        <p:nvSpPr>
          <p:cNvPr id="11" name="">
            <a:extLst xmlns:a="http://schemas.openxmlformats.org/drawingml/2006/main">
              <a:ext uri="{FF2B5EF4-FFF2-40B4-BE49-F238E27FC236}">
                <a16:creationId xmlns:a16="http://schemas.microsoft.com/office/drawing/2014/main" id="{7C588EE7-5DE7-49EE-9E88-C88BACD57F0F}"/>
              </a:ext>
            </a:extLst>
          </p:cNvPr>
          <p:cNvSpPr>
            <a:spLocks xmlns:a="http://schemas.openxmlformats.org/drawingml/2006/main" noGrp="1"/>
          </p:cNvSpPr>
          <p:nvPr/>
        </p:nvSpPr>
        <p:spPr>
          <a:xfrm xmlns:a="http://schemas.openxmlformats.org/drawingml/2006/main">
            <a:off x="9286875" y="3517583"/>
            <a:ext cx="1205988" cy="696278"/>
          </a:xfrm>
          <a:custGeom xmlns:a="http://schemas.openxmlformats.org/drawingml/2006/main">
            <a:pathLst>
              <a:path w="1205988" h="696278">
                <a:moveTo>
                  <a:pt x="0" y="696278"/>
                </a:moveTo>
                <a:lnTo>
                  <a:pt x="1205988" y="0"/>
                </a:lnTo>
              </a:path>
            </a:pathLst>
          </a:custGeom>
          <a:noFill xmlns:a="http://schemas.openxmlformats.org/drawingml/2006/main"/>
          <a:ln xmlns:a="http://schemas.openxmlformats.org/drawingml/2006/main" w="28575">
            <a:solidFill>
              <a:srgbClr val="182B33"/>
            </a:solidFill>
            <a:prstDash val="solid"/>
          </a:ln>
        </p:spPr>
      </p:sp>
      <p:sp>
        <p:nvSpPr>
          <p:cNvPr id="12" name="">
            <a:extLst xmlns:a="http://schemas.openxmlformats.org/drawingml/2006/main">
              <a:ext uri="{FF2B5EF4-FFF2-40B4-BE49-F238E27FC236}">
                <a16:creationId xmlns:a16="http://schemas.microsoft.com/office/drawing/2014/main" id="{4E719800-80D7-4641-9D07-F4EF92850D77}"/>
              </a:ext>
            </a:extLst>
          </p:cNvPr>
          <p:cNvSpPr>
            <a:spLocks xmlns:a="http://schemas.openxmlformats.org/drawingml/2006/main" noGrp="1"/>
          </p:cNvSpPr>
          <p:nvPr/>
        </p:nvSpPr>
        <p:spPr>
          <a:xfrm xmlns:a="http://schemas.openxmlformats.org/drawingml/2006/main">
            <a:off x="9286875" y="3740391"/>
            <a:ext cx="410036" cy="236734"/>
          </a:xfrm>
          <a:custGeom xmlns:a="http://schemas.openxmlformats.org/drawingml/2006/main">
            <a:pathLst>
              <a:path w="410036" h="236734">
                <a:moveTo>
                  <a:pt x="0" y="0"/>
                </a:moveTo>
                <a:lnTo>
                  <a:pt x="41266" y="1802"/>
                </a:lnTo>
                <a:lnTo>
                  <a:pt x="82217" y="7193"/>
                </a:lnTo>
                <a:lnTo>
                  <a:pt x="122543" y="16133"/>
                </a:lnTo>
                <a:lnTo>
                  <a:pt x="161936" y="28554"/>
                </a:lnTo>
                <a:lnTo>
                  <a:pt x="200097" y="44360"/>
                </a:lnTo>
                <a:lnTo>
                  <a:pt x="236734" y="63433"/>
                </a:lnTo>
                <a:lnTo>
                  <a:pt x="271570" y="85626"/>
                </a:lnTo>
                <a:lnTo>
                  <a:pt x="304340" y="110771"/>
                </a:lnTo>
                <a:lnTo>
                  <a:pt x="334793" y="138676"/>
                </a:lnTo>
                <a:lnTo>
                  <a:pt x="362698" y="169129"/>
                </a:lnTo>
                <a:lnTo>
                  <a:pt x="387843" y="201898"/>
                </a:lnTo>
                <a:lnTo>
                  <a:pt x="410036" y="236734"/>
                </a:lnTo>
              </a:path>
            </a:pathLst>
          </a:custGeom>
          <a:noFill xmlns:a="http://schemas.openxmlformats.org/drawingml/2006/main"/>
          <a:ln xmlns:a="http://schemas.openxmlformats.org/drawingml/2006/main" w="38100">
            <a:solidFill>
              <a:srgbClr val="166B68"/>
            </a:solidFill>
            <a:prstDash val="solid"/>
          </a:ln>
        </p:spPr>
      </p:sp>
      <p:sp>
        <p:nvSpPr>
          <p:cNvPr id="13" name="">
            <a:extLst xmlns:a="http://schemas.openxmlformats.org/drawingml/2006/main">
              <a:ext uri="{FF2B5EF4-FFF2-40B4-BE49-F238E27FC236}">
                <a16:creationId xmlns:a16="http://schemas.microsoft.com/office/drawing/2014/main" id="{260E63F4-81B4-4C09-A51F-8FD3FB5B9EEE}"/>
              </a:ext>
            </a:extLst>
          </p:cNvPr>
          <p:cNvSpPr>
            <a:spLocks xmlns:a="http://schemas.openxmlformats.org/drawingml/2006/main" noGrp="1"/>
          </p:cNvSpPr>
          <p:nvPr/>
        </p:nvSpPr>
        <p:spPr>
          <a:xfrm xmlns:a="http://schemas.openxmlformats.org/drawingml/2006/main">
            <a:off x="9634998" y="3869890"/>
            <a:ext cx="61913" cy="107236"/>
          </a:xfrm>
          <a:custGeom xmlns:a="http://schemas.openxmlformats.org/drawingml/2006/main">
            <a:pathLst>
              <a:path w="61913" h="107236">
                <a:moveTo>
                  <a:pt x="0" y="0"/>
                </a:moveTo>
                <a:lnTo>
                  <a:pt x="61913" y="107236"/>
                </a:lnTo>
              </a:path>
            </a:pathLst>
          </a:custGeom>
          <a:noFill xmlns:a="http://schemas.openxmlformats.org/drawingml/2006/main"/>
          <a:ln xmlns:a="http://schemas.openxmlformats.org/drawingml/2006/main" w="28575">
            <a:solidFill>
              <a:srgbClr val="166B68"/>
            </a:solidFill>
            <a:prstDash val="solid"/>
          </a:ln>
        </p:spPr>
      </p:sp>
      <p:sp>
        <p:nvSpPr>
          <p:cNvPr id="14" name="">
            <a:extLst xmlns:a="http://schemas.openxmlformats.org/drawingml/2006/main">
              <a:ext uri="{FF2B5EF4-FFF2-40B4-BE49-F238E27FC236}">
                <a16:creationId xmlns:a16="http://schemas.microsoft.com/office/drawing/2014/main" id="{2675130E-7413-42B0-88A5-50A75E23E133}"/>
              </a:ext>
            </a:extLst>
          </p:cNvPr>
          <p:cNvSpPr>
            <a:spLocks xmlns:a="http://schemas.openxmlformats.org/drawingml/2006/main" noGrp="1"/>
          </p:cNvSpPr>
          <p:nvPr/>
        </p:nvSpPr>
        <p:spPr>
          <a:xfrm xmlns:a="http://schemas.openxmlformats.org/drawingml/2006/main">
            <a:off x="9613194" y="3881909"/>
            <a:ext cx="86232" cy="95217"/>
          </a:xfrm>
          <a:custGeom xmlns:a="http://schemas.openxmlformats.org/drawingml/2006/main">
            <a:pathLst>
              <a:path w="86232" h="95217">
                <a:moveTo>
                  <a:pt x="0" y="49786"/>
                </a:moveTo>
                <a:lnTo>
                  <a:pt x="83717" y="95217"/>
                </a:lnTo>
                <a:lnTo>
                  <a:pt x="86232" y="0"/>
                </a:lnTo>
              </a:path>
            </a:pathLst>
          </a:custGeom>
          <a:noFill xmlns:a="http://schemas.openxmlformats.org/drawingml/2006/main"/>
          <a:ln xmlns:a="http://schemas.openxmlformats.org/drawingml/2006/main" w="28575">
            <a:solidFill>
              <a:srgbClr val="166B68"/>
            </a:solidFill>
            <a:prstDash val="solid"/>
          </a:ln>
        </p:spPr>
      </p:sp>
      <p:sp>
        <p:nvSpPr>
          <p:cNvPr id="15" name="">
            <a:extLst xmlns:a="http://schemas.openxmlformats.org/drawingml/2006/main">
              <a:ext uri="{FF2B5EF4-FFF2-40B4-BE49-F238E27FC236}">
                <a16:creationId xmlns:a16="http://schemas.microsoft.com/office/drawing/2014/main" id="{81193EE9-0A13-4A60-B804-06B7284D7A91}"/>
              </a:ext>
            </a:extLst>
          </p:cNvPr>
          <p:cNvSpPr>
            <a:spLocks xmlns:a="http://schemas.openxmlformats.org/drawingml/2006/main" noGrp="1"/>
          </p:cNvSpPr>
          <p:nvPr/>
        </p:nvSpPr>
        <p:spPr>
          <a:xfrm xmlns:a="http://schemas.openxmlformats.org/drawingml/2006/main">
            <a:off x="9229725" y="2764155"/>
            <a:ext cx="114300" cy="114300"/>
          </a:xfrm>
          <a:prstGeom xmlns:a="http://schemas.openxmlformats.org/drawingml/2006/main" prst="ellipse">
            <a:avLst/>
          </a:prstGeom>
          <a:solidFill xmlns:a="http://schemas.openxmlformats.org/drawingml/2006/main">
            <a:srgbClr val="166B68"/>
          </a:solidFill>
          <a:ln xmlns:a="http://schemas.openxmlformats.org/drawingml/2006/main" w="9525">
            <a:solidFill>
              <a:srgbClr val="166B68"/>
            </a:solidFill>
          </a:ln>
        </p:spPr>
      </p:sp>
      <p:sp>
        <p:nvSpPr>
          <p:cNvPr id="16" name="">
            <a:extLst xmlns:a="http://schemas.openxmlformats.org/drawingml/2006/main">
              <a:ext uri="{FF2B5EF4-FFF2-40B4-BE49-F238E27FC236}">
                <a16:creationId xmlns:a16="http://schemas.microsoft.com/office/drawing/2014/main" id="{6F6D483E-E996-4AFD-86FE-FF1D9948C510}"/>
              </a:ext>
            </a:extLst>
          </p:cNvPr>
          <p:cNvSpPr>
            <a:spLocks xmlns:a="http://schemas.openxmlformats.org/drawingml/2006/main" noGrp="1"/>
          </p:cNvSpPr>
          <p:nvPr/>
        </p:nvSpPr>
        <p:spPr>
          <a:xfrm xmlns:a="http://schemas.openxmlformats.org/drawingml/2006/main">
            <a:off x="9048750" y="2564130"/>
            <a:ext cx="7048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182B33"/>
                </a:solidFill>
                <a:latin typeface="Yu Gothic"/>
                <a:ea typeface="Yu Gothic"/>
                <a:cs typeface="Yu Gothic"/>
              </a:defRPr>
            </a:defPPr>
            <a:lvl1pPr algn="l">
              <a:defRPr sz="1650" b="1">
                <a:solidFill>
                  <a:srgbClr val="182B33"/>
                </a:solidFill>
                <a:latin typeface="Yu Gothic"/>
                <a:ea typeface="Yu Gothic"/>
                <a:cs typeface="Yu Gothic"/>
              </a:defRPr>
            </a:lvl1pPr>
            <a:lvl2pPr algn="l">
              <a:defRPr sz="1650" b="1">
                <a:solidFill>
                  <a:srgbClr val="182B33"/>
                </a:solidFill>
                <a:latin typeface="Yu Gothic"/>
                <a:ea typeface="Yu Gothic"/>
                <a:cs typeface="Yu Gothic"/>
              </a:defRPr>
            </a:lvl2pPr>
            <a:lvl3pPr algn="l">
              <a:defRPr sz="1650" b="1">
                <a:solidFill>
                  <a:srgbClr val="182B33"/>
                </a:solidFill>
                <a:latin typeface="Yu Gothic"/>
                <a:ea typeface="Yu Gothic"/>
                <a:cs typeface="Yu Gothic"/>
              </a:defRPr>
            </a:lvl3pPr>
            <a:lvl4pPr algn="l">
              <a:defRPr sz="1650" b="1">
                <a:solidFill>
                  <a:srgbClr val="182B33"/>
                </a:solidFill>
                <a:latin typeface="Yu Gothic"/>
                <a:ea typeface="Yu Gothic"/>
                <a:cs typeface="Yu Gothic"/>
              </a:defRPr>
            </a:lvl4pPr>
            <a:lvl5pPr algn="l">
              <a:defRPr sz="1650" b="1">
                <a:solidFill>
                  <a:srgbClr val="182B33"/>
                </a:solidFill>
                <a:latin typeface="Yu Gothic"/>
                <a:ea typeface="Yu Gothic"/>
                <a:cs typeface="Yu Gothic"/>
              </a:defRPr>
            </a:lvl5pPr>
            <a:lvl6pPr algn="l">
              <a:defRPr sz="1650" b="1">
                <a:solidFill>
                  <a:srgbClr val="182B33"/>
                </a:solidFill>
                <a:latin typeface="Yu Gothic"/>
                <a:ea typeface="Yu Gothic"/>
                <a:cs typeface="Yu Gothic"/>
              </a:defRPr>
            </a:lvl6pPr>
            <a:lvl7pPr algn="l">
              <a:defRPr sz="1650" b="1">
                <a:solidFill>
                  <a:srgbClr val="182B33"/>
                </a:solidFill>
                <a:latin typeface="Yu Gothic"/>
                <a:ea typeface="Yu Gothic"/>
                <a:cs typeface="Yu Gothic"/>
              </a:defRPr>
            </a:lvl7pPr>
            <a:lvl8pPr algn="l">
              <a:defRPr sz="1650" b="1">
                <a:solidFill>
                  <a:srgbClr val="182B33"/>
                </a:solidFill>
                <a:latin typeface="Yu Gothic"/>
                <a:ea typeface="Yu Gothic"/>
                <a:cs typeface="Yu Gothic"/>
              </a:defRPr>
            </a:lvl8pPr>
            <a:lvl9pPr algn="l">
              <a:defRPr sz="1650" b="1">
                <a:solidFill>
                  <a:srgbClr val="182B33"/>
                </a:solidFill>
                <a:latin typeface="Yu Gothic"/>
                <a:ea typeface="Yu Gothic"/>
                <a:cs typeface="Yu Gothic"/>
              </a:defRPr>
            </a:lvl9pPr>
          </a:lstStyle>
          <a:p xmlns:a="http://schemas.openxmlformats.org/drawingml/2006/main">
            <a:pPr algn="l">
              <a:defRPr sz="1650" b="1">
                <a:solidFill>
                  <a:srgbClr val="182B33"/>
                </a:solidFill>
                <a:latin typeface="Yu Gothic"/>
                <a:ea typeface="Yu Gothic"/>
                <a:cs typeface="Yu Gothic"/>
              </a:defRPr>
            </a:pPr>
            <a:r>
              <a:rPr sz="1650" b="1">
                <a:solidFill>
                  <a:srgbClr val="182B33"/>
                </a:solidFill>
                <a:latin typeface="Yu Gothic"/>
                <a:ea typeface="Yu Gothic"/>
                <a:cs typeface="Yu Gothic"/>
              </a:rPr>
              <a:t>A</a:t>
            </a:r>
          </a:p>
        </p:txBody>
      </p:sp>
      <p:sp>
        <p:nvSpPr>
          <p:cNvPr id="17" name="">
            <a:extLst xmlns:a="http://schemas.openxmlformats.org/drawingml/2006/main">
              <a:ext uri="{FF2B5EF4-FFF2-40B4-BE49-F238E27FC236}">
                <a16:creationId xmlns:a16="http://schemas.microsoft.com/office/drawing/2014/main" id="{E4149380-1356-4C05-ABA3-B558E7B300F4}"/>
              </a:ext>
            </a:extLst>
          </p:cNvPr>
          <p:cNvSpPr>
            <a:spLocks xmlns:a="http://schemas.openxmlformats.org/drawingml/2006/main" noGrp="1"/>
          </p:cNvSpPr>
          <p:nvPr/>
        </p:nvSpPr>
        <p:spPr>
          <a:xfrm xmlns:a="http://schemas.openxmlformats.org/drawingml/2006/main">
            <a:off x="9229725" y="4156710"/>
            <a:ext cx="114300" cy="114300"/>
          </a:xfrm>
          <a:prstGeom xmlns:a="http://schemas.openxmlformats.org/drawingml/2006/main" prst="ellipse">
            <a:avLst/>
          </a:prstGeom>
          <a:solidFill xmlns:a="http://schemas.openxmlformats.org/drawingml/2006/main">
            <a:srgbClr val="166B68"/>
          </a:solidFill>
          <a:ln xmlns:a="http://schemas.openxmlformats.org/drawingml/2006/main" w="9525">
            <a:solidFill>
              <a:srgbClr val="166B68"/>
            </a:solidFill>
          </a:ln>
        </p:spPr>
      </p:sp>
      <p:sp>
        <p:nvSpPr>
          <p:cNvPr id="18" name="">
            <a:extLst xmlns:a="http://schemas.openxmlformats.org/drawingml/2006/main">
              <a:ext uri="{FF2B5EF4-FFF2-40B4-BE49-F238E27FC236}">
                <a16:creationId xmlns:a16="http://schemas.microsoft.com/office/drawing/2014/main" id="{ADCB67F0-83D6-4855-BF8A-55AB0958E193}"/>
              </a:ext>
            </a:extLst>
          </p:cNvPr>
          <p:cNvSpPr>
            <a:spLocks xmlns:a="http://schemas.openxmlformats.org/drawingml/2006/main" noGrp="1"/>
          </p:cNvSpPr>
          <p:nvPr/>
        </p:nvSpPr>
        <p:spPr>
          <a:xfrm xmlns:a="http://schemas.openxmlformats.org/drawingml/2006/main">
            <a:off x="9010650" y="4261485"/>
            <a:ext cx="7048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182B33"/>
                </a:solidFill>
                <a:latin typeface="Yu Gothic"/>
                <a:ea typeface="Yu Gothic"/>
                <a:cs typeface="Yu Gothic"/>
              </a:defRPr>
            </a:defPPr>
            <a:lvl1pPr algn="l">
              <a:defRPr sz="1650" b="1">
                <a:solidFill>
                  <a:srgbClr val="182B33"/>
                </a:solidFill>
                <a:latin typeface="Yu Gothic"/>
                <a:ea typeface="Yu Gothic"/>
                <a:cs typeface="Yu Gothic"/>
              </a:defRPr>
            </a:lvl1pPr>
            <a:lvl2pPr algn="l">
              <a:defRPr sz="1650" b="1">
                <a:solidFill>
                  <a:srgbClr val="182B33"/>
                </a:solidFill>
                <a:latin typeface="Yu Gothic"/>
                <a:ea typeface="Yu Gothic"/>
                <a:cs typeface="Yu Gothic"/>
              </a:defRPr>
            </a:lvl2pPr>
            <a:lvl3pPr algn="l">
              <a:defRPr sz="1650" b="1">
                <a:solidFill>
                  <a:srgbClr val="182B33"/>
                </a:solidFill>
                <a:latin typeface="Yu Gothic"/>
                <a:ea typeface="Yu Gothic"/>
                <a:cs typeface="Yu Gothic"/>
              </a:defRPr>
            </a:lvl3pPr>
            <a:lvl4pPr algn="l">
              <a:defRPr sz="1650" b="1">
                <a:solidFill>
                  <a:srgbClr val="182B33"/>
                </a:solidFill>
                <a:latin typeface="Yu Gothic"/>
                <a:ea typeface="Yu Gothic"/>
                <a:cs typeface="Yu Gothic"/>
              </a:defRPr>
            </a:lvl4pPr>
            <a:lvl5pPr algn="l">
              <a:defRPr sz="1650" b="1">
                <a:solidFill>
                  <a:srgbClr val="182B33"/>
                </a:solidFill>
                <a:latin typeface="Yu Gothic"/>
                <a:ea typeface="Yu Gothic"/>
                <a:cs typeface="Yu Gothic"/>
              </a:defRPr>
            </a:lvl5pPr>
            <a:lvl6pPr algn="l">
              <a:defRPr sz="1650" b="1">
                <a:solidFill>
                  <a:srgbClr val="182B33"/>
                </a:solidFill>
                <a:latin typeface="Yu Gothic"/>
                <a:ea typeface="Yu Gothic"/>
                <a:cs typeface="Yu Gothic"/>
              </a:defRPr>
            </a:lvl6pPr>
            <a:lvl7pPr algn="l">
              <a:defRPr sz="1650" b="1">
                <a:solidFill>
                  <a:srgbClr val="182B33"/>
                </a:solidFill>
                <a:latin typeface="Yu Gothic"/>
                <a:ea typeface="Yu Gothic"/>
                <a:cs typeface="Yu Gothic"/>
              </a:defRPr>
            </a:lvl7pPr>
            <a:lvl8pPr algn="l">
              <a:defRPr sz="1650" b="1">
                <a:solidFill>
                  <a:srgbClr val="182B33"/>
                </a:solidFill>
                <a:latin typeface="Yu Gothic"/>
                <a:ea typeface="Yu Gothic"/>
                <a:cs typeface="Yu Gothic"/>
              </a:defRPr>
            </a:lvl8pPr>
            <a:lvl9pPr algn="l">
              <a:defRPr sz="1650" b="1">
                <a:solidFill>
                  <a:srgbClr val="182B33"/>
                </a:solidFill>
                <a:latin typeface="Yu Gothic"/>
                <a:ea typeface="Yu Gothic"/>
                <a:cs typeface="Yu Gothic"/>
              </a:defRPr>
            </a:lvl9pPr>
          </a:lstStyle>
          <a:p xmlns:a="http://schemas.openxmlformats.org/drawingml/2006/main">
            <a:pPr algn="l">
              <a:defRPr sz="1650" b="1">
                <a:solidFill>
                  <a:srgbClr val="182B33"/>
                </a:solidFill>
                <a:latin typeface="Yu Gothic"/>
                <a:ea typeface="Yu Gothic"/>
                <a:cs typeface="Yu Gothic"/>
              </a:defRPr>
            </a:pPr>
            <a:r>
              <a:rPr sz="1650" b="1">
                <a:solidFill>
                  <a:srgbClr val="182B33"/>
                </a:solidFill>
                <a:latin typeface="Yu Gothic"/>
                <a:ea typeface="Yu Gothic"/>
                <a:cs typeface="Yu Gothic"/>
              </a:rPr>
              <a:t>O</a:t>
            </a:r>
          </a:p>
        </p:txBody>
      </p:sp>
      <p:sp>
        <p:nvSpPr>
          <p:cNvPr id="19" name="">
            <a:extLst xmlns:a="http://schemas.openxmlformats.org/drawingml/2006/main">
              <a:ext uri="{FF2B5EF4-FFF2-40B4-BE49-F238E27FC236}">
                <a16:creationId xmlns:a16="http://schemas.microsoft.com/office/drawing/2014/main" id="{9978A1A9-A679-4A0C-955B-F1C1195D5865}"/>
              </a:ext>
            </a:extLst>
          </p:cNvPr>
          <p:cNvSpPr>
            <a:spLocks xmlns:a="http://schemas.openxmlformats.org/drawingml/2006/main" noGrp="1"/>
          </p:cNvSpPr>
          <p:nvPr/>
        </p:nvSpPr>
        <p:spPr>
          <a:xfrm xmlns:a="http://schemas.openxmlformats.org/drawingml/2006/main">
            <a:off x="10435713" y="3460433"/>
            <a:ext cx="114300" cy="114300"/>
          </a:xfrm>
          <a:prstGeom xmlns:a="http://schemas.openxmlformats.org/drawingml/2006/main" prst="ellipse">
            <a:avLst/>
          </a:prstGeom>
          <a:solidFill xmlns:a="http://schemas.openxmlformats.org/drawingml/2006/main">
            <a:srgbClr val="166B68"/>
          </a:solidFill>
          <a:ln xmlns:a="http://schemas.openxmlformats.org/drawingml/2006/main" w="9525">
            <a:solidFill>
              <a:srgbClr val="166B68"/>
            </a:solidFill>
          </a:ln>
        </p:spPr>
      </p:sp>
      <p:sp>
        <p:nvSpPr>
          <p:cNvPr id="20" name="">
            <a:extLst xmlns:a="http://schemas.openxmlformats.org/drawingml/2006/main">
              <a:ext uri="{FF2B5EF4-FFF2-40B4-BE49-F238E27FC236}">
                <a16:creationId xmlns:a16="http://schemas.microsoft.com/office/drawing/2014/main" id="{F913BB73-CEF4-4ED9-B523-F8D748CA853F}"/>
              </a:ext>
            </a:extLst>
          </p:cNvPr>
          <p:cNvSpPr>
            <a:spLocks xmlns:a="http://schemas.openxmlformats.org/drawingml/2006/main" noGrp="1"/>
          </p:cNvSpPr>
          <p:nvPr/>
        </p:nvSpPr>
        <p:spPr>
          <a:xfrm xmlns:a="http://schemas.openxmlformats.org/drawingml/2006/main">
            <a:off x="10578588" y="3346133"/>
            <a:ext cx="7048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182B33"/>
                </a:solidFill>
                <a:latin typeface="Yu Gothic"/>
                <a:ea typeface="Yu Gothic"/>
                <a:cs typeface="Yu Gothic"/>
              </a:defRPr>
            </a:defPPr>
            <a:lvl1pPr algn="l">
              <a:defRPr sz="1650" b="1">
                <a:solidFill>
                  <a:srgbClr val="182B33"/>
                </a:solidFill>
                <a:latin typeface="Yu Gothic"/>
                <a:ea typeface="Yu Gothic"/>
                <a:cs typeface="Yu Gothic"/>
              </a:defRPr>
            </a:lvl1pPr>
            <a:lvl2pPr algn="l">
              <a:defRPr sz="1650" b="1">
                <a:solidFill>
                  <a:srgbClr val="182B33"/>
                </a:solidFill>
                <a:latin typeface="Yu Gothic"/>
                <a:ea typeface="Yu Gothic"/>
                <a:cs typeface="Yu Gothic"/>
              </a:defRPr>
            </a:lvl2pPr>
            <a:lvl3pPr algn="l">
              <a:defRPr sz="1650" b="1">
                <a:solidFill>
                  <a:srgbClr val="182B33"/>
                </a:solidFill>
                <a:latin typeface="Yu Gothic"/>
                <a:ea typeface="Yu Gothic"/>
                <a:cs typeface="Yu Gothic"/>
              </a:defRPr>
            </a:lvl3pPr>
            <a:lvl4pPr algn="l">
              <a:defRPr sz="1650" b="1">
                <a:solidFill>
                  <a:srgbClr val="182B33"/>
                </a:solidFill>
                <a:latin typeface="Yu Gothic"/>
                <a:ea typeface="Yu Gothic"/>
                <a:cs typeface="Yu Gothic"/>
              </a:defRPr>
            </a:lvl4pPr>
            <a:lvl5pPr algn="l">
              <a:defRPr sz="1650" b="1">
                <a:solidFill>
                  <a:srgbClr val="182B33"/>
                </a:solidFill>
                <a:latin typeface="Yu Gothic"/>
                <a:ea typeface="Yu Gothic"/>
                <a:cs typeface="Yu Gothic"/>
              </a:defRPr>
            </a:lvl5pPr>
            <a:lvl6pPr algn="l">
              <a:defRPr sz="1650" b="1">
                <a:solidFill>
                  <a:srgbClr val="182B33"/>
                </a:solidFill>
                <a:latin typeface="Yu Gothic"/>
                <a:ea typeface="Yu Gothic"/>
                <a:cs typeface="Yu Gothic"/>
              </a:defRPr>
            </a:lvl6pPr>
            <a:lvl7pPr algn="l">
              <a:defRPr sz="1650" b="1">
                <a:solidFill>
                  <a:srgbClr val="182B33"/>
                </a:solidFill>
                <a:latin typeface="Yu Gothic"/>
                <a:ea typeface="Yu Gothic"/>
                <a:cs typeface="Yu Gothic"/>
              </a:defRPr>
            </a:lvl7pPr>
            <a:lvl8pPr algn="l">
              <a:defRPr sz="1650" b="1">
                <a:solidFill>
                  <a:srgbClr val="182B33"/>
                </a:solidFill>
                <a:latin typeface="Yu Gothic"/>
                <a:ea typeface="Yu Gothic"/>
                <a:cs typeface="Yu Gothic"/>
              </a:defRPr>
            </a:lvl8pPr>
            <a:lvl9pPr algn="l">
              <a:defRPr sz="1650" b="1">
                <a:solidFill>
                  <a:srgbClr val="182B33"/>
                </a:solidFill>
                <a:latin typeface="Yu Gothic"/>
                <a:ea typeface="Yu Gothic"/>
                <a:cs typeface="Yu Gothic"/>
              </a:defRPr>
            </a:lvl9pPr>
          </a:lstStyle>
          <a:p xmlns:a="http://schemas.openxmlformats.org/drawingml/2006/main">
            <a:pPr algn="l">
              <a:defRPr sz="1650" b="1">
                <a:solidFill>
                  <a:srgbClr val="182B33"/>
                </a:solidFill>
                <a:latin typeface="Yu Gothic"/>
                <a:ea typeface="Yu Gothic"/>
                <a:cs typeface="Yu Gothic"/>
              </a:defRPr>
            </a:pPr>
            <a:r>
              <a:rPr sz="1650" b="1">
                <a:solidFill>
                  <a:srgbClr val="182B33"/>
                </a:solidFill>
                <a:latin typeface="Yu Gothic"/>
                <a:ea typeface="Yu Gothic"/>
                <a:cs typeface="Yu Gothic"/>
              </a:rPr>
              <a:t>B</a:t>
            </a:r>
          </a:p>
        </p:txBody>
      </p:sp>
      <p:sp>
        <p:nvSpPr>
          <p:cNvPr id="21" name="">
            <a:extLst xmlns:a="http://schemas.openxmlformats.org/drawingml/2006/main">
              <a:ext uri="{FF2B5EF4-FFF2-40B4-BE49-F238E27FC236}">
                <a16:creationId xmlns:a16="http://schemas.microsoft.com/office/drawing/2014/main" id="{61DB5407-4DCE-4406-9243-5BF16275C697}"/>
              </a:ext>
            </a:extLst>
          </p:cNvPr>
          <p:cNvSpPr>
            <a:spLocks xmlns:a="http://schemas.openxmlformats.org/drawingml/2006/main" noGrp="1"/>
          </p:cNvSpPr>
          <p:nvPr/>
        </p:nvSpPr>
        <p:spPr>
          <a:xfrm xmlns:a="http://schemas.openxmlformats.org/drawingml/2006/main">
            <a:off x="9382125" y="3615061"/>
            <a:ext cx="1047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166B68"/>
                </a:solidFill>
                <a:latin typeface="Yu Gothic"/>
                <a:ea typeface="Yu Gothic"/>
                <a:cs typeface="Yu Gothic"/>
              </a:defRPr>
            </a:defPPr>
            <a:lvl1pPr algn="l">
              <a:defRPr sz="1650" b="1">
                <a:solidFill>
                  <a:srgbClr val="166B68"/>
                </a:solidFill>
                <a:latin typeface="Yu Gothic"/>
                <a:ea typeface="Yu Gothic"/>
                <a:cs typeface="Yu Gothic"/>
              </a:defRPr>
            </a:lvl1pPr>
            <a:lvl2pPr algn="l">
              <a:defRPr sz="1650" b="1">
                <a:solidFill>
                  <a:srgbClr val="166B68"/>
                </a:solidFill>
                <a:latin typeface="Yu Gothic"/>
                <a:ea typeface="Yu Gothic"/>
                <a:cs typeface="Yu Gothic"/>
              </a:defRPr>
            </a:lvl2pPr>
            <a:lvl3pPr algn="l">
              <a:defRPr sz="1650" b="1">
                <a:solidFill>
                  <a:srgbClr val="166B68"/>
                </a:solidFill>
                <a:latin typeface="Yu Gothic"/>
                <a:ea typeface="Yu Gothic"/>
                <a:cs typeface="Yu Gothic"/>
              </a:defRPr>
            </a:lvl3pPr>
            <a:lvl4pPr algn="l">
              <a:defRPr sz="1650" b="1">
                <a:solidFill>
                  <a:srgbClr val="166B68"/>
                </a:solidFill>
                <a:latin typeface="Yu Gothic"/>
                <a:ea typeface="Yu Gothic"/>
                <a:cs typeface="Yu Gothic"/>
              </a:defRPr>
            </a:lvl4pPr>
            <a:lvl5pPr algn="l">
              <a:defRPr sz="1650" b="1">
                <a:solidFill>
                  <a:srgbClr val="166B68"/>
                </a:solidFill>
                <a:latin typeface="Yu Gothic"/>
                <a:ea typeface="Yu Gothic"/>
                <a:cs typeface="Yu Gothic"/>
              </a:defRPr>
            </a:lvl5pPr>
            <a:lvl6pPr algn="l">
              <a:defRPr sz="1650" b="1">
                <a:solidFill>
                  <a:srgbClr val="166B68"/>
                </a:solidFill>
                <a:latin typeface="Yu Gothic"/>
                <a:ea typeface="Yu Gothic"/>
                <a:cs typeface="Yu Gothic"/>
              </a:defRPr>
            </a:lvl6pPr>
            <a:lvl7pPr algn="l">
              <a:defRPr sz="1650" b="1">
                <a:solidFill>
                  <a:srgbClr val="166B68"/>
                </a:solidFill>
                <a:latin typeface="Yu Gothic"/>
                <a:ea typeface="Yu Gothic"/>
                <a:cs typeface="Yu Gothic"/>
              </a:defRPr>
            </a:lvl7pPr>
            <a:lvl8pPr algn="l">
              <a:defRPr sz="1650" b="1">
                <a:solidFill>
                  <a:srgbClr val="166B68"/>
                </a:solidFill>
                <a:latin typeface="Yu Gothic"/>
                <a:ea typeface="Yu Gothic"/>
                <a:cs typeface="Yu Gothic"/>
              </a:defRPr>
            </a:lvl8pPr>
            <a:lvl9pPr algn="l">
              <a:defRPr sz="1650" b="1">
                <a:solidFill>
                  <a:srgbClr val="166B68"/>
                </a:solidFill>
                <a:latin typeface="Yu Gothic"/>
                <a:ea typeface="Yu Gothic"/>
                <a:cs typeface="Yu Gothic"/>
              </a:defRPr>
            </a:lvl9pPr>
          </a:lstStyle>
          <a:p xmlns:a="http://schemas.openxmlformats.org/drawingml/2006/main">
            <a:pPr algn="l">
              <a:defRPr sz="1650" b="1">
                <a:solidFill>
                  <a:srgbClr val="166B68"/>
                </a:solidFill>
                <a:latin typeface="Yu Gothic"/>
                <a:ea typeface="Yu Gothic"/>
                <a:cs typeface="Yu Gothic"/>
              </a:defRPr>
            </a:pPr>
            <a:r>
              <a:rPr sz="1650" b="1">
                <a:solidFill>
                  <a:srgbClr val="166B68"/>
                </a:solidFill>
                <a:latin typeface="Yu Gothic"/>
                <a:ea typeface="Yu Gothic"/>
                <a:cs typeface="Yu Gothic"/>
              </a:rPr>
              <a:t>60°</a:t>
            </a:r>
          </a:p>
        </p:txBody>
      </p:sp>
    </p:spTree>
    <p:extLst>
      <p:ext uri="{BB962C8B-B14F-4D97-AF65-F5344CB8AC3E}">
        <p14:creationId xmlns:p14="http://schemas.microsoft.com/office/powerpoint/2010/main" val="168617980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24C2C834-7D97-428A-94A3-8BDAB5BEDD15}"/>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65C677A4-5B89-4371-A379-F77A80EFA84F}"/>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導入</a:t>
            </a:r>
          </a:p>
        </p:txBody>
      </p:sp>
      <p:sp>
        <p:nvSpPr>
          <p:cNvPr id="3" name="">
            <a:extLst xmlns:a="http://schemas.openxmlformats.org/drawingml/2006/main">
              <a:ext uri="{FF2B5EF4-FFF2-40B4-BE49-F238E27FC236}">
                <a16:creationId xmlns:a16="http://schemas.microsoft.com/office/drawing/2014/main" id="{DA8B7D43-A434-44C7-8DD8-51388E3F5FE9}"/>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今日、答えられるようになる問い</a:t>
            </a:r>
          </a:p>
        </p:txBody>
      </p:sp>
      <p:sp>
        <p:nvSpPr>
          <p:cNvPr id="4" name="">
            <a:extLst xmlns:a="http://schemas.openxmlformats.org/drawingml/2006/main">
              <a:ext uri="{FF2B5EF4-FFF2-40B4-BE49-F238E27FC236}">
                <a16:creationId xmlns:a16="http://schemas.microsoft.com/office/drawing/2014/main" id="{3E1A3568-E70F-4AC7-ACA2-67221EDABE75}"/>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C3862775-D338-440D-ADC4-1A9718A7F53A}"/>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02</a:t>
            </a:r>
          </a:p>
        </p:txBody>
      </p:sp>
      <p:sp>
        <p:nvSpPr>
          <p:cNvPr id="6" name="">
            <a:extLst xmlns:a="http://schemas.openxmlformats.org/drawingml/2006/main">
              <a:ext uri="{FF2B5EF4-FFF2-40B4-BE49-F238E27FC236}">
                <a16:creationId xmlns:a16="http://schemas.microsoft.com/office/drawing/2014/main" id="{6EF9D187-AAA0-48C4-82B3-2059103F705A}"/>
              </a:ext>
            </a:extLst>
          </p:cNvPr>
          <p:cNvSpPr>
            <a:spLocks xmlns:a="http://schemas.openxmlformats.org/drawingml/2006/main" noGrp="1"/>
          </p:cNvSpPr>
          <p:nvPr/>
        </p:nvSpPr>
        <p:spPr>
          <a:xfrm xmlns:a="http://schemas.openxmlformats.org/drawingml/2006/main">
            <a:off x="781050" y="1619250"/>
            <a:ext cx="10287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850" b="1">
                <a:solidFill>
                  <a:srgbClr val="182B33"/>
                </a:solidFill>
                <a:latin typeface="Yu Gothic"/>
                <a:ea typeface="Yu Gothic"/>
                <a:cs typeface="Yu Gothic"/>
              </a:defRPr>
            </a:defPPr>
            <a:lvl1pPr algn="l">
              <a:defRPr sz="2850" b="1">
                <a:solidFill>
                  <a:srgbClr val="182B33"/>
                </a:solidFill>
                <a:latin typeface="Yu Gothic"/>
                <a:ea typeface="Yu Gothic"/>
                <a:cs typeface="Yu Gothic"/>
              </a:defRPr>
            </a:lvl1pPr>
            <a:lvl2pPr algn="l">
              <a:defRPr sz="2850" b="1">
                <a:solidFill>
                  <a:srgbClr val="182B33"/>
                </a:solidFill>
                <a:latin typeface="Yu Gothic"/>
                <a:ea typeface="Yu Gothic"/>
                <a:cs typeface="Yu Gothic"/>
              </a:defRPr>
            </a:lvl2pPr>
            <a:lvl3pPr algn="l">
              <a:defRPr sz="2850" b="1">
                <a:solidFill>
                  <a:srgbClr val="182B33"/>
                </a:solidFill>
                <a:latin typeface="Yu Gothic"/>
                <a:ea typeface="Yu Gothic"/>
                <a:cs typeface="Yu Gothic"/>
              </a:defRPr>
            </a:lvl3pPr>
            <a:lvl4pPr algn="l">
              <a:defRPr sz="2850" b="1">
                <a:solidFill>
                  <a:srgbClr val="182B33"/>
                </a:solidFill>
                <a:latin typeface="Yu Gothic"/>
                <a:ea typeface="Yu Gothic"/>
                <a:cs typeface="Yu Gothic"/>
              </a:defRPr>
            </a:lvl4pPr>
            <a:lvl5pPr algn="l">
              <a:defRPr sz="2850" b="1">
                <a:solidFill>
                  <a:srgbClr val="182B33"/>
                </a:solidFill>
                <a:latin typeface="Yu Gothic"/>
                <a:ea typeface="Yu Gothic"/>
                <a:cs typeface="Yu Gothic"/>
              </a:defRPr>
            </a:lvl5pPr>
            <a:lvl6pPr algn="l">
              <a:defRPr sz="2850" b="1">
                <a:solidFill>
                  <a:srgbClr val="182B33"/>
                </a:solidFill>
                <a:latin typeface="Yu Gothic"/>
                <a:ea typeface="Yu Gothic"/>
                <a:cs typeface="Yu Gothic"/>
              </a:defRPr>
            </a:lvl6pPr>
            <a:lvl7pPr algn="l">
              <a:defRPr sz="2850" b="1">
                <a:solidFill>
                  <a:srgbClr val="182B33"/>
                </a:solidFill>
                <a:latin typeface="Yu Gothic"/>
                <a:ea typeface="Yu Gothic"/>
                <a:cs typeface="Yu Gothic"/>
              </a:defRPr>
            </a:lvl7pPr>
            <a:lvl8pPr algn="l">
              <a:defRPr sz="2850" b="1">
                <a:solidFill>
                  <a:srgbClr val="182B33"/>
                </a:solidFill>
                <a:latin typeface="Yu Gothic"/>
                <a:ea typeface="Yu Gothic"/>
                <a:cs typeface="Yu Gothic"/>
              </a:defRPr>
            </a:lvl8pPr>
            <a:lvl9pPr algn="l">
              <a:defRPr sz="2850" b="1">
                <a:solidFill>
                  <a:srgbClr val="182B33"/>
                </a:solidFill>
                <a:latin typeface="Yu Gothic"/>
                <a:ea typeface="Yu Gothic"/>
                <a:cs typeface="Yu Gothic"/>
              </a:defRPr>
            </a:lvl9pPr>
          </a:lstStyle>
          <a:p xmlns:a="http://schemas.openxmlformats.org/drawingml/2006/main">
            <a:pPr algn="l">
              <a:defRPr sz="2850" b="1">
                <a:solidFill>
                  <a:srgbClr val="182B33"/>
                </a:solidFill>
                <a:latin typeface="Yu Gothic"/>
                <a:ea typeface="Yu Gothic"/>
                <a:cs typeface="Yu Gothic"/>
              </a:defRPr>
            </a:pPr>
            <a:r>
              <a:rPr sz="2850" b="1">
                <a:solidFill>
                  <a:srgbClr val="182B33"/>
                </a:solidFill>
                <a:latin typeface="Yu Gothic"/>
                <a:ea typeface="Yu Gothic"/>
                <a:cs typeface="Yu Gothic"/>
              </a:rPr>
              <a:t>信頼できる角度は、どう測り、どう確かめる？</a:t>
            </a:r>
          </a:p>
        </p:txBody>
      </p:sp>
      <p:sp>
        <p:nvSpPr>
          <p:cNvPr id="7" name="">
            <a:extLst xmlns:a="http://schemas.openxmlformats.org/drawingml/2006/main">
              <a:ext uri="{FF2B5EF4-FFF2-40B4-BE49-F238E27FC236}">
                <a16:creationId xmlns:a16="http://schemas.microsoft.com/office/drawing/2014/main" id="{6E0F6182-DB50-4E5F-B12A-490BBCB62301}"/>
              </a:ext>
            </a:extLst>
          </p:cNvPr>
          <p:cNvSpPr>
            <a:spLocks xmlns:a="http://schemas.openxmlformats.org/drawingml/2006/main" noGrp="1"/>
          </p:cNvSpPr>
          <p:nvPr/>
        </p:nvSpPr>
        <p:spPr>
          <a:xfrm xmlns:a="http://schemas.openxmlformats.org/drawingml/2006/main">
            <a:off x="895350" y="2857500"/>
            <a:ext cx="228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425" b="1">
                <a:solidFill>
                  <a:srgbClr val="166B68"/>
                </a:solidFill>
                <a:latin typeface="Yu Gothic"/>
                <a:ea typeface="Yu Gothic"/>
                <a:cs typeface="Yu Gothic"/>
              </a:defRPr>
            </a:defPPr>
            <a:lvl1pPr algn="ctr">
              <a:defRPr sz="1425" b="1">
                <a:solidFill>
                  <a:srgbClr val="166B68"/>
                </a:solidFill>
                <a:latin typeface="Yu Gothic"/>
                <a:ea typeface="Yu Gothic"/>
                <a:cs typeface="Yu Gothic"/>
              </a:defRPr>
            </a:lvl1pPr>
            <a:lvl2pPr algn="ctr">
              <a:defRPr sz="1425" b="1">
                <a:solidFill>
                  <a:srgbClr val="166B68"/>
                </a:solidFill>
                <a:latin typeface="Yu Gothic"/>
                <a:ea typeface="Yu Gothic"/>
                <a:cs typeface="Yu Gothic"/>
              </a:defRPr>
            </a:lvl2pPr>
            <a:lvl3pPr algn="ctr">
              <a:defRPr sz="1425" b="1">
                <a:solidFill>
                  <a:srgbClr val="166B68"/>
                </a:solidFill>
                <a:latin typeface="Yu Gothic"/>
                <a:ea typeface="Yu Gothic"/>
                <a:cs typeface="Yu Gothic"/>
              </a:defRPr>
            </a:lvl3pPr>
            <a:lvl4pPr algn="ctr">
              <a:defRPr sz="1425" b="1">
                <a:solidFill>
                  <a:srgbClr val="166B68"/>
                </a:solidFill>
                <a:latin typeface="Yu Gothic"/>
                <a:ea typeface="Yu Gothic"/>
                <a:cs typeface="Yu Gothic"/>
              </a:defRPr>
            </a:lvl4pPr>
            <a:lvl5pPr algn="ctr">
              <a:defRPr sz="1425" b="1">
                <a:solidFill>
                  <a:srgbClr val="166B68"/>
                </a:solidFill>
                <a:latin typeface="Yu Gothic"/>
                <a:ea typeface="Yu Gothic"/>
                <a:cs typeface="Yu Gothic"/>
              </a:defRPr>
            </a:lvl5pPr>
            <a:lvl6pPr algn="ctr">
              <a:defRPr sz="1425" b="1">
                <a:solidFill>
                  <a:srgbClr val="166B68"/>
                </a:solidFill>
                <a:latin typeface="Yu Gothic"/>
                <a:ea typeface="Yu Gothic"/>
                <a:cs typeface="Yu Gothic"/>
              </a:defRPr>
            </a:lvl6pPr>
            <a:lvl7pPr algn="ctr">
              <a:defRPr sz="1425" b="1">
                <a:solidFill>
                  <a:srgbClr val="166B68"/>
                </a:solidFill>
                <a:latin typeface="Yu Gothic"/>
                <a:ea typeface="Yu Gothic"/>
                <a:cs typeface="Yu Gothic"/>
              </a:defRPr>
            </a:lvl7pPr>
            <a:lvl8pPr algn="ctr">
              <a:defRPr sz="1425" b="1">
                <a:solidFill>
                  <a:srgbClr val="166B68"/>
                </a:solidFill>
                <a:latin typeface="Yu Gothic"/>
                <a:ea typeface="Yu Gothic"/>
                <a:cs typeface="Yu Gothic"/>
              </a:defRPr>
            </a:lvl8pPr>
            <a:lvl9pPr algn="ctr">
              <a:defRPr sz="1425" b="1">
                <a:solidFill>
                  <a:srgbClr val="166B68"/>
                </a:solidFill>
                <a:latin typeface="Yu Gothic"/>
                <a:ea typeface="Yu Gothic"/>
                <a:cs typeface="Yu Gothic"/>
              </a:defRPr>
            </a:lvl9pPr>
          </a:lstStyle>
          <a:p xmlns:a="http://schemas.openxmlformats.org/drawingml/2006/main">
            <a:pPr algn="ctr">
              <a:defRPr sz="1425" b="1">
                <a:solidFill>
                  <a:srgbClr val="166B68"/>
                </a:solidFill>
                <a:latin typeface="Yu Gothic"/>
                <a:ea typeface="Yu Gothic"/>
                <a:cs typeface="Yu Gothic"/>
              </a:defRPr>
            </a:pPr>
            <a:r>
              <a:rPr sz="1425" b="1">
                <a:solidFill>
                  <a:srgbClr val="166B68"/>
                </a:solidFill>
                <a:latin typeface="Yu Gothic"/>
                <a:ea typeface="Yu Gothic"/>
                <a:cs typeface="Yu Gothic"/>
              </a:rPr>
              <a:t>●</a:t>
            </a:r>
          </a:p>
        </p:txBody>
      </p:sp>
      <p:sp>
        <p:nvSpPr>
          <p:cNvPr id="8" name="">
            <a:extLst xmlns:a="http://schemas.openxmlformats.org/drawingml/2006/main">
              <a:ext uri="{FF2B5EF4-FFF2-40B4-BE49-F238E27FC236}">
                <a16:creationId xmlns:a16="http://schemas.microsoft.com/office/drawing/2014/main" id="{603F6C02-07EA-463E-A1C2-390BBA299241}"/>
              </a:ext>
            </a:extLst>
          </p:cNvPr>
          <p:cNvSpPr>
            <a:spLocks xmlns:a="http://schemas.openxmlformats.org/drawingml/2006/main" noGrp="1"/>
          </p:cNvSpPr>
          <p:nvPr/>
        </p:nvSpPr>
        <p:spPr>
          <a:xfrm xmlns:a="http://schemas.openxmlformats.org/drawingml/2006/main">
            <a:off x="1219200" y="2857500"/>
            <a:ext cx="95821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角の読み方と、測り方を説明できる？</a:t>
            </a:r>
          </a:p>
        </p:txBody>
      </p:sp>
      <p:sp>
        <p:nvSpPr>
          <p:cNvPr id="9" name="">
            <a:extLst xmlns:a="http://schemas.openxmlformats.org/drawingml/2006/main">
              <a:ext uri="{FF2B5EF4-FFF2-40B4-BE49-F238E27FC236}">
                <a16:creationId xmlns:a16="http://schemas.microsoft.com/office/drawing/2014/main" id="{728AE392-81EA-45F2-B49F-8756B001E977}"/>
              </a:ext>
            </a:extLst>
          </p:cNvPr>
          <p:cNvSpPr>
            <a:spLocks xmlns:a="http://schemas.openxmlformats.org/drawingml/2006/main" noGrp="1"/>
          </p:cNvSpPr>
          <p:nvPr/>
        </p:nvSpPr>
        <p:spPr>
          <a:xfrm xmlns:a="http://schemas.openxmlformats.org/drawingml/2006/main">
            <a:off x="895350" y="3429000"/>
            <a:ext cx="228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425" b="1">
                <a:solidFill>
                  <a:srgbClr val="166B68"/>
                </a:solidFill>
                <a:latin typeface="Yu Gothic"/>
                <a:ea typeface="Yu Gothic"/>
                <a:cs typeface="Yu Gothic"/>
              </a:defRPr>
            </a:defPPr>
            <a:lvl1pPr algn="ctr">
              <a:defRPr sz="1425" b="1">
                <a:solidFill>
                  <a:srgbClr val="166B68"/>
                </a:solidFill>
                <a:latin typeface="Yu Gothic"/>
                <a:ea typeface="Yu Gothic"/>
                <a:cs typeface="Yu Gothic"/>
              </a:defRPr>
            </a:lvl1pPr>
            <a:lvl2pPr algn="ctr">
              <a:defRPr sz="1425" b="1">
                <a:solidFill>
                  <a:srgbClr val="166B68"/>
                </a:solidFill>
                <a:latin typeface="Yu Gothic"/>
                <a:ea typeface="Yu Gothic"/>
                <a:cs typeface="Yu Gothic"/>
              </a:defRPr>
            </a:lvl2pPr>
            <a:lvl3pPr algn="ctr">
              <a:defRPr sz="1425" b="1">
                <a:solidFill>
                  <a:srgbClr val="166B68"/>
                </a:solidFill>
                <a:latin typeface="Yu Gothic"/>
                <a:ea typeface="Yu Gothic"/>
                <a:cs typeface="Yu Gothic"/>
              </a:defRPr>
            </a:lvl3pPr>
            <a:lvl4pPr algn="ctr">
              <a:defRPr sz="1425" b="1">
                <a:solidFill>
                  <a:srgbClr val="166B68"/>
                </a:solidFill>
                <a:latin typeface="Yu Gothic"/>
                <a:ea typeface="Yu Gothic"/>
                <a:cs typeface="Yu Gothic"/>
              </a:defRPr>
            </a:lvl4pPr>
            <a:lvl5pPr algn="ctr">
              <a:defRPr sz="1425" b="1">
                <a:solidFill>
                  <a:srgbClr val="166B68"/>
                </a:solidFill>
                <a:latin typeface="Yu Gothic"/>
                <a:ea typeface="Yu Gothic"/>
                <a:cs typeface="Yu Gothic"/>
              </a:defRPr>
            </a:lvl5pPr>
            <a:lvl6pPr algn="ctr">
              <a:defRPr sz="1425" b="1">
                <a:solidFill>
                  <a:srgbClr val="166B68"/>
                </a:solidFill>
                <a:latin typeface="Yu Gothic"/>
                <a:ea typeface="Yu Gothic"/>
                <a:cs typeface="Yu Gothic"/>
              </a:defRPr>
            </a:lvl6pPr>
            <a:lvl7pPr algn="ctr">
              <a:defRPr sz="1425" b="1">
                <a:solidFill>
                  <a:srgbClr val="166B68"/>
                </a:solidFill>
                <a:latin typeface="Yu Gothic"/>
                <a:ea typeface="Yu Gothic"/>
                <a:cs typeface="Yu Gothic"/>
              </a:defRPr>
            </a:lvl7pPr>
            <a:lvl8pPr algn="ctr">
              <a:defRPr sz="1425" b="1">
                <a:solidFill>
                  <a:srgbClr val="166B68"/>
                </a:solidFill>
                <a:latin typeface="Yu Gothic"/>
                <a:ea typeface="Yu Gothic"/>
                <a:cs typeface="Yu Gothic"/>
              </a:defRPr>
            </a:lvl8pPr>
            <a:lvl9pPr algn="ctr">
              <a:defRPr sz="1425" b="1">
                <a:solidFill>
                  <a:srgbClr val="166B68"/>
                </a:solidFill>
                <a:latin typeface="Yu Gothic"/>
                <a:ea typeface="Yu Gothic"/>
                <a:cs typeface="Yu Gothic"/>
              </a:defRPr>
            </a:lvl9pPr>
          </a:lstStyle>
          <a:p xmlns:a="http://schemas.openxmlformats.org/drawingml/2006/main">
            <a:pPr algn="ctr">
              <a:defRPr sz="1425" b="1">
                <a:solidFill>
                  <a:srgbClr val="166B68"/>
                </a:solidFill>
                <a:latin typeface="Yu Gothic"/>
                <a:ea typeface="Yu Gothic"/>
                <a:cs typeface="Yu Gothic"/>
              </a:defRPr>
            </a:pPr>
            <a:r>
              <a:rPr sz="1425" b="1">
                <a:solidFill>
                  <a:srgbClr val="166B68"/>
                </a:solidFill>
                <a:latin typeface="Yu Gothic"/>
                <a:ea typeface="Yu Gothic"/>
                <a:cs typeface="Yu Gothic"/>
              </a:rPr>
              <a:t>●</a:t>
            </a:r>
          </a:p>
        </p:txBody>
      </p:sp>
      <p:sp>
        <p:nvSpPr>
          <p:cNvPr id="10" name="">
            <a:extLst xmlns:a="http://schemas.openxmlformats.org/drawingml/2006/main">
              <a:ext uri="{FF2B5EF4-FFF2-40B4-BE49-F238E27FC236}">
                <a16:creationId xmlns:a16="http://schemas.microsoft.com/office/drawing/2014/main" id="{EC8320D6-E5D3-465F-A7EE-9D931D1A9CF1}"/>
              </a:ext>
            </a:extLst>
          </p:cNvPr>
          <p:cNvSpPr>
            <a:spLocks xmlns:a="http://schemas.openxmlformats.org/drawingml/2006/main" noGrp="1"/>
          </p:cNvSpPr>
          <p:nvPr/>
        </p:nvSpPr>
        <p:spPr>
          <a:xfrm xmlns:a="http://schemas.openxmlformats.org/drawingml/2006/main">
            <a:off x="1219200" y="3429000"/>
            <a:ext cx="95821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方向法の野帳を点検できる？</a:t>
            </a:r>
          </a:p>
        </p:txBody>
      </p:sp>
      <p:sp>
        <p:nvSpPr>
          <p:cNvPr id="11" name="">
            <a:extLst xmlns:a="http://schemas.openxmlformats.org/drawingml/2006/main">
              <a:ext uri="{FF2B5EF4-FFF2-40B4-BE49-F238E27FC236}">
                <a16:creationId xmlns:a16="http://schemas.microsoft.com/office/drawing/2014/main" id="{16C4A10B-8FA4-4C7F-B82A-76C4F58A34F4}"/>
              </a:ext>
            </a:extLst>
          </p:cNvPr>
          <p:cNvSpPr>
            <a:spLocks xmlns:a="http://schemas.openxmlformats.org/drawingml/2006/main" noGrp="1"/>
          </p:cNvSpPr>
          <p:nvPr/>
        </p:nvSpPr>
        <p:spPr>
          <a:xfrm xmlns:a="http://schemas.openxmlformats.org/drawingml/2006/main">
            <a:off x="895350" y="4000500"/>
            <a:ext cx="228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425" b="1">
                <a:solidFill>
                  <a:srgbClr val="166B68"/>
                </a:solidFill>
                <a:latin typeface="Yu Gothic"/>
                <a:ea typeface="Yu Gothic"/>
                <a:cs typeface="Yu Gothic"/>
              </a:defRPr>
            </a:defPPr>
            <a:lvl1pPr algn="ctr">
              <a:defRPr sz="1425" b="1">
                <a:solidFill>
                  <a:srgbClr val="166B68"/>
                </a:solidFill>
                <a:latin typeface="Yu Gothic"/>
                <a:ea typeface="Yu Gothic"/>
                <a:cs typeface="Yu Gothic"/>
              </a:defRPr>
            </a:lvl1pPr>
            <a:lvl2pPr algn="ctr">
              <a:defRPr sz="1425" b="1">
                <a:solidFill>
                  <a:srgbClr val="166B68"/>
                </a:solidFill>
                <a:latin typeface="Yu Gothic"/>
                <a:ea typeface="Yu Gothic"/>
                <a:cs typeface="Yu Gothic"/>
              </a:defRPr>
            </a:lvl2pPr>
            <a:lvl3pPr algn="ctr">
              <a:defRPr sz="1425" b="1">
                <a:solidFill>
                  <a:srgbClr val="166B68"/>
                </a:solidFill>
                <a:latin typeface="Yu Gothic"/>
                <a:ea typeface="Yu Gothic"/>
                <a:cs typeface="Yu Gothic"/>
              </a:defRPr>
            </a:lvl3pPr>
            <a:lvl4pPr algn="ctr">
              <a:defRPr sz="1425" b="1">
                <a:solidFill>
                  <a:srgbClr val="166B68"/>
                </a:solidFill>
                <a:latin typeface="Yu Gothic"/>
                <a:ea typeface="Yu Gothic"/>
                <a:cs typeface="Yu Gothic"/>
              </a:defRPr>
            </a:lvl4pPr>
            <a:lvl5pPr algn="ctr">
              <a:defRPr sz="1425" b="1">
                <a:solidFill>
                  <a:srgbClr val="166B68"/>
                </a:solidFill>
                <a:latin typeface="Yu Gothic"/>
                <a:ea typeface="Yu Gothic"/>
                <a:cs typeface="Yu Gothic"/>
              </a:defRPr>
            </a:lvl5pPr>
            <a:lvl6pPr algn="ctr">
              <a:defRPr sz="1425" b="1">
                <a:solidFill>
                  <a:srgbClr val="166B68"/>
                </a:solidFill>
                <a:latin typeface="Yu Gothic"/>
                <a:ea typeface="Yu Gothic"/>
                <a:cs typeface="Yu Gothic"/>
              </a:defRPr>
            </a:lvl6pPr>
            <a:lvl7pPr algn="ctr">
              <a:defRPr sz="1425" b="1">
                <a:solidFill>
                  <a:srgbClr val="166B68"/>
                </a:solidFill>
                <a:latin typeface="Yu Gothic"/>
                <a:ea typeface="Yu Gothic"/>
                <a:cs typeface="Yu Gothic"/>
              </a:defRPr>
            </a:lvl7pPr>
            <a:lvl8pPr algn="ctr">
              <a:defRPr sz="1425" b="1">
                <a:solidFill>
                  <a:srgbClr val="166B68"/>
                </a:solidFill>
                <a:latin typeface="Yu Gothic"/>
                <a:ea typeface="Yu Gothic"/>
                <a:cs typeface="Yu Gothic"/>
              </a:defRPr>
            </a:lvl8pPr>
            <a:lvl9pPr algn="ctr">
              <a:defRPr sz="1425" b="1">
                <a:solidFill>
                  <a:srgbClr val="166B68"/>
                </a:solidFill>
                <a:latin typeface="Yu Gothic"/>
                <a:ea typeface="Yu Gothic"/>
                <a:cs typeface="Yu Gothic"/>
              </a:defRPr>
            </a:lvl9pPr>
          </a:lstStyle>
          <a:p xmlns:a="http://schemas.openxmlformats.org/drawingml/2006/main">
            <a:pPr algn="ctr">
              <a:defRPr sz="1425" b="1">
                <a:solidFill>
                  <a:srgbClr val="166B68"/>
                </a:solidFill>
                <a:latin typeface="Yu Gothic"/>
                <a:ea typeface="Yu Gothic"/>
                <a:cs typeface="Yu Gothic"/>
              </a:defRPr>
            </a:pPr>
            <a:r>
              <a:rPr sz="1425" b="1">
                <a:solidFill>
                  <a:srgbClr val="166B68"/>
                </a:solidFill>
                <a:latin typeface="Yu Gothic"/>
                <a:ea typeface="Yu Gothic"/>
                <a:cs typeface="Yu Gothic"/>
              </a:rPr>
              <a:t>●</a:t>
            </a:r>
          </a:p>
        </p:txBody>
      </p:sp>
      <p:sp>
        <p:nvSpPr>
          <p:cNvPr id="12" name="">
            <a:extLst xmlns:a="http://schemas.openxmlformats.org/drawingml/2006/main">
              <a:ext uri="{FF2B5EF4-FFF2-40B4-BE49-F238E27FC236}">
                <a16:creationId xmlns:a16="http://schemas.microsoft.com/office/drawing/2014/main" id="{1CEFC495-DB87-4AAA-895C-A9AB08364A49}"/>
              </a:ext>
            </a:extLst>
          </p:cNvPr>
          <p:cNvSpPr>
            <a:spLocks xmlns:a="http://schemas.openxmlformats.org/drawingml/2006/main" noGrp="1"/>
          </p:cNvSpPr>
          <p:nvPr/>
        </p:nvSpPr>
        <p:spPr>
          <a:xfrm xmlns:a="http://schemas.openxmlformats.org/drawingml/2006/main">
            <a:off x="1219200" y="4000500"/>
            <a:ext cx="95821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偏心した観測を中心へ戻せる？</a:t>
            </a:r>
          </a:p>
        </p:txBody>
      </p:sp>
    </p:spTree>
    <p:extLst>
      <p:ext uri="{BB962C8B-B14F-4D97-AF65-F5344CB8AC3E}">
        <p14:creationId xmlns:p14="http://schemas.microsoft.com/office/powerpoint/2010/main" val="136704758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07CB5312-AC6C-4414-AAED-219153B052FE}"/>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A4B6524E-EE48-43F4-B320-55C7F50EFBA5}"/>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角の意味</a:t>
            </a:r>
          </a:p>
        </p:txBody>
      </p:sp>
      <p:sp>
        <p:nvSpPr>
          <p:cNvPr id="3" name="">
            <a:extLst xmlns:a="http://schemas.openxmlformats.org/drawingml/2006/main">
              <a:ext uri="{FF2B5EF4-FFF2-40B4-BE49-F238E27FC236}">
                <a16:creationId xmlns:a16="http://schemas.microsoft.com/office/drawing/2014/main" id="{C09819A0-6CA9-4F48-85AB-B5A4556663F4}"/>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100 mだけでは、杭Aの場所は決まらない</a:t>
            </a:r>
          </a:p>
        </p:txBody>
      </p:sp>
      <p:sp>
        <p:nvSpPr>
          <p:cNvPr id="4" name="">
            <a:extLst xmlns:a="http://schemas.openxmlformats.org/drawingml/2006/main">
              <a:ext uri="{FF2B5EF4-FFF2-40B4-BE49-F238E27FC236}">
                <a16:creationId xmlns:a16="http://schemas.microsoft.com/office/drawing/2014/main" id="{AFDBACAF-8507-44E5-818D-CCC72276884B}"/>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3C8294F1-36A8-48BF-8559-41C35079322A}"/>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03</a:t>
            </a:r>
          </a:p>
        </p:txBody>
      </p:sp>
      <p:sp>
        <p:nvSpPr>
          <p:cNvPr id="6" name="">
            <a:extLst xmlns:a="http://schemas.openxmlformats.org/drawingml/2006/main">
              <a:ext uri="{FF2B5EF4-FFF2-40B4-BE49-F238E27FC236}">
                <a16:creationId xmlns:a16="http://schemas.microsoft.com/office/drawing/2014/main" id="{ED67A37B-93A1-4FBE-B461-5810E3ACABA6}"/>
              </a:ext>
            </a:extLst>
          </p:cNvPr>
          <p:cNvSpPr>
            <a:spLocks xmlns:a="http://schemas.openxmlformats.org/drawingml/2006/main" noGrp="1"/>
          </p:cNvSpPr>
          <p:nvPr/>
        </p:nvSpPr>
        <p:spPr>
          <a:xfrm xmlns:a="http://schemas.openxmlformats.org/drawingml/2006/main">
            <a:off x="723900" y="1562100"/>
            <a:ext cx="5286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325" b="1">
                <a:solidFill>
                  <a:srgbClr val="52616A"/>
                </a:solidFill>
                <a:latin typeface="Yu Gothic"/>
                <a:ea typeface="Yu Gothic"/>
                <a:cs typeface="Yu Gothic"/>
              </a:defRPr>
            </a:defPPr>
            <a:lvl1pPr algn="l">
              <a:defRPr sz="2325" b="1">
                <a:solidFill>
                  <a:srgbClr val="52616A"/>
                </a:solidFill>
                <a:latin typeface="Yu Gothic"/>
                <a:ea typeface="Yu Gothic"/>
                <a:cs typeface="Yu Gothic"/>
              </a:defRPr>
            </a:lvl1pPr>
            <a:lvl2pPr algn="l">
              <a:defRPr sz="2325" b="1">
                <a:solidFill>
                  <a:srgbClr val="52616A"/>
                </a:solidFill>
                <a:latin typeface="Yu Gothic"/>
                <a:ea typeface="Yu Gothic"/>
                <a:cs typeface="Yu Gothic"/>
              </a:defRPr>
            </a:lvl2pPr>
            <a:lvl3pPr algn="l">
              <a:defRPr sz="2325" b="1">
                <a:solidFill>
                  <a:srgbClr val="52616A"/>
                </a:solidFill>
                <a:latin typeface="Yu Gothic"/>
                <a:ea typeface="Yu Gothic"/>
                <a:cs typeface="Yu Gothic"/>
              </a:defRPr>
            </a:lvl3pPr>
            <a:lvl4pPr algn="l">
              <a:defRPr sz="2325" b="1">
                <a:solidFill>
                  <a:srgbClr val="52616A"/>
                </a:solidFill>
                <a:latin typeface="Yu Gothic"/>
                <a:ea typeface="Yu Gothic"/>
                <a:cs typeface="Yu Gothic"/>
              </a:defRPr>
            </a:lvl4pPr>
            <a:lvl5pPr algn="l">
              <a:defRPr sz="2325" b="1">
                <a:solidFill>
                  <a:srgbClr val="52616A"/>
                </a:solidFill>
                <a:latin typeface="Yu Gothic"/>
                <a:ea typeface="Yu Gothic"/>
                <a:cs typeface="Yu Gothic"/>
              </a:defRPr>
            </a:lvl5pPr>
            <a:lvl6pPr algn="l">
              <a:defRPr sz="2325" b="1">
                <a:solidFill>
                  <a:srgbClr val="52616A"/>
                </a:solidFill>
                <a:latin typeface="Yu Gothic"/>
                <a:ea typeface="Yu Gothic"/>
                <a:cs typeface="Yu Gothic"/>
              </a:defRPr>
            </a:lvl6pPr>
            <a:lvl7pPr algn="l">
              <a:defRPr sz="2325" b="1">
                <a:solidFill>
                  <a:srgbClr val="52616A"/>
                </a:solidFill>
                <a:latin typeface="Yu Gothic"/>
                <a:ea typeface="Yu Gothic"/>
                <a:cs typeface="Yu Gothic"/>
              </a:defRPr>
            </a:lvl7pPr>
            <a:lvl8pPr algn="l">
              <a:defRPr sz="2325" b="1">
                <a:solidFill>
                  <a:srgbClr val="52616A"/>
                </a:solidFill>
                <a:latin typeface="Yu Gothic"/>
                <a:ea typeface="Yu Gothic"/>
                <a:cs typeface="Yu Gothic"/>
              </a:defRPr>
            </a:lvl8pPr>
            <a:lvl9pPr algn="l">
              <a:defRPr sz="2325" b="1">
                <a:solidFill>
                  <a:srgbClr val="52616A"/>
                </a:solidFill>
                <a:latin typeface="Yu Gothic"/>
                <a:ea typeface="Yu Gothic"/>
                <a:cs typeface="Yu Gothic"/>
              </a:defRPr>
            </a:lvl9pPr>
          </a:lstStyle>
          <a:p xmlns:a="http://schemas.openxmlformats.org/drawingml/2006/main">
            <a:pPr algn="l">
              <a:defRPr sz="2325" b="1">
                <a:solidFill>
                  <a:srgbClr val="52616A"/>
                </a:solidFill>
                <a:latin typeface="Yu Gothic"/>
                <a:ea typeface="Yu Gothic"/>
                <a:cs typeface="Yu Gothic"/>
              </a:defRPr>
            </a:pPr>
            <a:r>
              <a:rPr sz="2325" b="1">
                <a:solidFill>
                  <a:srgbClr val="52616A"/>
                </a:solidFill>
                <a:latin typeface="Yu Gothic"/>
                <a:ea typeface="Yu Gothic"/>
                <a:cs typeface="Yu Gothic"/>
              </a:rPr>
              <a:t>AはOを中心とする円周上のどこにでも置ける</a:t>
            </a:r>
          </a:p>
        </p:txBody>
      </p:sp>
      <p:sp>
        <p:nvSpPr>
          <p:cNvPr id="7" name="">
            <a:extLst xmlns:a="http://schemas.openxmlformats.org/drawingml/2006/main">
              <a:ext uri="{FF2B5EF4-FFF2-40B4-BE49-F238E27FC236}">
                <a16:creationId xmlns:a16="http://schemas.microsoft.com/office/drawing/2014/main" id="{20274110-A450-4A12-933F-EE275A5B4B71}"/>
              </a:ext>
            </a:extLst>
          </p:cNvPr>
          <p:cNvSpPr>
            <a:spLocks xmlns:a="http://schemas.openxmlformats.org/drawingml/2006/main" noGrp="1"/>
          </p:cNvSpPr>
          <p:nvPr/>
        </p:nvSpPr>
        <p:spPr>
          <a:xfrm xmlns:a="http://schemas.openxmlformats.org/drawingml/2006/main">
            <a:off x="723900" y="2428875"/>
            <a:ext cx="228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425" b="1">
                <a:solidFill>
                  <a:srgbClr val="166B68"/>
                </a:solidFill>
                <a:latin typeface="Yu Gothic"/>
                <a:ea typeface="Yu Gothic"/>
                <a:cs typeface="Yu Gothic"/>
              </a:defRPr>
            </a:defPPr>
            <a:lvl1pPr algn="ctr">
              <a:defRPr sz="1425" b="1">
                <a:solidFill>
                  <a:srgbClr val="166B68"/>
                </a:solidFill>
                <a:latin typeface="Yu Gothic"/>
                <a:ea typeface="Yu Gothic"/>
                <a:cs typeface="Yu Gothic"/>
              </a:defRPr>
            </a:lvl1pPr>
            <a:lvl2pPr algn="ctr">
              <a:defRPr sz="1425" b="1">
                <a:solidFill>
                  <a:srgbClr val="166B68"/>
                </a:solidFill>
                <a:latin typeface="Yu Gothic"/>
                <a:ea typeface="Yu Gothic"/>
                <a:cs typeface="Yu Gothic"/>
              </a:defRPr>
            </a:lvl2pPr>
            <a:lvl3pPr algn="ctr">
              <a:defRPr sz="1425" b="1">
                <a:solidFill>
                  <a:srgbClr val="166B68"/>
                </a:solidFill>
                <a:latin typeface="Yu Gothic"/>
                <a:ea typeface="Yu Gothic"/>
                <a:cs typeface="Yu Gothic"/>
              </a:defRPr>
            </a:lvl3pPr>
            <a:lvl4pPr algn="ctr">
              <a:defRPr sz="1425" b="1">
                <a:solidFill>
                  <a:srgbClr val="166B68"/>
                </a:solidFill>
                <a:latin typeface="Yu Gothic"/>
                <a:ea typeface="Yu Gothic"/>
                <a:cs typeface="Yu Gothic"/>
              </a:defRPr>
            </a:lvl4pPr>
            <a:lvl5pPr algn="ctr">
              <a:defRPr sz="1425" b="1">
                <a:solidFill>
                  <a:srgbClr val="166B68"/>
                </a:solidFill>
                <a:latin typeface="Yu Gothic"/>
                <a:ea typeface="Yu Gothic"/>
                <a:cs typeface="Yu Gothic"/>
              </a:defRPr>
            </a:lvl5pPr>
            <a:lvl6pPr algn="ctr">
              <a:defRPr sz="1425" b="1">
                <a:solidFill>
                  <a:srgbClr val="166B68"/>
                </a:solidFill>
                <a:latin typeface="Yu Gothic"/>
                <a:ea typeface="Yu Gothic"/>
                <a:cs typeface="Yu Gothic"/>
              </a:defRPr>
            </a:lvl6pPr>
            <a:lvl7pPr algn="ctr">
              <a:defRPr sz="1425" b="1">
                <a:solidFill>
                  <a:srgbClr val="166B68"/>
                </a:solidFill>
                <a:latin typeface="Yu Gothic"/>
                <a:ea typeface="Yu Gothic"/>
                <a:cs typeface="Yu Gothic"/>
              </a:defRPr>
            </a:lvl7pPr>
            <a:lvl8pPr algn="ctr">
              <a:defRPr sz="1425" b="1">
                <a:solidFill>
                  <a:srgbClr val="166B68"/>
                </a:solidFill>
                <a:latin typeface="Yu Gothic"/>
                <a:ea typeface="Yu Gothic"/>
                <a:cs typeface="Yu Gothic"/>
              </a:defRPr>
            </a:lvl8pPr>
            <a:lvl9pPr algn="ctr">
              <a:defRPr sz="1425" b="1">
                <a:solidFill>
                  <a:srgbClr val="166B68"/>
                </a:solidFill>
                <a:latin typeface="Yu Gothic"/>
                <a:ea typeface="Yu Gothic"/>
                <a:cs typeface="Yu Gothic"/>
              </a:defRPr>
            </a:lvl9pPr>
          </a:lstStyle>
          <a:p xmlns:a="http://schemas.openxmlformats.org/drawingml/2006/main">
            <a:pPr algn="ctr">
              <a:defRPr sz="1425" b="1">
                <a:solidFill>
                  <a:srgbClr val="166B68"/>
                </a:solidFill>
                <a:latin typeface="Yu Gothic"/>
                <a:ea typeface="Yu Gothic"/>
                <a:cs typeface="Yu Gothic"/>
              </a:defRPr>
            </a:pPr>
            <a:r>
              <a:rPr sz="1425" b="1">
                <a:solidFill>
                  <a:srgbClr val="166B68"/>
                </a:solidFill>
                <a:latin typeface="Yu Gothic"/>
                <a:ea typeface="Yu Gothic"/>
                <a:cs typeface="Yu Gothic"/>
              </a:rPr>
              <a:t>●</a:t>
            </a:r>
          </a:p>
        </p:txBody>
      </p:sp>
      <p:sp>
        <p:nvSpPr>
          <p:cNvPr id="8" name="">
            <a:extLst xmlns:a="http://schemas.openxmlformats.org/drawingml/2006/main">
              <a:ext uri="{FF2B5EF4-FFF2-40B4-BE49-F238E27FC236}">
                <a16:creationId xmlns:a16="http://schemas.microsoft.com/office/drawing/2014/main" id="{1AE97690-A345-4E13-82E0-F4387DC06FFE}"/>
              </a:ext>
            </a:extLst>
          </p:cNvPr>
          <p:cNvSpPr>
            <a:spLocks xmlns:a="http://schemas.openxmlformats.org/drawingml/2006/main" noGrp="1"/>
          </p:cNvSpPr>
          <p:nvPr/>
        </p:nvSpPr>
        <p:spPr>
          <a:xfrm xmlns:a="http://schemas.openxmlformats.org/drawingml/2006/main">
            <a:off x="1047750" y="242887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必要なのは 距離＋向き</a:t>
            </a:r>
          </a:p>
        </p:txBody>
      </p:sp>
      <p:sp>
        <p:nvSpPr>
          <p:cNvPr id="9" name="">
            <a:extLst xmlns:a="http://schemas.openxmlformats.org/drawingml/2006/main">
              <a:ext uri="{FF2B5EF4-FFF2-40B4-BE49-F238E27FC236}">
                <a16:creationId xmlns:a16="http://schemas.microsoft.com/office/drawing/2014/main" id="{8725D6EC-7D8F-4159-8D80-37C067708382}"/>
              </a:ext>
            </a:extLst>
          </p:cNvPr>
          <p:cNvSpPr>
            <a:spLocks xmlns:a="http://schemas.openxmlformats.org/drawingml/2006/main" noGrp="1"/>
          </p:cNvSpPr>
          <p:nvPr/>
        </p:nvSpPr>
        <p:spPr>
          <a:xfrm xmlns:a="http://schemas.openxmlformats.org/drawingml/2006/main">
            <a:off x="7128510" y="2415540"/>
            <a:ext cx="3017520" cy="3017520"/>
          </a:xfrm>
          <a:prstGeom xmlns:a="http://schemas.openxmlformats.org/drawingml/2006/main" prst="ellipse">
            <a:avLst/>
          </a:prstGeom>
          <a:noFill xmlns:a="http://schemas.openxmlformats.org/drawingml/2006/main"/>
          <a:ln xmlns:a="http://schemas.openxmlformats.org/drawingml/2006/main" w="38100">
            <a:solidFill>
              <a:srgbClr val="166B68"/>
            </a:solidFill>
            <a:prstDash val="solid"/>
          </a:ln>
        </p:spPr>
      </p:sp>
      <p:sp>
        <p:nvSpPr>
          <p:cNvPr id="10" name="">
            <a:extLst xmlns:a="http://schemas.openxmlformats.org/drawingml/2006/main">
              <a:ext uri="{FF2B5EF4-FFF2-40B4-BE49-F238E27FC236}">
                <a16:creationId xmlns:a16="http://schemas.microsoft.com/office/drawing/2014/main" id="{91E0933A-0353-44B5-9F80-8195887AE4C6}"/>
              </a:ext>
            </a:extLst>
          </p:cNvPr>
          <p:cNvSpPr>
            <a:spLocks xmlns:a="http://schemas.openxmlformats.org/drawingml/2006/main" noGrp="1"/>
          </p:cNvSpPr>
          <p:nvPr/>
        </p:nvSpPr>
        <p:spPr>
          <a:xfrm xmlns:a="http://schemas.openxmlformats.org/drawingml/2006/main">
            <a:off x="8637270" y="3924300"/>
            <a:ext cx="1508760" cy="9525"/>
          </a:xfrm>
          <a:custGeom xmlns:a="http://schemas.openxmlformats.org/drawingml/2006/main">
            <a:pathLst>
              <a:path w="1508760" h="9525">
                <a:moveTo>
                  <a:pt x="0" y="0"/>
                </a:moveTo>
                <a:lnTo>
                  <a:pt x="1508760" y="0"/>
                </a:lnTo>
              </a:path>
            </a:pathLst>
          </a:custGeom>
          <a:noFill xmlns:a="http://schemas.openxmlformats.org/drawingml/2006/main"/>
          <a:ln xmlns:a="http://schemas.openxmlformats.org/drawingml/2006/main" w="28575">
            <a:solidFill>
              <a:srgbClr val="182B33"/>
            </a:solidFill>
            <a:prstDash val="solid"/>
          </a:ln>
        </p:spPr>
      </p:sp>
      <p:sp>
        <p:nvSpPr>
          <p:cNvPr id="11" name="">
            <a:extLst xmlns:a="http://schemas.openxmlformats.org/drawingml/2006/main">
              <a:ext uri="{FF2B5EF4-FFF2-40B4-BE49-F238E27FC236}">
                <a16:creationId xmlns:a16="http://schemas.microsoft.com/office/drawing/2014/main" id="{9E99792F-8C7C-4625-8C27-3FC49EC16227}"/>
              </a:ext>
            </a:extLst>
          </p:cNvPr>
          <p:cNvSpPr>
            <a:spLocks xmlns:a="http://schemas.openxmlformats.org/drawingml/2006/main" noGrp="1"/>
          </p:cNvSpPr>
          <p:nvPr/>
        </p:nvSpPr>
        <p:spPr>
          <a:xfrm xmlns:a="http://schemas.openxmlformats.org/drawingml/2006/main">
            <a:off x="8580120" y="3867150"/>
            <a:ext cx="114300" cy="114300"/>
          </a:xfrm>
          <a:prstGeom xmlns:a="http://schemas.openxmlformats.org/drawingml/2006/main" prst="ellipse">
            <a:avLst/>
          </a:prstGeom>
          <a:solidFill xmlns:a="http://schemas.openxmlformats.org/drawingml/2006/main">
            <a:srgbClr val="166B68"/>
          </a:solidFill>
          <a:ln xmlns:a="http://schemas.openxmlformats.org/drawingml/2006/main" w="9525">
            <a:solidFill>
              <a:srgbClr val="166B68"/>
            </a:solidFill>
          </a:ln>
        </p:spPr>
      </p:sp>
      <p:sp>
        <p:nvSpPr>
          <p:cNvPr id="12" name="">
            <a:extLst xmlns:a="http://schemas.openxmlformats.org/drawingml/2006/main">
              <a:ext uri="{FF2B5EF4-FFF2-40B4-BE49-F238E27FC236}">
                <a16:creationId xmlns:a16="http://schemas.microsoft.com/office/drawing/2014/main" id="{A4CF4DB8-9F81-49DA-89ED-571750030F72}"/>
              </a:ext>
            </a:extLst>
          </p:cNvPr>
          <p:cNvSpPr>
            <a:spLocks xmlns:a="http://schemas.openxmlformats.org/drawingml/2006/main" noGrp="1"/>
          </p:cNvSpPr>
          <p:nvPr/>
        </p:nvSpPr>
        <p:spPr>
          <a:xfrm xmlns:a="http://schemas.openxmlformats.org/drawingml/2006/main">
            <a:off x="8361045" y="3990975"/>
            <a:ext cx="7048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182B33"/>
                </a:solidFill>
                <a:latin typeface="Yu Gothic"/>
                <a:ea typeface="Yu Gothic"/>
                <a:cs typeface="Yu Gothic"/>
              </a:defRPr>
            </a:defPPr>
            <a:lvl1pPr algn="l">
              <a:defRPr sz="1650" b="1">
                <a:solidFill>
                  <a:srgbClr val="182B33"/>
                </a:solidFill>
                <a:latin typeface="Yu Gothic"/>
                <a:ea typeface="Yu Gothic"/>
                <a:cs typeface="Yu Gothic"/>
              </a:defRPr>
            </a:lvl1pPr>
            <a:lvl2pPr algn="l">
              <a:defRPr sz="1650" b="1">
                <a:solidFill>
                  <a:srgbClr val="182B33"/>
                </a:solidFill>
                <a:latin typeface="Yu Gothic"/>
                <a:ea typeface="Yu Gothic"/>
                <a:cs typeface="Yu Gothic"/>
              </a:defRPr>
            </a:lvl2pPr>
            <a:lvl3pPr algn="l">
              <a:defRPr sz="1650" b="1">
                <a:solidFill>
                  <a:srgbClr val="182B33"/>
                </a:solidFill>
                <a:latin typeface="Yu Gothic"/>
                <a:ea typeface="Yu Gothic"/>
                <a:cs typeface="Yu Gothic"/>
              </a:defRPr>
            </a:lvl3pPr>
            <a:lvl4pPr algn="l">
              <a:defRPr sz="1650" b="1">
                <a:solidFill>
                  <a:srgbClr val="182B33"/>
                </a:solidFill>
                <a:latin typeface="Yu Gothic"/>
                <a:ea typeface="Yu Gothic"/>
                <a:cs typeface="Yu Gothic"/>
              </a:defRPr>
            </a:lvl4pPr>
            <a:lvl5pPr algn="l">
              <a:defRPr sz="1650" b="1">
                <a:solidFill>
                  <a:srgbClr val="182B33"/>
                </a:solidFill>
                <a:latin typeface="Yu Gothic"/>
                <a:ea typeface="Yu Gothic"/>
                <a:cs typeface="Yu Gothic"/>
              </a:defRPr>
            </a:lvl5pPr>
            <a:lvl6pPr algn="l">
              <a:defRPr sz="1650" b="1">
                <a:solidFill>
                  <a:srgbClr val="182B33"/>
                </a:solidFill>
                <a:latin typeface="Yu Gothic"/>
                <a:ea typeface="Yu Gothic"/>
                <a:cs typeface="Yu Gothic"/>
              </a:defRPr>
            </a:lvl6pPr>
            <a:lvl7pPr algn="l">
              <a:defRPr sz="1650" b="1">
                <a:solidFill>
                  <a:srgbClr val="182B33"/>
                </a:solidFill>
                <a:latin typeface="Yu Gothic"/>
                <a:ea typeface="Yu Gothic"/>
                <a:cs typeface="Yu Gothic"/>
              </a:defRPr>
            </a:lvl7pPr>
            <a:lvl8pPr algn="l">
              <a:defRPr sz="1650" b="1">
                <a:solidFill>
                  <a:srgbClr val="182B33"/>
                </a:solidFill>
                <a:latin typeface="Yu Gothic"/>
                <a:ea typeface="Yu Gothic"/>
                <a:cs typeface="Yu Gothic"/>
              </a:defRPr>
            </a:lvl8pPr>
            <a:lvl9pPr algn="l">
              <a:defRPr sz="1650" b="1">
                <a:solidFill>
                  <a:srgbClr val="182B33"/>
                </a:solidFill>
                <a:latin typeface="Yu Gothic"/>
                <a:ea typeface="Yu Gothic"/>
                <a:cs typeface="Yu Gothic"/>
              </a:defRPr>
            </a:lvl9pPr>
          </a:lstStyle>
          <a:p xmlns:a="http://schemas.openxmlformats.org/drawingml/2006/main">
            <a:pPr algn="l">
              <a:defRPr sz="1650" b="1">
                <a:solidFill>
                  <a:srgbClr val="182B33"/>
                </a:solidFill>
                <a:latin typeface="Yu Gothic"/>
                <a:ea typeface="Yu Gothic"/>
                <a:cs typeface="Yu Gothic"/>
              </a:defRPr>
            </a:pPr>
            <a:r>
              <a:rPr sz="1650" b="1">
                <a:solidFill>
                  <a:srgbClr val="182B33"/>
                </a:solidFill>
                <a:latin typeface="Yu Gothic"/>
                <a:ea typeface="Yu Gothic"/>
                <a:cs typeface="Yu Gothic"/>
              </a:rPr>
              <a:t>O</a:t>
            </a:r>
          </a:p>
        </p:txBody>
      </p:sp>
      <p:sp>
        <p:nvSpPr>
          <p:cNvPr id="13" name="">
            <a:extLst xmlns:a="http://schemas.openxmlformats.org/drawingml/2006/main">
              <a:ext uri="{FF2B5EF4-FFF2-40B4-BE49-F238E27FC236}">
                <a16:creationId xmlns:a16="http://schemas.microsoft.com/office/drawing/2014/main" id="{927F49C5-7F07-4618-AF41-B3D165A24D47}"/>
              </a:ext>
            </a:extLst>
          </p:cNvPr>
          <p:cNvSpPr>
            <a:spLocks xmlns:a="http://schemas.openxmlformats.org/drawingml/2006/main" noGrp="1"/>
          </p:cNvSpPr>
          <p:nvPr/>
        </p:nvSpPr>
        <p:spPr>
          <a:xfrm xmlns:a="http://schemas.openxmlformats.org/drawingml/2006/main">
            <a:off x="10088880" y="3867150"/>
            <a:ext cx="114300" cy="114300"/>
          </a:xfrm>
          <a:prstGeom xmlns:a="http://schemas.openxmlformats.org/drawingml/2006/main" prst="ellipse">
            <a:avLst/>
          </a:prstGeom>
          <a:solidFill xmlns:a="http://schemas.openxmlformats.org/drawingml/2006/main">
            <a:srgbClr val="166B68"/>
          </a:solidFill>
          <a:ln xmlns:a="http://schemas.openxmlformats.org/drawingml/2006/main" w="9525">
            <a:solidFill>
              <a:srgbClr val="166B68"/>
            </a:solidFill>
          </a:ln>
        </p:spPr>
      </p:sp>
      <p:sp>
        <p:nvSpPr>
          <p:cNvPr id="14" name="">
            <a:extLst xmlns:a="http://schemas.openxmlformats.org/drawingml/2006/main">
              <a:ext uri="{FF2B5EF4-FFF2-40B4-BE49-F238E27FC236}">
                <a16:creationId xmlns:a16="http://schemas.microsoft.com/office/drawing/2014/main" id="{6663C18F-B015-4CA2-AA08-2002BA67837A}"/>
              </a:ext>
            </a:extLst>
          </p:cNvPr>
          <p:cNvSpPr>
            <a:spLocks xmlns:a="http://schemas.openxmlformats.org/drawingml/2006/main" noGrp="1"/>
          </p:cNvSpPr>
          <p:nvPr/>
        </p:nvSpPr>
        <p:spPr>
          <a:xfrm xmlns:a="http://schemas.openxmlformats.org/drawingml/2006/main">
            <a:off x="10222230" y="3657600"/>
            <a:ext cx="7048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182B33"/>
                </a:solidFill>
                <a:latin typeface="Yu Gothic"/>
                <a:ea typeface="Yu Gothic"/>
                <a:cs typeface="Yu Gothic"/>
              </a:defRPr>
            </a:defPPr>
            <a:lvl1pPr algn="l">
              <a:defRPr sz="1650" b="1">
                <a:solidFill>
                  <a:srgbClr val="182B33"/>
                </a:solidFill>
                <a:latin typeface="Yu Gothic"/>
                <a:ea typeface="Yu Gothic"/>
                <a:cs typeface="Yu Gothic"/>
              </a:defRPr>
            </a:lvl1pPr>
            <a:lvl2pPr algn="l">
              <a:defRPr sz="1650" b="1">
                <a:solidFill>
                  <a:srgbClr val="182B33"/>
                </a:solidFill>
                <a:latin typeface="Yu Gothic"/>
                <a:ea typeface="Yu Gothic"/>
                <a:cs typeface="Yu Gothic"/>
              </a:defRPr>
            </a:lvl2pPr>
            <a:lvl3pPr algn="l">
              <a:defRPr sz="1650" b="1">
                <a:solidFill>
                  <a:srgbClr val="182B33"/>
                </a:solidFill>
                <a:latin typeface="Yu Gothic"/>
                <a:ea typeface="Yu Gothic"/>
                <a:cs typeface="Yu Gothic"/>
              </a:defRPr>
            </a:lvl3pPr>
            <a:lvl4pPr algn="l">
              <a:defRPr sz="1650" b="1">
                <a:solidFill>
                  <a:srgbClr val="182B33"/>
                </a:solidFill>
                <a:latin typeface="Yu Gothic"/>
                <a:ea typeface="Yu Gothic"/>
                <a:cs typeface="Yu Gothic"/>
              </a:defRPr>
            </a:lvl4pPr>
            <a:lvl5pPr algn="l">
              <a:defRPr sz="1650" b="1">
                <a:solidFill>
                  <a:srgbClr val="182B33"/>
                </a:solidFill>
                <a:latin typeface="Yu Gothic"/>
                <a:ea typeface="Yu Gothic"/>
                <a:cs typeface="Yu Gothic"/>
              </a:defRPr>
            </a:lvl5pPr>
            <a:lvl6pPr algn="l">
              <a:defRPr sz="1650" b="1">
                <a:solidFill>
                  <a:srgbClr val="182B33"/>
                </a:solidFill>
                <a:latin typeface="Yu Gothic"/>
                <a:ea typeface="Yu Gothic"/>
                <a:cs typeface="Yu Gothic"/>
              </a:defRPr>
            </a:lvl6pPr>
            <a:lvl7pPr algn="l">
              <a:defRPr sz="1650" b="1">
                <a:solidFill>
                  <a:srgbClr val="182B33"/>
                </a:solidFill>
                <a:latin typeface="Yu Gothic"/>
                <a:ea typeface="Yu Gothic"/>
                <a:cs typeface="Yu Gothic"/>
              </a:defRPr>
            </a:lvl7pPr>
            <a:lvl8pPr algn="l">
              <a:defRPr sz="1650" b="1">
                <a:solidFill>
                  <a:srgbClr val="182B33"/>
                </a:solidFill>
                <a:latin typeface="Yu Gothic"/>
                <a:ea typeface="Yu Gothic"/>
                <a:cs typeface="Yu Gothic"/>
              </a:defRPr>
            </a:lvl8pPr>
            <a:lvl9pPr algn="l">
              <a:defRPr sz="1650" b="1">
                <a:solidFill>
                  <a:srgbClr val="182B33"/>
                </a:solidFill>
                <a:latin typeface="Yu Gothic"/>
                <a:ea typeface="Yu Gothic"/>
                <a:cs typeface="Yu Gothic"/>
              </a:defRPr>
            </a:lvl9pPr>
          </a:lstStyle>
          <a:p xmlns:a="http://schemas.openxmlformats.org/drawingml/2006/main">
            <a:pPr algn="l">
              <a:defRPr sz="1650" b="1">
                <a:solidFill>
                  <a:srgbClr val="182B33"/>
                </a:solidFill>
                <a:latin typeface="Yu Gothic"/>
                <a:ea typeface="Yu Gothic"/>
                <a:cs typeface="Yu Gothic"/>
              </a:defRPr>
            </a:pPr>
            <a:r>
              <a:rPr sz="1650" b="1">
                <a:solidFill>
                  <a:srgbClr val="182B33"/>
                </a:solidFill>
                <a:latin typeface="Yu Gothic"/>
                <a:ea typeface="Yu Gothic"/>
                <a:cs typeface="Yu Gothic"/>
              </a:rPr>
              <a:t>A</a:t>
            </a:r>
          </a:p>
        </p:txBody>
      </p:sp>
      <p:sp>
        <p:nvSpPr>
          <p:cNvPr id="15" name="">
            <a:extLst xmlns:a="http://schemas.openxmlformats.org/drawingml/2006/main">
              <a:ext uri="{FF2B5EF4-FFF2-40B4-BE49-F238E27FC236}">
                <a16:creationId xmlns:a16="http://schemas.microsoft.com/office/drawing/2014/main" id="{2A5F90D9-9B06-4A3B-92F1-29D8BF6C7969}"/>
              </a:ext>
            </a:extLst>
          </p:cNvPr>
          <p:cNvSpPr>
            <a:spLocks xmlns:a="http://schemas.openxmlformats.org/drawingml/2006/main" noGrp="1"/>
          </p:cNvSpPr>
          <p:nvPr/>
        </p:nvSpPr>
        <p:spPr>
          <a:xfrm xmlns:a="http://schemas.openxmlformats.org/drawingml/2006/main">
            <a:off x="8999372" y="3629025"/>
            <a:ext cx="113157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166B68"/>
                </a:solidFill>
                <a:latin typeface="Yu Gothic"/>
                <a:ea typeface="Yu Gothic"/>
                <a:cs typeface="Yu Gothic"/>
              </a:defRPr>
            </a:defPPr>
            <a:lvl1pPr algn="l">
              <a:defRPr sz="1650" b="1">
                <a:solidFill>
                  <a:srgbClr val="166B68"/>
                </a:solidFill>
                <a:latin typeface="Yu Gothic"/>
                <a:ea typeface="Yu Gothic"/>
                <a:cs typeface="Yu Gothic"/>
              </a:defRPr>
            </a:lvl1pPr>
            <a:lvl2pPr algn="l">
              <a:defRPr sz="1650" b="1">
                <a:solidFill>
                  <a:srgbClr val="166B68"/>
                </a:solidFill>
                <a:latin typeface="Yu Gothic"/>
                <a:ea typeface="Yu Gothic"/>
                <a:cs typeface="Yu Gothic"/>
              </a:defRPr>
            </a:lvl2pPr>
            <a:lvl3pPr algn="l">
              <a:defRPr sz="1650" b="1">
                <a:solidFill>
                  <a:srgbClr val="166B68"/>
                </a:solidFill>
                <a:latin typeface="Yu Gothic"/>
                <a:ea typeface="Yu Gothic"/>
                <a:cs typeface="Yu Gothic"/>
              </a:defRPr>
            </a:lvl3pPr>
            <a:lvl4pPr algn="l">
              <a:defRPr sz="1650" b="1">
                <a:solidFill>
                  <a:srgbClr val="166B68"/>
                </a:solidFill>
                <a:latin typeface="Yu Gothic"/>
                <a:ea typeface="Yu Gothic"/>
                <a:cs typeface="Yu Gothic"/>
              </a:defRPr>
            </a:lvl4pPr>
            <a:lvl5pPr algn="l">
              <a:defRPr sz="1650" b="1">
                <a:solidFill>
                  <a:srgbClr val="166B68"/>
                </a:solidFill>
                <a:latin typeface="Yu Gothic"/>
                <a:ea typeface="Yu Gothic"/>
                <a:cs typeface="Yu Gothic"/>
              </a:defRPr>
            </a:lvl5pPr>
            <a:lvl6pPr algn="l">
              <a:defRPr sz="1650" b="1">
                <a:solidFill>
                  <a:srgbClr val="166B68"/>
                </a:solidFill>
                <a:latin typeface="Yu Gothic"/>
                <a:ea typeface="Yu Gothic"/>
                <a:cs typeface="Yu Gothic"/>
              </a:defRPr>
            </a:lvl6pPr>
            <a:lvl7pPr algn="l">
              <a:defRPr sz="1650" b="1">
                <a:solidFill>
                  <a:srgbClr val="166B68"/>
                </a:solidFill>
                <a:latin typeface="Yu Gothic"/>
                <a:ea typeface="Yu Gothic"/>
                <a:cs typeface="Yu Gothic"/>
              </a:defRPr>
            </a:lvl7pPr>
            <a:lvl8pPr algn="l">
              <a:defRPr sz="1650" b="1">
                <a:solidFill>
                  <a:srgbClr val="166B68"/>
                </a:solidFill>
                <a:latin typeface="Yu Gothic"/>
                <a:ea typeface="Yu Gothic"/>
                <a:cs typeface="Yu Gothic"/>
              </a:defRPr>
            </a:lvl8pPr>
            <a:lvl9pPr algn="l">
              <a:defRPr sz="1650" b="1">
                <a:solidFill>
                  <a:srgbClr val="166B68"/>
                </a:solidFill>
                <a:latin typeface="Yu Gothic"/>
                <a:ea typeface="Yu Gothic"/>
                <a:cs typeface="Yu Gothic"/>
              </a:defRPr>
            </a:lvl9pPr>
          </a:lstStyle>
          <a:p xmlns:a="http://schemas.openxmlformats.org/drawingml/2006/main">
            <a:pPr algn="l">
              <a:defRPr sz="1650" b="1">
                <a:solidFill>
                  <a:srgbClr val="166B68"/>
                </a:solidFill>
                <a:latin typeface="Yu Gothic"/>
                <a:ea typeface="Yu Gothic"/>
                <a:cs typeface="Yu Gothic"/>
              </a:defRPr>
            </a:pPr>
            <a:r>
              <a:rPr sz="1650" b="1">
                <a:solidFill>
                  <a:srgbClr val="166B68"/>
                </a:solidFill>
                <a:latin typeface="Yu Gothic"/>
                <a:ea typeface="Yu Gothic"/>
                <a:cs typeface="Yu Gothic"/>
              </a:rPr>
              <a:t>100 m</a:t>
            </a:r>
          </a:p>
        </p:txBody>
      </p:sp>
      <p:sp>
        <p:nvSpPr>
          <p:cNvPr id="16" name="">
            <a:extLst xmlns:a="http://schemas.openxmlformats.org/drawingml/2006/main">
              <a:ext uri="{FF2B5EF4-FFF2-40B4-BE49-F238E27FC236}">
                <a16:creationId xmlns:a16="http://schemas.microsoft.com/office/drawing/2014/main" id="{AF9875E0-EA2F-44C8-B027-D13CFAFD8CDF}"/>
              </a:ext>
            </a:extLst>
          </p:cNvPr>
          <p:cNvSpPr>
            <a:spLocks xmlns:a="http://schemas.openxmlformats.org/drawingml/2006/main" noGrp="1"/>
          </p:cNvSpPr>
          <p:nvPr/>
        </p:nvSpPr>
        <p:spPr>
          <a:xfrm xmlns:a="http://schemas.openxmlformats.org/drawingml/2006/main">
            <a:off x="6248400" y="1647825"/>
            <a:ext cx="49815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1">
                <a:solidFill>
                  <a:srgbClr val="52616A"/>
                </a:solidFill>
                <a:latin typeface="Yu Gothic"/>
                <a:ea typeface="Yu Gothic"/>
                <a:cs typeface="Yu Gothic"/>
              </a:defRPr>
            </a:defPPr>
            <a:lvl1pPr algn="ctr">
              <a:defRPr sz="1650" b="1">
                <a:solidFill>
                  <a:srgbClr val="52616A"/>
                </a:solidFill>
                <a:latin typeface="Yu Gothic"/>
                <a:ea typeface="Yu Gothic"/>
                <a:cs typeface="Yu Gothic"/>
              </a:defRPr>
            </a:lvl1pPr>
            <a:lvl2pPr algn="ctr">
              <a:defRPr sz="1650" b="1">
                <a:solidFill>
                  <a:srgbClr val="52616A"/>
                </a:solidFill>
                <a:latin typeface="Yu Gothic"/>
                <a:ea typeface="Yu Gothic"/>
                <a:cs typeface="Yu Gothic"/>
              </a:defRPr>
            </a:lvl2pPr>
            <a:lvl3pPr algn="ctr">
              <a:defRPr sz="1650" b="1">
                <a:solidFill>
                  <a:srgbClr val="52616A"/>
                </a:solidFill>
                <a:latin typeface="Yu Gothic"/>
                <a:ea typeface="Yu Gothic"/>
                <a:cs typeface="Yu Gothic"/>
              </a:defRPr>
            </a:lvl3pPr>
            <a:lvl4pPr algn="ctr">
              <a:defRPr sz="1650" b="1">
                <a:solidFill>
                  <a:srgbClr val="52616A"/>
                </a:solidFill>
                <a:latin typeface="Yu Gothic"/>
                <a:ea typeface="Yu Gothic"/>
                <a:cs typeface="Yu Gothic"/>
              </a:defRPr>
            </a:lvl4pPr>
            <a:lvl5pPr algn="ctr">
              <a:defRPr sz="1650" b="1">
                <a:solidFill>
                  <a:srgbClr val="52616A"/>
                </a:solidFill>
                <a:latin typeface="Yu Gothic"/>
                <a:ea typeface="Yu Gothic"/>
                <a:cs typeface="Yu Gothic"/>
              </a:defRPr>
            </a:lvl5pPr>
            <a:lvl6pPr algn="ctr">
              <a:defRPr sz="1650" b="1">
                <a:solidFill>
                  <a:srgbClr val="52616A"/>
                </a:solidFill>
                <a:latin typeface="Yu Gothic"/>
                <a:ea typeface="Yu Gothic"/>
                <a:cs typeface="Yu Gothic"/>
              </a:defRPr>
            </a:lvl6pPr>
            <a:lvl7pPr algn="ctr">
              <a:defRPr sz="1650" b="1">
                <a:solidFill>
                  <a:srgbClr val="52616A"/>
                </a:solidFill>
                <a:latin typeface="Yu Gothic"/>
                <a:ea typeface="Yu Gothic"/>
                <a:cs typeface="Yu Gothic"/>
              </a:defRPr>
            </a:lvl7pPr>
            <a:lvl8pPr algn="ctr">
              <a:defRPr sz="1650" b="1">
                <a:solidFill>
                  <a:srgbClr val="52616A"/>
                </a:solidFill>
                <a:latin typeface="Yu Gothic"/>
                <a:ea typeface="Yu Gothic"/>
                <a:cs typeface="Yu Gothic"/>
              </a:defRPr>
            </a:lvl8pPr>
            <a:lvl9pPr algn="ctr">
              <a:defRPr sz="1650" b="1">
                <a:solidFill>
                  <a:srgbClr val="52616A"/>
                </a:solidFill>
                <a:latin typeface="Yu Gothic"/>
                <a:ea typeface="Yu Gothic"/>
                <a:cs typeface="Yu Gothic"/>
              </a:defRPr>
            </a:lvl9pPr>
          </a:lstStyle>
          <a:p xmlns:a="http://schemas.openxmlformats.org/drawingml/2006/main">
            <a:pPr algn="ctr">
              <a:defRPr sz="1650" b="1">
                <a:solidFill>
                  <a:srgbClr val="52616A"/>
                </a:solidFill>
                <a:latin typeface="Yu Gothic"/>
                <a:ea typeface="Yu Gothic"/>
                <a:cs typeface="Yu Gothic"/>
              </a:defRPr>
            </a:pPr>
            <a:r>
              <a:rPr sz="1650" b="1">
                <a:solidFill>
                  <a:srgbClr val="52616A"/>
                </a:solidFill>
                <a:latin typeface="Yu Gothic"/>
                <a:ea typeface="Yu Gothic"/>
                <a:cs typeface="Yu Gothic"/>
              </a:rPr>
              <a:t>距離だけでは方向が未定</a:t>
            </a:r>
          </a:p>
        </p:txBody>
      </p:sp>
    </p:spTree>
    <p:extLst>
      <p:ext uri="{BB962C8B-B14F-4D97-AF65-F5344CB8AC3E}">
        <p14:creationId xmlns:p14="http://schemas.microsoft.com/office/powerpoint/2010/main" val="1185879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09EA3798-B6D6-4FAE-BDF8-99F9790D42BC}"/>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469E7BE2-117D-41C1-A7D7-4B62F5A6B654}"/>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角の意味</a:t>
            </a:r>
          </a:p>
        </p:txBody>
      </p:sp>
      <p:sp>
        <p:nvSpPr>
          <p:cNvPr id="3" name="">
            <a:extLst xmlns:a="http://schemas.openxmlformats.org/drawingml/2006/main">
              <a:ext uri="{FF2B5EF4-FFF2-40B4-BE49-F238E27FC236}">
                <a16:creationId xmlns:a16="http://schemas.microsoft.com/office/drawing/2014/main" id="{0D4A6C13-9855-4340-92C9-80FF5AD097EF}"/>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水平角は、上から見た開き</a:t>
            </a:r>
          </a:p>
        </p:txBody>
      </p:sp>
      <p:sp>
        <p:nvSpPr>
          <p:cNvPr id="4" name="">
            <a:extLst xmlns:a="http://schemas.openxmlformats.org/drawingml/2006/main">
              <a:ext uri="{FF2B5EF4-FFF2-40B4-BE49-F238E27FC236}">
                <a16:creationId xmlns:a16="http://schemas.microsoft.com/office/drawing/2014/main" id="{C64C5DAB-B6F4-4CDF-868F-658D9BD20681}"/>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512601BC-4C2E-4659-9514-0B08A805673D}"/>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04</a:t>
            </a:r>
          </a:p>
        </p:txBody>
      </p:sp>
      <p:sp>
        <p:nvSpPr>
          <p:cNvPr id="6" name="">
            <a:extLst xmlns:a="http://schemas.openxmlformats.org/drawingml/2006/main">
              <a:ext uri="{FF2B5EF4-FFF2-40B4-BE49-F238E27FC236}">
                <a16:creationId xmlns:a16="http://schemas.microsoft.com/office/drawing/2014/main" id="{512DEE77-0AA4-4602-98B0-E8B4174075A7}"/>
              </a:ext>
            </a:extLst>
          </p:cNvPr>
          <p:cNvSpPr>
            <a:spLocks xmlns:a="http://schemas.openxmlformats.org/drawingml/2006/main" noGrp="1"/>
          </p:cNvSpPr>
          <p:nvPr/>
        </p:nvSpPr>
        <p:spPr>
          <a:xfrm xmlns:a="http://schemas.openxmlformats.org/drawingml/2006/main">
            <a:off x="723900" y="1562100"/>
            <a:ext cx="5286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325" b="1">
                <a:solidFill>
                  <a:srgbClr val="52616A"/>
                </a:solidFill>
                <a:latin typeface="Yu Gothic"/>
                <a:ea typeface="Yu Gothic"/>
                <a:cs typeface="Yu Gothic"/>
              </a:defRPr>
            </a:defPPr>
            <a:lvl1pPr algn="l">
              <a:defRPr sz="2325" b="1">
                <a:solidFill>
                  <a:srgbClr val="52616A"/>
                </a:solidFill>
                <a:latin typeface="Yu Gothic"/>
                <a:ea typeface="Yu Gothic"/>
                <a:cs typeface="Yu Gothic"/>
              </a:defRPr>
            </a:lvl1pPr>
            <a:lvl2pPr algn="l">
              <a:defRPr sz="2325" b="1">
                <a:solidFill>
                  <a:srgbClr val="52616A"/>
                </a:solidFill>
                <a:latin typeface="Yu Gothic"/>
                <a:ea typeface="Yu Gothic"/>
                <a:cs typeface="Yu Gothic"/>
              </a:defRPr>
            </a:lvl2pPr>
            <a:lvl3pPr algn="l">
              <a:defRPr sz="2325" b="1">
                <a:solidFill>
                  <a:srgbClr val="52616A"/>
                </a:solidFill>
                <a:latin typeface="Yu Gothic"/>
                <a:ea typeface="Yu Gothic"/>
                <a:cs typeface="Yu Gothic"/>
              </a:defRPr>
            </a:lvl3pPr>
            <a:lvl4pPr algn="l">
              <a:defRPr sz="2325" b="1">
                <a:solidFill>
                  <a:srgbClr val="52616A"/>
                </a:solidFill>
                <a:latin typeface="Yu Gothic"/>
                <a:ea typeface="Yu Gothic"/>
                <a:cs typeface="Yu Gothic"/>
              </a:defRPr>
            </a:lvl4pPr>
            <a:lvl5pPr algn="l">
              <a:defRPr sz="2325" b="1">
                <a:solidFill>
                  <a:srgbClr val="52616A"/>
                </a:solidFill>
                <a:latin typeface="Yu Gothic"/>
                <a:ea typeface="Yu Gothic"/>
                <a:cs typeface="Yu Gothic"/>
              </a:defRPr>
            </a:lvl5pPr>
            <a:lvl6pPr algn="l">
              <a:defRPr sz="2325" b="1">
                <a:solidFill>
                  <a:srgbClr val="52616A"/>
                </a:solidFill>
                <a:latin typeface="Yu Gothic"/>
                <a:ea typeface="Yu Gothic"/>
                <a:cs typeface="Yu Gothic"/>
              </a:defRPr>
            </a:lvl6pPr>
            <a:lvl7pPr algn="l">
              <a:defRPr sz="2325" b="1">
                <a:solidFill>
                  <a:srgbClr val="52616A"/>
                </a:solidFill>
                <a:latin typeface="Yu Gothic"/>
                <a:ea typeface="Yu Gothic"/>
                <a:cs typeface="Yu Gothic"/>
              </a:defRPr>
            </a:lvl7pPr>
            <a:lvl8pPr algn="l">
              <a:defRPr sz="2325" b="1">
                <a:solidFill>
                  <a:srgbClr val="52616A"/>
                </a:solidFill>
                <a:latin typeface="Yu Gothic"/>
                <a:ea typeface="Yu Gothic"/>
                <a:cs typeface="Yu Gothic"/>
              </a:defRPr>
            </a:lvl8pPr>
            <a:lvl9pPr algn="l">
              <a:defRPr sz="2325" b="1">
                <a:solidFill>
                  <a:srgbClr val="52616A"/>
                </a:solidFill>
                <a:latin typeface="Yu Gothic"/>
                <a:ea typeface="Yu Gothic"/>
                <a:cs typeface="Yu Gothic"/>
              </a:defRPr>
            </a:lvl9pPr>
          </a:lstStyle>
          <a:p xmlns:a="http://schemas.openxmlformats.org/drawingml/2006/main">
            <a:pPr algn="l">
              <a:defRPr sz="2325" b="1">
                <a:solidFill>
                  <a:srgbClr val="52616A"/>
                </a:solidFill>
                <a:latin typeface="Yu Gothic"/>
                <a:ea typeface="Yu Gothic"/>
                <a:cs typeface="Yu Gothic"/>
              </a:defRPr>
            </a:pPr>
            <a:r>
              <a:rPr sz="2325" b="1">
                <a:solidFill>
                  <a:srgbClr val="52616A"/>
                </a:solidFill>
                <a:latin typeface="Yu Gothic"/>
                <a:ea typeface="Yu Gothic"/>
                <a:cs typeface="Yu Gothic"/>
              </a:rPr>
              <a:t>OAを基準に、時計回りでOBまで回る</a:t>
            </a:r>
          </a:p>
        </p:txBody>
      </p:sp>
      <p:sp>
        <p:nvSpPr>
          <p:cNvPr id="7" name="">
            <a:extLst xmlns:a="http://schemas.openxmlformats.org/drawingml/2006/main">
              <a:ext uri="{FF2B5EF4-FFF2-40B4-BE49-F238E27FC236}">
                <a16:creationId xmlns:a16="http://schemas.microsoft.com/office/drawing/2014/main" id="{6E453651-50B2-42DF-9F6F-F8469CE0EC49}"/>
              </a:ext>
            </a:extLst>
          </p:cNvPr>
          <p:cNvSpPr>
            <a:spLocks xmlns:a="http://schemas.openxmlformats.org/drawingml/2006/main" noGrp="1"/>
          </p:cNvSpPr>
          <p:nvPr/>
        </p:nvSpPr>
        <p:spPr>
          <a:xfrm xmlns:a="http://schemas.openxmlformats.org/drawingml/2006/main">
            <a:off x="723900" y="2428875"/>
            <a:ext cx="228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425" b="1">
                <a:solidFill>
                  <a:srgbClr val="166B68"/>
                </a:solidFill>
                <a:latin typeface="Yu Gothic"/>
                <a:ea typeface="Yu Gothic"/>
                <a:cs typeface="Yu Gothic"/>
              </a:defRPr>
            </a:defPPr>
            <a:lvl1pPr algn="ctr">
              <a:defRPr sz="1425" b="1">
                <a:solidFill>
                  <a:srgbClr val="166B68"/>
                </a:solidFill>
                <a:latin typeface="Yu Gothic"/>
                <a:ea typeface="Yu Gothic"/>
                <a:cs typeface="Yu Gothic"/>
              </a:defRPr>
            </a:lvl1pPr>
            <a:lvl2pPr algn="ctr">
              <a:defRPr sz="1425" b="1">
                <a:solidFill>
                  <a:srgbClr val="166B68"/>
                </a:solidFill>
                <a:latin typeface="Yu Gothic"/>
                <a:ea typeface="Yu Gothic"/>
                <a:cs typeface="Yu Gothic"/>
              </a:defRPr>
            </a:lvl2pPr>
            <a:lvl3pPr algn="ctr">
              <a:defRPr sz="1425" b="1">
                <a:solidFill>
                  <a:srgbClr val="166B68"/>
                </a:solidFill>
                <a:latin typeface="Yu Gothic"/>
                <a:ea typeface="Yu Gothic"/>
                <a:cs typeface="Yu Gothic"/>
              </a:defRPr>
            </a:lvl3pPr>
            <a:lvl4pPr algn="ctr">
              <a:defRPr sz="1425" b="1">
                <a:solidFill>
                  <a:srgbClr val="166B68"/>
                </a:solidFill>
                <a:latin typeface="Yu Gothic"/>
                <a:ea typeface="Yu Gothic"/>
                <a:cs typeface="Yu Gothic"/>
              </a:defRPr>
            </a:lvl4pPr>
            <a:lvl5pPr algn="ctr">
              <a:defRPr sz="1425" b="1">
                <a:solidFill>
                  <a:srgbClr val="166B68"/>
                </a:solidFill>
                <a:latin typeface="Yu Gothic"/>
                <a:ea typeface="Yu Gothic"/>
                <a:cs typeface="Yu Gothic"/>
              </a:defRPr>
            </a:lvl5pPr>
            <a:lvl6pPr algn="ctr">
              <a:defRPr sz="1425" b="1">
                <a:solidFill>
                  <a:srgbClr val="166B68"/>
                </a:solidFill>
                <a:latin typeface="Yu Gothic"/>
                <a:ea typeface="Yu Gothic"/>
                <a:cs typeface="Yu Gothic"/>
              </a:defRPr>
            </a:lvl6pPr>
            <a:lvl7pPr algn="ctr">
              <a:defRPr sz="1425" b="1">
                <a:solidFill>
                  <a:srgbClr val="166B68"/>
                </a:solidFill>
                <a:latin typeface="Yu Gothic"/>
                <a:ea typeface="Yu Gothic"/>
                <a:cs typeface="Yu Gothic"/>
              </a:defRPr>
            </a:lvl7pPr>
            <a:lvl8pPr algn="ctr">
              <a:defRPr sz="1425" b="1">
                <a:solidFill>
                  <a:srgbClr val="166B68"/>
                </a:solidFill>
                <a:latin typeface="Yu Gothic"/>
                <a:ea typeface="Yu Gothic"/>
                <a:cs typeface="Yu Gothic"/>
              </a:defRPr>
            </a:lvl8pPr>
            <a:lvl9pPr algn="ctr">
              <a:defRPr sz="1425" b="1">
                <a:solidFill>
                  <a:srgbClr val="166B68"/>
                </a:solidFill>
                <a:latin typeface="Yu Gothic"/>
                <a:ea typeface="Yu Gothic"/>
                <a:cs typeface="Yu Gothic"/>
              </a:defRPr>
            </a:lvl9pPr>
          </a:lstStyle>
          <a:p xmlns:a="http://schemas.openxmlformats.org/drawingml/2006/main">
            <a:pPr algn="ctr">
              <a:defRPr sz="1425" b="1">
                <a:solidFill>
                  <a:srgbClr val="166B68"/>
                </a:solidFill>
                <a:latin typeface="Yu Gothic"/>
                <a:ea typeface="Yu Gothic"/>
                <a:cs typeface="Yu Gothic"/>
              </a:defRPr>
            </a:pPr>
            <a:r>
              <a:rPr sz="1425" b="1">
                <a:solidFill>
                  <a:srgbClr val="166B68"/>
                </a:solidFill>
                <a:latin typeface="Yu Gothic"/>
                <a:ea typeface="Yu Gothic"/>
                <a:cs typeface="Yu Gothic"/>
              </a:rPr>
              <a:t>●</a:t>
            </a:r>
          </a:p>
        </p:txBody>
      </p:sp>
      <p:sp>
        <p:nvSpPr>
          <p:cNvPr id="8" name="">
            <a:extLst xmlns:a="http://schemas.openxmlformats.org/drawingml/2006/main">
              <a:ext uri="{FF2B5EF4-FFF2-40B4-BE49-F238E27FC236}">
                <a16:creationId xmlns:a16="http://schemas.microsoft.com/office/drawing/2014/main" id="{96AE1D90-DF58-4F10-B900-3F81BE256A47}"/>
              </a:ext>
            </a:extLst>
          </p:cNvPr>
          <p:cNvSpPr>
            <a:spLocks xmlns:a="http://schemas.openxmlformats.org/drawingml/2006/main" noGrp="1"/>
          </p:cNvSpPr>
          <p:nvPr/>
        </p:nvSpPr>
        <p:spPr>
          <a:xfrm xmlns:a="http://schemas.openxmlformats.org/drawingml/2006/main">
            <a:off x="1047750" y="242887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水平角 ∠AOB</a:t>
            </a:r>
          </a:p>
        </p:txBody>
      </p:sp>
      <p:sp>
        <p:nvSpPr>
          <p:cNvPr id="9" name="">
            <a:extLst xmlns:a="http://schemas.openxmlformats.org/drawingml/2006/main">
              <a:ext uri="{FF2B5EF4-FFF2-40B4-BE49-F238E27FC236}">
                <a16:creationId xmlns:a16="http://schemas.microsoft.com/office/drawing/2014/main" id="{72C60808-A708-4F5B-BE83-DF3439005B28}"/>
              </a:ext>
            </a:extLst>
          </p:cNvPr>
          <p:cNvSpPr>
            <a:spLocks xmlns:a="http://schemas.openxmlformats.org/drawingml/2006/main" noGrp="1"/>
          </p:cNvSpPr>
          <p:nvPr/>
        </p:nvSpPr>
        <p:spPr>
          <a:xfrm xmlns:a="http://schemas.openxmlformats.org/drawingml/2006/main">
            <a:off x="723900" y="3019425"/>
            <a:ext cx="228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425" b="1">
                <a:solidFill>
                  <a:srgbClr val="166B68"/>
                </a:solidFill>
                <a:latin typeface="Yu Gothic"/>
                <a:ea typeface="Yu Gothic"/>
                <a:cs typeface="Yu Gothic"/>
              </a:defRPr>
            </a:defPPr>
            <a:lvl1pPr algn="ctr">
              <a:defRPr sz="1425" b="1">
                <a:solidFill>
                  <a:srgbClr val="166B68"/>
                </a:solidFill>
                <a:latin typeface="Yu Gothic"/>
                <a:ea typeface="Yu Gothic"/>
                <a:cs typeface="Yu Gothic"/>
              </a:defRPr>
            </a:lvl1pPr>
            <a:lvl2pPr algn="ctr">
              <a:defRPr sz="1425" b="1">
                <a:solidFill>
                  <a:srgbClr val="166B68"/>
                </a:solidFill>
                <a:latin typeface="Yu Gothic"/>
                <a:ea typeface="Yu Gothic"/>
                <a:cs typeface="Yu Gothic"/>
              </a:defRPr>
            </a:lvl2pPr>
            <a:lvl3pPr algn="ctr">
              <a:defRPr sz="1425" b="1">
                <a:solidFill>
                  <a:srgbClr val="166B68"/>
                </a:solidFill>
                <a:latin typeface="Yu Gothic"/>
                <a:ea typeface="Yu Gothic"/>
                <a:cs typeface="Yu Gothic"/>
              </a:defRPr>
            </a:lvl3pPr>
            <a:lvl4pPr algn="ctr">
              <a:defRPr sz="1425" b="1">
                <a:solidFill>
                  <a:srgbClr val="166B68"/>
                </a:solidFill>
                <a:latin typeface="Yu Gothic"/>
                <a:ea typeface="Yu Gothic"/>
                <a:cs typeface="Yu Gothic"/>
              </a:defRPr>
            </a:lvl4pPr>
            <a:lvl5pPr algn="ctr">
              <a:defRPr sz="1425" b="1">
                <a:solidFill>
                  <a:srgbClr val="166B68"/>
                </a:solidFill>
                <a:latin typeface="Yu Gothic"/>
                <a:ea typeface="Yu Gothic"/>
                <a:cs typeface="Yu Gothic"/>
              </a:defRPr>
            </a:lvl5pPr>
            <a:lvl6pPr algn="ctr">
              <a:defRPr sz="1425" b="1">
                <a:solidFill>
                  <a:srgbClr val="166B68"/>
                </a:solidFill>
                <a:latin typeface="Yu Gothic"/>
                <a:ea typeface="Yu Gothic"/>
                <a:cs typeface="Yu Gothic"/>
              </a:defRPr>
            </a:lvl6pPr>
            <a:lvl7pPr algn="ctr">
              <a:defRPr sz="1425" b="1">
                <a:solidFill>
                  <a:srgbClr val="166B68"/>
                </a:solidFill>
                <a:latin typeface="Yu Gothic"/>
                <a:ea typeface="Yu Gothic"/>
                <a:cs typeface="Yu Gothic"/>
              </a:defRPr>
            </a:lvl7pPr>
            <a:lvl8pPr algn="ctr">
              <a:defRPr sz="1425" b="1">
                <a:solidFill>
                  <a:srgbClr val="166B68"/>
                </a:solidFill>
                <a:latin typeface="Yu Gothic"/>
                <a:ea typeface="Yu Gothic"/>
                <a:cs typeface="Yu Gothic"/>
              </a:defRPr>
            </a:lvl8pPr>
            <a:lvl9pPr algn="ctr">
              <a:defRPr sz="1425" b="1">
                <a:solidFill>
                  <a:srgbClr val="166B68"/>
                </a:solidFill>
                <a:latin typeface="Yu Gothic"/>
                <a:ea typeface="Yu Gothic"/>
                <a:cs typeface="Yu Gothic"/>
              </a:defRPr>
            </a:lvl9pPr>
          </a:lstStyle>
          <a:p xmlns:a="http://schemas.openxmlformats.org/drawingml/2006/main">
            <a:pPr algn="ctr">
              <a:defRPr sz="1425" b="1">
                <a:solidFill>
                  <a:srgbClr val="166B68"/>
                </a:solidFill>
                <a:latin typeface="Yu Gothic"/>
                <a:ea typeface="Yu Gothic"/>
                <a:cs typeface="Yu Gothic"/>
              </a:defRPr>
            </a:pPr>
            <a:r>
              <a:rPr sz="1425" b="1">
                <a:solidFill>
                  <a:srgbClr val="166B68"/>
                </a:solidFill>
                <a:latin typeface="Yu Gothic"/>
                <a:ea typeface="Yu Gothic"/>
                <a:cs typeface="Yu Gothic"/>
              </a:rPr>
              <a:t>●</a:t>
            </a:r>
          </a:p>
        </p:txBody>
      </p:sp>
      <p:sp>
        <p:nvSpPr>
          <p:cNvPr id="10" name="">
            <a:extLst xmlns:a="http://schemas.openxmlformats.org/drawingml/2006/main">
              <a:ext uri="{FF2B5EF4-FFF2-40B4-BE49-F238E27FC236}">
                <a16:creationId xmlns:a16="http://schemas.microsoft.com/office/drawing/2014/main" id="{6450B6A5-9438-40B7-97AB-288CEA9D490C}"/>
              </a:ext>
            </a:extLst>
          </p:cNvPr>
          <p:cNvSpPr>
            <a:spLocks xmlns:a="http://schemas.openxmlformats.org/drawingml/2006/main" noGrp="1"/>
          </p:cNvSpPr>
          <p:nvPr/>
        </p:nvSpPr>
        <p:spPr>
          <a:xfrm xmlns:a="http://schemas.openxmlformats.org/drawingml/2006/main">
            <a:off x="1047750" y="301942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基準線と回転方向をセットで記録</a:t>
            </a:r>
          </a:p>
        </p:txBody>
      </p:sp>
      <p:sp>
        <p:nvSpPr>
          <p:cNvPr id="11" name="">
            <a:extLst xmlns:a="http://schemas.openxmlformats.org/drawingml/2006/main">
              <a:ext uri="{FF2B5EF4-FFF2-40B4-BE49-F238E27FC236}">
                <a16:creationId xmlns:a16="http://schemas.microsoft.com/office/drawing/2014/main" id="{BD4A6897-2731-440E-9176-17A4DFEE8A73}"/>
              </a:ext>
            </a:extLst>
          </p:cNvPr>
          <p:cNvSpPr>
            <a:spLocks xmlns:a="http://schemas.openxmlformats.org/drawingml/2006/main" noGrp="1"/>
          </p:cNvSpPr>
          <p:nvPr/>
        </p:nvSpPr>
        <p:spPr>
          <a:xfrm xmlns:a="http://schemas.openxmlformats.org/drawingml/2006/main">
            <a:off x="8739188" y="2736533"/>
            <a:ext cx="9525" cy="1732597"/>
          </a:xfrm>
          <a:custGeom xmlns:a="http://schemas.openxmlformats.org/drawingml/2006/main">
            <a:pathLst>
              <a:path w="9525" h="1732597">
                <a:moveTo>
                  <a:pt x="0" y="1732597"/>
                </a:moveTo>
                <a:lnTo>
                  <a:pt x="0" y="0"/>
                </a:lnTo>
              </a:path>
            </a:pathLst>
          </a:custGeom>
          <a:noFill xmlns:a="http://schemas.openxmlformats.org/drawingml/2006/main"/>
          <a:ln xmlns:a="http://schemas.openxmlformats.org/drawingml/2006/main" w="28575">
            <a:solidFill>
              <a:srgbClr val="182B33"/>
            </a:solidFill>
            <a:prstDash val="solid"/>
          </a:ln>
        </p:spPr>
      </p:sp>
      <p:sp>
        <p:nvSpPr>
          <p:cNvPr id="12" name="">
            <a:extLst xmlns:a="http://schemas.openxmlformats.org/drawingml/2006/main">
              <a:ext uri="{FF2B5EF4-FFF2-40B4-BE49-F238E27FC236}">
                <a16:creationId xmlns:a16="http://schemas.microsoft.com/office/drawing/2014/main" id="{96FB5166-A1D7-4D49-B2F1-D47F62D64639}"/>
              </a:ext>
            </a:extLst>
          </p:cNvPr>
          <p:cNvSpPr>
            <a:spLocks xmlns:a="http://schemas.openxmlformats.org/drawingml/2006/main" noGrp="1"/>
          </p:cNvSpPr>
          <p:nvPr/>
        </p:nvSpPr>
        <p:spPr>
          <a:xfrm xmlns:a="http://schemas.openxmlformats.org/drawingml/2006/main">
            <a:off x="8739188" y="3602831"/>
            <a:ext cx="1500473" cy="866299"/>
          </a:xfrm>
          <a:custGeom xmlns:a="http://schemas.openxmlformats.org/drawingml/2006/main">
            <a:pathLst>
              <a:path w="1500473" h="866299">
                <a:moveTo>
                  <a:pt x="0" y="866299"/>
                </a:moveTo>
                <a:lnTo>
                  <a:pt x="1500473" y="0"/>
                </a:lnTo>
              </a:path>
            </a:pathLst>
          </a:custGeom>
          <a:noFill xmlns:a="http://schemas.openxmlformats.org/drawingml/2006/main"/>
          <a:ln xmlns:a="http://schemas.openxmlformats.org/drawingml/2006/main" w="28575">
            <a:solidFill>
              <a:srgbClr val="182B33"/>
            </a:solidFill>
            <a:prstDash val="solid"/>
          </a:ln>
        </p:spPr>
      </p:sp>
      <p:sp>
        <p:nvSpPr>
          <p:cNvPr id="13" name="">
            <a:extLst xmlns:a="http://schemas.openxmlformats.org/drawingml/2006/main">
              <a:ext uri="{FF2B5EF4-FFF2-40B4-BE49-F238E27FC236}">
                <a16:creationId xmlns:a16="http://schemas.microsoft.com/office/drawing/2014/main" id="{14CE2B5D-1E6C-4DD6-8B3C-6D385EAA2DD8}"/>
              </a:ext>
            </a:extLst>
          </p:cNvPr>
          <p:cNvSpPr>
            <a:spLocks xmlns:a="http://schemas.openxmlformats.org/drawingml/2006/main" noGrp="1"/>
          </p:cNvSpPr>
          <p:nvPr/>
        </p:nvSpPr>
        <p:spPr>
          <a:xfrm xmlns:a="http://schemas.openxmlformats.org/drawingml/2006/main">
            <a:off x="8739188" y="3880047"/>
            <a:ext cx="510161" cy="294542"/>
          </a:xfrm>
          <a:custGeom xmlns:a="http://schemas.openxmlformats.org/drawingml/2006/main">
            <a:pathLst>
              <a:path w="510161" h="294542">
                <a:moveTo>
                  <a:pt x="0" y="0"/>
                </a:moveTo>
                <a:lnTo>
                  <a:pt x="51342" y="2242"/>
                </a:lnTo>
                <a:lnTo>
                  <a:pt x="102293" y="8949"/>
                </a:lnTo>
                <a:lnTo>
                  <a:pt x="152466" y="20073"/>
                </a:lnTo>
                <a:lnTo>
                  <a:pt x="201478" y="35526"/>
                </a:lnTo>
                <a:lnTo>
                  <a:pt x="248957" y="55193"/>
                </a:lnTo>
                <a:lnTo>
                  <a:pt x="294542" y="78922"/>
                </a:lnTo>
                <a:lnTo>
                  <a:pt x="337884" y="106534"/>
                </a:lnTo>
                <a:lnTo>
                  <a:pt x="378655" y="137819"/>
                </a:lnTo>
                <a:lnTo>
                  <a:pt x="416545" y="172538"/>
                </a:lnTo>
                <a:lnTo>
                  <a:pt x="451264" y="210428"/>
                </a:lnTo>
                <a:lnTo>
                  <a:pt x="482549" y="251199"/>
                </a:lnTo>
                <a:lnTo>
                  <a:pt x="510161" y="294542"/>
                </a:lnTo>
              </a:path>
            </a:pathLst>
          </a:custGeom>
          <a:noFill xmlns:a="http://schemas.openxmlformats.org/drawingml/2006/main"/>
          <a:ln xmlns:a="http://schemas.openxmlformats.org/drawingml/2006/main" w="38100">
            <a:solidFill>
              <a:srgbClr val="166B68"/>
            </a:solidFill>
            <a:prstDash val="solid"/>
          </a:ln>
        </p:spPr>
      </p:sp>
      <p:sp>
        <p:nvSpPr>
          <p:cNvPr id="14" name="">
            <a:extLst xmlns:a="http://schemas.openxmlformats.org/drawingml/2006/main">
              <a:ext uri="{FF2B5EF4-FFF2-40B4-BE49-F238E27FC236}">
                <a16:creationId xmlns:a16="http://schemas.microsoft.com/office/drawing/2014/main" id="{51B25A4D-0EB9-49B8-9CCA-88C0B2885C81}"/>
              </a:ext>
            </a:extLst>
          </p:cNvPr>
          <p:cNvSpPr>
            <a:spLocks xmlns:a="http://schemas.openxmlformats.org/drawingml/2006/main" noGrp="1"/>
          </p:cNvSpPr>
          <p:nvPr/>
        </p:nvSpPr>
        <p:spPr>
          <a:xfrm xmlns:a="http://schemas.openxmlformats.org/drawingml/2006/main">
            <a:off x="9187436" y="4067353"/>
            <a:ext cx="61913" cy="107236"/>
          </a:xfrm>
          <a:custGeom xmlns:a="http://schemas.openxmlformats.org/drawingml/2006/main">
            <a:pathLst>
              <a:path w="61913" h="107236">
                <a:moveTo>
                  <a:pt x="0" y="0"/>
                </a:moveTo>
                <a:lnTo>
                  <a:pt x="61913" y="107236"/>
                </a:lnTo>
              </a:path>
            </a:pathLst>
          </a:custGeom>
          <a:noFill xmlns:a="http://schemas.openxmlformats.org/drawingml/2006/main"/>
          <a:ln xmlns:a="http://schemas.openxmlformats.org/drawingml/2006/main" w="28575">
            <a:solidFill>
              <a:srgbClr val="166B68"/>
            </a:solidFill>
            <a:prstDash val="solid"/>
          </a:ln>
        </p:spPr>
      </p:sp>
      <p:sp>
        <p:nvSpPr>
          <p:cNvPr id="15" name="">
            <a:extLst xmlns:a="http://schemas.openxmlformats.org/drawingml/2006/main">
              <a:ext uri="{FF2B5EF4-FFF2-40B4-BE49-F238E27FC236}">
                <a16:creationId xmlns:a16="http://schemas.microsoft.com/office/drawing/2014/main" id="{686B94D9-A214-458C-B63F-31BADF2F8E63}"/>
              </a:ext>
            </a:extLst>
          </p:cNvPr>
          <p:cNvSpPr>
            <a:spLocks xmlns:a="http://schemas.openxmlformats.org/drawingml/2006/main" noGrp="1"/>
          </p:cNvSpPr>
          <p:nvPr/>
        </p:nvSpPr>
        <p:spPr>
          <a:xfrm xmlns:a="http://schemas.openxmlformats.org/drawingml/2006/main">
            <a:off x="9165631" y="4079372"/>
            <a:ext cx="86232" cy="95217"/>
          </a:xfrm>
          <a:custGeom xmlns:a="http://schemas.openxmlformats.org/drawingml/2006/main">
            <a:pathLst>
              <a:path w="86232" h="95217">
                <a:moveTo>
                  <a:pt x="0" y="49786"/>
                </a:moveTo>
                <a:lnTo>
                  <a:pt x="83717" y="95217"/>
                </a:lnTo>
                <a:lnTo>
                  <a:pt x="86232" y="0"/>
                </a:lnTo>
              </a:path>
            </a:pathLst>
          </a:custGeom>
          <a:noFill xmlns:a="http://schemas.openxmlformats.org/drawingml/2006/main"/>
          <a:ln xmlns:a="http://schemas.openxmlformats.org/drawingml/2006/main" w="28575">
            <a:solidFill>
              <a:srgbClr val="166B68"/>
            </a:solidFill>
            <a:prstDash val="solid"/>
          </a:ln>
        </p:spPr>
      </p:sp>
      <p:sp>
        <p:nvSpPr>
          <p:cNvPr id="16" name="">
            <a:extLst xmlns:a="http://schemas.openxmlformats.org/drawingml/2006/main">
              <a:ext uri="{FF2B5EF4-FFF2-40B4-BE49-F238E27FC236}">
                <a16:creationId xmlns:a16="http://schemas.microsoft.com/office/drawing/2014/main" id="{FAA7B8E7-5595-4730-A3A7-87AECC244DA0}"/>
              </a:ext>
            </a:extLst>
          </p:cNvPr>
          <p:cNvSpPr>
            <a:spLocks xmlns:a="http://schemas.openxmlformats.org/drawingml/2006/main" noGrp="1"/>
          </p:cNvSpPr>
          <p:nvPr/>
        </p:nvSpPr>
        <p:spPr>
          <a:xfrm xmlns:a="http://schemas.openxmlformats.org/drawingml/2006/main">
            <a:off x="8682038" y="2679383"/>
            <a:ext cx="114300" cy="114300"/>
          </a:xfrm>
          <a:prstGeom xmlns:a="http://schemas.openxmlformats.org/drawingml/2006/main" prst="ellipse">
            <a:avLst/>
          </a:prstGeom>
          <a:solidFill xmlns:a="http://schemas.openxmlformats.org/drawingml/2006/main">
            <a:srgbClr val="166B68"/>
          </a:solidFill>
          <a:ln xmlns:a="http://schemas.openxmlformats.org/drawingml/2006/main" w="9525">
            <a:solidFill>
              <a:srgbClr val="166B68"/>
            </a:solidFill>
          </a:ln>
        </p:spPr>
      </p:sp>
      <p:sp>
        <p:nvSpPr>
          <p:cNvPr id="17" name="">
            <a:extLst xmlns:a="http://schemas.openxmlformats.org/drawingml/2006/main">
              <a:ext uri="{FF2B5EF4-FFF2-40B4-BE49-F238E27FC236}">
                <a16:creationId xmlns:a16="http://schemas.microsoft.com/office/drawing/2014/main" id="{92E268D7-E919-4C24-BA4E-6C8BFDE35F79}"/>
              </a:ext>
            </a:extLst>
          </p:cNvPr>
          <p:cNvSpPr>
            <a:spLocks xmlns:a="http://schemas.openxmlformats.org/drawingml/2006/main" noGrp="1"/>
          </p:cNvSpPr>
          <p:nvPr/>
        </p:nvSpPr>
        <p:spPr>
          <a:xfrm xmlns:a="http://schemas.openxmlformats.org/drawingml/2006/main">
            <a:off x="8501063" y="2479358"/>
            <a:ext cx="7048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182B33"/>
                </a:solidFill>
                <a:latin typeface="Yu Gothic"/>
                <a:ea typeface="Yu Gothic"/>
                <a:cs typeface="Yu Gothic"/>
              </a:defRPr>
            </a:defPPr>
            <a:lvl1pPr algn="l">
              <a:defRPr sz="1650" b="1">
                <a:solidFill>
                  <a:srgbClr val="182B33"/>
                </a:solidFill>
                <a:latin typeface="Yu Gothic"/>
                <a:ea typeface="Yu Gothic"/>
                <a:cs typeface="Yu Gothic"/>
              </a:defRPr>
            </a:lvl1pPr>
            <a:lvl2pPr algn="l">
              <a:defRPr sz="1650" b="1">
                <a:solidFill>
                  <a:srgbClr val="182B33"/>
                </a:solidFill>
                <a:latin typeface="Yu Gothic"/>
                <a:ea typeface="Yu Gothic"/>
                <a:cs typeface="Yu Gothic"/>
              </a:defRPr>
            </a:lvl2pPr>
            <a:lvl3pPr algn="l">
              <a:defRPr sz="1650" b="1">
                <a:solidFill>
                  <a:srgbClr val="182B33"/>
                </a:solidFill>
                <a:latin typeface="Yu Gothic"/>
                <a:ea typeface="Yu Gothic"/>
                <a:cs typeface="Yu Gothic"/>
              </a:defRPr>
            </a:lvl3pPr>
            <a:lvl4pPr algn="l">
              <a:defRPr sz="1650" b="1">
                <a:solidFill>
                  <a:srgbClr val="182B33"/>
                </a:solidFill>
                <a:latin typeface="Yu Gothic"/>
                <a:ea typeface="Yu Gothic"/>
                <a:cs typeface="Yu Gothic"/>
              </a:defRPr>
            </a:lvl4pPr>
            <a:lvl5pPr algn="l">
              <a:defRPr sz="1650" b="1">
                <a:solidFill>
                  <a:srgbClr val="182B33"/>
                </a:solidFill>
                <a:latin typeface="Yu Gothic"/>
                <a:ea typeface="Yu Gothic"/>
                <a:cs typeface="Yu Gothic"/>
              </a:defRPr>
            </a:lvl5pPr>
            <a:lvl6pPr algn="l">
              <a:defRPr sz="1650" b="1">
                <a:solidFill>
                  <a:srgbClr val="182B33"/>
                </a:solidFill>
                <a:latin typeface="Yu Gothic"/>
                <a:ea typeface="Yu Gothic"/>
                <a:cs typeface="Yu Gothic"/>
              </a:defRPr>
            </a:lvl6pPr>
            <a:lvl7pPr algn="l">
              <a:defRPr sz="1650" b="1">
                <a:solidFill>
                  <a:srgbClr val="182B33"/>
                </a:solidFill>
                <a:latin typeface="Yu Gothic"/>
                <a:ea typeface="Yu Gothic"/>
                <a:cs typeface="Yu Gothic"/>
              </a:defRPr>
            </a:lvl7pPr>
            <a:lvl8pPr algn="l">
              <a:defRPr sz="1650" b="1">
                <a:solidFill>
                  <a:srgbClr val="182B33"/>
                </a:solidFill>
                <a:latin typeface="Yu Gothic"/>
                <a:ea typeface="Yu Gothic"/>
                <a:cs typeface="Yu Gothic"/>
              </a:defRPr>
            </a:lvl8pPr>
            <a:lvl9pPr algn="l">
              <a:defRPr sz="1650" b="1">
                <a:solidFill>
                  <a:srgbClr val="182B33"/>
                </a:solidFill>
                <a:latin typeface="Yu Gothic"/>
                <a:ea typeface="Yu Gothic"/>
                <a:cs typeface="Yu Gothic"/>
              </a:defRPr>
            </a:lvl9pPr>
          </a:lstStyle>
          <a:p xmlns:a="http://schemas.openxmlformats.org/drawingml/2006/main">
            <a:pPr algn="l">
              <a:defRPr sz="1650" b="1">
                <a:solidFill>
                  <a:srgbClr val="182B33"/>
                </a:solidFill>
                <a:latin typeface="Yu Gothic"/>
                <a:ea typeface="Yu Gothic"/>
                <a:cs typeface="Yu Gothic"/>
              </a:defRPr>
            </a:pPr>
            <a:r>
              <a:rPr sz="1650" b="1">
                <a:solidFill>
                  <a:srgbClr val="182B33"/>
                </a:solidFill>
                <a:latin typeface="Yu Gothic"/>
                <a:ea typeface="Yu Gothic"/>
                <a:cs typeface="Yu Gothic"/>
              </a:rPr>
              <a:t>A</a:t>
            </a:r>
          </a:p>
        </p:txBody>
      </p:sp>
      <p:sp>
        <p:nvSpPr>
          <p:cNvPr id="18" name="">
            <a:extLst xmlns:a="http://schemas.openxmlformats.org/drawingml/2006/main">
              <a:ext uri="{FF2B5EF4-FFF2-40B4-BE49-F238E27FC236}">
                <a16:creationId xmlns:a16="http://schemas.microsoft.com/office/drawing/2014/main" id="{85ADB641-1DB7-47D8-9110-A40DBEB42F9C}"/>
              </a:ext>
            </a:extLst>
          </p:cNvPr>
          <p:cNvSpPr>
            <a:spLocks xmlns:a="http://schemas.openxmlformats.org/drawingml/2006/main" noGrp="1"/>
          </p:cNvSpPr>
          <p:nvPr/>
        </p:nvSpPr>
        <p:spPr>
          <a:xfrm xmlns:a="http://schemas.openxmlformats.org/drawingml/2006/main">
            <a:off x="8682038" y="4411980"/>
            <a:ext cx="114300" cy="114300"/>
          </a:xfrm>
          <a:prstGeom xmlns:a="http://schemas.openxmlformats.org/drawingml/2006/main" prst="ellipse">
            <a:avLst/>
          </a:prstGeom>
          <a:solidFill xmlns:a="http://schemas.openxmlformats.org/drawingml/2006/main">
            <a:srgbClr val="166B68"/>
          </a:solidFill>
          <a:ln xmlns:a="http://schemas.openxmlformats.org/drawingml/2006/main" w="9525">
            <a:solidFill>
              <a:srgbClr val="166B68"/>
            </a:solidFill>
          </a:ln>
        </p:spPr>
      </p:sp>
      <p:sp>
        <p:nvSpPr>
          <p:cNvPr id="19" name="">
            <a:extLst xmlns:a="http://schemas.openxmlformats.org/drawingml/2006/main">
              <a:ext uri="{FF2B5EF4-FFF2-40B4-BE49-F238E27FC236}">
                <a16:creationId xmlns:a16="http://schemas.microsoft.com/office/drawing/2014/main" id="{EC74AFCD-4F5F-4904-A9B4-8D875E8FBBAC}"/>
              </a:ext>
            </a:extLst>
          </p:cNvPr>
          <p:cNvSpPr>
            <a:spLocks xmlns:a="http://schemas.openxmlformats.org/drawingml/2006/main" noGrp="1"/>
          </p:cNvSpPr>
          <p:nvPr/>
        </p:nvSpPr>
        <p:spPr>
          <a:xfrm xmlns:a="http://schemas.openxmlformats.org/drawingml/2006/main">
            <a:off x="8462963" y="4516755"/>
            <a:ext cx="7048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182B33"/>
                </a:solidFill>
                <a:latin typeface="Yu Gothic"/>
                <a:ea typeface="Yu Gothic"/>
                <a:cs typeface="Yu Gothic"/>
              </a:defRPr>
            </a:defPPr>
            <a:lvl1pPr algn="l">
              <a:defRPr sz="1650" b="1">
                <a:solidFill>
                  <a:srgbClr val="182B33"/>
                </a:solidFill>
                <a:latin typeface="Yu Gothic"/>
                <a:ea typeface="Yu Gothic"/>
                <a:cs typeface="Yu Gothic"/>
              </a:defRPr>
            </a:lvl1pPr>
            <a:lvl2pPr algn="l">
              <a:defRPr sz="1650" b="1">
                <a:solidFill>
                  <a:srgbClr val="182B33"/>
                </a:solidFill>
                <a:latin typeface="Yu Gothic"/>
                <a:ea typeface="Yu Gothic"/>
                <a:cs typeface="Yu Gothic"/>
              </a:defRPr>
            </a:lvl2pPr>
            <a:lvl3pPr algn="l">
              <a:defRPr sz="1650" b="1">
                <a:solidFill>
                  <a:srgbClr val="182B33"/>
                </a:solidFill>
                <a:latin typeface="Yu Gothic"/>
                <a:ea typeface="Yu Gothic"/>
                <a:cs typeface="Yu Gothic"/>
              </a:defRPr>
            </a:lvl3pPr>
            <a:lvl4pPr algn="l">
              <a:defRPr sz="1650" b="1">
                <a:solidFill>
                  <a:srgbClr val="182B33"/>
                </a:solidFill>
                <a:latin typeface="Yu Gothic"/>
                <a:ea typeface="Yu Gothic"/>
                <a:cs typeface="Yu Gothic"/>
              </a:defRPr>
            </a:lvl4pPr>
            <a:lvl5pPr algn="l">
              <a:defRPr sz="1650" b="1">
                <a:solidFill>
                  <a:srgbClr val="182B33"/>
                </a:solidFill>
                <a:latin typeface="Yu Gothic"/>
                <a:ea typeface="Yu Gothic"/>
                <a:cs typeface="Yu Gothic"/>
              </a:defRPr>
            </a:lvl5pPr>
            <a:lvl6pPr algn="l">
              <a:defRPr sz="1650" b="1">
                <a:solidFill>
                  <a:srgbClr val="182B33"/>
                </a:solidFill>
                <a:latin typeface="Yu Gothic"/>
                <a:ea typeface="Yu Gothic"/>
                <a:cs typeface="Yu Gothic"/>
              </a:defRPr>
            </a:lvl6pPr>
            <a:lvl7pPr algn="l">
              <a:defRPr sz="1650" b="1">
                <a:solidFill>
                  <a:srgbClr val="182B33"/>
                </a:solidFill>
                <a:latin typeface="Yu Gothic"/>
                <a:ea typeface="Yu Gothic"/>
                <a:cs typeface="Yu Gothic"/>
              </a:defRPr>
            </a:lvl7pPr>
            <a:lvl8pPr algn="l">
              <a:defRPr sz="1650" b="1">
                <a:solidFill>
                  <a:srgbClr val="182B33"/>
                </a:solidFill>
                <a:latin typeface="Yu Gothic"/>
                <a:ea typeface="Yu Gothic"/>
                <a:cs typeface="Yu Gothic"/>
              </a:defRPr>
            </a:lvl8pPr>
            <a:lvl9pPr algn="l">
              <a:defRPr sz="1650" b="1">
                <a:solidFill>
                  <a:srgbClr val="182B33"/>
                </a:solidFill>
                <a:latin typeface="Yu Gothic"/>
                <a:ea typeface="Yu Gothic"/>
                <a:cs typeface="Yu Gothic"/>
              </a:defRPr>
            </a:lvl9pPr>
          </a:lstStyle>
          <a:p xmlns:a="http://schemas.openxmlformats.org/drawingml/2006/main">
            <a:pPr algn="l">
              <a:defRPr sz="1650" b="1">
                <a:solidFill>
                  <a:srgbClr val="182B33"/>
                </a:solidFill>
                <a:latin typeface="Yu Gothic"/>
                <a:ea typeface="Yu Gothic"/>
                <a:cs typeface="Yu Gothic"/>
              </a:defRPr>
            </a:pPr>
            <a:r>
              <a:rPr sz="1650" b="1">
                <a:solidFill>
                  <a:srgbClr val="182B33"/>
                </a:solidFill>
                <a:latin typeface="Yu Gothic"/>
                <a:ea typeface="Yu Gothic"/>
                <a:cs typeface="Yu Gothic"/>
              </a:rPr>
              <a:t>O</a:t>
            </a:r>
          </a:p>
        </p:txBody>
      </p:sp>
      <p:sp>
        <p:nvSpPr>
          <p:cNvPr id="20" name="">
            <a:extLst xmlns:a="http://schemas.openxmlformats.org/drawingml/2006/main">
              <a:ext uri="{FF2B5EF4-FFF2-40B4-BE49-F238E27FC236}">
                <a16:creationId xmlns:a16="http://schemas.microsoft.com/office/drawing/2014/main" id="{D86B4FAF-768B-4348-843E-D5B39A2E65AE}"/>
              </a:ext>
            </a:extLst>
          </p:cNvPr>
          <p:cNvSpPr>
            <a:spLocks xmlns:a="http://schemas.openxmlformats.org/drawingml/2006/main" noGrp="1"/>
          </p:cNvSpPr>
          <p:nvPr/>
        </p:nvSpPr>
        <p:spPr>
          <a:xfrm xmlns:a="http://schemas.openxmlformats.org/drawingml/2006/main">
            <a:off x="10182511" y="3545681"/>
            <a:ext cx="114300" cy="114300"/>
          </a:xfrm>
          <a:prstGeom xmlns:a="http://schemas.openxmlformats.org/drawingml/2006/main" prst="ellipse">
            <a:avLst/>
          </a:prstGeom>
          <a:solidFill xmlns:a="http://schemas.openxmlformats.org/drawingml/2006/main">
            <a:srgbClr val="166B68"/>
          </a:solidFill>
          <a:ln xmlns:a="http://schemas.openxmlformats.org/drawingml/2006/main" w="9525">
            <a:solidFill>
              <a:srgbClr val="166B68"/>
            </a:solidFill>
          </a:ln>
        </p:spPr>
      </p:sp>
      <p:sp>
        <p:nvSpPr>
          <p:cNvPr id="21" name="">
            <a:extLst xmlns:a="http://schemas.openxmlformats.org/drawingml/2006/main">
              <a:ext uri="{FF2B5EF4-FFF2-40B4-BE49-F238E27FC236}">
                <a16:creationId xmlns:a16="http://schemas.microsoft.com/office/drawing/2014/main" id="{8D5228A6-A09A-4921-8DF7-41439A89EE32}"/>
              </a:ext>
            </a:extLst>
          </p:cNvPr>
          <p:cNvSpPr>
            <a:spLocks xmlns:a="http://schemas.openxmlformats.org/drawingml/2006/main" noGrp="1"/>
          </p:cNvSpPr>
          <p:nvPr/>
        </p:nvSpPr>
        <p:spPr>
          <a:xfrm xmlns:a="http://schemas.openxmlformats.org/drawingml/2006/main">
            <a:off x="10325386" y="3431381"/>
            <a:ext cx="7048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182B33"/>
                </a:solidFill>
                <a:latin typeface="Yu Gothic"/>
                <a:ea typeface="Yu Gothic"/>
                <a:cs typeface="Yu Gothic"/>
              </a:defRPr>
            </a:defPPr>
            <a:lvl1pPr algn="l">
              <a:defRPr sz="1650" b="1">
                <a:solidFill>
                  <a:srgbClr val="182B33"/>
                </a:solidFill>
                <a:latin typeface="Yu Gothic"/>
                <a:ea typeface="Yu Gothic"/>
                <a:cs typeface="Yu Gothic"/>
              </a:defRPr>
            </a:lvl1pPr>
            <a:lvl2pPr algn="l">
              <a:defRPr sz="1650" b="1">
                <a:solidFill>
                  <a:srgbClr val="182B33"/>
                </a:solidFill>
                <a:latin typeface="Yu Gothic"/>
                <a:ea typeface="Yu Gothic"/>
                <a:cs typeface="Yu Gothic"/>
              </a:defRPr>
            </a:lvl2pPr>
            <a:lvl3pPr algn="l">
              <a:defRPr sz="1650" b="1">
                <a:solidFill>
                  <a:srgbClr val="182B33"/>
                </a:solidFill>
                <a:latin typeface="Yu Gothic"/>
                <a:ea typeface="Yu Gothic"/>
                <a:cs typeface="Yu Gothic"/>
              </a:defRPr>
            </a:lvl3pPr>
            <a:lvl4pPr algn="l">
              <a:defRPr sz="1650" b="1">
                <a:solidFill>
                  <a:srgbClr val="182B33"/>
                </a:solidFill>
                <a:latin typeface="Yu Gothic"/>
                <a:ea typeface="Yu Gothic"/>
                <a:cs typeface="Yu Gothic"/>
              </a:defRPr>
            </a:lvl4pPr>
            <a:lvl5pPr algn="l">
              <a:defRPr sz="1650" b="1">
                <a:solidFill>
                  <a:srgbClr val="182B33"/>
                </a:solidFill>
                <a:latin typeface="Yu Gothic"/>
                <a:ea typeface="Yu Gothic"/>
                <a:cs typeface="Yu Gothic"/>
              </a:defRPr>
            </a:lvl5pPr>
            <a:lvl6pPr algn="l">
              <a:defRPr sz="1650" b="1">
                <a:solidFill>
                  <a:srgbClr val="182B33"/>
                </a:solidFill>
                <a:latin typeface="Yu Gothic"/>
                <a:ea typeface="Yu Gothic"/>
                <a:cs typeface="Yu Gothic"/>
              </a:defRPr>
            </a:lvl6pPr>
            <a:lvl7pPr algn="l">
              <a:defRPr sz="1650" b="1">
                <a:solidFill>
                  <a:srgbClr val="182B33"/>
                </a:solidFill>
                <a:latin typeface="Yu Gothic"/>
                <a:ea typeface="Yu Gothic"/>
                <a:cs typeface="Yu Gothic"/>
              </a:defRPr>
            </a:lvl7pPr>
            <a:lvl8pPr algn="l">
              <a:defRPr sz="1650" b="1">
                <a:solidFill>
                  <a:srgbClr val="182B33"/>
                </a:solidFill>
                <a:latin typeface="Yu Gothic"/>
                <a:ea typeface="Yu Gothic"/>
                <a:cs typeface="Yu Gothic"/>
              </a:defRPr>
            </a:lvl8pPr>
            <a:lvl9pPr algn="l">
              <a:defRPr sz="1650" b="1">
                <a:solidFill>
                  <a:srgbClr val="182B33"/>
                </a:solidFill>
                <a:latin typeface="Yu Gothic"/>
                <a:ea typeface="Yu Gothic"/>
                <a:cs typeface="Yu Gothic"/>
              </a:defRPr>
            </a:lvl9pPr>
          </a:lstStyle>
          <a:p xmlns:a="http://schemas.openxmlformats.org/drawingml/2006/main">
            <a:pPr algn="l">
              <a:defRPr sz="1650" b="1">
                <a:solidFill>
                  <a:srgbClr val="182B33"/>
                </a:solidFill>
                <a:latin typeface="Yu Gothic"/>
                <a:ea typeface="Yu Gothic"/>
                <a:cs typeface="Yu Gothic"/>
              </a:defRPr>
            </a:pPr>
            <a:r>
              <a:rPr sz="1650" b="1">
                <a:solidFill>
                  <a:srgbClr val="182B33"/>
                </a:solidFill>
                <a:latin typeface="Yu Gothic"/>
                <a:ea typeface="Yu Gothic"/>
                <a:cs typeface="Yu Gothic"/>
              </a:rPr>
              <a:t>B</a:t>
            </a:r>
          </a:p>
        </p:txBody>
      </p:sp>
      <p:sp>
        <p:nvSpPr>
          <p:cNvPr id="22" name="">
            <a:extLst xmlns:a="http://schemas.openxmlformats.org/drawingml/2006/main">
              <a:ext uri="{FF2B5EF4-FFF2-40B4-BE49-F238E27FC236}">
                <a16:creationId xmlns:a16="http://schemas.microsoft.com/office/drawing/2014/main" id="{33E1ECF4-17D1-48A5-BD6F-265546A32164}"/>
              </a:ext>
            </a:extLst>
          </p:cNvPr>
          <p:cNvSpPr>
            <a:spLocks xmlns:a="http://schemas.openxmlformats.org/drawingml/2006/main" noGrp="1"/>
          </p:cNvSpPr>
          <p:nvPr/>
        </p:nvSpPr>
        <p:spPr>
          <a:xfrm xmlns:a="http://schemas.openxmlformats.org/drawingml/2006/main">
            <a:off x="8834438" y="3724113"/>
            <a:ext cx="1047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166B68"/>
                </a:solidFill>
                <a:latin typeface="Yu Gothic"/>
                <a:ea typeface="Yu Gothic"/>
                <a:cs typeface="Yu Gothic"/>
              </a:defRPr>
            </a:defPPr>
            <a:lvl1pPr algn="l">
              <a:defRPr sz="1650" b="1">
                <a:solidFill>
                  <a:srgbClr val="166B68"/>
                </a:solidFill>
                <a:latin typeface="Yu Gothic"/>
                <a:ea typeface="Yu Gothic"/>
                <a:cs typeface="Yu Gothic"/>
              </a:defRPr>
            </a:lvl1pPr>
            <a:lvl2pPr algn="l">
              <a:defRPr sz="1650" b="1">
                <a:solidFill>
                  <a:srgbClr val="166B68"/>
                </a:solidFill>
                <a:latin typeface="Yu Gothic"/>
                <a:ea typeface="Yu Gothic"/>
                <a:cs typeface="Yu Gothic"/>
              </a:defRPr>
            </a:lvl2pPr>
            <a:lvl3pPr algn="l">
              <a:defRPr sz="1650" b="1">
                <a:solidFill>
                  <a:srgbClr val="166B68"/>
                </a:solidFill>
                <a:latin typeface="Yu Gothic"/>
                <a:ea typeface="Yu Gothic"/>
                <a:cs typeface="Yu Gothic"/>
              </a:defRPr>
            </a:lvl3pPr>
            <a:lvl4pPr algn="l">
              <a:defRPr sz="1650" b="1">
                <a:solidFill>
                  <a:srgbClr val="166B68"/>
                </a:solidFill>
                <a:latin typeface="Yu Gothic"/>
                <a:ea typeface="Yu Gothic"/>
                <a:cs typeface="Yu Gothic"/>
              </a:defRPr>
            </a:lvl4pPr>
            <a:lvl5pPr algn="l">
              <a:defRPr sz="1650" b="1">
                <a:solidFill>
                  <a:srgbClr val="166B68"/>
                </a:solidFill>
                <a:latin typeface="Yu Gothic"/>
                <a:ea typeface="Yu Gothic"/>
                <a:cs typeface="Yu Gothic"/>
              </a:defRPr>
            </a:lvl5pPr>
            <a:lvl6pPr algn="l">
              <a:defRPr sz="1650" b="1">
                <a:solidFill>
                  <a:srgbClr val="166B68"/>
                </a:solidFill>
                <a:latin typeface="Yu Gothic"/>
                <a:ea typeface="Yu Gothic"/>
                <a:cs typeface="Yu Gothic"/>
              </a:defRPr>
            </a:lvl6pPr>
            <a:lvl7pPr algn="l">
              <a:defRPr sz="1650" b="1">
                <a:solidFill>
                  <a:srgbClr val="166B68"/>
                </a:solidFill>
                <a:latin typeface="Yu Gothic"/>
                <a:ea typeface="Yu Gothic"/>
                <a:cs typeface="Yu Gothic"/>
              </a:defRPr>
            </a:lvl7pPr>
            <a:lvl8pPr algn="l">
              <a:defRPr sz="1650" b="1">
                <a:solidFill>
                  <a:srgbClr val="166B68"/>
                </a:solidFill>
                <a:latin typeface="Yu Gothic"/>
                <a:ea typeface="Yu Gothic"/>
                <a:cs typeface="Yu Gothic"/>
              </a:defRPr>
            </a:lvl8pPr>
            <a:lvl9pPr algn="l">
              <a:defRPr sz="1650" b="1">
                <a:solidFill>
                  <a:srgbClr val="166B68"/>
                </a:solidFill>
                <a:latin typeface="Yu Gothic"/>
                <a:ea typeface="Yu Gothic"/>
                <a:cs typeface="Yu Gothic"/>
              </a:defRPr>
            </a:lvl9pPr>
          </a:lstStyle>
          <a:p xmlns:a="http://schemas.openxmlformats.org/drawingml/2006/main">
            <a:pPr algn="l">
              <a:defRPr sz="1650" b="1">
                <a:solidFill>
                  <a:srgbClr val="166B68"/>
                </a:solidFill>
                <a:latin typeface="Yu Gothic"/>
                <a:ea typeface="Yu Gothic"/>
                <a:cs typeface="Yu Gothic"/>
              </a:defRPr>
            </a:pPr>
            <a:r>
              <a:rPr sz="1650" b="1">
                <a:solidFill>
                  <a:srgbClr val="166B68"/>
                </a:solidFill>
                <a:latin typeface="Yu Gothic"/>
                <a:ea typeface="Yu Gothic"/>
                <a:cs typeface="Yu Gothic"/>
              </a:rPr>
              <a:t>60°</a:t>
            </a:r>
          </a:p>
        </p:txBody>
      </p:sp>
    </p:spTree>
    <p:extLst>
      <p:ext uri="{BB962C8B-B14F-4D97-AF65-F5344CB8AC3E}">
        <p14:creationId xmlns:p14="http://schemas.microsoft.com/office/powerpoint/2010/main" val="158567580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B5999016-7509-4F95-A98A-E1345554B8B4}"/>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1BC759D8-48F7-4381-B879-6AE2350510FA}"/>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角の意味</a:t>
            </a:r>
          </a:p>
        </p:txBody>
      </p:sp>
      <p:sp>
        <p:nvSpPr>
          <p:cNvPr id="3" name="">
            <a:extLst xmlns:a="http://schemas.openxmlformats.org/drawingml/2006/main">
              <a:ext uri="{FF2B5EF4-FFF2-40B4-BE49-F238E27FC236}">
                <a16:creationId xmlns:a16="http://schemas.microsoft.com/office/drawing/2014/main" id="{D3C8F2FE-A02B-499E-9777-2F31BEA2D5BE}"/>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高低角と天頂角は、ゼロの向きが違う</a:t>
            </a:r>
          </a:p>
        </p:txBody>
      </p:sp>
      <p:sp>
        <p:nvSpPr>
          <p:cNvPr id="4" name="">
            <a:extLst xmlns:a="http://schemas.openxmlformats.org/drawingml/2006/main">
              <a:ext uri="{FF2B5EF4-FFF2-40B4-BE49-F238E27FC236}">
                <a16:creationId xmlns:a16="http://schemas.microsoft.com/office/drawing/2014/main" id="{323F8FCD-35B4-4F16-B01C-BA4E900471E9}"/>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4A7E96CE-5B7F-49B3-A5BB-4EC39765370C}"/>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05</a:t>
            </a:r>
          </a:p>
        </p:txBody>
      </p:sp>
      <p:sp>
        <p:nvSpPr>
          <p:cNvPr id="6" name="">
            <a:extLst xmlns:a="http://schemas.openxmlformats.org/drawingml/2006/main">
              <a:ext uri="{FF2B5EF4-FFF2-40B4-BE49-F238E27FC236}">
                <a16:creationId xmlns:a16="http://schemas.microsoft.com/office/drawing/2014/main" id="{E8469D2D-693F-4305-B90E-8DF0319F15C5}"/>
              </a:ext>
            </a:extLst>
          </p:cNvPr>
          <p:cNvSpPr>
            <a:spLocks xmlns:a="http://schemas.openxmlformats.org/drawingml/2006/main" noGrp="1"/>
          </p:cNvSpPr>
          <p:nvPr/>
        </p:nvSpPr>
        <p:spPr>
          <a:xfrm xmlns:a="http://schemas.openxmlformats.org/drawingml/2006/main">
            <a:off x="723900" y="1562100"/>
            <a:ext cx="5286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325" b="1">
                <a:solidFill>
                  <a:srgbClr val="52616A"/>
                </a:solidFill>
                <a:latin typeface="Yu Gothic"/>
                <a:ea typeface="Yu Gothic"/>
                <a:cs typeface="Yu Gothic"/>
              </a:defRPr>
            </a:defPPr>
            <a:lvl1pPr algn="l">
              <a:defRPr sz="2325" b="1">
                <a:solidFill>
                  <a:srgbClr val="52616A"/>
                </a:solidFill>
                <a:latin typeface="Yu Gothic"/>
                <a:ea typeface="Yu Gothic"/>
                <a:cs typeface="Yu Gothic"/>
              </a:defRPr>
            </a:lvl1pPr>
            <a:lvl2pPr algn="l">
              <a:defRPr sz="2325" b="1">
                <a:solidFill>
                  <a:srgbClr val="52616A"/>
                </a:solidFill>
                <a:latin typeface="Yu Gothic"/>
                <a:ea typeface="Yu Gothic"/>
                <a:cs typeface="Yu Gothic"/>
              </a:defRPr>
            </a:lvl2pPr>
            <a:lvl3pPr algn="l">
              <a:defRPr sz="2325" b="1">
                <a:solidFill>
                  <a:srgbClr val="52616A"/>
                </a:solidFill>
                <a:latin typeface="Yu Gothic"/>
                <a:ea typeface="Yu Gothic"/>
                <a:cs typeface="Yu Gothic"/>
              </a:defRPr>
            </a:lvl3pPr>
            <a:lvl4pPr algn="l">
              <a:defRPr sz="2325" b="1">
                <a:solidFill>
                  <a:srgbClr val="52616A"/>
                </a:solidFill>
                <a:latin typeface="Yu Gothic"/>
                <a:ea typeface="Yu Gothic"/>
                <a:cs typeface="Yu Gothic"/>
              </a:defRPr>
            </a:lvl4pPr>
            <a:lvl5pPr algn="l">
              <a:defRPr sz="2325" b="1">
                <a:solidFill>
                  <a:srgbClr val="52616A"/>
                </a:solidFill>
                <a:latin typeface="Yu Gothic"/>
                <a:ea typeface="Yu Gothic"/>
                <a:cs typeface="Yu Gothic"/>
              </a:defRPr>
            </a:lvl5pPr>
            <a:lvl6pPr algn="l">
              <a:defRPr sz="2325" b="1">
                <a:solidFill>
                  <a:srgbClr val="52616A"/>
                </a:solidFill>
                <a:latin typeface="Yu Gothic"/>
                <a:ea typeface="Yu Gothic"/>
                <a:cs typeface="Yu Gothic"/>
              </a:defRPr>
            </a:lvl6pPr>
            <a:lvl7pPr algn="l">
              <a:defRPr sz="2325" b="1">
                <a:solidFill>
                  <a:srgbClr val="52616A"/>
                </a:solidFill>
                <a:latin typeface="Yu Gothic"/>
                <a:ea typeface="Yu Gothic"/>
                <a:cs typeface="Yu Gothic"/>
              </a:defRPr>
            </a:lvl7pPr>
            <a:lvl8pPr algn="l">
              <a:defRPr sz="2325" b="1">
                <a:solidFill>
                  <a:srgbClr val="52616A"/>
                </a:solidFill>
                <a:latin typeface="Yu Gothic"/>
                <a:ea typeface="Yu Gothic"/>
                <a:cs typeface="Yu Gothic"/>
              </a:defRPr>
            </a:lvl8pPr>
            <a:lvl9pPr algn="l">
              <a:defRPr sz="2325" b="1">
                <a:solidFill>
                  <a:srgbClr val="52616A"/>
                </a:solidFill>
                <a:latin typeface="Yu Gothic"/>
                <a:ea typeface="Yu Gothic"/>
                <a:cs typeface="Yu Gothic"/>
              </a:defRPr>
            </a:lvl9pPr>
          </a:lstStyle>
          <a:p xmlns:a="http://schemas.openxmlformats.org/drawingml/2006/main">
            <a:pPr algn="l">
              <a:defRPr sz="2325" b="1">
                <a:solidFill>
                  <a:srgbClr val="52616A"/>
                </a:solidFill>
                <a:latin typeface="Yu Gothic"/>
                <a:ea typeface="Yu Gothic"/>
                <a:cs typeface="Yu Gothic"/>
              </a:defRPr>
            </a:pPr>
            <a:r>
              <a:rPr sz="2325" b="1">
                <a:solidFill>
                  <a:srgbClr val="52616A"/>
                </a:solidFill>
                <a:latin typeface="Yu Gothic"/>
                <a:ea typeface="Yu Gothic"/>
                <a:cs typeface="Yu Gothic"/>
              </a:rPr>
              <a:t>同じ視準線を、水平と真上から測り分ける</a:t>
            </a:r>
          </a:p>
        </p:txBody>
      </p:sp>
      <p:sp>
        <p:nvSpPr>
          <p:cNvPr id="7" name="">
            <a:extLst xmlns:a="http://schemas.openxmlformats.org/drawingml/2006/main">
              <a:ext uri="{FF2B5EF4-FFF2-40B4-BE49-F238E27FC236}">
                <a16:creationId xmlns:a16="http://schemas.microsoft.com/office/drawing/2014/main" id="{EE21B14A-3502-4B74-AD8F-BE55FD77BC4A}"/>
              </a:ext>
            </a:extLst>
          </p:cNvPr>
          <p:cNvSpPr>
            <a:spLocks xmlns:a="http://schemas.openxmlformats.org/drawingml/2006/main" noGrp="1"/>
          </p:cNvSpPr>
          <p:nvPr/>
        </p:nvSpPr>
        <p:spPr>
          <a:xfrm xmlns:a="http://schemas.openxmlformats.org/drawingml/2006/main">
            <a:off x="723900" y="2428875"/>
            <a:ext cx="228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425" b="1">
                <a:solidFill>
                  <a:srgbClr val="166B68"/>
                </a:solidFill>
                <a:latin typeface="Yu Gothic"/>
                <a:ea typeface="Yu Gothic"/>
                <a:cs typeface="Yu Gothic"/>
              </a:defRPr>
            </a:defPPr>
            <a:lvl1pPr algn="ctr">
              <a:defRPr sz="1425" b="1">
                <a:solidFill>
                  <a:srgbClr val="166B68"/>
                </a:solidFill>
                <a:latin typeface="Yu Gothic"/>
                <a:ea typeface="Yu Gothic"/>
                <a:cs typeface="Yu Gothic"/>
              </a:defRPr>
            </a:lvl1pPr>
            <a:lvl2pPr algn="ctr">
              <a:defRPr sz="1425" b="1">
                <a:solidFill>
                  <a:srgbClr val="166B68"/>
                </a:solidFill>
                <a:latin typeface="Yu Gothic"/>
                <a:ea typeface="Yu Gothic"/>
                <a:cs typeface="Yu Gothic"/>
              </a:defRPr>
            </a:lvl2pPr>
            <a:lvl3pPr algn="ctr">
              <a:defRPr sz="1425" b="1">
                <a:solidFill>
                  <a:srgbClr val="166B68"/>
                </a:solidFill>
                <a:latin typeface="Yu Gothic"/>
                <a:ea typeface="Yu Gothic"/>
                <a:cs typeface="Yu Gothic"/>
              </a:defRPr>
            </a:lvl3pPr>
            <a:lvl4pPr algn="ctr">
              <a:defRPr sz="1425" b="1">
                <a:solidFill>
                  <a:srgbClr val="166B68"/>
                </a:solidFill>
                <a:latin typeface="Yu Gothic"/>
                <a:ea typeface="Yu Gothic"/>
                <a:cs typeface="Yu Gothic"/>
              </a:defRPr>
            </a:lvl4pPr>
            <a:lvl5pPr algn="ctr">
              <a:defRPr sz="1425" b="1">
                <a:solidFill>
                  <a:srgbClr val="166B68"/>
                </a:solidFill>
                <a:latin typeface="Yu Gothic"/>
                <a:ea typeface="Yu Gothic"/>
                <a:cs typeface="Yu Gothic"/>
              </a:defRPr>
            </a:lvl5pPr>
            <a:lvl6pPr algn="ctr">
              <a:defRPr sz="1425" b="1">
                <a:solidFill>
                  <a:srgbClr val="166B68"/>
                </a:solidFill>
                <a:latin typeface="Yu Gothic"/>
                <a:ea typeface="Yu Gothic"/>
                <a:cs typeface="Yu Gothic"/>
              </a:defRPr>
            </a:lvl6pPr>
            <a:lvl7pPr algn="ctr">
              <a:defRPr sz="1425" b="1">
                <a:solidFill>
                  <a:srgbClr val="166B68"/>
                </a:solidFill>
                <a:latin typeface="Yu Gothic"/>
                <a:ea typeface="Yu Gothic"/>
                <a:cs typeface="Yu Gothic"/>
              </a:defRPr>
            </a:lvl7pPr>
            <a:lvl8pPr algn="ctr">
              <a:defRPr sz="1425" b="1">
                <a:solidFill>
                  <a:srgbClr val="166B68"/>
                </a:solidFill>
                <a:latin typeface="Yu Gothic"/>
                <a:ea typeface="Yu Gothic"/>
                <a:cs typeface="Yu Gothic"/>
              </a:defRPr>
            </a:lvl8pPr>
            <a:lvl9pPr algn="ctr">
              <a:defRPr sz="1425" b="1">
                <a:solidFill>
                  <a:srgbClr val="166B68"/>
                </a:solidFill>
                <a:latin typeface="Yu Gothic"/>
                <a:ea typeface="Yu Gothic"/>
                <a:cs typeface="Yu Gothic"/>
              </a:defRPr>
            </a:lvl9pPr>
          </a:lstStyle>
          <a:p xmlns:a="http://schemas.openxmlformats.org/drawingml/2006/main">
            <a:pPr algn="ctr">
              <a:defRPr sz="1425" b="1">
                <a:solidFill>
                  <a:srgbClr val="166B68"/>
                </a:solidFill>
                <a:latin typeface="Yu Gothic"/>
                <a:ea typeface="Yu Gothic"/>
                <a:cs typeface="Yu Gothic"/>
              </a:defRPr>
            </a:pPr>
            <a:r>
              <a:rPr sz="1425" b="1">
                <a:solidFill>
                  <a:srgbClr val="166B68"/>
                </a:solidFill>
                <a:latin typeface="Yu Gothic"/>
                <a:ea typeface="Yu Gothic"/>
                <a:cs typeface="Yu Gothic"/>
              </a:rPr>
              <a:t>●</a:t>
            </a:r>
          </a:p>
        </p:txBody>
      </p:sp>
      <p:sp>
        <p:nvSpPr>
          <p:cNvPr id="8" name="">
            <a:extLst xmlns:a="http://schemas.openxmlformats.org/drawingml/2006/main">
              <a:ext uri="{FF2B5EF4-FFF2-40B4-BE49-F238E27FC236}">
                <a16:creationId xmlns:a16="http://schemas.microsoft.com/office/drawing/2014/main" id="{5674A739-0FFC-4C5B-9C9E-D649CE651AF6}"/>
              </a:ext>
            </a:extLst>
          </p:cNvPr>
          <p:cNvSpPr>
            <a:spLocks xmlns:a="http://schemas.openxmlformats.org/drawingml/2006/main" noGrp="1"/>
          </p:cNvSpPr>
          <p:nvPr/>
        </p:nvSpPr>
        <p:spPr>
          <a:xfrm xmlns:a="http://schemas.openxmlformats.org/drawingml/2006/main">
            <a:off x="1047750" y="242887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高低角α：水平から、上を正</a:t>
            </a:r>
          </a:p>
        </p:txBody>
      </p:sp>
      <p:sp>
        <p:nvSpPr>
          <p:cNvPr id="9" name="">
            <a:extLst xmlns:a="http://schemas.openxmlformats.org/drawingml/2006/main">
              <a:ext uri="{FF2B5EF4-FFF2-40B4-BE49-F238E27FC236}">
                <a16:creationId xmlns:a16="http://schemas.microsoft.com/office/drawing/2014/main" id="{E124357B-B4EB-4C4E-B3E4-8EBB02791CEF}"/>
              </a:ext>
            </a:extLst>
          </p:cNvPr>
          <p:cNvSpPr>
            <a:spLocks xmlns:a="http://schemas.openxmlformats.org/drawingml/2006/main" noGrp="1"/>
          </p:cNvSpPr>
          <p:nvPr/>
        </p:nvSpPr>
        <p:spPr>
          <a:xfrm xmlns:a="http://schemas.openxmlformats.org/drawingml/2006/main">
            <a:off x="723900" y="3019425"/>
            <a:ext cx="228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425" b="1">
                <a:solidFill>
                  <a:srgbClr val="166B68"/>
                </a:solidFill>
                <a:latin typeface="Yu Gothic"/>
                <a:ea typeface="Yu Gothic"/>
                <a:cs typeface="Yu Gothic"/>
              </a:defRPr>
            </a:defPPr>
            <a:lvl1pPr algn="ctr">
              <a:defRPr sz="1425" b="1">
                <a:solidFill>
                  <a:srgbClr val="166B68"/>
                </a:solidFill>
                <a:latin typeface="Yu Gothic"/>
                <a:ea typeface="Yu Gothic"/>
                <a:cs typeface="Yu Gothic"/>
              </a:defRPr>
            </a:lvl1pPr>
            <a:lvl2pPr algn="ctr">
              <a:defRPr sz="1425" b="1">
                <a:solidFill>
                  <a:srgbClr val="166B68"/>
                </a:solidFill>
                <a:latin typeface="Yu Gothic"/>
                <a:ea typeface="Yu Gothic"/>
                <a:cs typeface="Yu Gothic"/>
              </a:defRPr>
            </a:lvl2pPr>
            <a:lvl3pPr algn="ctr">
              <a:defRPr sz="1425" b="1">
                <a:solidFill>
                  <a:srgbClr val="166B68"/>
                </a:solidFill>
                <a:latin typeface="Yu Gothic"/>
                <a:ea typeface="Yu Gothic"/>
                <a:cs typeface="Yu Gothic"/>
              </a:defRPr>
            </a:lvl3pPr>
            <a:lvl4pPr algn="ctr">
              <a:defRPr sz="1425" b="1">
                <a:solidFill>
                  <a:srgbClr val="166B68"/>
                </a:solidFill>
                <a:latin typeface="Yu Gothic"/>
                <a:ea typeface="Yu Gothic"/>
                <a:cs typeface="Yu Gothic"/>
              </a:defRPr>
            </a:lvl4pPr>
            <a:lvl5pPr algn="ctr">
              <a:defRPr sz="1425" b="1">
                <a:solidFill>
                  <a:srgbClr val="166B68"/>
                </a:solidFill>
                <a:latin typeface="Yu Gothic"/>
                <a:ea typeface="Yu Gothic"/>
                <a:cs typeface="Yu Gothic"/>
              </a:defRPr>
            </a:lvl5pPr>
            <a:lvl6pPr algn="ctr">
              <a:defRPr sz="1425" b="1">
                <a:solidFill>
                  <a:srgbClr val="166B68"/>
                </a:solidFill>
                <a:latin typeface="Yu Gothic"/>
                <a:ea typeface="Yu Gothic"/>
                <a:cs typeface="Yu Gothic"/>
              </a:defRPr>
            </a:lvl6pPr>
            <a:lvl7pPr algn="ctr">
              <a:defRPr sz="1425" b="1">
                <a:solidFill>
                  <a:srgbClr val="166B68"/>
                </a:solidFill>
                <a:latin typeface="Yu Gothic"/>
                <a:ea typeface="Yu Gothic"/>
                <a:cs typeface="Yu Gothic"/>
              </a:defRPr>
            </a:lvl7pPr>
            <a:lvl8pPr algn="ctr">
              <a:defRPr sz="1425" b="1">
                <a:solidFill>
                  <a:srgbClr val="166B68"/>
                </a:solidFill>
                <a:latin typeface="Yu Gothic"/>
                <a:ea typeface="Yu Gothic"/>
                <a:cs typeface="Yu Gothic"/>
              </a:defRPr>
            </a:lvl8pPr>
            <a:lvl9pPr algn="ctr">
              <a:defRPr sz="1425" b="1">
                <a:solidFill>
                  <a:srgbClr val="166B68"/>
                </a:solidFill>
                <a:latin typeface="Yu Gothic"/>
                <a:ea typeface="Yu Gothic"/>
                <a:cs typeface="Yu Gothic"/>
              </a:defRPr>
            </a:lvl9pPr>
          </a:lstStyle>
          <a:p xmlns:a="http://schemas.openxmlformats.org/drawingml/2006/main">
            <a:pPr algn="ctr">
              <a:defRPr sz="1425" b="1">
                <a:solidFill>
                  <a:srgbClr val="166B68"/>
                </a:solidFill>
                <a:latin typeface="Yu Gothic"/>
                <a:ea typeface="Yu Gothic"/>
                <a:cs typeface="Yu Gothic"/>
              </a:defRPr>
            </a:pPr>
            <a:r>
              <a:rPr sz="1425" b="1">
                <a:solidFill>
                  <a:srgbClr val="166B68"/>
                </a:solidFill>
                <a:latin typeface="Yu Gothic"/>
                <a:ea typeface="Yu Gothic"/>
                <a:cs typeface="Yu Gothic"/>
              </a:rPr>
              <a:t>●</a:t>
            </a:r>
          </a:p>
        </p:txBody>
      </p:sp>
      <p:sp>
        <p:nvSpPr>
          <p:cNvPr id="10" name="">
            <a:extLst xmlns:a="http://schemas.openxmlformats.org/drawingml/2006/main">
              <a:ext uri="{FF2B5EF4-FFF2-40B4-BE49-F238E27FC236}">
                <a16:creationId xmlns:a16="http://schemas.microsoft.com/office/drawing/2014/main" id="{B3BE02F6-267B-4318-8703-1AF1B919CDAF}"/>
              </a:ext>
            </a:extLst>
          </p:cNvPr>
          <p:cNvSpPr>
            <a:spLocks xmlns:a="http://schemas.openxmlformats.org/drawingml/2006/main" noGrp="1"/>
          </p:cNvSpPr>
          <p:nvPr/>
        </p:nvSpPr>
        <p:spPr>
          <a:xfrm xmlns:a="http://schemas.openxmlformats.org/drawingml/2006/main">
            <a:off x="1047750" y="301942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天頂角Z：真上から測る</a:t>
            </a:r>
          </a:p>
        </p:txBody>
      </p:sp>
      <p:sp>
        <p:nvSpPr>
          <p:cNvPr id="11" name="">
            <a:extLst xmlns:a="http://schemas.openxmlformats.org/drawingml/2006/main">
              <a:ext uri="{FF2B5EF4-FFF2-40B4-BE49-F238E27FC236}">
                <a16:creationId xmlns:a16="http://schemas.microsoft.com/office/drawing/2014/main" id="{889C4EE5-39AA-42A3-82A0-6CCE9F43AF3A}"/>
              </a:ext>
            </a:extLst>
          </p:cNvPr>
          <p:cNvSpPr>
            <a:spLocks xmlns:a="http://schemas.openxmlformats.org/drawingml/2006/main" noGrp="1"/>
          </p:cNvSpPr>
          <p:nvPr/>
        </p:nvSpPr>
        <p:spPr>
          <a:xfrm xmlns:a="http://schemas.openxmlformats.org/drawingml/2006/main">
            <a:off x="723900" y="3609975"/>
            <a:ext cx="228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425" b="1">
                <a:solidFill>
                  <a:srgbClr val="166B68"/>
                </a:solidFill>
                <a:latin typeface="Yu Gothic"/>
                <a:ea typeface="Yu Gothic"/>
                <a:cs typeface="Yu Gothic"/>
              </a:defRPr>
            </a:defPPr>
            <a:lvl1pPr algn="ctr">
              <a:defRPr sz="1425" b="1">
                <a:solidFill>
                  <a:srgbClr val="166B68"/>
                </a:solidFill>
                <a:latin typeface="Yu Gothic"/>
                <a:ea typeface="Yu Gothic"/>
                <a:cs typeface="Yu Gothic"/>
              </a:defRPr>
            </a:lvl1pPr>
            <a:lvl2pPr algn="ctr">
              <a:defRPr sz="1425" b="1">
                <a:solidFill>
                  <a:srgbClr val="166B68"/>
                </a:solidFill>
                <a:latin typeface="Yu Gothic"/>
                <a:ea typeface="Yu Gothic"/>
                <a:cs typeface="Yu Gothic"/>
              </a:defRPr>
            </a:lvl2pPr>
            <a:lvl3pPr algn="ctr">
              <a:defRPr sz="1425" b="1">
                <a:solidFill>
                  <a:srgbClr val="166B68"/>
                </a:solidFill>
                <a:latin typeface="Yu Gothic"/>
                <a:ea typeface="Yu Gothic"/>
                <a:cs typeface="Yu Gothic"/>
              </a:defRPr>
            </a:lvl3pPr>
            <a:lvl4pPr algn="ctr">
              <a:defRPr sz="1425" b="1">
                <a:solidFill>
                  <a:srgbClr val="166B68"/>
                </a:solidFill>
                <a:latin typeface="Yu Gothic"/>
                <a:ea typeface="Yu Gothic"/>
                <a:cs typeface="Yu Gothic"/>
              </a:defRPr>
            </a:lvl4pPr>
            <a:lvl5pPr algn="ctr">
              <a:defRPr sz="1425" b="1">
                <a:solidFill>
                  <a:srgbClr val="166B68"/>
                </a:solidFill>
                <a:latin typeface="Yu Gothic"/>
                <a:ea typeface="Yu Gothic"/>
                <a:cs typeface="Yu Gothic"/>
              </a:defRPr>
            </a:lvl5pPr>
            <a:lvl6pPr algn="ctr">
              <a:defRPr sz="1425" b="1">
                <a:solidFill>
                  <a:srgbClr val="166B68"/>
                </a:solidFill>
                <a:latin typeface="Yu Gothic"/>
                <a:ea typeface="Yu Gothic"/>
                <a:cs typeface="Yu Gothic"/>
              </a:defRPr>
            </a:lvl6pPr>
            <a:lvl7pPr algn="ctr">
              <a:defRPr sz="1425" b="1">
                <a:solidFill>
                  <a:srgbClr val="166B68"/>
                </a:solidFill>
                <a:latin typeface="Yu Gothic"/>
                <a:ea typeface="Yu Gothic"/>
                <a:cs typeface="Yu Gothic"/>
              </a:defRPr>
            </a:lvl7pPr>
            <a:lvl8pPr algn="ctr">
              <a:defRPr sz="1425" b="1">
                <a:solidFill>
                  <a:srgbClr val="166B68"/>
                </a:solidFill>
                <a:latin typeface="Yu Gothic"/>
                <a:ea typeface="Yu Gothic"/>
                <a:cs typeface="Yu Gothic"/>
              </a:defRPr>
            </a:lvl8pPr>
            <a:lvl9pPr algn="ctr">
              <a:defRPr sz="1425" b="1">
                <a:solidFill>
                  <a:srgbClr val="166B68"/>
                </a:solidFill>
                <a:latin typeface="Yu Gothic"/>
                <a:ea typeface="Yu Gothic"/>
                <a:cs typeface="Yu Gothic"/>
              </a:defRPr>
            </a:lvl9pPr>
          </a:lstStyle>
          <a:p xmlns:a="http://schemas.openxmlformats.org/drawingml/2006/main">
            <a:pPr algn="ctr">
              <a:defRPr sz="1425" b="1">
                <a:solidFill>
                  <a:srgbClr val="166B68"/>
                </a:solidFill>
                <a:latin typeface="Yu Gothic"/>
                <a:ea typeface="Yu Gothic"/>
                <a:cs typeface="Yu Gothic"/>
              </a:defRPr>
            </a:pPr>
            <a:r>
              <a:rPr sz="1425" b="1">
                <a:solidFill>
                  <a:srgbClr val="166B68"/>
                </a:solidFill>
                <a:latin typeface="Yu Gothic"/>
                <a:ea typeface="Yu Gothic"/>
                <a:cs typeface="Yu Gothic"/>
              </a:rPr>
              <a:t>●</a:t>
            </a:r>
          </a:p>
        </p:txBody>
      </p:sp>
      <p:sp>
        <p:nvSpPr>
          <p:cNvPr id="12" name="">
            <a:extLst xmlns:a="http://schemas.openxmlformats.org/drawingml/2006/main">
              <a:ext uri="{FF2B5EF4-FFF2-40B4-BE49-F238E27FC236}">
                <a16:creationId xmlns:a16="http://schemas.microsoft.com/office/drawing/2014/main" id="{A95CD76F-039A-4B7F-BC10-443908389AE7}"/>
              </a:ext>
            </a:extLst>
          </p:cNvPr>
          <p:cNvSpPr>
            <a:spLocks xmlns:a="http://schemas.openxmlformats.org/drawingml/2006/main" noGrp="1"/>
          </p:cNvSpPr>
          <p:nvPr/>
        </p:nvSpPr>
        <p:spPr>
          <a:xfrm xmlns:a="http://schemas.openxmlformats.org/drawingml/2006/main">
            <a:off x="1047750" y="360997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α＋Z＝90°</a:t>
            </a:r>
          </a:p>
        </p:txBody>
      </p:sp>
      <p:sp>
        <p:nvSpPr>
          <p:cNvPr id="13" name="">
            <a:extLst xmlns:a="http://schemas.openxmlformats.org/drawingml/2006/main">
              <a:ext uri="{FF2B5EF4-FFF2-40B4-BE49-F238E27FC236}">
                <a16:creationId xmlns:a16="http://schemas.microsoft.com/office/drawing/2014/main" id="{176310AC-AEF4-4FD0-B400-75867202E8F0}"/>
              </a:ext>
            </a:extLst>
          </p:cNvPr>
          <p:cNvSpPr>
            <a:spLocks xmlns:a="http://schemas.openxmlformats.org/drawingml/2006/main" noGrp="1"/>
          </p:cNvSpPr>
          <p:nvPr/>
        </p:nvSpPr>
        <p:spPr>
          <a:xfrm xmlns:a="http://schemas.openxmlformats.org/drawingml/2006/main">
            <a:off x="6400800" y="4552950"/>
            <a:ext cx="4714875" cy="9525"/>
          </a:xfrm>
          <a:custGeom xmlns:a="http://schemas.openxmlformats.org/drawingml/2006/main">
            <a:pathLst>
              <a:path w="4714875" h="9525">
                <a:moveTo>
                  <a:pt x="0" y="0"/>
                </a:moveTo>
                <a:lnTo>
                  <a:pt x="4714875" y="0"/>
                </a:lnTo>
              </a:path>
            </a:pathLst>
          </a:custGeom>
          <a:noFill xmlns:a="http://schemas.openxmlformats.org/drawingml/2006/main"/>
          <a:ln xmlns:a="http://schemas.openxmlformats.org/drawingml/2006/main" w="28575">
            <a:solidFill>
              <a:srgbClr val="CFD9DD"/>
            </a:solidFill>
            <a:prstDash val="dash"/>
          </a:ln>
        </p:spPr>
      </p:sp>
      <p:sp>
        <p:nvSpPr>
          <p:cNvPr id="14" name="">
            <a:extLst xmlns:a="http://schemas.openxmlformats.org/drawingml/2006/main">
              <a:ext uri="{FF2B5EF4-FFF2-40B4-BE49-F238E27FC236}">
                <a16:creationId xmlns:a16="http://schemas.microsoft.com/office/drawing/2014/main" id="{B861509A-1715-4D82-8C67-B9CFD7EC853F}"/>
              </a:ext>
            </a:extLst>
          </p:cNvPr>
          <p:cNvSpPr>
            <a:spLocks xmlns:a="http://schemas.openxmlformats.org/drawingml/2006/main" noGrp="1"/>
          </p:cNvSpPr>
          <p:nvPr/>
        </p:nvSpPr>
        <p:spPr>
          <a:xfrm xmlns:a="http://schemas.openxmlformats.org/drawingml/2006/main">
            <a:off x="8178641" y="1752600"/>
            <a:ext cx="9525" cy="2800350"/>
          </a:xfrm>
          <a:custGeom xmlns:a="http://schemas.openxmlformats.org/drawingml/2006/main">
            <a:pathLst>
              <a:path w="9525" h="2800350">
                <a:moveTo>
                  <a:pt x="0" y="2800350"/>
                </a:moveTo>
                <a:lnTo>
                  <a:pt x="0" y="0"/>
                </a:lnTo>
              </a:path>
            </a:pathLst>
          </a:custGeom>
          <a:noFill xmlns:a="http://schemas.openxmlformats.org/drawingml/2006/main"/>
          <a:ln xmlns:a="http://schemas.openxmlformats.org/drawingml/2006/main" w="28575">
            <a:solidFill>
              <a:srgbClr val="CFD9DD"/>
            </a:solidFill>
            <a:prstDash val="dash"/>
          </a:ln>
        </p:spPr>
      </p:sp>
      <p:sp>
        <p:nvSpPr>
          <p:cNvPr id="15" name="">
            <a:extLst xmlns:a="http://schemas.openxmlformats.org/drawingml/2006/main">
              <a:ext uri="{FF2B5EF4-FFF2-40B4-BE49-F238E27FC236}">
                <a16:creationId xmlns:a16="http://schemas.microsoft.com/office/drawing/2014/main" id="{5A087B23-A199-4DD5-8835-B66301A528E1}"/>
              </a:ext>
            </a:extLst>
          </p:cNvPr>
          <p:cNvSpPr>
            <a:spLocks xmlns:a="http://schemas.openxmlformats.org/drawingml/2006/main" noGrp="1"/>
          </p:cNvSpPr>
          <p:nvPr/>
        </p:nvSpPr>
        <p:spPr>
          <a:xfrm xmlns:a="http://schemas.openxmlformats.org/drawingml/2006/main">
            <a:off x="8178641" y="3648434"/>
            <a:ext cx="1939741" cy="904516"/>
          </a:xfrm>
          <a:custGeom xmlns:a="http://schemas.openxmlformats.org/drawingml/2006/main">
            <a:pathLst>
              <a:path w="1939741" h="904516">
                <a:moveTo>
                  <a:pt x="0" y="904516"/>
                </a:moveTo>
                <a:lnTo>
                  <a:pt x="1939741" y="0"/>
                </a:lnTo>
              </a:path>
            </a:pathLst>
          </a:custGeom>
          <a:noFill xmlns:a="http://schemas.openxmlformats.org/drawingml/2006/main"/>
          <a:ln xmlns:a="http://schemas.openxmlformats.org/drawingml/2006/main" w="38100">
            <a:solidFill>
              <a:srgbClr val="182B33"/>
            </a:solidFill>
            <a:prstDash val="solid"/>
          </a:ln>
        </p:spPr>
      </p:sp>
      <p:sp>
        <p:nvSpPr>
          <p:cNvPr id="16" name="">
            <a:extLst xmlns:a="http://schemas.openxmlformats.org/drawingml/2006/main">
              <a:ext uri="{FF2B5EF4-FFF2-40B4-BE49-F238E27FC236}">
                <a16:creationId xmlns:a16="http://schemas.microsoft.com/office/drawing/2014/main" id="{201C1F3C-8EDB-41EB-AAD1-DBF0B96C1FEC}"/>
              </a:ext>
            </a:extLst>
          </p:cNvPr>
          <p:cNvSpPr>
            <a:spLocks xmlns:a="http://schemas.openxmlformats.org/drawingml/2006/main" noGrp="1"/>
          </p:cNvSpPr>
          <p:nvPr/>
        </p:nvSpPr>
        <p:spPr>
          <a:xfrm xmlns:a="http://schemas.openxmlformats.org/drawingml/2006/main">
            <a:off x="8178641" y="3910870"/>
            <a:ext cx="581922" cy="370725"/>
          </a:xfrm>
          <a:custGeom xmlns:a="http://schemas.openxmlformats.org/drawingml/2006/main">
            <a:pathLst>
              <a:path w="581922" h="370725">
                <a:moveTo>
                  <a:pt x="0" y="0"/>
                </a:moveTo>
                <a:lnTo>
                  <a:pt x="55961" y="2443"/>
                </a:lnTo>
                <a:lnTo>
                  <a:pt x="111496" y="9755"/>
                </a:lnTo>
                <a:lnTo>
                  <a:pt x="166183" y="21878"/>
                </a:lnTo>
                <a:lnTo>
                  <a:pt x="219604" y="38722"/>
                </a:lnTo>
                <a:lnTo>
                  <a:pt x="271355" y="60158"/>
                </a:lnTo>
                <a:lnTo>
                  <a:pt x="321040" y="86022"/>
                </a:lnTo>
                <a:lnTo>
                  <a:pt x="368282" y="116119"/>
                </a:lnTo>
                <a:lnTo>
                  <a:pt x="412721" y="150218"/>
                </a:lnTo>
                <a:lnTo>
                  <a:pt x="454019" y="188061"/>
                </a:lnTo>
                <a:lnTo>
                  <a:pt x="491862" y="229359"/>
                </a:lnTo>
                <a:lnTo>
                  <a:pt x="525961" y="273798"/>
                </a:lnTo>
                <a:lnTo>
                  <a:pt x="556058" y="321040"/>
                </a:lnTo>
                <a:lnTo>
                  <a:pt x="581922" y="370725"/>
                </a:lnTo>
              </a:path>
            </a:pathLst>
          </a:custGeom>
          <a:noFill xmlns:a="http://schemas.openxmlformats.org/drawingml/2006/main"/>
          <a:ln xmlns:a="http://schemas.openxmlformats.org/drawingml/2006/main" w="38100">
            <a:solidFill>
              <a:srgbClr val="166B68"/>
            </a:solidFill>
            <a:prstDash val="solid"/>
          </a:ln>
        </p:spPr>
      </p:sp>
      <p:sp>
        <p:nvSpPr>
          <p:cNvPr id="17" name="">
            <a:extLst xmlns:a="http://schemas.openxmlformats.org/drawingml/2006/main">
              <a:ext uri="{FF2B5EF4-FFF2-40B4-BE49-F238E27FC236}">
                <a16:creationId xmlns:a16="http://schemas.microsoft.com/office/drawing/2014/main" id="{9A99406C-28EB-495D-9E5A-882553F22429}"/>
              </a:ext>
            </a:extLst>
          </p:cNvPr>
          <p:cNvSpPr>
            <a:spLocks xmlns:a="http://schemas.openxmlformats.org/drawingml/2006/main" noGrp="1"/>
          </p:cNvSpPr>
          <p:nvPr/>
        </p:nvSpPr>
        <p:spPr>
          <a:xfrm xmlns:a="http://schemas.openxmlformats.org/drawingml/2006/main">
            <a:off x="8993333" y="4173053"/>
            <a:ext cx="84221" cy="379897"/>
          </a:xfrm>
          <a:custGeom xmlns:a="http://schemas.openxmlformats.org/drawingml/2006/main">
            <a:pathLst>
              <a:path w="84221" h="379897">
                <a:moveTo>
                  <a:pt x="0" y="0"/>
                </a:moveTo>
                <a:lnTo>
                  <a:pt x="15795" y="35898"/>
                </a:lnTo>
                <a:lnTo>
                  <a:pt x="30010" y="72451"/>
                </a:lnTo>
                <a:lnTo>
                  <a:pt x="42617" y="109589"/>
                </a:lnTo>
                <a:lnTo>
                  <a:pt x="53591" y="147241"/>
                </a:lnTo>
                <a:lnTo>
                  <a:pt x="62913" y="185337"/>
                </a:lnTo>
                <a:lnTo>
                  <a:pt x="70565" y="223802"/>
                </a:lnTo>
                <a:lnTo>
                  <a:pt x="76531" y="262565"/>
                </a:lnTo>
                <a:lnTo>
                  <a:pt x="80800" y="301551"/>
                </a:lnTo>
                <a:lnTo>
                  <a:pt x="83366" y="340687"/>
                </a:lnTo>
                <a:lnTo>
                  <a:pt x="84221" y="379897"/>
                </a:lnTo>
              </a:path>
            </a:pathLst>
          </a:custGeom>
          <a:noFill xmlns:a="http://schemas.openxmlformats.org/drawingml/2006/main"/>
          <a:ln xmlns:a="http://schemas.openxmlformats.org/drawingml/2006/main" w="38100">
            <a:solidFill>
              <a:srgbClr val="A94737"/>
            </a:solidFill>
            <a:prstDash val="solid"/>
          </a:ln>
        </p:spPr>
      </p:sp>
      <p:sp>
        <p:nvSpPr>
          <p:cNvPr id="18" name="">
            <a:extLst xmlns:a="http://schemas.openxmlformats.org/drawingml/2006/main">
              <a:ext uri="{FF2B5EF4-FFF2-40B4-BE49-F238E27FC236}">
                <a16:creationId xmlns:a16="http://schemas.microsoft.com/office/drawing/2014/main" id="{8B5ED8C9-0683-4048-84BD-03574559AD00}"/>
              </a:ext>
            </a:extLst>
          </p:cNvPr>
          <p:cNvSpPr>
            <a:spLocks xmlns:a="http://schemas.openxmlformats.org/drawingml/2006/main" noGrp="1"/>
          </p:cNvSpPr>
          <p:nvPr/>
        </p:nvSpPr>
        <p:spPr>
          <a:xfrm xmlns:a="http://schemas.openxmlformats.org/drawingml/2006/main">
            <a:off x="8121491" y="4495800"/>
            <a:ext cx="114300" cy="114300"/>
          </a:xfrm>
          <a:prstGeom xmlns:a="http://schemas.openxmlformats.org/drawingml/2006/main" prst="ellipse">
            <a:avLst/>
          </a:prstGeom>
          <a:solidFill xmlns:a="http://schemas.openxmlformats.org/drawingml/2006/main">
            <a:srgbClr val="166B68"/>
          </a:solidFill>
          <a:ln xmlns:a="http://schemas.openxmlformats.org/drawingml/2006/main" w="9525">
            <a:solidFill>
              <a:srgbClr val="166B68"/>
            </a:solidFill>
          </a:ln>
        </p:spPr>
      </p:sp>
      <p:sp>
        <p:nvSpPr>
          <p:cNvPr id="19" name="">
            <a:extLst xmlns:a="http://schemas.openxmlformats.org/drawingml/2006/main">
              <a:ext uri="{FF2B5EF4-FFF2-40B4-BE49-F238E27FC236}">
                <a16:creationId xmlns:a16="http://schemas.microsoft.com/office/drawing/2014/main" id="{D595AE72-FF64-4D09-9940-B8481638B019}"/>
              </a:ext>
            </a:extLst>
          </p:cNvPr>
          <p:cNvSpPr>
            <a:spLocks xmlns:a="http://schemas.openxmlformats.org/drawingml/2006/main" noGrp="1"/>
          </p:cNvSpPr>
          <p:nvPr/>
        </p:nvSpPr>
        <p:spPr>
          <a:xfrm xmlns:a="http://schemas.openxmlformats.org/drawingml/2006/main">
            <a:off x="7911941" y="4610100"/>
            <a:ext cx="7048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182B33"/>
                </a:solidFill>
                <a:latin typeface="Yu Gothic"/>
                <a:ea typeface="Yu Gothic"/>
                <a:cs typeface="Yu Gothic"/>
              </a:defRPr>
            </a:defPPr>
            <a:lvl1pPr algn="l">
              <a:defRPr sz="1650" b="1">
                <a:solidFill>
                  <a:srgbClr val="182B33"/>
                </a:solidFill>
                <a:latin typeface="Yu Gothic"/>
                <a:ea typeface="Yu Gothic"/>
                <a:cs typeface="Yu Gothic"/>
              </a:defRPr>
            </a:lvl1pPr>
            <a:lvl2pPr algn="l">
              <a:defRPr sz="1650" b="1">
                <a:solidFill>
                  <a:srgbClr val="182B33"/>
                </a:solidFill>
                <a:latin typeface="Yu Gothic"/>
                <a:ea typeface="Yu Gothic"/>
                <a:cs typeface="Yu Gothic"/>
              </a:defRPr>
            </a:lvl2pPr>
            <a:lvl3pPr algn="l">
              <a:defRPr sz="1650" b="1">
                <a:solidFill>
                  <a:srgbClr val="182B33"/>
                </a:solidFill>
                <a:latin typeface="Yu Gothic"/>
                <a:ea typeface="Yu Gothic"/>
                <a:cs typeface="Yu Gothic"/>
              </a:defRPr>
            </a:lvl3pPr>
            <a:lvl4pPr algn="l">
              <a:defRPr sz="1650" b="1">
                <a:solidFill>
                  <a:srgbClr val="182B33"/>
                </a:solidFill>
                <a:latin typeface="Yu Gothic"/>
                <a:ea typeface="Yu Gothic"/>
                <a:cs typeface="Yu Gothic"/>
              </a:defRPr>
            </a:lvl4pPr>
            <a:lvl5pPr algn="l">
              <a:defRPr sz="1650" b="1">
                <a:solidFill>
                  <a:srgbClr val="182B33"/>
                </a:solidFill>
                <a:latin typeface="Yu Gothic"/>
                <a:ea typeface="Yu Gothic"/>
                <a:cs typeface="Yu Gothic"/>
              </a:defRPr>
            </a:lvl5pPr>
            <a:lvl6pPr algn="l">
              <a:defRPr sz="1650" b="1">
                <a:solidFill>
                  <a:srgbClr val="182B33"/>
                </a:solidFill>
                <a:latin typeface="Yu Gothic"/>
                <a:ea typeface="Yu Gothic"/>
                <a:cs typeface="Yu Gothic"/>
              </a:defRPr>
            </a:lvl6pPr>
            <a:lvl7pPr algn="l">
              <a:defRPr sz="1650" b="1">
                <a:solidFill>
                  <a:srgbClr val="182B33"/>
                </a:solidFill>
                <a:latin typeface="Yu Gothic"/>
                <a:ea typeface="Yu Gothic"/>
                <a:cs typeface="Yu Gothic"/>
              </a:defRPr>
            </a:lvl7pPr>
            <a:lvl8pPr algn="l">
              <a:defRPr sz="1650" b="1">
                <a:solidFill>
                  <a:srgbClr val="182B33"/>
                </a:solidFill>
                <a:latin typeface="Yu Gothic"/>
                <a:ea typeface="Yu Gothic"/>
                <a:cs typeface="Yu Gothic"/>
              </a:defRPr>
            </a:lvl8pPr>
            <a:lvl9pPr algn="l">
              <a:defRPr sz="1650" b="1">
                <a:solidFill>
                  <a:srgbClr val="182B33"/>
                </a:solidFill>
                <a:latin typeface="Yu Gothic"/>
                <a:ea typeface="Yu Gothic"/>
                <a:cs typeface="Yu Gothic"/>
              </a:defRPr>
            </a:lvl9pPr>
          </a:lstStyle>
          <a:p xmlns:a="http://schemas.openxmlformats.org/drawingml/2006/main">
            <a:pPr algn="l">
              <a:defRPr sz="1650" b="1">
                <a:solidFill>
                  <a:srgbClr val="182B33"/>
                </a:solidFill>
                <a:latin typeface="Yu Gothic"/>
                <a:ea typeface="Yu Gothic"/>
                <a:cs typeface="Yu Gothic"/>
              </a:defRPr>
            </a:pPr>
            <a:r>
              <a:rPr sz="1650" b="1">
                <a:solidFill>
                  <a:srgbClr val="182B33"/>
                </a:solidFill>
                <a:latin typeface="Yu Gothic"/>
                <a:ea typeface="Yu Gothic"/>
                <a:cs typeface="Yu Gothic"/>
              </a:rPr>
              <a:t>O</a:t>
            </a:r>
          </a:p>
        </p:txBody>
      </p:sp>
      <p:sp>
        <p:nvSpPr>
          <p:cNvPr id="20" name="">
            <a:extLst xmlns:a="http://schemas.openxmlformats.org/drawingml/2006/main">
              <a:ext uri="{FF2B5EF4-FFF2-40B4-BE49-F238E27FC236}">
                <a16:creationId xmlns:a16="http://schemas.microsoft.com/office/drawing/2014/main" id="{69FF1787-234F-4E7F-9A6E-3BF6F0465C31}"/>
              </a:ext>
            </a:extLst>
          </p:cNvPr>
          <p:cNvSpPr>
            <a:spLocks xmlns:a="http://schemas.openxmlformats.org/drawingml/2006/main" noGrp="1"/>
          </p:cNvSpPr>
          <p:nvPr/>
        </p:nvSpPr>
        <p:spPr>
          <a:xfrm xmlns:a="http://schemas.openxmlformats.org/drawingml/2006/main">
            <a:off x="10061232" y="3591284"/>
            <a:ext cx="114300" cy="114300"/>
          </a:xfrm>
          <a:prstGeom xmlns:a="http://schemas.openxmlformats.org/drawingml/2006/main" prst="ellipse">
            <a:avLst/>
          </a:prstGeom>
          <a:solidFill xmlns:a="http://schemas.openxmlformats.org/drawingml/2006/main">
            <a:srgbClr val="166B68"/>
          </a:solidFill>
          <a:ln xmlns:a="http://schemas.openxmlformats.org/drawingml/2006/main" w="9525">
            <a:solidFill>
              <a:srgbClr val="166B68"/>
            </a:solidFill>
          </a:ln>
        </p:spPr>
      </p:sp>
      <p:sp>
        <p:nvSpPr>
          <p:cNvPr id="21" name="">
            <a:extLst xmlns:a="http://schemas.openxmlformats.org/drawingml/2006/main">
              <a:ext uri="{FF2B5EF4-FFF2-40B4-BE49-F238E27FC236}">
                <a16:creationId xmlns:a16="http://schemas.microsoft.com/office/drawing/2014/main" id="{F55A72F3-96FF-48AE-AFBE-860EAFFDDC11}"/>
              </a:ext>
            </a:extLst>
          </p:cNvPr>
          <p:cNvSpPr>
            <a:spLocks xmlns:a="http://schemas.openxmlformats.org/drawingml/2006/main" noGrp="1"/>
          </p:cNvSpPr>
          <p:nvPr/>
        </p:nvSpPr>
        <p:spPr>
          <a:xfrm xmlns:a="http://schemas.openxmlformats.org/drawingml/2006/main">
            <a:off x="10185057" y="3381734"/>
            <a:ext cx="7048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182B33"/>
                </a:solidFill>
                <a:latin typeface="Yu Gothic"/>
                <a:ea typeface="Yu Gothic"/>
                <a:cs typeface="Yu Gothic"/>
              </a:defRPr>
            </a:defPPr>
            <a:lvl1pPr algn="l">
              <a:defRPr sz="1650" b="1">
                <a:solidFill>
                  <a:srgbClr val="182B33"/>
                </a:solidFill>
                <a:latin typeface="Yu Gothic"/>
                <a:ea typeface="Yu Gothic"/>
                <a:cs typeface="Yu Gothic"/>
              </a:defRPr>
            </a:lvl1pPr>
            <a:lvl2pPr algn="l">
              <a:defRPr sz="1650" b="1">
                <a:solidFill>
                  <a:srgbClr val="182B33"/>
                </a:solidFill>
                <a:latin typeface="Yu Gothic"/>
                <a:ea typeface="Yu Gothic"/>
                <a:cs typeface="Yu Gothic"/>
              </a:defRPr>
            </a:lvl2pPr>
            <a:lvl3pPr algn="l">
              <a:defRPr sz="1650" b="1">
                <a:solidFill>
                  <a:srgbClr val="182B33"/>
                </a:solidFill>
                <a:latin typeface="Yu Gothic"/>
                <a:ea typeface="Yu Gothic"/>
                <a:cs typeface="Yu Gothic"/>
              </a:defRPr>
            </a:lvl3pPr>
            <a:lvl4pPr algn="l">
              <a:defRPr sz="1650" b="1">
                <a:solidFill>
                  <a:srgbClr val="182B33"/>
                </a:solidFill>
                <a:latin typeface="Yu Gothic"/>
                <a:ea typeface="Yu Gothic"/>
                <a:cs typeface="Yu Gothic"/>
              </a:defRPr>
            </a:lvl4pPr>
            <a:lvl5pPr algn="l">
              <a:defRPr sz="1650" b="1">
                <a:solidFill>
                  <a:srgbClr val="182B33"/>
                </a:solidFill>
                <a:latin typeface="Yu Gothic"/>
                <a:ea typeface="Yu Gothic"/>
                <a:cs typeface="Yu Gothic"/>
              </a:defRPr>
            </a:lvl5pPr>
            <a:lvl6pPr algn="l">
              <a:defRPr sz="1650" b="1">
                <a:solidFill>
                  <a:srgbClr val="182B33"/>
                </a:solidFill>
                <a:latin typeface="Yu Gothic"/>
                <a:ea typeface="Yu Gothic"/>
                <a:cs typeface="Yu Gothic"/>
              </a:defRPr>
            </a:lvl6pPr>
            <a:lvl7pPr algn="l">
              <a:defRPr sz="1650" b="1">
                <a:solidFill>
                  <a:srgbClr val="182B33"/>
                </a:solidFill>
                <a:latin typeface="Yu Gothic"/>
                <a:ea typeface="Yu Gothic"/>
                <a:cs typeface="Yu Gothic"/>
              </a:defRPr>
            </a:lvl7pPr>
            <a:lvl8pPr algn="l">
              <a:defRPr sz="1650" b="1">
                <a:solidFill>
                  <a:srgbClr val="182B33"/>
                </a:solidFill>
                <a:latin typeface="Yu Gothic"/>
                <a:ea typeface="Yu Gothic"/>
                <a:cs typeface="Yu Gothic"/>
              </a:defRPr>
            </a:lvl8pPr>
            <a:lvl9pPr algn="l">
              <a:defRPr sz="1650" b="1">
                <a:solidFill>
                  <a:srgbClr val="182B33"/>
                </a:solidFill>
                <a:latin typeface="Yu Gothic"/>
                <a:ea typeface="Yu Gothic"/>
                <a:cs typeface="Yu Gothic"/>
              </a:defRPr>
            </a:lvl9pPr>
          </a:lstStyle>
          <a:p xmlns:a="http://schemas.openxmlformats.org/drawingml/2006/main">
            <a:pPr algn="l">
              <a:defRPr sz="1650" b="1">
                <a:solidFill>
                  <a:srgbClr val="182B33"/>
                </a:solidFill>
                <a:latin typeface="Yu Gothic"/>
                <a:ea typeface="Yu Gothic"/>
                <a:cs typeface="Yu Gothic"/>
              </a:defRPr>
            </a:pPr>
            <a:r>
              <a:rPr sz="1650" b="1">
                <a:solidFill>
                  <a:srgbClr val="182B33"/>
                </a:solidFill>
                <a:latin typeface="Yu Gothic"/>
                <a:ea typeface="Yu Gothic"/>
                <a:cs typeface="Yu Gothic"/>
              </a:rPr>
              <a:t>目標</a:t>
            </a:r>
          </a:p>
        </p:txBody>
      </p:sp>
      <p:sp>
        <p:nvSpPr>
          <p:cNvPr id="22" name="">
            <a:extLst xmlns:a="http://schemas.openxmlformats.org/drawingml/2006/main">
              <a:ext uri="{FF2B5EF4-FFF2-40B4-BE49-F238E27FC236}">
                <a16:creationId xmlns:a16="http://schemas.microsoft.com/office/drawing/2014/main" id="{37EDA620-8426-4292-BE48-EEB790FFEC93}"/>
              </a:ext>
            </a:extLst>
          </p:cNvPr>
          <p:cNvSpPr>
            <a:spLocks xmlns:a="http://schemas.openxmlformats.org/drawingml/2006/main" noGrp="1"/>
          </p:cNvSpPr>
          <p:nvPr/>
        </p:nvSpPr>
        <p:spPr>
          <a:xfrm xmlns:a="http://schemas.openxmlformats.org/drawingml/2006/main">
            <a:off x="8254841" y="1695450"/>
            <a:ext cx="13811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166B68"/>
                </a:solidFill>
                <a:latin typeface="Yu Gothic"/>
                <a:ea typeface="Yu Gothic"/>
                <a:cs typeface="Yu Gothic"/>
              </a:defRPr>
            </a:defPPr>
            <a:lvl1pPr algn="l">
              <a:defRPr sz="1650" b="1">
                <a:solidFill>
                  <a:srgbClr val="166B68"/>
                </a:solidFill>
                <a:latin typeface="Yu Gothic"/>
                <a:ea typeface="Yu Gothic"/>
                <a:cs typeface="Yu Gothic"/>
              </a:defRPr>
            </a:lvl1pPr>
            <a:lvl2pPr algn="l">
              <a:defRPr sz="1650" b="1">
                <a:solidFill>
                  <a:srgbClr val="166B68"/>
                </a:solidFill>
                <a:latin typeface="Yu Gothic"/>
                <a:ea typeface="Yu Gothic"/>
                <a:cs typeface="Yu Gothic"/>
              </a:defRPr>
            </a:lvl2pPr>
            <a:lvl3pPr algn="l">
              <a:defRPr sz="1650" b="1">
                <a:solidFill>
                  <a:srgbClr val="166B68"/>
                </a:solidFill>
                <a:latin typeface="Yu Gothic"/>
                <a:ea typeface="Yu Gothic"/>
                <a:cs typeface="Yu Gothic"/>
              </a:defRPr>
            </a:lvl3pPr>
            <a:lvl4pPr algn="l">
              <a:defRPr sz="1650" b="1">
                <a:solidFill>
                  <a:srgbClr val="166B68"/>
                </a:solidFill>
                <a:latin typeface="Yu Gothic"/>
                <a:ea typeface="Yu Gothic"/>
                <a:cs typeface="Yu Gothic"/>
              </a:defRPr>
            </a:lvl4pPr>
            <a:lvl5pPr algn="l">
              <a:defRPr sz="1650" b="1">
                <a:solidFill>
                  <a:srgbClr val="166B68"/>
                </a:solidFill>
                <a:latin typeface="Yu Gothic"/>
                <a:ea typeface="Yu Gothic"/>
                <a:cs typeface="Yu Gothic"/>
              </a:defRPr>
            </a:lvl5pPr>
            <a:lvl6pPr algn="l">
              <a:defRPr sz="1650" b="1">
                <a:solidFill>
                  <a:srgbClr val="166B68"/>
                </a:solidFill>
                <a:latin typeface="Yu Gothic"/>
                <a:ea typeface="Yu Gothic"/>
                <a:cs typeface="Yu Gothic"/>
              </a:defRPr>
            </a:lvl6pPr>
            <a:lvl7pPr algn="l">
              <a:defRPr sz="1650" b="1">
                <a:solidFill>
                  <a:srgbClr val="166B68"/>
                </a:solidFill>
                <a:latin typeface="Yu Gothic"/>
                <a:ea typeface="Yu Gothic"/>
                <a:cs typeface="Yu Gothic"/>
              </a:defRPr>
            </a:lvl7pPr>
            <a:lvl8pPr algn="l">
              <a:defRPr sz="1650" b="1">
                <a:solidFill>
                  <a:srgbClr val="166B68"/>
                </a:solidFill>
                <a:latin typeface="Yu Gothic"/>
                <a:ea typeface="Yu Gothic"/>
                <a:cs typeface="Yu Gothic"/>
              </a:defRPr>
            </a:lvl8pPr>
            <a:lvl9pPr algn="l">
              <a:defRPr sz="1650" b="1">
                <a:solidFill>
                  <a:srgbClr val="166B68"/>
                </a:solidFill>
                <a:latin typeface="Yu Gothic"/>
                <a:ea typeface="Yu Gothic"/>
                <a:cs typeface="Yu Gothic"/>
              </a:defRPr>
            </a:lvl9pPr>
          </a:lstStyle>
          <a:p xmlns:a="http://schemas.openxmlformats.org/drawingml/2006/main">
            <a:pPr algn="l">
              <a:defRPr sz="1650" b="1">
                <a:solidFill>
                  <a:srgbClr val="166B68"/>
                </a:solidFill>
                <a:latin typeface="Yu Gothic"/>
                <a:ea typeface="Yu Gothic"/>
                <a:cs typeface="Yu Gothic"/>
              </a:defRPr>
            </a:pPr>
            <a:r>
              <a:rPr sz="1650" b="1">
                <a:solidFill>
                  <a:srgbClr val="166B68"/>
                </a:solidFill>
                <a:latin typeface="Yu Gothic"/>
                <a:ea typeface="Yu Gothic"/>
                <a:cs typeface="Yu Gothic"/>
              </a:rPr>
              <a:t>Z=65°</a:t>
            </a:r>
          </a:p>
        </p:txBody>
      </p:sp>
      <p:sp>
        <p:nvSpPr>
          <p:cNvPr id="23" name="">
            <a:extLst xmlns:a="http://schemas.openxmlformats.org/drawingml/2006/main">
              <a:ext uri="{FF2B5EF4-FFF2-40B4-BE49-F238E27FC236}">
                <a16:creationId xmlns:a16="http://schemas.microsoft.com/office/drawing/2014/main" id="{B234BF38-CDF3-43EA-8FA8-67FF31D5F2F4}"/>
              </a:ext>
            </a:extLst>
          </p:cNvPr>
          <p:cNvSpPr>
            <a:spLocks xmlns:a="http://schemas.openxmlformats.org/drawingml/2006/main" noGrp="1"/>
          </p:cNvSpPr>
          <p:nvPr/>
        </p:nvSpPr>
        <p:spPr>
          <a:xfrm xmlns:a="http://schemas.openxmlformats.org/drawingml/2006/main">
            <a:off x="8991943" y="4171950"/>
            <a:ext cx="13811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A94737"/>
                </a:solidFill>
                <a:latin typeface="Yu Gothic"/>
                <a:ea typeface="Yu Gothic"/>
                <a:cs typeface="Yu Gothic"/>
              </a:defRPr>
            </a:defPPr>
            <a:lvl1pPr algn="l">
              <a:defRPr sz="1650" b="1">
                <a:solidFill>
                  <a:srgbClr val="A94737"/>
                </a:solidFill>
                <a:latin typeface="Yu Gothic"/>
                <a:ea typeface="Yu Gothic"/>
                <a:cs typeface="Yu Gothic"/>
              </a:defRPr>
            </a:lvl1pPr>
            <a:lvl2pPr algn="l">
              <a:defRPr sz="1650" b="1">
                <a:solidFill>
                  <a:srgbClr val="A94737"/>
                </a:solidFill>
                <a:latin typeface="Yu Gothic"/>
                <a:ea typeface="Yu Gothic"/>
                <a:cs typeface="Yu Gothic"/>
              </a:defRPr>
            </a:lvl2pPr>
            <a:lvl3pPr algn="l">
              <a:defRPr sz="1650" b="1">
                <a:solidFill>
                  <a:srgbClr val="A94737"/>
                </a:solidFill>
                <a:latin typeface="Yu Gothic"/>
                <a:ea typeface="Yu Gothic"/>
                <a:cs typeface="Yu Gothic"/>
              </a:defRPr>
            </a:lvl3pPr>
            <a:lvl4pPr algn="l">
              <a:defRPr sz="1650" b="1">
                <a:solidFill>
                  <a:srgbClr val="A94737"/>
                </a:solidFill>
                <a:latin typeface="Yu Gothic"/>
                <a:ea typeface="Yu Gothic"/>
                <a:cs typeface="Yu Gothic"/>
              </a:defRPr>
            </a:lvl4pPr>
            <a:lvl5pPr algn="l">
              <a:defRPr sz="1650" b="1">
                <a:solidFill>
                  <a:srgbClr val="A94737"/>
                </a:solidFill>
                <a:latin typeface="Yu Gothic"/>
                <a:ea typeface="Yu Gothic"/>
                <a:cs typeface="Yu Gothic"/>
              </a:defRPr>
            </a:lvl5pPr>
            <a:lvl6pPr algn="l">
              <a:defRPr sz="1650" b="1">
                <a:solidFill>
                  <a:srgbClr val="A94737"/>
                </a:solidFill>
                <a:latin typeface="Yu Gothic"/>
                <a:ea typeface="Yu Gothic"/>
                <a:cs typeface="Yu Gothic"/>
              </a:defRPr>
            </a:lvl6pPr>
            <a:lvl7pPr algn="l">
              <a:defRPr sz="1650" b="1">
                <a:solidFill>
                  <a:srgbClr val="A94737"/>
                </a:solidFill>
                <a:latin typeface="Yu Gothic"/>
                <a:ea typeface="Yu Gothic"/>
                <a:cs typeface="Yu Gothic"/>
              </a:defRPr>
            </a:lvl7pPr>
            <a:lvl8pPr algn="l">
              <a:defRPr sz="1650" b="1">
                <a:solidFill>
                  <a:srgbClr val="A94737"/>
                </a:solidFill>
                <a:latin typeface="Yu Gothic"/>
                <a:ea typeface="Yu Gothic"/>
                <a:cs typeface="Yu Gothic"/>
              </a:defRPr>
            </a:lvl8pPr>
            <a:lvl9pPr algn="l">
              <a:defRPr sz="1650" b="1">
                <a:solidFill>
                  <a:srgbClr val="A94737"/>
                </a:solidFill>
                <a:latin typeface="Yu Gothic"/>
                <a:ea typeface="Yu Gothic"/>
                <a:cs typeface="Yu Gothic"/>
              </a:defRPr>
            </a:lvl9pPr>
          </a:lstStyle>
          <a:p xmlns:a="http://schemas.openxmlformats.org/drawingml/2006/main">
            <a:pPr algn="l">
              <a:defRPr sz="1650" b="1">
                <a:solidFill>
                  <a:srgbClr val="A94737"/>
                </a:solidFill>
                <a:latin typeface="Yu Gothic"/>
                <a:ea typeface="Yu Gothic"/>
                <a:cs typeface="Yu Gothic"/>
              </a:defRPr>
            </a:pPr>
            <a:r>
              <a:rPr sz="1650" b="1">
                <a:solidFill>
                  <a:srgbClr val="A94737"/>
                </a:solidFill>
                <a:latin typeface="Yu Gothic"/>
                <a:ea typeface="Yu Gothic"/>
                <a:cs typeface="Yu Gothic"/>
              </a:rPr>
              <a:t>α=25°</a:t>
            </a:r>
          </a:p>
        </p:txBody>
      </p:sp>
      <p:sp>
        <p:nvSpPr>
          <p:cNvPr id="24" name="">
            <a:extLst xmlns:a="http://schemas.openxmlformats.org/drawingml/2006/main">
              <a:ext uri="{FF2B5EF4-FFF2-40B4-BE49-F238E27FC236}">
                <a16:creationId xmlns:a16="http://schemas.microsoft.com/office/drawing/2014/main" id="{F7B7D74C-976C-4968-B818-2C273CD97AED}"/>
              </a:ext>
            </a:extLst>
          </p:cNvPr>
          <p:cNvSpPr>
            <a:spLocks xmlns:a="http://schemas.openxmlformats.org/drawingml/2006/main" noGrp="1"/>
          </p:cNvSpPr>
          <p:nvPr/>
        </p:nvSpPr>
        <p:spPr>
          <a:xfrm xmlns:a="http://schemas.openxmlformats.org/drawingml/2006/main">
            <a:off x="7730966" y="1619250"/>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0">
                <a:solidFill>
                  <a:srgbClr val="52616A"/>
                </a:solidFill>
                <a:latin typeface="Yu Gothic"/>
                <a:ea typeface="Yu Gothic"/>
                <a:cs typeface="Yu Gothic"/>
              </a:defRPr>
            </a:defPPr>
            <a:lvl1pPr algn="l">
              <a:defRPr sz="1500" b="0">
                <a:solidFill>
                  <a:srgbClr val="52616A"/>
                </a:solidFill>
                <a:latin typeface="Yu Gothic"/>
                <a:ea typeface="Yu Gothic"/>
                <a:cs typeface="Yu Gothic"/>
              </a:defRPr>
            </a:lvl1pPr>
            <a:lvl2pPr algn="l">
              <a:defRPr sz="1500" b="0">
                <a:solidFill>
                  <a:srgbClr val="52616A"/>
                </a:solidFill>
                <a:latin typeface="Yu Gothic"/>
                <a:ea typeface="Yu Gothic"/>
                <a:cs typeface="Yu Gothic"/>
              </a:defRPr>
            </a:lvl2pPr>
            <a:lvl3pPr algn="l">
              <a:defRPr sz="1500" b="0">
                <a:solidFill>
                  <a:srgbClr val="52616A"/>
                </a:solidFill>
                <a:latin typeface="Yu Gothic"/>
                <a:ea typeface="Yu Gothic"/>
                <a:cs typeface="Yu Gothic"/>
              </a:defRPr>
            </a:lvl3pPr>
            <a:lvl4pPr algn="l">
              <a:defRPr sz="1500" b="0">
                <a:solidFill>
                  <a:srgbClr val="52616A"/>
                </a:solidFill>
                <a:latin typeface="Yu Gothic"/>
                <a:ea typeface="Yu Gothic"/>
                <a:cs typeface="Yu Gothic"/>
              </a:defRPr>
            </a:lvl4pPr>
            <a:lvl5pPr algn="l">
              <a:defRPr sz="1500" b="0">
                <a:solidFill>
                  <a:srgbClr val="52616A"/>
                </a:solidFill>
                <a:latin typeface="Yu Gothic"/>
                <a:ea typeface="Yu Gothic"/>
                <a:cs typeface="Yu Gothic"/>
              </a:defRPr>
            </a:lvl5pPr>
            <a:lvl6pPr algn="l">
              <a:defRPr sz="1500" b="0">
                <a:solidFill>
                  <a:srgbClr val="52616A"/>
                </a:solidFill>
                <a:latin typeface="Yu Gothic"/>
                <a:ea typeface="Yu Gothic"/>
                <a:cs typeface="Yu Gothic"/>
              </a:defRPr>
            </a:lvl6pPr>
            <a:lvl7pPr algn="l">
              <a:defRPr sz="1500" b="0">
                <a:solidFill>
                  <a:srgbClr val="52616A"/>
                </a:solidFill>
                <a:latin typeface="Yu Gothic"/>
                <a:ea typeface="Yu Gothic"/>
                <a:cs typeface="Yu Gothic"/>
              </a:defRPr>
            </a:lvl7pPr>
            <a:lvl8pPr algn="l">
              <a:defRPr sz="1500" b="0">
                <a:solidFill>
                  <a:srgbClr val="52616A"/>
                </a:solidFill>
                <a:latin typeface="Yu Gothic"/>
                <a:ea typeface="Yu Gothic"/>
                <a:cs typeface="Yu Gothic"/>
              </a:defRPr>
            </a:lvl8pPr>
            <a:lvl9pPr algn="l">
              <a:defRPr sz="1500" b="0">
                <a:solidFill>
                  <a:srgbClr val="52616A"/>
                </a:solidFill>
                <a:latin typeface="Yu Gothic"/>
                <a:ea typeface="Yu Gothic"/>
                <a:cs typeface="Yu Gothic"/>
              </a:defRPr>
            </a:lvl9pPr>
          </a:lstStyle>
          <a:p xmlns:a="http://schemas.openxmlformats.org/drawingml/2006/main">
            <a:pPr algn="l">
              <a:defRPr sz="1500" b="0">
                <a:solidFill>
                  <a:srgbClr val="52616A"/>
                </a:solidFill>
                <a:latin typeface="Yu Gothic"/>
                <a:ea typeface="Yu Gothic"/>
                <a:cs typeface="Yu Gothic"/>
              </a:defRPr>
            </a:pPr>
            <a:r>
              <a:rPr sz="1500" b="0">
                <a:solidFill>
                  <a:srgbClr val="52616A"/>
                </a:solidFill>
                <a:latin typeface="Yu Gothic"/>
                <a:ea typeface="Yu Gothic"/>
                <a:cs typeface="Yu Gothic"/>
              </a:rPr>
              <a:t>天頂</a:t>
            </a:r>
          </a:p>
        </p:txBody>
      </p:sp>
      <p:sp>
        <p:nvSpPr>
          <p:cNvPr id="25" name="">
            <a:extLst xmlns:a="http://schemas.openxmlformats.org/drawingml/2006/main">
              <a:ext uri="{FF2B5EF4-FFF2-40B4-BE49-F238E27FC236}">
                <a16:creationId xmlns:a16="http://schemas.microsoft.com/office/drawing/2014/main" id="{2F47A7BA-FC39-4545-AF85-F78B7AE8B095}"/>
              </a:ext>
            </a:extLst>
          </p:cNvPr>
          <p:cNvSpPr>
            <a:spLocks xmlns:a="http://schemas.openxmlformats.org/drawingml/2006/main" noGrp="1"/>
          </p:cNvSpPr>
          <p:nvPr/>
        </p:nvSpPr>
        <p:spPr>
          <a:xfrm xmlns:a="http://schemas.openxmlformats.org/drawingml/2006/main">
            <a:off x="10620375" y="4600575"/>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0">
                <a:solidFill>
                  <a:srgbClr val="52616A"/>
                </a:solidFill>
                <a:latin typeface="Yu Gothic"/>
                <a:ea typeface="Yu Gothic"/>
                <a:cs typeface="Yu Gothic"/>
              </a:defRPr>
            </a:defPPr>
            <a:lvl1pPr algn="l">
              <a:defRPr sz="1500" b="0">
                <a:solidFill>
                  <a:srgbClr val="52616A"/>
                </a:solidFill>
                <a:latin typeface="Yu Gothic"/>
                <a:ea typeface="Yu Gothic"/>
                <a:cs typeface="Yu Gothic"/>
              </a:defRPr>
            </a:lvl1pPr>
            <a:lvl2pPr algn="l">
              <a:defRPr sz="1500" b="0">
                <a:solidFill>
                  <a:srgbClr val="52616A"/>
                </a:solidFill>
                <a:latin typeface="Yu Gothic"/>
                <a:ea typeface="Yu Gothic"/>
                <a:cs typeface="Yu Gothic"/>
              </a:defRPr>
            </a:lvl2pPr>
            <a:lvl3pPr algn="l">
              <a:defRPr sz="1500" b="0">
                <a:solidFill>
                  <a:srgbClr val="52616A"/>
                </a:solidFill>
                <a:latin typeface="Yu Gothic"/>
                <a:ea typeface="Yu Gothic"/>
                <a:cs typeface="Yu Gothic"/>
              </a:defRPr>
            </a:lvl3pPr>
            <a:lvl4pPr algn="l">
              <a:defRPr sz="1500" b="0">
                <a:solidFill>
                  <a:srgbClr val="52616A"/>
                </a:solidFill>
                <a:latin typeface="Yu Gothic"/>
                <a:ea typeface="Yu Gothic"/>
                <a:cs typeface="Yu Gothic"/>
              </a:defRPr>
            </a:lvl4pPr>
            <a:lvl5pPr algn="l">
              <a:defRPr sz="1500" b="0">
                <a:solidFill>
                  <a:srgbClr val="52616A"/>
                </a:solidFill>
                <a:latin typeface="Yu Gothic"/>
                <a:ea typeface="Yu Gothic"/>
                <a:cs typeface="Yu Gothic"/>
              </a:defRPr>
            </a:lvl5pPr>
            <a:lvl6pPr algn="l">
              <a:defRPr sz="1500" b="0">
                <a:solidFill>
                  <a:srgbClr val="52616A"/>
                </a:solidFill>
                <a:latin typeface="Yu Gothic"/>
                <a:ea typeface="Yu Gothic"/>
                <a:cs typeface="Yu Gothic"/>
              </a:defRPr>
            </a:lvl6pPr>
            <a:lvl7pPr algn="l">
              <a:defRPr sz="1500" b="0">
                <a:solidFill>
                  <a:srgbClr val="52616A"/>
                </a:solidFill>
                <a:latin typeface="Yu Gothic"/>
                <a:ea typeface="Yu Gothic"/>
                <a:cs typeface="Yu Gothic"/>
              </a:defRPr>
            </a:lvl7pPr>
            <a:lvl8pPr algn="l">
              <a:defRPr sz="1500" b="0">
                <a:solidFill>
                  <a:srgbClr val="52616A"/>
                </a:solidFill>
                <a:latin typeface="Yu Gothic"/>
                <a:ea typeface="Yu Gothic"/>
                <a:cs typeface="Yu Gothic"/>
              </a:defRPr>
            </a:lvl8pPr>
            <a:lvl9pPr algn="l">
              <a:defRPr sz="1500" b="0">
                <a:solidFill>
                  <a:srgbClr val="52616A"/>
                </a:solidFill>
                <a:latin typeface="Yu Gothic"/>
                <a:ea typeface="Yu Gothic"/>
                <a:cs typeface="Yu Gothic"/>
              </a:defRPr>
            </a:lvl9pPr>
          </a:lstStyle>
          <a:p xmlns:a="http://schemas.openxmlformats.org/drawingml/2006/main">
            <a:pPr algn="l">
              <a:defRPr sz="1500" b="0">
                <a:solidFill>
                  <a:srgbClr val="52616A"/>
                </a:solidFill>
                <a:latin typeface="Yu Gothic"/>
                <a:ea typeface="Yu Gothic"/>
                <a:cs typeface="Yu Gothic"/>
              </a:defRPr>
            </a:pPr>
            <a:r>
              <a:rPr sz="1500" b="0">
                <a:solidFill>
                  <a:srgbClr val="52616A"/>
                </a:solidFill>
                <a:latin typeface="Yu Gothic"/>
                <a:ea typeface="Yu Gothic"/>
                <a:cs typeface="Yu Gothic"/>
              </a:rPr>
              <a:t>水平</a:t>
            </a:r>
          </a:p>
        </p:txBody>
      </p:sp>
    </p:spTree>
    <p:extLst>
      <p:ext uri="{BB962C8B-B14F-4D97-AF65-F5344CB8AC3E}">
        <p14:creationId xmlns:p14="http://schemas.microsoft.com/office/powerpoint/2010/main" val="175962122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6BB6DB0E-8A78-4554-9992-347BF4D5B014}"/>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0DB482F5-15F1-48E4-A0E5-51F8C9ACF1AE}"/>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角の読み方</a:t>
            </a:r>
          </a:p>
        </p:txBody>
      </p:sp>
      <p:sp>
        <p:nvSpPr>
          <p:cNvPr id="3" name="">
            <a:extLst xmlns:a="http://schemas.openxmlformats.org/drawingml/2006/main">
              <a:ext uri="{FF2B5EF4-FFF2-40B4-BE49-F238E27FC236}">
                <a16:creationId xmlns:a16="http://schemas.microsoft.com/office/drawing/2014/main" id="{0E4099EE-1678-47B5-BBCE-F23B7546DED6}"/>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角度は60進法</a:t>
            </a:r>
          </a:p>
        </p:txBody>
      </p:sp>
      <p:sp>
        <p:nvSpPr>
          <p:cNvPr id="4" name="">
            <a:extLst xmlns:a="http://schemas.openxmlformats.org/drawingml/2006/main">
              <a:ext uri="{FF2B5EF4-FFF2-40B4-BE49-F238E27FC236}">
                <a16:creationId xmlns:a16="http://schemas.microsoft.com/office/drawing/2014/main" id="{1A75F972-8B29-42D0-99DE-50DF68C1788B}"/>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B3CBB2A0-0A52-4E09-A7B5-2AA5D27D1D1D}"/>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06</a:t>
            </a:r>
          </a:p>
        </p:txBody>
      </p:sp>
      <p:sp>
        <p:nvSpPr>
          <p:cNvPr id="6" name="">
            <a:extLst xmlns:a="http://schemas.openxmlformats.org/drawingml/2006/main">
              <a:ext uri="{FF2B5EF4-FFF2-40B4-BE49-F238E27FC236}">
                <a16:creationId xmlns:a16="http://schemas.microsoft.com/office/drawing/2014/main" id="{7F5985A1-201F-409C-B25A-545E88F6C652}"/>
              </a:ext>
            </a:extLst>
          </p:cNvPr>
          <p:cNvSpPr>
            <a:spLocks xmlns:a="http://schemas.openxmlformats.org/drawingml/2006/main" noGrp="1"/>
          </p:cNvSpPr>
          <p:nvPr/>
        </p:nvSpPr>
        <p:spPr>
          <a:xfrm xmlns:a="http://schemas.openxmlformats.org/drawingml/2006/main">
            <a:off x="723900" y="1857375"/>
            <a:ext cx="723900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6600" b="1">
                <a:solidFill>
                  <a:srgbClr val="166B68"/>
                </a:solidFill>
                <a:latin typeface="Yu Gothic"/>
                <a:ea typeface="Yu Gothic"/>
                <a:cs typeface="Yu Gothic"/>
              </a:defRPr>
            </a:defPPr>
            <a:lvl1pPr algn="l">
              <a:defRPr sz="6600" b="1">
                <a:solidFill>
                  <a:srgbClr val="166B68"/>
                </a:solidFill>
                <a:latin typeface="Yu Gothic"/>
                <a:ea typeface="Yu Gothic"/>
                <a:cs typeface="Yu Gothic"/>
              </a:defRPr>
            </a:lvl1pPr>
            <a:lvl2pPr algn="l">
              <a:defRPr sz="6600" b="1">
                <a:solidFill>
                  <a:srgbClr val="166B68"/>
                </a:solidFill>
                <a:latin typeface="Yu Gothic"/>
                <a:ea typeface="Yu Gothic"/>
                <a:cs typeface="Yu Gothic"/>
              </a:defRPr>
            </a:lvl2pPr>
            <a:lvl3pPr algn="l">
              <a:defRPr sz="6600" b="1">
                <a:solidFill>
                  <a:srgbClr val="166B68"/>
                </a:solidFill>
                <a:latin typeface="Yu Gothic"/>
                <a:ea typeface="Yu Gothic"/>
                <a:cs typeface="Yu Gothic"/>
              </a:defRPr>
            </a:lvl3pPr>
            <a:lvl4pPr algn="l">
              <a:defRPr sz="6600" b="1">
                <a:solidFill>
                  <a:srgbClr val="166B68"/>
                </a:solidFill>
                <a:latin typeface="Yu Gothic"/>
                <a:ea typeface="Yu Gothic"/>
                <a:cs typeface="Yu Gothic"/>
              </a:defRPr>
            </a:lvl4pPr>
            <a:lvl5pPr algn="l">
              <a:defRPr sz="6600" b="1">
                <a:solidFill>
                  <a:srgbClr val="166B68"/>
                </a:solidFill>
                <a:latin typeface="Yu Gothic"/>
                <a:ea typeface="Yu Gothic"/>
                <a:cs typeface="Yu Gothic"/>
              </a:defRPr>
            </a:lvl5pPr>
            <a:lvl6pPr algn="l">
              <a:defRPr sz="6600" b="1">
                <a:solidFill>
                  <a:srgbClr val="166B68"/>
                </a:solidFill>
                <a:latin typeface="Yu Gothic"/>
                <a:ea typeface="Yu Gothic"/>
                <a:cs typeface="Yu Gothic"/>
              </a:defRPr>
            </a:lvl6pPr>
            <a:lvl7pPr algn="l">
              <a:defRPr sz="6600" b="1">
                <a:solidFill>
                  <a:srgbClr val="166B68"/>
                </a:solidFill>
                <a:latin typeface="Yu Gothic"/>
                <a:ea typeface="Yu Gothic"/>
                <a:cs typeface="Yu Gothic"/>
              </a:defRPr>
            </a:lvl7pPr>
            <a:lvl8pPr algn="l">
              <a:defRPr sz="6600" b="1">
                <a:solidFill>
                  <a:srgbClr val="166B68"/>
                </a:solidFill>
                <a:latin typeface="Yu Gothic"/>
                <a:ea typeface="Yu Gothic"/>
                <a:cs typeface="Yu Gothic"/>
              </a:defRPr>
            </a:lvl8pPr>
            <a:lvl9pPr algn="l">
              <a:defRPr sz="6600" b="1">
                <a:solidFill>
                  <a:srgbClr val="166B68"/>
                </a:solidFill>
                <a:latin typeface="Yu Gothic"/>
                <a:ea typeface="Yu Gothic"/>
                <a:cs typeface="Yu Gothic"/>
              </a:defRPr>
            </a:lvl9pPr>
          </a:lstStyle>
          <a:p xmlns:a="http://schemas.openxmlformats.org/drawingml/2006/main">
            <a:pPr algn="l">
              <a:defRPr sz="6600" b="1">
                <a:solidFill>
                  <a:srgbClr val="166B68"/>
                </a:solidFill>
                <a:latin typeface="Yu Gothic"/>
                <a:ea typeface="Yu Gothic"/>
                <a:cs typeface="Yu Gothic"/>
              </a:defRPr>
            </a:pPr>
            <a:r>
              <a:rPr sz="6600" b="1">
                <a:solidFill>
                  <a:srgbClr val="166B68"/>
                </a:solidFill>
                <a:latin typeface="Yu Gothic"/>
                <a:ea typeface="Yu Gothic"/>
                <a:cs typeface="Yu Gothic"/>
              </a:rPr>
              <a:t>1°＝60′</a:t>
            </a:r>
          </a:p>
        </p:txBody>
      </p:sp>
      <p:sp>
        <p:nvSpPr>
          <p:cNvPr id="7" name="">
            <a:extLst xmlns:a="http://schemas.openxmlformats.org/drawingml/2006/main">
              <a:ext uri="{FF2B5EF4-FFF2-40B4-BE49-F238E27FC236}">
                <a16:creationId xmlns:a16="http://schemas.microsoft.com/office/drawing/2014/main" id="{9469DF8A-6905-422C-9F3E-279196214422}"/>
              </a:ext>
            </a:extLst>
          </p:cNvPr>
          <p:cNvSpPr>
            <a:spLocks xmlns:a="http://schemas.openxmlformats.org/drawingml/2006/main" noGrp="1"/>
          </p:cNvSpPr>
          <p:nvPr/>
        </p:nvSpPr>
        <p:spPr>
          <a:xfrm xmlns:a="http://schemas.openxmlformats.org/drawingml/2006/main">
            <a:off x="7858125" y="2524125"/>
            <a:ext cx="3238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550" b="1">
                <a:solidFill>
                  <a:srgbClr val="52616A"/>
                </a:solidFill>
                <a:latin typeface="Yu Gothic"/>
                <a:ea typeface="Yu Gothic"/>
                <a:cs typeface="Yu Gothic"/>
              </a:defRPr>
            </a:defPPr>
            <a:lvl1pPr algn="l">
              <a:defRPr sz="2550" b="1">
                <a:solidFill>
                  <a:srgbClr val="52616A"/>
                </a:solidFill>
                <a:latin typeface="Yu Gothic"/>
                <a:ea typeface="Yu Gothic"/>
                <a:cs typeface="Yu Gothic"/>
              </a:defRPr>
            </a:lvl1pPr>
            <a:lvl2pPr algn="l">
              <a:defRPr sz="2550" b="1">
                <a:solidFill>
                  <a:srgbClr val="52616A"/>
                </a:solidFill>
                <a:latin typeface="Yu Gothic"/>
                <a:ea typeface="Yu Gothic"/>
                <a:cs typeface="Yu Gothic"/>
              </a:defRPr>
            </a:lvl2pPr>
            <a:lvl3pPr algn="l">
              <a:defRPr sz="2550" b="1">
                <a:solidFill>
                  <a:srgbClr val="52616A"/>
                </a:solidFill>
                <a:latin typeface="Yu Gothic"/>
                <a:ea typeface="Yu Gothic"/>
                <a:cs typeface="Yu Gothic"/>
              </a:defRPr>
            </a:lvl3pPr>
            <a:lvl4pPr algn="l">
              <a:defRPr sz="2550" b="1">
                <a:solidFill>
                  <a:srgbClr val="52616A"/>
                </a:solidFill>
                <a:latin typeface="Yu Gothic"/>
                <a:ea typeface="Yu Gothic"/>
                <a:cs typeface="Yu Gothic"/>
              </a:defRPr>
            </a:lvl4pPr>
            <a:lvl5pPr algn="l">
              <a:defRPr sz="2550" b="1">
                <a:solidFill>
                  <a:srgbClr val="52616A"/>
                </a:solidFill>
                <a:latin typeface="Yu Gothic"/>
                <a:ea typeface="Yu Gothic"/>
                <a:cs typeface="Yu Gothic"/>
              </a:defRPr>
            </a:lvl5pPr>
            <a:lvl6pPr algn="l">
              <a:defRPr sz="2550" b="1">
                <a:solidFill>
                  <a:srgbClr val="52616A"/>
                </a:solidFill>
                <a:latin typeface="Yu Gothic"/>
                <a:ea typeface="Yu Gothic"/>
                <a:cs typeface="Yu Gothic"/>
              </a:defRPr>
            </a:lvl6pPr>
            <a:lvl7pPr algn="l">
              <a:defRPr sz="2550" b="1">
                <a:solidFill>
                  <a:srgbClr val="52616A"/>
                </a:solidFill>
                <a:latin typeface="Yu Gothic"/>
                <a:ea typeface="Yu Gothic"/>
                <a:cs typeface="Yu Gothic"/>
              </a:defRPr>
            </a:lvl7pPr>
            <a:lvl8pPr algn="l">
              <a:defRPr sz="2550" b="1">
                <a:solidFill>
                  <a:srgbClr val="52616A"/>
                </a:solidFill>
                <a:latin typeface="Yu Gothic"/>
                <a:ea typeface="Yu Gothic"/>
                <a:cs typeface="Yu Gothic"/>
              </a:defRPr>
            </a:lvl8pPr>
            <a:lvl9pPr algn="l">
              <a:defRPr sz="2550" b="1">
                <a:solidFill>
                  <a:srgbClr val="52616A"/>
                </a:solidFill>
                <a:latin typeface="Yu Gothic"/>
                <a:ea typeface="Yu Gothic"/>
                <a:cs typeface="Yu Gothic"/>
              </a:defRPr>
            </a:lvl9pPr>
          </a:lstStyle>
          <a:p xmlns:a="http://schemas.openxmlformats.org/drawingml/2006/main">
            <a:pPr algn="l">
              <a:defRPr sz="2550" b="1">
                <a:solidFill>
                  <a:srgbClr val="52616A"/>
                </a:solidFill>
                <a:latin typeface="Yu Gothic"/>
                <a:ea typeface="Yu Gothic"/>
                <a:cs typeface="Yu Gothic"/>
              </a:defRPr>
            </a:pPr>
            <a:r>
              <a:rPr sz="2550" b="1">
                <a:solidFill>
                  <a:srgbClr val="52616A"/>
                </a:solidFill>
                <a:latin typeface="Yu Gothic"/>
                <a:ea typeface="Yu Gothic"/>
                <a:cs typeface="Yu Gothic"/>
              </a:rPr>
              <a:t>1′＝60″</a:t>
            </a:r>
          </a:p>
        </p:txBody>
      </p:sp>
      <p:sp>
        <p:nvSpPr>
          <p:cNvPr id="8" name="">
            <a:extLst xmlns:a="http://schemas.openxmlformats.org/drawingml/2006/main">
              <a:ext uri="{FF2B5EF4-FFF2-40B4-BE49-F238E27FC236}">
                <a16:creationId xmlns:a16="http://schemas.microsoft.com/office/drawing/2014/main" id="{6120AF26-0E60-4FF0-AAC3-E6952DB041D2}"/>
              </a:ext>
            </a:extLst>
          </p:cNvPr>
          <p:cNvSpPr>
            <a:spLocks xmlns:a="http://schemas.openxmlformats.org/drawingml/2006/main" noGrp="1"/>
          </p:cNvSpPr>
          <p:nvPr/>
        </p:nvSpPr>
        <p:spPr>
          <a:xfrm xmlns:a="http://schemas.openxmlformats.org/drawingml/2006/main">
            <a:off x="781050" y="4143375"/>
            <a:ext cx="228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425" b="1">
                <a:solidFill>
                  <a:srgbClr val="166B68"/>
                </a:solidFill>
                <a:latin typeface="Yu Gothic"/>
                <a:ea typeface="Yu Gothic"/>
                <a:cs typeface="Yu Gothic"/>
              </a:defRPr>
            </a:defPPr>
            <a:lvl1pPr algn="ctr">
              <a:defRPr sz="1425" b="1">
                <a:solidFill>
                  <a:srgbClr val="166B68"/>
                </a:solidFill>
                <a:latin typeface="Yu Gothic"/>
                <a:ea typeface="Yu Gothic"/>
                <a:cs typeface="Yu Gothic"/>
              </a:defRPr>
            </a:lvl1pPr>
            <a:lvl2pPr algn="ctr">
              <a:defRPr sz="1425" b="1">
                <a:solidFill>
                  <a:srgbClr val="166B68"/>
                </a:solidFill>
                <a:latin typeface="Yu Gothic"/>
                <a:ea typeface="Yu Gothic"/>
                <a:cs typeface="Yu Gothic"/>
              </a:defRPr>
            </a:lvl2pPr>
            <a:lvl3pPr algn="ctr">
              <a:defRPr sz="1425" b="1">
                <a:solidFill>
                  <a:srgbClr val="166B68"/>
                </a:solidFill>
                <a:latin typeface="Yu Gothic"/>
                <a:ea typeface="Yu Gothic"/>
                <a:cs typeface="Yu Gothic"/>
              </a:defRPr>
            </a:lvl3pPr>
            <a:lvl4pPr algn="ctr">
              <a:defRPr sz="1425" b="1">
                <a:solidFill>
                  <a:srgbClr val="166B68"/>
                </a:solidFill>
                <a:latin typeface="Yu Gothic"/>
                <a:ea typeface="Yu Gothic"/>
                <a:cs typeface="Yu Gothic"/>
              </a:defRPr>
            </a:lvl4pPr>
            <a:lvl5pPr algn="ctr">
              <a:defRPr sz="1425" b="1">
                <a:solidFill>
                  <a:srgbClr val="166B68"/>
                </a:solidFill>
                <a:latin typeface="Yu Gothic"/>
                <a:ea typeface="Yu Gothic"/>
                <a:cs typeface="Yu Gothic"/>
              </a:defRPr>
            </a:lvl5pPr>
            <a:lvl6pPr algn="ctr">
              <a:defRPr sz="1425" b="1">
                <a:solidFill>
                  <a:srgbClr val="166B68"/>
                </a:solidFill>
                <a:latin typeface="Yu Gothic"/>
                <a:ea typeface="Yu Gothic"/>
                <a:cs typeface="Yu Gothic"/>
              </a:defRPr>
            </a:lvl6pPr>
            <a:lvl7pPr algn="ctr">
              <a:defRPr sz="1425" b="1">
                <a:solidFill>
                  <a:srgbClr val="166B68"/>
                </a:solidFill>
                <a:latin typeface="Yu Gothic"/>
                <a:ea typeface="Yu Gothic"/>
                <a:cs typeface="Yu Gothic"/>
              </a:defRPr>
            </a:lvl7pPr>
            <a:lvl8pPr algn="ctr">
              <a:defRPr sz="1425" b="1">
                <a:solidFill>
                  <a:srgbClr val="166B68"/>
                </a:solidFill>
                <a:latin typeface="Yu Gothic"/>
                <a:ea typeface="Yu Gothic"/>
                <a:cs typeface="Yu Gothic"/>
              </a:defRPr>
            </a:lvl8pPr>
            <a:lvl9pPr algn="ctr">
              <a:defRPr sz="1425" b="1">
                <a:solidFill>
                  <a:srgbClr val="166B68"/>
                </a:solidFill>
                <a:latin typeface="Yu Gothic"/>
                <a:ea typeface="Yu Gothic"/>
                <a:cs typeface="Yu Gothic"/>
              </a:defRPr>
            </a:lvl9pPr>
          </a:lstStyle>
          <a:p xmlns:a="http://schemas.openxmlformats.org/drawingml/2006/main">
            <a:pPr algn="ctr">
              <a:defRPr sz="1425" b="1">
                <a:solidFill>
                  <a:srgbClr val="166B68"/>
                </a:solidFill>
                <a:latin typeface="Yu Gothic"/>
                <a:ea typeface="Yu Gothic"/>
                <a:cs typeface="Yu Gothic"/>
              </a:defRPr>
            </a:pPr>
            <a:r>
              <a:rPr sz="1425" b="1">
                <a:solidFill>
                  <a:srgbClr val="166B68"/>
                </a:solidFill>
                <a:latin typeface="Yu Gothic"/>
                <a:ea typeface="Yu Gothic"/>
                <a:cs typeface="Yu Gothic"/>
              </a:rPr>
              <a:t>●</a:t>
            </a:r>
          </a:p>
        </p:txBody>
      </p:sp>
      <p:sp>
        <p:nvSpPr>
          <p:cNvPr id="9" name="">
            <a:extLst xmlns:a="http://schemas.openxmlformats.org/drawingml/2006/main">
              <a:ext uri="{FF2B5EF4-FFF2-40B4-BE49-F238E27FC236}">
                <a16:creationId xmlns:a16="http://schemas.microsoft.com/office/drawing/2014/main" id="{B06636D0-78B7-4F0C-B2A2-5250D4849F66}"/>
              </a:ext>
            </a:extLst>
          </p:cNvPr>
          <p:cNvSpPr>
            <a:spLocks xmlns:a="http://schemas.openxmlformats.org/drawingml/2006/main" noGrp="1"/>
          </p:cNvSpPr>
          <p:nvPr/>
        </p:nvSpPr>
        <p:spPr>
          <a:xfrm xmlns:a="http://schemas.openxmlformats.org/drawingml/2006/main">
            <a:off x="1104900" y="4143375"/>
            <a:ext cx="95821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100では繰り上がらない</a:t>
            </a:r>
          </a:p>
        </p:txBody>
      </p:sp>
      <p:sp>
        <p:nvSpPr>
          <p:cNvPr id="10" name="">
            <a:extLst xmlns:a="http://schemas.openxmlformats.org/drawingml/2006/main">
              <a:ext uri="{FF2B5EF4-FFF2-40B4-BE49-F238E27FC236}">
                <a16:creationId xmlns:a16="http://schemas.microsoft.com/office/drawing/2014/main" id="{A6C2AAB9-E759-49E9-8D65-219403C1020B}"/>
              </a:ext>
            </a:extLst>
          </p:cNvPr>
          <p:cNvSpPr>
            <a:spLocks xmlns:a="http://schemas.openxmlformats.org/drawingml/2006/main" noGrp="1"/>
          </p:cNvSpPr>
          <p:nvPr/>
        </p:nvSpPr>
        <p:spPr>
          <a:xfrm xmlns:a="http://schemas.openxmlformats.org/drawingml/2006/main">
            <a:off x="781050" y="4733925"/>
            <a:ext cx="228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425" b="1">
                <a:solidFill>
                  <a:srgbClr val="166B68"/>
                </a:solidFill>
                <a:latin typeface="Yu Gothic"/>
                <a:ea typeface="Yu Gothic"/>
                <a:cs typeface="Yu Gothic"/>
              </a:defRPr>
            </a:defPPr>
            <a:lvl1pPr algn="ctr">
              <a:defRPr sz="1425" b="1">
                <a:solidFill>
                  <a:srgbClr val="166B68"/>
                </a:solidFill>
                <a:latin typeface="Yu Gothic"/>
                <a:ea typeface="Yu Gothic"/>
                <a:cs typeface="Yu Gothic"/>
              </a:defRPr>
            </a:lvl1pPr>
            <a:lvl2pPr algn="ctr">
              <a:defRPr sz="1425" b="1">
                <a:solidFill>
                  <a:srgbClr val="166B68"/>
                </a:solidFill>
                <a:latin typeface="Yu Gothic"/>
                <a:ea typeface="Yu Gothic"/>
                <a:cs typeface="Yu Gothic"/>
              </a:defRPr>
            </a:lvl2pPr>
            <a:lvl3pPr algn="ctr">
              <a:defRPr sz="1425" b="1">
                <a:solidFill>
                  <a:srgbClr val="166B68"/>
                </a:solidFill>
                <a:latin typeface="Yu Gothic"/>
                <a:ea typeface="Yu Gothic"/>
                <a:cs typeface="Yu Gothic"/>
              </a:defRPr>
            </a:lvl3pPr>
            <a:lvl4pPr algn="ctr">
              <a:defRPr sz="1425" b="1">
                <a:solidFill>
                  <a:srgbClr val="166B68"/>
                </a:solidFill>
                <a:latin typeface="Yu Gothic"/>
                <a:ea typeface="Yu Gothic"/>
                <a:cs typeface="Yu Gothic"/>
              </a:defRPr>
            </a:lvl4pPr>
            <a:lvl5pPr algn="ctr">
              <a:defRPr sz="1425" b="1">
                <a:solidFill>
                  <a:srgbClr val="166B68"/>
                </a:solidFill>
                <a:latin typeface="Yu Gothic"/>
                <a:ea typeface="Yu Gothic"/>
                <a:cs typeface="Yu Gothic"/>
              </a:defRPr>
            </a:lvl5pPr>
            <a:lvl6pPr algn="ctr">
              <a:defRPr sz="1425" b="1">
                <a:solidFill>
                  <a:srgbClr val="166B68"/>
                </a:solidFill>
                <a:latin typeface="Yu Gothic"/>
                <a:ea typeface="Yu Gothic"/>
                <a:cs typeface="Yu Gothic"/>
              </a:defRPr>
            </a:lvl6pPr>
            <a:lvl7pPr algn="ctr">
              <a:defRPr sz="1425" b="1">
                <a:solidFill>
                  <a:srgbClr val="166B68"/>
                </a:solidFill>
                <a:latin typeface="Yu Gothic"/>
                <a:ea typeface="Yu Gothic"/>
                <a:cs typeface="Yu Gothic"/>
              </a:defRPr>
            </a:lvl7pPr>
            <a:lvl8pPr algn="ctr">
              <a:defRPr sz="1425" b="1">
                <a:solidFill>
                  <a:srgbClr val="166B68"/>
                </a:solidFill>
                <a:latin typeface="Yu Gothic"/>
                <a:ea typeface="Yu Gothic"/>
                <a:cs typeface="Yu Gothic"/>
              </a:defRPr>
            </a:lvl8pPr>
            <a:lvl9pPr algn="ctr">
              <a:defRPr sz="1425" b="1">
                <a:solidFill>
                  <a:srgbClr val="166B68"/>
                </a:solidFill>
                <a:latin typeface="Yu Gothic"/>
                <a:ea typeface="Yu Gothic"/>
                <a:cs typeface="Yu Gothic"/>
              </a:defRPr>
            </a:lvl9pPr>
          </a:lstStyle>
          <a:p xmlns:a="http://schemas.openxmlformats.org/drawingml/2006/main">
            <a:pPr algn="ctr">
              <a:defRPr sz="1425" b="1">
                <a:solidFill>
                  <a:srgbClr val="166B68"/>
                </a:solidFill>
                <a:latin typeface="Yu Gothic"/>
                <a:ea typeface="Yu Gothic"/>
                <a:cs typeface="Yu Gothic"/>
              </a:defRPr>
            </a:pPr>
            <a:r>
              <a:rPr sz="1425" b="1">
                <a:solidFill>
                  <a:srgbClr val="166B68"/>
                </a:solidFill>
                <a:latin typeface="Yu Gothic"/>
                <a:ea typeface="Yu Gothic"/>
                <a:cs typeface="Yu Gothic"/>
              </a:rPr>
              <a:t>●</a:t>
            </a:r>
          </a:p>
        </p:txBody>
      </p:sp>
      <p:sp>
        <p:nvSpPr>
          <p:cNvPr id="11" name="">
            <a:extLst xmlns:a="http://schemas.openxmlformats.org/drawingml/2006/main">
              <a:ext uri="{FF2B5EF4-FFF2-40B4-BE49-F238E27FC236}">
                <a16:creationId xmlns:a16="http://schemas.microsoft.com/office/drawing/2014/main" id="{CA5636E9-E70C-4973-A081-1CE7B0981E6B}"/>
              </a:ext>
            </a:extLst>
          </p:cNvPr>
          <p:cNvSpPr>
            <a:spLocks xmlns:a="http://schemas.openxmlformats.org/drawingml/2006/main" noGrp="1"/>
          </p:cNvSpPr>
          <p:nvPr/>
        </p:nvSpPr>
        <p:spPr>
          <a:xfrm xmlns:a="http://schemas.openxmlformats.org/drawingml/2006/main">
            <a:off x="1104900" y="4733925"/>
            <a:ext cx="95821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秒 → 分 → 度の順に整理</a:t>
            </a:r>
          </a:p>
        </p:txBody>
      </p:sp>
    </p:spTree>
    <p:extLst>
      <p:ext uri="{BB962C8B-B14F-4D97-AF65-F5344CB8AC3E}">
        <p14:creationId xmlns:p14="http://schemas.microsoft.com/office/powerpoint/2010/main" val="6365036"/>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4E96D9E0-3B53-4352-851A-74D84106FD79}"/>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1325ADE1-FC04-4A78-9572-1E9789E19518}"/>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角の読み方</a:t>
            </a:r>
          </a:p>
        </p:txBody>
      </p:sp>
      <p:sp>
        <p:nvSpPr>
          <p:cNvPr id="3" name="">
            <a:extLst xmlns:a="http://schemas.openxmlformats.org/drawingml/2006/main">
              <a:ext uri="{FF2B5EF4-FFF2-40B4-BE49-F238E27FC236}">
                <a16:creationId xmlns:a16="http://schemas.microsoft.com/office/drawing/2014/main" id="{96304AE6-E8F1-4E96-AFA1-3B9B42DD9695}"/>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95°01′10″を声に出して読む</a:t>
            </a:r>
          </a:p>
        </p:txBody>
      </p:sp>
      <p:sp>
        <p:nvSpPr>
          <p:cNvPr id="4" name="">
            <a:extLst xmlns:a="http://schemas.openxmlformats.org/drawingml/2006/main">
              <a:ext uri="{FF2B5EF4-FFF2-40B4-BE49-F238E27FC236}">
                <a16:creationId xmlns:a16="http://schemas.microsoft.com/office/drawing/2014/main" id="{F610FF33-C6EA-4D7A-A346-FFDBC9C0BB34}"/>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B95C8299-8D9E-4D4F-A589-6DB8483060A7}"/>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07</a:t>
            </a:r>
          </a:p>
        </p:txBody>
      </p:sp>
      <p:sp>
        <p:nvSpPr>
          <p:cNvPr id="6" name="">
            <a:extLst xmlns:a="http://schemas.openxmlformats.org/drawingml/2006/main">
              <a:ext uri="{FF2B5EF4-FFF2-40B4-BE49-F238E27FC236}">
                <a16:creationId xmlns:a16="http://schemas.microsoft.com/office/drawing/2014/main" id="{67235AB5-D8E4-487C-97F0-09AAA9242856}"/>
              </a:ext>
            </a:extLst>
          </p:cNvPr>
          <p:cNvSpPr>
            <a:spLocks xmlns:a="http://schemas.openxmlformats.org/drawingml/2006/main" noGrp="1"/>
          </p:cNvSpPr>
          <p:nvPr/>
        </p:nvSpPr>
        <p:spPr>
          <a:xfrm xmlns:a="http://schemas.openxmlformats.org/drawingml/2006/main">
            <a:off x="723900" y="1857375"/>
            <a:ext cx="723900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6600" b="1">
                <a:solidFill>
                  <a:srgbClr val="166B68"/>
                </a:solidFill>
                <a:latin typeface="Yu Gothic"/>
                <a:ea typeface="Yu Gothic"/>
                <a:cs typeface="Yu Gothic"/>
              </a:defRPr>
            </a:defPPr>
            <a:lvl1pPr algn="l">
              <a:defRPr sz="6600" b="1">
                <a:solidFill>
                  <a:srgbClr val="166B68"/>
                </a:solidFill>
                <a:latin typeface="Yu Gothic"/>
                <a:ea typeface="Yu Gothic"/>
                <a:cs typeface="Yu Gothic"/>
              </a:defRPr>
            </a:lvl1pPr>
            <a:lvl2pPr algn="l">
              <a:defRPr sz="6600" b="1">
                <a:solidFill>
                  <a:srgbClr val="166B68"/>
                </a:solidFill>
                <a:latin typeface="Yu Gothic"/>
                <a:ea typeface="Yu Gothic"/>
                <a:cs typeface="Yu Gothic"/>
              </a:defRPr>
            </a:lvl2pPr>
            <a:lvl3pPr algn="l">
              <a:defRPr sz="6600" b="1">
                <a:solidFill>
                  <a:srgbClr val="166B68"/>
                </a:solidFill>
                <a:latin typeface="Yu Gothic"/>
                <a:ea typeface="Yu Gothic"/>
                <a:cs typeface="Yu Gothic"/>
              </a:defRPr>
            </a:lvl3pPr>
            <a:lvl4pPr algn="l">
              <a:defRPr sz="6600" b="1">
                <a:solidFill>
                  <a:srgbClr val="166B68"/>
                </a:solidFill>
                <a:latin typeface="Yu Gothic"/>
                <a:ea typeface="Yu Gothic"/>
                <a:cs typeface="Yu Gothic"/>
              </a:defRPr>
            </a:lvl4pPr>
            <a:lvl5pPr algn="l">
              <a:defRPr sz="6600" b="1">
                <a:solidFill>
                  <a:srgbClr val="166B68"/>
                </a:solidFill>
                <a:latin typeface="Yu Gothic"/>
                <a:ea typeface="Yu Gothic"/>
                <a:cs typeface="Yu Gothic"/>
              </a:defRPr>
            </a:lvl5pPr>
            <a:lvl6pPr algn="l">
              <a:defRPr sz="6600" b="1">
                <a:solidFill>
                  <a:srgbClr val="166B68"/>
                </a:solidFill>
                <a:latin typeface="Yu Gothic"/>
                <a:ea typeface="Yu Gothic"/>
                <a:cs typeface="Yu Gothic"/>
              </a:defRPr>
            </a:lvl6pPr>
            <a:lvl7pPr algn="l">
              <a:defRPr sz="6600" b="1">
                <a:solidFill>
                  <a:srgbClr val="166B68"/>
                </a:solidFill>
                <a:latin typeface="Yu Gothic"/>
                <a:ea typeface="Yu Gothic"/>
                <a:cs typeface="Yu Gothic"/>
              </a:defRPr>
            </a:lvl7pPr>
            <a:lvl8pPr algn="l">
              <a:defRPr sz="6600" b="1">
                <a:solidFill>
                  <a:srgbClr val="166B68"/>
                </a:solidFill>
                <a:latin typeface="Yu Gothic"/>
                <a:ea typeface="Yu Gothic"/>
                <a:cs typeface="Yu Gothic"/>
              </a:defRPr>
            </a:lvl8pPr>
            <a:lvl9pPr algn="l">
              <a:defRPr sz="6600" b="1">
                <a:solidFill>
                  <a:srgbClr val="166B68"/>
                </a:solidFill>
                <a:latin typeface="Yu Gothic"/>
                <a:ea typeface="Yu Gothic"/>
                <a:cs typeface="Yu Gothic"/>
              </a:defRPr>
            </a:lvl9pPr>
          </a:lstStyle>
          <a:p xmlns:a="http://schemas.openxmlformats.org/drawingml/2006/main">
            <a:pPr algn="l">
              <a:defRPr sz="6600" b="1">
                <a:solidFill>
                  <a:srgbClr val="166B68"/>
                </a:solidFill>
                <a:latin typeface="Yu Gothic"/>
                <a:ea typeface="Yu Gothic"/>
                <a:cs typeface="Yu Gothic"/>
              </a:defRPr>
            </a:pPr>
            <a:r>
              <a:rPr sz="6600" b="1">
                <a:solidFill>
                  <a:srgbClr val="166B68"/>
                </a:solidFill>
                <a:latin typeface="Yu Gothic"/>
                <a:ea typeface="Yu Gothic"/>
                <a:cs typeface="Yu Gothic"/>
              </a:rPr>
              <a:t>95°01′10″</a:t>
            </a:r>
          </a:p>
        </p:txBody>
      </p:sp>
      <p:sp>
        <p:nvSpPr>
          <p:cNvPr id="7" name="">
            <a:extLst xmlns:a="http://schemas.openxmlformats.org/drawingml/2006/main">
              <a:ext uri="{FF2B5EF4-FFF2-40B4-BE49-F238E27FC236}">
                <a16:creationId xmlns:a16="http://schemas.microsoft.com/office/drawing/2014/main" id="{790E93C4-0D10-45F1-91B2-B5EC16F8C254}"/>
              </a:ext>
            </a:extLst>
          </p:cNvPr>
          <p:cNvSpPr>
            <a:spLocks xmlns:a="http://schemas.openxmlformats.org/drawingml/2006/main" noGrp="1"/>
          </p:cNvSpPr>
          <p:nvPr/>
        </p:nvSpPr>
        <p:spPr>
          <a:xfrm xmlns:a="http://schemas.openxmlformats.org/drawingml/2006/main">
            <a:off x="7858125" y="2524125"/>
            <a:ext cx="3238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550" b="1">
                <a:solidFill>
                  <a:srgbClr val="52616A"/>
                </a:solidFill>
                <a:latin typeface="Yu Gothic"/>
                <a:ea typeface="Yu Gothic"/>
                <a:cs typeface="Yu Gothic"/>
              </a:defRPr>
            </a:defPPr>
            <a:lvl1pPr algn="l">
              <a:defRPr sz="2550" b="1">
                <a:solidFill>
                  <a:srgbClr val="52616A"/>
                </a:solidFill>
                <a:latin typeface="Yu Gothic"/>
                <a:ea typeface="Yu Gothic"/>
                <a:cs typeface="Yu Gothic"/>
              </a:defRPr>
            </a:lvl1pPr>
            <a:lvl2pPr algn="l">
              <a:defRPr sz="2550" b="1">
                <a:solidFill>
                  <a:srgbClr val="52616A"/>
                </a:solidFill>
                <a:latin typeface="Yu Gothic"/>
                <a:ea typeface="Yu Gothic"/>
                <a:cs typeface="Yu Gothic"/>
              </a:defRPr>
            </a:lvl2pPr>
            <a:lvl3pPr algn="l">
              <a:defRPr sz="2550" b="1">
                <a:solidFill>
                  <a:srgbClr val="52616A"/>
                </a:solidFill>
                <a:latin typeface="Yu Gothic"/>
                <a:ea typeface="Yu Gothic"/>
                <a:cs typeface="Yu Gothic"/>
              </a:defRPr>
            </a:lvl3pPr>
            <a:lvl4pPr algn="l">
              <a:defRPr sz="2550" b="1">
                <a:solidFill>
                  <a:srgbClr val="52616A"/>
                </a:solidFill>
                <a:latin typeface="Yu Gothic"/>
                <a:ea typeface="Yu Gothic"/>
                <a:cs typeface="Yu Gothic"/>
              </a:defRPr>
            </a:lvl4pPr>
            <a:lvl5pPr algn="l">
              <a:defRPr sz="2550" b="1">
                <a:solidFill>
                  <a:srgbClr val="52616A"/>
                </a:solidFill>
                <a:latin typeface="Yu Gothic"/>
                <a:ea typeface="Yu Gothic"/>
                <a:cs typeface="Yu Gothic"/>
              </a:defRPr>
            </a:lvl5pPr>
            <a:lvl6pPr algn="l">
              <a:defRPr sz="2550" b="1">
                <a:solidFill>
                  <a:srgbClr val="52616A"/>
                </a:solidFill>
                <a:latin typeface="Yu Gothic"/>
                <a:ea typeface="Yu Gothic"/>
                <a:cs typeface="Yu Gothic"/>
              </a:defRPr>
            </a:lvl6pPr>
            <a:lvl7pPr algn="l">
              <a:defRPr sz="2550" b="1">
                <a:solidFill>
                  <a:srgbClr val="52616A"/>
                </a:solidFill>
                <a:latin typeface="Yu Gothic"/>
                <a:ea typeface="Yu Gothic"/>
                <a:cs typeface="Yu Gothic"/>
              </a:defRPr>
            </a:lvl7pPr>
            <a:lvl8pPr algn="l">
              <a:defRPr sz="2550" b="1">
                <a:solidFill>
                  <a:srgbClr val="52616A"/>
                </a:solidFill>
                <a:latin typeface="Yu Gothic"/>
                <a:ea typeface="Yu Gothic"/>
                <a:cs typeface="Yu Gothic"/>
              </a:defRPr>
            </a:lvl8pPr>
            <a:lvl9pPr algn="l">
              <a:defRPr sz="2550" b="1">
                <a:solidFill>
                  <a:srgbClr val="52616A"/>
                </a:solidFill>
                <a:latin typeface="Yu Gothic"/>
                <a:ea typeface="Yu Gothic"/>
                <a:cs typeface="Yu Gothic"/>
              </a:defRPr>
            </a:lvl9pPr>
          </a:lstStyle>
          <a:p xmlns:a="http://schemas.openxmlformats.org/drawingml/2006/main">
            <a:pPr algn="l">
              <a:defRPr sz="2550" b="1">
                <a:solidFill>
                  <a:srgbClr val="52616A"/>
                </a:solidFill>
                <a:latin typeface="Yu Gothic"/>
                <a:ea typeface="Yu Gothic"/>
                <a:cs typeface="Yu Gothic"/>
              </a:defRPr>
            </a:pPr>
            <a:r>
              <a:rPr sz="2550" b="1">
                <a:solidFill>
                  <a:srgbClr val="52616A"/>
                </a:solidFill>
                <a:latin typeface="Yu Gothic"/>
                <a:ea typeface="Yu Gothic"/>
                <a:cs typeface="Yu Gothic"/>
              </a:rPr>
              <a:t>95度1分10秒</a:t>
            </a:r>
          </a:p>
        </p:txBody>
      </p:sp>
      <p:sp>
        <p:nvSpPr>
          <p:cNvPr id="8" name="">
            <a:extLst xmlns:a="http://schemas.openxmlformats.org/drawingml/2006/main">
              <a:ext uri="{FF2B5EF4-FFF2-40B4-BE49-F238E27FC236}">
                <a16:creationId xmlns:a16="http://schemas.microsoft.com/office/drawing/2014/main" id="{E14EC60C-652C-40FB-91BB-C03D0B8AE89D}"/>
              </a:ext>
            </a:extLst>
          </p:cNvPr>
          <p:cNvSpPr>
            <a:spLocks xmlns:a="http://schemas.openxmlformats.org/drawingml/2006/main" noGrp="1"/>
          </p:cNvSpPr>
          <p:nvPr/>
        </p:nvSpPr>
        <p:spPr>
          <a:xfrm xmlns:a="http://schemas.openxmlformats.org/drawingml/2006/main">
            <a:off x="781050" y="4143375"/>
            <a:ext cx="228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425" b="1">
                <a:solidFill>
                  <a:srgbClr val="166B68"/>
                </a:solidFill>
                <a:latin typeface="Yu Gothic"/>
                <a:ea typeface="Yu Gothic"/>
                <a:cs typeface="Yu Gothic"/>
              </a:defRPr>
            </a:defPPr>
            <a:lvl1pPr algn="ctr">
              <a:defRPr sz="1425" b="1">
                <a:solidFill>
                  <a:srgbClr val="166B68"/>
                </a:solidFill>
                <a:latin typeface="Yu Gothic"/>
                <a:ea typeface="Yu Gothic"/>
                <a:cs typeface="Yu Gothic"/>
              </a:defRPr>
            </a:lvl1pPr>
            <a:lvl2pPr algn="ctr">
              <a:defRPr sz="1425" b="1">
                <a:solidFill>
                  <a:srgbClr val="166B68"/>
                </a:solidFill>
                <a:latin typeface="Yu Gothic"/>
                <a:ea typeface="Yu Gothic"/>
                <a:cs typeface="Yu Gothic"/>
              </a:defRPr>
            </a:lvl2pPr>
            <a:lvl3pPr algn="ctr">
              <a:defRPr sz="1425" b="1">
                <a:solidFill>
                  <a:srgbClr val="166B68"/>
                </a:solidFill>
                <a:latin typeface="Yu Gothic"/>
                <a:ea typeface="Yu Gothic"/>
                <a:cs typeface="Yu Gothic"/>
              </a:defRPr>
            </a:lvl3pPr>
            <a:lvl4pPr algn="ctr">
              <a:defRPr sz="1425" b="1">
                <a:solidFill>
                  <a:srgbClr val="166B68"/>
                </a:solidFill>
                <a:latin typeface="Yu Gothic"/>
                <a:ea typeface="Yu Gothic"/>
                <a:cs typeface="Yu Gothic"/>
              </a:defRPr>
            </a:lvl4pPr>
            <a:lvl5pPr algn="ctr">
              <a:defRPr sz="1425" b="1">
                <a:solidFill>
                  <a:srgbClr val="166B68"/>
                </a:solidFill>
                <a:latin typeface="Yu Gothic"/>
                <a:ea typeface="Yu Gothic"/>
                <a:cs typeface="Yu Gothic"/>
              </a:defRPr>
            </a:lvl5pPr>
            <a:lvl6pPr algn="ctr">
              <a:defRPr sz="1425" b="1">
                <a:solidFill>
                  <a:srgbClr val="166B68"/>
                </a:solidFill>
                <a:latin typeface="Yu Gothic"/>
                <a:ea typeface="Yu Gothic"/>
                <a:cs typeface="Yu Gothic"/>
              </a:defRPr>
            </a:lvl6pPr>
            <a:lvl7pPr algn="ctr">
              <a:defRPr sz="1425" b="1">
                <a:solidFill>
                  <a:srgbClr val="166B68"/>
                </a:solidFill>
                <a:latin typeface="Yu Gothic"/>
                <a:ea typeface="Yu Gothic"/>
                <a:cs typeface="Yu Gothic"/>
              </a:defRPr>
            </a:lvl7pPr>
            <a:lvl8pPr algn="ctr">
              <a:defRPr sz="1425" b="1">
                <a:solidFill>
                  <a:srgbClr val="166B68"/>
                </a:solidFill>
                <a:latin typeface="Yu Gothic"/>
                <a:ea typeface="Yu Gothic"/>
                <a:cs typeface="Yu Gothic"/>
              </a:defRPr>
            </a:lvl8pPr>
            <a:lvl9pPr algn="ctr">
              <a:defRPr sz="1425" b="1">
                <a:solidFill>
                  <a:srgbClr val="166B68"/>
                </a:solidFill>
                <a:latin typeface="Yu Gothic"/>
                <a:ea typeface="Yu Gothic"/>
                <a:cs typeface="Yu Gothic"/>
              </a:defRPr>
            </a:lvl9pPr>
          </a:lstStyle>
          <a:p xmlns:a="http://schemas.openxmlformats.org/drawingml/2006/main">
            <a:pPr algn="ctr">
              <a:defRPr sz="1425" b="1">
                <a:solidFill>
                  <a:srgbClr val="166B68"/>
                </a:solidFill>
                <a:latin typeface="Yu Gothic"/>
                <a:ea typeface="Yu Gothic"/>
                <a:cs typeface="Yu Gothic"/>
              </a:defRPr>
            </a:pPr>
            <a:r>
              <a:rPr sz="1425" b="1">
                <a:solidFill>
                  <a:srgbClr val="166B68"/>
                </a:solidFill>
                <a:latin typeface="Yu Gothic"/>
                <a:ea typeface="Yu Gothic"/>
                <a:cs typeface="Yu Gothic"/>
              </a:rPr>
              <a:t>●</a:t>
            </a:r>
          </a:p>
        </p:txBody>
      </p:sp>
      <p:sp>
        <p:nvSpPr>
          <p:cNvPr id="9" name="">
            <a:extLst xmlns:a="http://schemas.openxmlformats.org/drawingml/2006/main">
              <a:ext uri="{FF2B5EF4-FFF2-40B4-BE49-F238E27FC236}">
                <a16:creationId xmlns:a16="http://schemas.microsoft.com/office/drawing/2014/main" id="{957EF28E-771B-4EA1-A4EB-E4C249B82303}"/>
              </a:ext>
            </a:extLst>
          </p:cNvPr>
          <p:cNvSpPr>
            <a:spLocks xmlns:a="http://schemas.openxmlformats.org/drawingml/2006/main" noGrp="1"/>
          </p:cNvSpPr>
          <p:nvPr/>
        </p:nvSpPr>
        <p:spPr>
          <a:xfrm xmlns:a="http://schemas.openxmlformats.org/drawingml/2006/main">
            <a:off x="1104900" y="4143375"/>
            <a:ext cx="95821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01′を飛ばさない</a:t>
            </a:r>
          </a:p>
        </p:txBody>
      </p:sp>
      <p:sp>
        <p:nvSpPr>
          <p:cNvPr id="10" name="">
            <a:extLst xmlns:a="http://schemas.openxmlformats.org/drawingml/2006/main">
              <a:ext uri="{FF2B5EF4-FFF2-40B4-BE49-F238E27FC236}">
                <a16:creationId xmlns:a16="http://schemas.microsoft.com/office/drawing/2014/main" id="{60E8F58B-5D67-45EE-9E68-E4183F2F994B}"/>
              </a:ext>
            </a:extLst>
          </p:cNvPr>
          <p:cNvSpPr>
            <a:spLocks xmlns:a="http://schemas.openxmlformats.org/drawingml/2006/main" noGrp="1"/>
          </p:cNvSpPr>
          <p:nvPr/>
        </p:nvSpPr>
        <p:spPr>
          <a:xfrm xmlns:a="http://schemas.openxmlformats.org/drawingml/2006/main">
            <a:off x="781050" y="4733925"/>
            <a:ext cx="228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425" b="1">
                <a:solidFill>
                  <a:srgbClr val="166B68"/>
                </a:solidFill>
                <a:latin typeface="Yu Gothic"/>
                <a:ea typeface="Yu Gothic"/>
                <a:cs typeface="Yu Gothic"/>
              </a:defRPr>
            </a:defPPr>
            <a:lvl1pPr algn="ctr">
              <a:defRPr sz="1425" b="1">
                <a:solidFill>
                  <a:srgbClr val="166B68"/>
                </a:solidFill>
                <a:latin typeface="Yu Gothic"/>
                <a:ea typeface="Yu Gothic"/>
                <a:cs typeface="Yu Gothic"/>
              </a:defRPr>
            </a:lvl1pPr>
            <a:lvl2pPr algn="ctr">
              <a:defRPr sz="1425" b="1">
                <a:solidFill>
                  <a:srgbClr val="166B68"/>
                </a:solidFill>
                <a:latin typeface="Yu Gothic"/>
                <a:ea typeface="Yu Gothic"/>
                <a:cs typeface="Yu Gothic"/>
              </a:defRPr>
            </a:lvl2pPr>
            <a:lvl3pPr algn="ctr">
              <a:defRPr sz="1425" b="1">
                <a:solidFill>
                  <a:srgbClr val="166B68"/>
                </a:solidFill>
                <a:latin typeface="Yu Gothic"/>
                <a:ea typeface="Yu Gothic"/>
                <a:cs typeface="Yu Gothic"/>
              </a:defRPr>
            </a:lvl3pPr>
            <a:lvl4pPr algn="ctr">
              <a:defRPr sz="1425" b="1">
                <a:solidFill>
                  <a:srgbClr val="166B68"/>
                </a:solidFill>
                <a:latin typeface="Yu Gothic"/>
                <a:ea typeface="Yu Gothic"/>
                <a:cs typeface="Yu Gothic"/>
              </a:defRPr>
            </a:lvl4pPr>
            <a:lvl5pPr algn="ctr">
              <a:defRPr sz="1425" b="1">
                <a:solidFill>
                  <a:srgbClr val="166B68"/>
                </a:solidFill>
                <a:latin typeface="Yu Gothic"/>
                <a:ea typeface="Yu Gothic"/>
                <a:cs typeface="Yu Gothic"/>
              </a:defRPr>
            </a:lvl5pPr>
            <a:lvl6pPr algn="ctr">
              <a:defRPr sz="1425" b="1">
                <a:solidFill>
                  <a:srgbClr val="166B68"/>
                </a:solidFill>
                <a:latin typeface="Yu Gothic"/>
                <a:ea typeface="Yu Gothic"/>
                <a:cs typeface="Yu Gothic"/>
              </a:defRPr>
            </a:lvl6pPr>
            <a:lvl7pPr algn="ctr">
              <a:defRPr sz="1425" b="1">
                <a:solidFill>
                  <a:srgbClr val="166B68"/>
                </a:solidFill>
                <a:latin typeface="Yu Gothic"/>
                <a:ea typeface="Yu Gothic"/>
                <a:cs typeface="Yu Gothic"/>
              </a:defRPr>
            </a:lvl7pPr>
            <a:lvl8pPr algn="ctr">
              <a:defRPr sz="1425" b="1">
                <a:solidFill>
                  <a:srgbClr val="166B68"/>
                </a:solidFill>
                <a:latin typeface="Yu Gothic"/>
                <a:ea typeface="Yu Gothic"/>
                <a:cs typeface="Yu Gothic"/>
              </a:defRPr>
            </a:lvl8pPr>
            <a:lvl9pPr algn="ctr">
              <a:defRPr sz="1425" b="1">
                <a:solidFill>
                  <a:srgbClr val="166B68"/>
                </a:solidFill>
                <a:latin typeface="Yu Gothic"/>
                <a:ea typeface="Yu Gothic"/>
                <a:cs typeface="Yu Gothic"/>
              </a:defRPr>
            </a:lvl9pPr>
          </a:lstStyle>
          <a:p xmlns:a="http://schemas.openxmlformats.org/drawingml/2006/main">
            <a:pPr algn="ctr">
              <a:defRPr sz="1425" b="1">
                <a:solidFill>
                  <a:srgbClr val="166B68"/>
                </a:solidFill>
                <a:latin typeface="Yu Gothic"/>
                <a:ea typeface="Yu Gothic"/>
                <a:cs typeface="Yu Gothic"/>
              </a:defRPr>
            </a:pPr>
            <a:r>
              <a:rPr sz="1425" b="1">
                <a:solidFill>
                  <a:srgbClr val="166B68"/>
                </a:solidFill>
                <a:latin typeface="Yu Gothic"/>
                <a:ea typeface="Yu Gothic"/>
                <a:cs typeface="Yu Gothic"/>
              </a:rPr>
              <a:t>●</a:t>
            </a:r>
          </a:p>
        </p:txBody>
      </p:sp>
      <p:sp>
        <p:nvSpPr>
          <p:cNvPr id="11" name="">
            <a:extLst xmlns:a="http://schemas.openxmlformats.org/drawingml/2006/main">
              <a:ext uri="{FF2B5EF4-FFF2-40B4-BE49-F238E27FC236}">
                <a16:creationId xmlns:a16="http://schemas.microsoft.com/office/drawing/2014/main" id="{229FFCCA-3F8E-4C4D-A3BE-0AA774FF160C}"/>
              </a:ext>
            </a:extLst>
          </p:cNvPr>
          <p:cNvSpPr>
            <a:spLocks xmlns:a="http://schemas.openxmlformats.org/drawingml/2006/main" noGrp="1"/>
          </p:cNvSpPr>
          <p:nvPr/>
        </p:nvSpPr>
        <p:spPr>
          <a:xfrm xmlns:a="http://schemas.openxmlformats.org/drawingml/2006/main">
            <a:off x="1104900" y="4733925"/>
            <a:ext cx="95821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°・′・″は別の位</a:t>
            </a:r>
          </a:p>
        </p:txBody>
      </p:sp>
    </p:spTree>
    <p:extLst>
      <p:ext uri="{BB962C8B-B14F-4D97-AF65-F5344CB8AC3E}">
        <p14:creationId xmlns:p14="http://schemas.microsoft.com/office/powerpoint/2010/main" val="29634993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D0B84F6B-9B56-45CB-B686-308B55C51B1F}"/>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D5C5D172-50EE-4370-9A1F-136C69547E3B}"/>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角の読み方</a:t>
            </a:r>
          </a:p>
        </p:txBody>
      </p:sp>
      <p:sp>
        <p:nvSpPr>
          <p:cNvPr id="3" name="">
            <a:extLst xmlns:a="http://schemas.openxmlformats.org/drawingml/2006/main">
              <a:ext uri="{FF2B5EF4-FFF2-40B4-BE49-F238E27FC236}">
                <a16:creationId xmlns:a16="http://schemas.microsoft.com/office/drawing/2014/main" id="{C30DF8C2-66FB-4C14-BC1F-0F5DDE846776}"/>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360°をまたぐ差には、一周を足す</a:t>
            </a:r>
          </a:p>
        </p:txBody>
      </p:sp>
      <p:sp>
        <p:nvSpPr>
          <p:cNvPr id="4" name="">
            <a:extLst xmlns:a="http://schemas.openxmlformats.org/drawingml/2006/main">
              <a:ext uri="{FF2B5EF4-FFF2-40B4-BE49-F238E27FC236}">
                <a16:creationId xmlns:a16="http://schemas.microsoft.com/office/drawing/2014/main" id="{C4B77C28-9D21-4C2F-8941-17B2011173BF}"/>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9AB75C2C-848C-4E7F-ACBC-153ACDBFDA5F}"/>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08</a:t>
            </a:r>
          </a:p>
        </p:txBody>
      </p:sp>
      <p:sp>
        <p:nvSpPr>
          <p:cNvPr id="6" name="">
            <a:extLst xmlns:a="http://schemas.openxmlformats.org/drawingml/2006/main">
              <a:ext uri="{FF2B5EF4-FFF2-40B4-BE49-F238E27FC236}">
                <a16:creationId xmlns:a16="http://schemas.microsoft.com/office/drawing/2014/main" id="{D1E782C9-BF84-4DF6-8FDA-42031B48EA9C}"/>
              </a:ext>
            </a:extLst>
          </p:cNvPr>
          <p:cNvSpPr>
            <a:spLocks xmlns:a="http://schemas.openxmlformats.org/drawingml/2006/main" noGrp="1"/>
          </p:cNvSpPr>
          <p:nvPr/>
        </p:nvSpPr>
        <p:spPr>
          <a:xfrm xmlns:a="http://schemas.openxmlformats.org/drawingml/2006/main">
            <a:off x="819150" y="1714500"/>
            <a:ext cx="228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425" b="1">
                <a:solidFill>
                  <a:srgbClr val="166B68"/>
                </a:solidFill>
                <a:latin typeface="Yu Gothic"/>
                <a:ea typeface="Yu Gothic"/>
                <a:cs typeface="Yu Gothic"/>
              </a:defRPr>
            </a:defPPr>
            <a:lvl1pPr algn="ctr">
              <a:defRPr sz="1425" b="1">
                <a:solidFill>
                  <a:srgbClr val="166B68"/>
                </a:solidFill>
                <a:latin typeface="Yu Gothic"/>
                <a:ea typeface="Yu Gothic"/>
                <a:cs typeface="Yu Gothic"/>
              </a:defRPr>
            </a:lvl1pPr>
            <a:lvl2pPr algn="ctr">
              <a:defRPr sz="1425" b="1">
                <a:solidFill>
                  <a:srgbClr val="166B68"/>
                </a:solidFill>
                <a:latin typeface="Yu Gothic"/>
                <a:ea typeface="Yu Gothic"/>
                <a:cs typeface="Yu Gothic"/>
              </a:defRPr>
            </a:lvl2pPr>
            <a:lvl3pPr algn="ctr">
              <a:defRPr sz="1425" b="1">
                <a:solidFill>
                  <a:srgbClr val="166B68"/>
                </a:solidFill>
                <a:latin typeface="Yu Gothic"/>
                <a:ea typeface="Yu Gothic"/>
                <a:cs typeface="Yu Gothic"/>
              </a:defRPr>
            </a:lvl3pPr>
            <a:lvl4pPr algn="ctr">
              <a:defRPr sz="1425" b="1">
                <a:solidFill>
                  <a:srgbClr val="166B68"/>
                </a:solidFill>
                <a:latin typeface="Yu Gothic"/>
                <a:ea typeface="Yu Gothic"/>
                <a:cs typeface="Yu Gothic"/>
              </a:defRPr>
            </a:lvl4pPr>
            <a:lvl5pPr algn="ctr">
              <a:defRPr sz="1425" b="1">
                <a:solidFill>
                  <a:srgbClr val="166B68"/>
                </a:solidFill>
                <a:latin typeface="Yu Gothic"/>
                <a:ea typeface="Yu Gothic"/>
                <a:cs typeface="Yu Gothic"/>
              </a:defRPr>
            </a:lvl5pPr>
            <a:lvl6pPr algn="ctr">
              <a:defRPr sz="1425" b="1">
                <a:solidFill>
                  <a:srgbClr val="166B68"/>
                </a:solidFill>
                <a:latin typeface="Yu Gothic"/>
                <a:ea typeface="Yu Gothic"/>
                <a:cs typeface="Yu Gothic"/>
              </a:defRPr>
            </a:lvl6pPr>
            <a:lvl7pPr algn="ctr">
              <a:defRPr sz="1425" b="1">
                <a:solidFill>
                  <a:srgbClr val="166B68"/>
                </a:solidFill>
                <a:latin typeface="Yu Gothic"/>
                <a:ea typeface="Yu Gothic"/>
                <a:cs typeface="Yu Gothic"/>
              </a:defRPr>
            </a:lvl7pPr>
            <a:lvl8pPr algn="ctr">
              <a:defRPr sz="1425" b="1">
                <a:solidFill>
                  <a:srgbClr val="166B68"/>
                </a:solidFill>
                <a:latin typeface="Yu Gothic"/>
                <a:ea typeface="Yu Gothic"/>
                <a:cs typeface="Yu Gothic"/>
              </a:defRPr>
            </a:lvl8pPr>
            <a:lvl9pPr algn="ctr">
              <a:defRPr sz="1425" b="1">
                <a:solidFill>
                  <a:srgbClr val="166B68"/>
                </a:solidFill>
                <a:latin typeface="Yu Gothic"/>
                <a:ea typeface="Yu Gothic"/>
                <a:cs typeface="Yu Gothic"/>
              </a:defRPr>
            </a:lvl9pPr>
          </a:lstStyle>
          <a:p xmlns:a="http://schemas.openxmlformats.org/drawingml/2006/main">
            <a:pPr algn="ctr">
              <a:defRPr sz="1425" b="1">
                <a:solidFill>
                  <a:srgbClr val="166B68"/>
                </a:solidFill>
                <a:latin typeface="Yu Gothic"/>
                <a:ea typeface="Yu Gothic"/>
                <a:cs typeface="Yu Gothic"/>
              </a:defRPr>
            </a:pPr>
            <a:r>
              <a:rPr sz="1425" b="1">
                <a:solidFill>
                  <a:srgbClr val="166B68"/>
                </a:solidFill>
                <a:latin typeface="Yu Gothic"/>
                <a:ea typeface="Yu Gothic"/>
                <a:cs typeface="Yu Gothic"/>
              </a:rPr>
              <a:t>●</a:t>
            </a:r>
          </a:p>
        </p:txBody>
      </p:sp>
      <p:sp>
        <p:nvSpPr>
          <p:cNvPr id="7" name="">
            <a:extLst xmlns:a="http://schemas.openxmlformats.org/drawingml/2006/main">
              <a:ext uri="{FF2B5EF4-FFF2-40B4-BE49-F238E27FC236}">
                <a16:creationId xmlns:a16="http://schemas.microsoft.com/office/drawing/2014/main" id="{15C1D711-CAF5-444A-829C-70AA1371265B}"/>
              </a:ext>
            </a:extLst>
          </p:cNvPr>
          <p:cNvSpPr>
            <a:spLocks xmlns:a="http://schemas.openxmlformats.org/drawingml/2006/main" noGrp="1"/>
          </p:cNvSpPr>
          <p:nvPr/>
        </p:nvSpPr>
        <p:spPr>
          <a:xfrm xmlns:a="http://schemas.openxmlformats.org/drawingml/2006/main">
            <a:off x="1143000" y="1714500"/>
            <a:ext cx="4819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20° − 350° では負になる</a:t>
            </a:r>
          </a:p>
        </p:txBody>
      </p:sp>
      <p:sp>
        <p:nvSpPr>
          <p:cNvPr id="8" name="">
            <a:extLst xmlns:a="http://schemas.openxmlformats.org/drawingml/2006/main">
              <a:ext uri="{FF2B5EF4-FFF2-40B4-BE49-F238E27FC236}">
                <a16:creationId xmlns:a16="http://schemas.microsoft.com/office/drawing/2014/main" id="{EE48CDA1-E21F-485E-971A-D1A5BED9CEC8}"/>
              </a:ext>
            </a:extLst>
          </p:cNvPr>
          <p:cNvSpPr>
            <a:spLocks xmlns:a="http://schemas.openxmlformats.org/drawingml/2006/main" noGrp="1"/>
          </p:cNvSpPr>
          <p:nvPr/>
        </p:nvSpPr>
        <p:spPr>
          <a:xfrm xmlns:a="http://schemas.openxmlformats.org/drawingml/2006/main">
            <a:off x="819150" y="2286000"/>
            <a:ext cx="228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425" b="1">
                <a:solidFill>
                  <a:srgbClr val="166B68"/>
                </a:solidFill>
                <a:latin typeface="Yu Gothic"/>
                <a:ea typeface="Yu Gothic"/>
                <a:cs typeface="Yu Gothic"/>
              </a:defRPr>
            </a:defPPr>
            <a:lvl1pPr algn="ctr">
              <a:defRPr sz="1425" b="1">
                <a:solidFill>
                  <a:srgbClr val="166B68"/>
                </a:solidFill>
                <a:latin typeface="Yu Gothic"/>
                <a:ea typeface="Yu Gothic"/>
                <a:cs typeface="Yu Gothic"/>
              </a:defRPr>
            </a:lvl1pPr>
            <a:lvl2pPr algn="ctr">
              <a:defRPr sz="1425" b="1">
                <a:solidFill>
                  <a:srgbClr val="166B68"/>
                </a:solidFill>
                <a:latin typeface="Yu Gothic"/>
                <a:ea typeface="Yu Gothic"/>
                <a:cs typeface="Yu Gothic"/>
              </a:defRPr>
            </a:lvl2pPr>
            <a:lvl3pPr algn="ctr">
              <a:defRPr sz="1425" b="1">
                <a:solidFill>
                  <a:srgbClr val="166B68"/>
                </a:solidFill>
                <a:latin typeface="Yu Gothic"/>
                <a:ea typeface="Yu Gothic"/>
                <a:cs typeface="Yu Gothic"/>
              </a:defRPr>
            </a:lvl3pPr>
            <a:lvl4pPr algn="ctr">
              <a:defRPr sz="1425" b="1">
                <a:solidFill>
                  <a:srgbClr val="166B68"/>
                </a:solidFill>
                <a:latin typeface="Yu Gothic"/>
                <a:ea typeface="Yu Gothic"/>
                <a:cs typeface="Yu Gothic"/>
              </a:defRPr>
            </a:lvl4pPr>
            <a:lvl5pPr algn="ctr">
              <a:defRPr sz="1425" b="1">
                <a:solidFill>
                  <a:srgbClr val="166B68"/>
                </a:solidFill>
                <a:latin typeface="Yu Gothic"/>
                <a:ea typeface="Yu Gothic"/>
                <a:cs typeface="Yu Gothic"/>
              </a:defRPr>
            </a:lvl5pPr>
            <a:lvl6pPr algn="ctr">
              <a:defRPr sz="1425" b="1">
                <a:solidFill>
                  <a:srgbClr val="166B68"/>
                </a:solidFill>
                <a:latin typeface="Yu Gothic"/>
                <a:ea typeface="Yu Gothic"/>
                <a:cs typeface="Yu Gothic"/>
              </a:defRPr>
            </a:lvl6pPr>
            <a:lvl7pPr algn="ctr">
              <a:defRPr sz="1425" b="1">
                <a:solidFill>
                  <a:srgbClr val="166B68"/>
                </a:solidFill>
                <a:latin typeface="Yu Gothic"/>
                <a:ea typeface="Yu Gothic"/>
                <a:cs typeface="Yu Gothic"/>
              </a:defRPr>
            </a:lvl7pPr>
            <a:lvl8pPr algn="ctr">
              <a:defRPr sz="1425" b="1">
                <a:solidFill>
                  <a:srgbClr val="166B68"/>
                </a:solidFill>
                <a:latin typeface="Yu Gothic"/>
                <a:ea typeface="Yu Gothic"/>
                <a:cs typeface="Yu Gothic"/>
              </a:defRPr>
            </a:lvl8pPr>
            <a:lvl9pPr algn="ctr">
              <a:defRPr sz="1425" b="1">
                <a:solidFill>
                  <a:srgbClr val="166B68"/>
                </a:solidFill>
                <a:latin typeface="Yu Gothic"/>
                <a:ea typeface="Yu Gothic"/>
                <a:cs typeface="Yu Gothic"/>
              </a:defRPr>
            </a:lvl9pPr>
          </a:lstStyle>
          <a:p xmlns:a="http://schemas.openxmlformats.org/drawingml/2006/main">
            <a:pPr algn="ctr">
              <a:defRPr sz="1425" b="1">
                <a:solidFill>
                  <a:srgbClr val="166B68"/>
                </a:solidFill>
                <a:latin typeface="Yu Gothic"/>
                <a:ea typeface="Yu Gothic"/>
                <a:cs typeface="Yu Gothic"/>
              </a:defRPr>
            </a:pPr>
            <a:r>
              <a:rPr sz="1425" b="1">
                <a:solidFill>
                  <a:srgbClr val="166B68"/>
                </a:solidFill>
                <a:latin typeface="Yu Gothic"/>
                <a:ea typeface="Yu Gothic"/>
                <a:cs typeface="Yu Gothic"/>
              </a:rPr>
              <a:t>●</a:t>
            </a:r>
          </a:p>
        </p:txBody>
      </p:sp>
      <p:sp>
        <p:nvSpPr>
          <p:cNvPr id="9" name="">
            <a:extLst xmlns:a="http://schemas.openxmlformats.org/drawingml/2006/main">
              <a:ext uri="{FF2B5EF4-FFF2-40B4-BE49-F238E27FC236}">
                <a16:creationId xmlns:a16="http://schemas.microsoft.com/office/drawing/2014/main" id="{9C33FAFF-C2F4-4BBD-83F0-3C01443BBF18}"/>
              </a:ext>
            </a:extLst>
          </p:cNvPr>
          <p:cNvSpPr>
            <a:spLocks xmlns:a="http://schemas.openxmlformats.org/drawingml/2006/main" noGrp="1"/>
          </p:cNvSpPr>
          <p:nvPr/>
        </p:nvSpPr>
        <p:spPr>
          <a:xfrm xmlns:a="http://schemas.openxmlformats.org/drawingml/2006/main">
            <a:off x="1143000" y="2286000"/>
            <a:ext cx="4819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20° ＋ 360° − 350°</a:t>
            </a:r>
          </a:p>
        </p:txBody>
      </p:sp>
      <p:sp>
        <p:nvSpPr>
          <p:cNvPr id="10" name="">
            <a:extLst xmlns:a="http://schemas.openxmlformats.org/drawingml/2006/main">
              <a:ext uri="{FF2B5EF4-FFF2-40B4-BE49-F238E27FC236}">
                <a16:creationId xmlns:a16="http://schemas.microsoft.com/office/drawing/2014/main" id="{68D414B2-13BA-43A9-A72A-E022C93ED440}"/>
              </a:ext>
            </a:extLst>
          </p:cNvPr>
          <p:cNvSpPr>
            <a:spLocks xmlns:a="http://schemas.openxmlformats.org/drawingml/2006/main" noGrp="1"/>
          </p:cNvSpPr>
          <p:nvPr/>
        </p:nvSpPr>
        <p:spPr>
          <a:xfrm xmlns:a="http://schemas.openxmlformats.org/drawingml/2006/main">
            <a:off x="781050" y="5219700"/>
            <a:ext cx="519112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625" b="1">
                <a:solidFill>
                  <a:srgbClr val="166B68"/>
                </a:solidFill>
                <a:latin typeface="Yu Gothic"/>
                <a:ea typeface="Yu Gothic"/>
                <a:cs typeface="Yu Gothic"/>
              </a:defRPr>
            </a:defPPr>
            <a:lvl1pPr algn="l">
              <a:defRPr sz="2625" b="1">
                <a:solidFill>
                  <a:srgbClr val="166B68"/>
                </a:solidFill>
                <a:latin typeface="Yu Gothic"/>
                <a:ea typeface="Yu Gothic"/>
                <a:cs typeface="Yu Gothic"/>
              </a:defRPr>
            </a:lvl1pPr>
            <a:lvl2pPr algn="l">
              <a:defRPr sz="2625" b="1">
                <a:solidFill>
                  <a:srgbClr val="166B68"/>
                </a:solidFill>
                <a:latin typeface="Yu Gothic"/>
                <a:ea typeface="Yu Gothic"/>
                <a:cs typeface="Yu Gothic"/>
              </a:defRPr>
            </a:lvl2pPr>
            <a:lvl3pPr algn="l">
              <a:defRPr sz="2625" b="1">
                <a:solidFill>
                  <a:srgbClr val="166B68"/>
                </a:solidFill>
                <a:latin typeface="Yu Gothic"/>
                <a:ea typeface="Yu Gothic"/>
                <a:cs typeface="Yu Gothic"/>
              </a:defRPr>
            </a:lvl3pPr>
            <a:lvl4pPr algn="l">
              <a:defRPr sz="2625" b="1">
                <a:solidFill>
                  <a:srgbClr val="166B68"/>
                </a:solidFill>
                <a:latin typeface="Yu Gothic"/>
                <a:ea typeface="Yu Gothic"/>
                <a:cs typeface="Yu Gothic"/>
              </a:defRPr>
            </a:lvl4pPr>
            <a:lvl5pPr algn="l">
              <a:defRPr sz="2625" b="1">
                <a:solidFill>
                  <a:srgbClr val="166B68"/>
                </a:solidFill>
                <a:latin typeface="Yu Gothic"/>
                <a:ea typeface="Yu Gothic"/>
                <a:cs typeface="Yu Gothic"/>
              </a:defRPr>
            </a:lvl5pPr>
            <a:lvl6pPr algn="l">
              <a:defRPr sz="2625" b="1">
                <a:solidFill>
                  <a:srgbClr val="166B68"/>
                </a:solidFill>
                <a:latin typeface="Yu Gothic"/>
                <a:ea typeface="Yu Gothic"/>
                <a:cs typeface="Yu Gothic"/>
              </a:defRPr>
            </a:lvl6pPr>
            <a:lvl7pPr algn="l">
              <a:defRPr sz="2625" b="1">
                <a:solidFill>
                  <a:srgbClr val="166B68"/>
                </a:solidFill>
                <a:latin typeface="Yu Gothic"/>
                <a:ea typeface="Yu Gothic"/>
                <a:cs typeface="Yu Gothic"/>
              </a:defRPr>
            </a:lvl7pPr>
            <a:lvl8pPr algn="l">
              <a:defRPr sz="2625" b="1">
                <a:solidFill>
                  <a:srgbClr val="166B68"/>
                </a:solidFill>
                <a:latin typeface="Yu Gothic"/>
                <a:ea typeface="Yu Gothic"/>
                <a:cs typeface="Yu Gothic"/>
              </a:defRPr>
            </a:lvl8pPr>
            <a:lvl9pPr algn="l">
              <a:defRPr sz="2625" b="1">
                <a:solidFill>
                  <a:srgbClr val="166B68"/>
                </a:solidFill>
                <a:latin typeface="Yu Gothic"/>
                <a:ea typeface="Yu Gothic"/>
                <a:cs typeface="Yu Gothic"/>
              </a:defRPr>
            </a:lvl9pPr>
          </a:lstStyle>
          <a:p xmlns:a="http://schemas.openxmlformats.org/drawingml/2006/main">
            <a:pPr algn="l">
              <a:defRPr sz="2625" b="1">
                <a:solidFill>
                  <a:srgbClr val="166B68"/>
                </a:solidFill>
                <a:latin typeface="Yu Gothic"/>
                <a:ea typeface="Yu Gothic"/>
                <a:cs typeface="Yu Gothic"/>
              </a:defRPr>
            </a:pPr>
            <a:r>
              <a:rPr sz="2625" b="1">
                <a:solidFill>
                  <a:srgbClr val="166B68"/>
                </a:solidFill>
                <a:latin typeface="Yu Gothic"/>
                <a:ea typeface="Yu Gothic"/>
                <a:cs typeface="Yu Gothic"/>
              </a:rPr>
              <a:t>30°</a:t>
            </a:r>
          </a:p>
        </p:txBody>
      </p:sp>
      <p:sp>
        <p:nvSpPr>
          <p:cNvPr id="11" name="">
            <a:extLst xmlns:a="http://schemas.openxmlformats.org/drawingml/2006/main">
              <a:ext uri="{FF2B5EF4-FFF2-40B4-BE49-F238E27FC236}">
                <a16:creationId xmlns:a16="http://schemas.microsoft.com/office/drawing/2014/main" id="{F8335556-88C2-4A0C-947E-DC8A2752FD58}"/>
              </a:ext>
            </a:extLst>
          </p:cNvPr>
          <p:cNvSpPr>
            <a:spLocks xmlns:a="http://schemas.openxmlformats.org/drawingml/2006/main" noGrp="1"/>
          </p:cNvSpPr>
          <p:nvPr/>
        </p:nvSpPr>
        <p:spPr>
          <a:xfrm xmlns:a="http://schemas.openxmlformats.org/drawingml/2006/main">
            <a:off x="7524750" y="2676525"/>
            <a:ext cx="2476500" cy="2476500"/>
          </a:xfrm>
          <a:prstGeom xmlns:a="http://schemas.openxmlformats.org/drawingml/2006/main" prst="ellipse">
            <a:avLst/>
          </a:prstGeom>
          <a:noFill xmlns:a="http://schemas.openxmlformats.org/drawingml/2006/main"/>
          <a:ln xmlns:a="http://schemas.openxmlformats.org/drawingml/2006/main" w="28575">
            <a:solidFill>
              <a:srgbClr val="CFD9DD"/>
            </a:solidFill>
            <a:prstDash val="solid"/>
          </a:ln>
        </p:spPr>
      </p:sp>
      <p:sp>
        <p:nvSpPr>
          <p:cNvPr id="12" name="">
            <a:extLst xmlns:a="http://schemas.openxmlformats.org/drawingml/2006/main">
              <a:ext uri="{FF2B5EF4-FFF2-40B4-BE49-F238E27FC236}">
                <a16:creationId xmlns:a16="http://schemas.microsoft.com/office/drawing/2014/main" id="{773FD123-3A7D-4B80-B1E4-20FE204BB331}"/>
              </a:ext>
            </a:extLst>
          </p:cNvPr>
          <p:cNvSpPr>
            <a:spLocks xmlns:a="http://schemas.openxmlformats.org/drawingml/2006/main" noGrp="1"/>
          </p:cNvSpPr>
          <p:nvPr/>
        </p:nvSpPr>
        <p:spPr>
          <a:xfrm xmlns:a="http://schemas.openxmlformats.org/drawingml/2006/main">
            <a:off x="8547980" y="2695337"/>
            <a:ext cx="215020" cy="1219438"/>
          </a:xfrm>
          <a:custGeom xmlns:a="http://schemas.openxmlformats.org/drawingml/2006/main">
            <a:pathLst>
              <a:path w="215020" h="1219438">
                <a:moveTo>
                  <a:pt x="215020" y="1219438"/>
                </a:moveTo>
                <a:lnTo>
                  <a:pt x="0" y="0"/>
                </a:lnTo>
              </a:path>
            </a:pathLst>
          </a:custGeom>
          <a:noFill xmlns:a="http://schemas.openxmlformats.org/drawingml/2006/main"/>
          <a:ln xmlns:a="http://schemas.openxmlformats.org/drawingml/2006/main" w="28575">
            <a:solidFill>
              <a:srgbClr val="182B33"/>
            </a:solidFill>
            <a:prstDash val="solid"/>
          </a:ln>
        </p:spPr>
      </p:sp>
      <p:sp>
        <p:nvSpPr>
          <p:cNvPr id="13" name="">
            <a:extLst xmlns:a="http://schemas.openxmlformats.org/drawingml/2006/main">
              <a:ext uri="{FF2B5EF4-FFF2-40B4-BE49-F238E27FC236}">
                <a16:creationId xmlns:a16="http://schemas.microsoft.com/office/drawing/2014/main" id="{6FDB2CD0-90FE-4CDF-A7D6-E5F4719F37F6}"/>
              </a:ext>
            </a:extLst>
          </p:cNvPr>
          <p:cNvSpPr>
            <a:spLocks xmlns:a="http://schemas.openxmlformats.org/drawingml/2006/main" noGrp="1"/>
          </p:cNvSpPr>
          <p:nvPr/>
        </p:nvSpPr>
        <p:spPr>
          <a:xfrm xmlns:a="http://schemas.openxmlformats.org/drawingml/2006/main">
            <a:off x="8763000" y="2751201"/>
            <a:ext cx="423506" cy="1163574"/>
          </a:xfrm>
          <a:custGeom xmlns:a="http://schemas.openxmlformats.org/drawingml/2006/main">
            <a:pathLst>
              <a:path w="423506" h="1163574">
                <a:moveTo>
                  <a:pt x="0" y="1163574"/>
                </a:moveTo>
                <a:lnTo>
                  <a:pt x="423506" y="0"/>
                </a:lnTo>
              </a:path>
            </a:pathLst>
          </a:custGeom>
          <a:noFill xmlns:a="http://schemas.openxmlformats.org/drawingml/2006/main"/>
          <a:ln xmlns:a="http://schemas.openxmlformats.org/drawingml/2006/main" w="28575">
            <a:solidFill>
              <a:srgbClr val="182B33"/>
            </a:solidFill>
            <a:prstDash val="solid"/>
          </a:ln>
        </p:spPr>
      </p:sp>
      <p:sp>
        <p:nvSpPr>
          <p:cNvPr id="14" name="">
            <a:extLst xmlns:a="http://schemas.openxmlformats.org/drawingml/2006/main">
              <a:ext uri="{FF2B5EF4-FFF2-40B4-BE49-F238E27FC236}">
                <a16:creationId xmlns:a16="http://schemas.microsoft.com/office/drawing/2014/main" id="{A1E90086-BE8E-4252-9C2F-EF0DA4DB4122}"/>
              </a:ext>
            </a:extLst>
          </p:cNvPr>
          <p:cNvSpPr>
            <a:spLocks xmlns:a="http://schemas.openxmlformats.org/drawingml/2006/main" noGrp="1"/>
          </p:cNvSpPr>
          <p:nvPr/>
        </p:nvSpPr>
        <p:spPr>
          <a:xfrm xmlns:a="http://schemas.openxmlformats.org/drawingml/2006/main">
            <a:off x="8629688" y="3147177"/>
            <a:ext cx="395886" cy="46182"/>
          </a:xfrm>
          <a:custGeom xmlns:a="http://schemas.openxmlformats.org/drawingml/2006/main">
            <a:pathLst>
              <a:path w="395886" h="46182">
                <a:moveTo>
                  <a:pt x="0" y="11546"/>
                </a:moveTo>
                <a:lnTo>
                  <a:pt x="39751" y="5606"/>
                </a:lnTo>
                <a:lnTo>
                  <a:pt x="79759" y="1753"/>
                </a:lnTo>
                <a:lnTo>
                  <a:pt x="119914" y="0"/>
                </a:lnTo>
                <a:lnTo>
                  <a:pt x="160105" y="351"/>
                </a:lnTo>
                <a:lnTo>
                  <a:pt x="200223" y="2804"/>
                </a:lnTo>
                <a:lnTo>
                  <a:pt x="240158" y="7354"/>
                </a:lnTo>
                <a:lnTo>
                  <a:pt x="279799" y="13988"/>
                </a:lnTo>
                <a:lnTo>
                  <a:pt x="319039" y="22687"/>
                </a:lnTo>
                <a:lnTo>
                  <a:pt x="357770" y="33429"/>
                </a:lnTo>
                <a:lnTo>
                  <a:pt x="395886" y="46182"/>
                </a:lnTo>
              </a:path>
            </a:pathLst>
          </a:custGeom>
          <a:noFill xmlns:a="http://schemas.openxmlformats.org/drawingml/2006/main"/>
          <a:ln xmlns:a="http://schemas.openxmlformats.org/drawingml/2006/main" w="47625">
            <a:solidFill>
              <a:srgbClr val="166B68"/>
            </a:solidFill>
            <a:prstDash val="solid"/>
          </a:ln>
        </p:spPr>
      </p:sp>
      <p:sp>
        <p:nvSpPr>
          <p:cNvPr id="15" name="">
            <a:extLst xmlns:a="http://schemas.openxmlformats.org/drawingml/2006/main">
              <a:ext uri="{FF2B5EF4-FFF2-40B4-BE49-F238E27FC236}">
                <a16:creationId xmlns:a16="http://schemas.microsoft.com/office/drawing/2014/main" id="{19D776E9-C281-446A-8579-4C6CDFC4329E}"/>
              </a:ext>
            </a:extLst>
          </p:cNvPr>
          <p:cNvSpPr>
            <a:spLocks xmlns:a="http://schemas.openxmlformats.org/drawingml/2006/main" noGrp="1"/>
          </p:cNvSpPr>
          <p:nvPr/>
        </p:nvSpPr>
        <p:spPr>
          <a:xfrm xmlns:a="http://schemas.openxmlformats.org/drawingml/2006/main">
            <a:off x="8490830" y="2638187"/>
            <a:ext cx="114300" cy="114300"/>
          </a:xfrm>
          <a:prstGeom xmlns:a="http://schemas.openxmlformats.org/drawingml/2006/main" prst="ellipse">
            <a:avLst/>
          </a:prstGeom>
          <a:solidFill xmlns:a="http://schemas.openxmlformats.org/drawingml/2006/main">
            <a:srgbClr val="166B68"/>
          </a:solidFill>
          <a:ln xmlns:a="http://schemas.openxmlformats.org/drawingml/2006/main" w="9525">
            <a:solidFill>
              <a:srgbClr val="166B68"/>
            </a:solidFill>
          </a:ln>
        </p:spPr>
      </p:sp>
      <p:sp>
        <p:nvSpPr>
          <p:cNvPr id="16" name="">
            <a:extLst xmlns:a="http://schemas.openxmlformats.org/drawingml/2006/main">
              <a:ext uri="{FF2B5EF4-FFF2-40B4-BE49-F238E27FC236}">
                <a16:creationId xmlns:a16="http://schemas.microsoft.com/office/drawing/2014/main" id="{E62AC9EE-7054-4582-9E0F-4C78A5772C3F}"/>
              </a:ext>
            </a:extLst>
          </p:cNvPr>
          <p:cNvSpPr>
            <a:spLocks xmlns:a="http://schemas.openxmlformats.org/drawingml/2006/main" noGrp="1"/>
          </p:cNvSpPr>
          <p:nvPr/>
        </p:nvSpPr>
        <p:spPr>
          <a:xfrm xmlns:a="http://schemas.openxmlformats.org/drawingml/2006/main">
            <a:off x="7814555" y="2619137"/>
            <a:ext cx="7048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182B33"/>
                </a:solidFill>
                <a:latin typeface="Yu Gothic"/>
                <a:ea typeface="Yu Gothic"/>
                <a:cs typeface="Yu Gothic"/>
              </a:defRPr>
            </a:defPPr>
            <a:lvl1pPr algn="l">
              <a:defRPr sz="1650" b="1">
                <a:solidFill>
                  <a:srgbClr val="182B33"/>
                </a:solidFill>
                <a:latin typeface="Yu Gothic"/>
                <a:ea typeface="Yu Gothic"/>
                <a:cs typeface="Yu Gothic"/>
              </a:defRPr>
            </a:lvl1pPr>
            <a:lvl2pPr algn="l">
              <a:defRPr sz="1650" b="1">
                <a:solidFill>
                  <a:srgbClr val="182B33"/>
                </a:solidFill>
                <a:latin typeface="Yu Gothic"/>
                <a:ea typeface="Yu Gothic"/>
                <a:cs typeface="Yu Gothic"/>
              </a:defRPr>
            </a:lvl2pPr>
            <a:lvl3pPr algn="l">
              <a:defRPr sz="1650" b="1">
                <a:solidFill>
                  <a:srgbClr val="182B33"/>
                </a:solidFill>
                <a:latin typeface="Yu Gothic"/>
                <a:ea typeface="Yu Gothic"/>
                <a:cs typeface="Yu Gothic"/>
              </a:defRPr>
            </a:lvl3pPr>
            <a:lvl4pPr algn="l">
              <a:defRPr sz="1650" b="1">
                <a:solidFill>
                  <a:srgbClr val="182B33"/>
                </a:solidFill>
                <a:latin typeface="Yu Gothic"/>
                <a:ea typeface="Yu Gothic"/>
                <a:cs typeface="Yu Gothic"/>
              </a:defRPr>
            </a:lvl4pPr>
            <a:lvl5pPr algn="l">
              <a:defRPr sz="1650" b="1">
                <a:solidFill>
                  <a:srgbClr val="182B33"/>
                </a:solidFill>
                <a:latin typeface="Yu Gothic"/>
                <a:ea typeface="Yu Gothic"/>
                <a:cs typeface="Yu Gothic"/>
              </a:defRPr>
            </a:lvl5pPr>
            <a:lvl6pPr algn="l">
              <a:defRPr sz="1650" b="1">
                <a:solidFill>
                  <a:srgbClr val="182B33"/>
                </a:solidFill>
                <a:latin typeface="Yu Gothic"/>
                <a:ea typeface="Yu Gothic"/>
                <a:cs typeface="Yu Gothic"/>
              </a:defRPr>
            </a:lvl6pPr>
            <a:lvl7pPr algn="l">
              <a:defRPr sz="1650" b="1">
                <a:solidFill>
                  <a:srgbClr val="182B33"/>
                </a:solidFill>
                <a:latin typeface="Yu Gothic"/>
                <a:ea typeface="Yu Gothic"/>
                <a:cs typeface="Yu Gothic"/>
              </a:defRPr>
            </a:lvl7pPr>
            <a:lvl8pPr algn="l">
              <a:defRPr sz="1650" b="1">
                <a:solidFill>
                  <a:srgbClr val="182B33"/>
                </a:solidFill>
                <a:latin typeface="Yu Gothic"/>
                <a:ea typeface="Yu Gothic"/>
                <a:cs typeface="Yu Gothic"/>
              </a:defRPr>
            </a:lvl8pPr>
            <a:lvl9pPr algn="l">
              <a:defRPr sz="1650" b="1">
                <a:solidFill>
                  <a:srgbClr val="182B33"/>
                </a:solidFill>
                <a:latin typeface="Yu Gothic"/>
                <a:ea typeface="Yu Gothic"/>
                <a:cs typeface="Yu Gothic"/>
              </a:defRPr>
            </a:lvl9pPr>
          </a:lstStyle>
          <a:p xmlns:a="http://schemas.openxmlformats.org/drawingml/2006/main">
            <a:pPr algn="l">
              <a:defRPr sz="1650" b="1">
                <a:solidFill>
                  <a:srgbClr val="182B33"/>
                </a:solidFill>
                <a:latin typeface="Yu Gothic"/>
                <a:ea typeface="Yu Gothic"/>
                <a:cs typeface="Yu Gothic"/>
              </a:defRPr>
            </a:pPr>
            <a:r>
              <a:rPr sz="1650" b="1">
                <a:solidFill>
                  <a:srgbClr val="182B33"/>
                </a:solidFill>
                <a:latin typeface="Yu Gothic"/>
                <a:ea typeface="Yu Gothic"/>
                <a:cs typeface="Yu Gothic"/>
              </a:rPr>
              <a:t>350°</a:t>
            </a:r>
          </a:p>
        </p:txBody>
      </p:sp>
      <p:sp>
        <p:nvSpPr>
          <p:cNvPr id="17" name="">
            <a:extLst xmlns:a="http://schemas.openxmlformats.org/drawingml/2006/main">
              <a:ext uri="{FF2B5EF4-FFF2-40B4-BE49-F238E27FC236}">
                <a16:creationId xmlns:a16="http://schemas.microsoft.com/office/drawing/2014/main" id="{74A372EC-4A93-43D9-A252-EBC325774A8E}"/>
              </a:ext>
            </a:extLst>
          </p:cNvPr>
          <p:cNvSpPr>
            <a:spLocks xmlns:a="http://schemas.openxmlformats.org/drawingml/2006/main" noGrp="1"/>
          </p:cNvSpPr>
          <p:nvPr/>
        </p:nvSpPr>
        <p:spPr>
          <a:xfrm xmlns:a="http://schemas.openxmlformats.org/drawingml/2006/main">
            <a:off x="9129356" y="2694051"/>
            <a:ext cx="114300" cy="114300"/>
          </a:xfrm>
          <a:prstGeom xmlns:a="http://schemas.openxmlformats.org/drawingml/2006/main" prst="ellipse">
            <a:avLst/>
          </a:prstGeom>
          <a:solidFill xmlns:a="http://schemas.openxmlformats.org/drawingml/2006/main">
            <a:srgbClr val="166B68"/>
          </a:solidFill>
          <a:ln xmlns:a="http://schemas.openxmlformats.org/drawingml/2006/main" w="9525">
            <a:solidFill>
              <a:srgbClr val="166B68"/>
            </a:solidFill>
          </a:ln>
        </p:spPr>
      </p:sp>
      <p:sp>
        <p:nvSpPr>
          <p:cNvPr id="18" name="">
            <a:extLst xmlns:a="http://schemas.openxmlformats.org/drawingml/2006/main">
              <a:ext uri="{FF2B5EF4-FFF2-40B4-BE49-F238E27FC236}">
                <a16:creationId xmlns:a16="http://schemas.microsoft.com/office/drawing/2014/main" id="{87B72F64-54A6-4505-AD7F-42E6EB246335}"/>
              </a:ext>
            </a:extLst>
          </p:cNvPr>
          <p:cNvSpPr>
            <a:spLocks xmlns:a="http://schemas.openxmlformats.org/drawingml/2006/main" noGrp="1"/>
          </p:cNvSpPr>
          <p:nvPr/>
        </p:nvSpPr>
        <p:spPr>
          <a:xfrm xmlns:a="http://schemas.openxmlformats.org/drawingml/2006/main">
            <a:off x="9272231" y="2655951"/>
            <a:ext cx="7048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182B33"/>
                </a:solidFill>
                <a:latin typeface="Yu Gothic"/>
                <a:ea typeface="Yu Gothic"/>
                <a:cs typeface="Yu Gothic"/>
              </a:defRPr>
            </a:defPPr>
            <a:lvl1pPr algn="l">
              <a:defRPr sz="1650" b="1">
                <a:solidFill>
                  <a:srgbClr val="182B33"/>
                </a:solidFill>
                <a:latin typeface="Yu Gothic"/>
                <a:ea typeface="Yu Gothic"/>
                <a:cs typeface="Yu Gothic"/>
              </a:defRPr>
            </a:lvl1pPr>
            <a:lvl2pPr algn="l">
              <a:defRPr sz="1650" b="1">
                <a:solidFill>
                  <a:srgbClr val="182B33"/>
                </a:solidFill>
                <a:latin typeface="Yu Gothic"/>
                <a:ea typeface="Yu Gothic"/>
                <a:cs typeface="Yu Gothic"/>
              </a:defRPr>
            </a:lvl2pPr>
            <a:lvl3pPr algn="l">
              <a:defRPr sz="1650" b="1">
                <a:solidFill>
                  <a:srgbClr val="182B33"/>
                </a:solidFill>
                <a:latin typeface="Yu Gothic"/>
                <a:ea typeface="Yu Gothic"/>
                <a:cs typeface="Yu Gothic"/>
              </a:defRPr>
            </a:lvl3pPr>
            <a:lvl4pPr algn="l">
              <a:defRPr sz="1650" b="1">
                <a:solidFill>
                  <a:srgbClr val="182B33"/>
                </a:solidFill>
                <a:latin typeface="Yu Gothic"/>
                <a:ea typeface="Yu Gothic"/>
                <a:cs typeface="Yu Gothic"/>
              </a:defRPr>
            </a:lvl4pPr>
            <a:lvl5pPr algn="l">
              <a:defRPr sz="1650" b="1">
                <a:solidFill>
                  <a:srgbClr val="182B33"/>
                </a:solidFill>
                <a:latin typeface="Yu Gothic"/>
                <a:ea typeface="Yu Gothic"/>
                <a:cs typeface="Yu Gothic"/>
              </a:defRPr>
            </a:lvl5pPr>
            <a:lvl6pPr algn="l">
              <a:defRPr sz="1650" b="1">
                <a:solidFill>
                  <a:srgbClr val="182B33"/>
                </a:solidFill>
                <a:latin typeface="Yu Gothic"/>
                <a:ea typeface="Yu Gothic"/>
                <a:cs typeface="Yu Gothic"/>
              </a:defRPr>
            </a:lvl6pPr>
            <a:lvl7pPr algn="l">
              <a:defRPr sz="1650" b="1">
                <a:solidFill>
                  <a:srgbClr val="182B33"/>
                </a:solidFill>
                <a:latin typeface="Yu Gothic"/>
                <a:ea typeface="Yu Gothic"/>
                <a:cs typeface="Yu Gothic"/>
              </a:defRPr>
            </a:lvl7pPr>
            <a:lvl8pPr algn="l">
              <a:defRPr sz="1650" b="1">
                <a:solidFill>
                  <a:srgbClr val="182B33"/>
                </a:solidFill>
                <a:latin typeface="Yu Gothic"/>
                <a:ea typeface="Yu Gothic"/>
                <a:cs typeface="Yu Gothic"/>
              </a:defRPr>
            </a:lvl8pPr>
            <a:lvl9pPr algn="l">
              <a:defRPr sz="1650" b="1">
                <a:solidFill>
                  <a:srgbClr val="182B33"/>
                </a:solidFill>
                <a:latin typeface="Yu Gothic"/>
                <a:ea typeface="Yu Gothic"/>
                <a:cs typeface="Yu Gothic"/>
              </a:defRPr>
            </a:lvl9pPr>
          </a:lstStyle>
          <a:p xmlns:a="http://schemas.openxmlformats.org/drawingml/2006/main">
            <a:pPr algn="l">
              <a:defRPr sz="1650" b="1">
                <a:solidFill>
                  <a:srgbClr val="182B33"/>
                </a:solidFill>
                <a:latin typeface="Yu Gothic"/>
                <a:ea typeface="Yu Gothic"/>
                <a:cs typeface="Yu Gothic"/>
              </a:defRPr>
            </a:pPr>
            <a:r>
              <a:rPr sz="1650" b="1">
                <a:solidFill>
                  <a:srgbClr val="182B33"/>
                </a:solidFill>
                <a:latin typeface="Yu Gothic"/>
                <a:ea typeface="Yu Gothic"/>
                <a:cs typeface="Yu Gothic"/>
              </a:rPr>
              <a:t>20°</a:t>
            </a:r>
          </a:p>
        </p:txBody>
      </p:sp>
      <p:sp>
        <p:nvSpPr>
          <p:cNvPr id="19" name="">
            <a:extLst xmlns:a="http://schemas.openxmlformats.org/drawingml/2006/main">
              <a:ext uri="{FF2B5EF4-FFF2-40B4-BE49-F238E27FC236}">
                <a16:creationId xmlns:a16="http://schemas.microsoft.com/office/drawing/2014/main" id="{698B5660-B647-440B-B49B-1A0332A1D32F}"/>
              </a:ext>
            </a:extLst>
          </p:cNvPr>
          <p:cNvSpPr>
            <a:spLocks xmlns:a="http://schemas.openxmlformats.org/drawingml/2006/main" noGrp="1"/>
          </p:cNvSpPr>
          <p:nvPr/>
        </p:nvSpPr>
        <p:spPr>
          <a:xfrm xmlns:a="http://schemas.openxmlformats.org/drawingml/2006/main">
            <a:off x="8210550" y="1714500"/>
            <a:ext cx="11049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1">
                <a:solidFill>
                  <a:srgbClr val="52616A"/>
                </a:solidFill>
                <a:latin typeface="Yu Gothic"/>
                <a:ea typeface="Yu Gothic"/>
                <a:cs typeface="Yu Gothic"/>
              </a:defRPr>
            </a:defPPr>
            <a:lvl1pPr algn="ctr">
              <a:defRPr sz="1650" b="1">
                <a:solidFill>
                  <a:srgbClr val="52616A"/>
                </a:solidFill>
                <a:latin typeface="Yu Gothic"/>
                <a:ea typeface="Yu Gothic"/>
                <a:cs typeface="Yu Gothic"/>
              </a:defRPr>
            </a:lvl1pPr>
            <a:lvl2pPr algn="ctr">
              <a:defRPr sz="1650" b="1">
                <a:solidFill>
                  <a:srgbClr val="52616A"/>
                </a:solidFill>
                <a:latin typeface="Yu Gothic"/>
                <a:ea typeface="Yu Gothic"/>
                <a:cs typeface="Yu Gothic"/>
              </a:defRPr>
            </a:lvl2pPr>
            <a:lvl3pPr algn="ctr">
              <a:defRPr sz="1650" b="1">
                <a:solidFill>
                  <a:srgbClr val="52616A"/>
                </a:solidFill>
                <a:latin typeface="Yu Gothic"/>
                <a:ea typeface="Yu Gothic"/>
                <a:cs typeface="Yu Gothic"/>
              </a:defRPr>
            </a:lvl3pPr>
            <a:lvl4pPr algn="ctr">
              <a:defRPr sz="1650" b="1">
                <a:solidFill>
                  <a:srgbClr val="52616A"/>
                </a:solidFill>
                <a:latin typeface="Yu Gothic"/>
                <a:ea typeface="Yu Gothic"/>
                <a:cs typeface="Yu Gothic"/>
              </a:defRPr>
            </a:lvl4pPr>
            <a:lvl5pPr algn="ctr">
              <a:defRPr sz="1650" b="1">
                <a:solidFill>
                  <a:srgbClr val="52616A"/>
                </a:solidFill>
                <a:latin typeface="Yu Gothic"/>
                <a:ea typeface="Yu Gothic"/>
                <a:cs typeface="Yu Gothic"/>
              </a:defRPr>
            </a:lvl5pPr>
            <a:lvl6pPr algn="ctr">
              <a:defRPr sz="1650" b="1">
                <a:solidFill>
                  <a:srgbClr val="52616A"/>
                </a:solidFill>
                <a:latin typeface="Yu Gothic"/>
                <a:ea typeface="Yu Gothic"/>
                <a:cs typeface="Yu Gothic"/>
              </a:defRPr>
            </a:lvl6pPr>
            <a:lvl7pPr algn="ctr">
              <a:defRPr sz="1650" b="1">
                <a:solidFill>
                  <a:srgbClr val="52616A"/>
                </a:solidFill>
                <a:latin typeface="Yu Gothic"/>
                <a:ea typeface="Yu Gothic"/>
                <a:cs typeface="Yu Gothic"/>
              </a:defRPr>
            </a:lvl7pPr>
            <a:lvl8pPr algn="ctr">
              <a:defRPr sz="1650" b="1">
                <a:solidFill>
                  <a:srgbClr val="52616A"/>
                </a:solidFill>
                <a:latin typeface="Yu Gothic"/>
                <a:ea typeface="Yu Gothic"/>
                <a:cs typeface="Yu Gothic"/>
              </a:defRPr>
            </a:lvl8pPr>
            <a:lvl9pPr algn="ctr">
              <a:defRPr sz="1650" b="1">
                <a:solidFill>
                  <a:srgbClr val="52616A"/>
                </a:solidFill>
                <a:latin typeface="Yu Gothic"/>
                <a:ea typeface="Yu Gothic"/>
                <a:cs typeface="Yu Gothic"/>
              </a:defRPr>
            </a:lvl9pPr>
          </a:lstStyle>
          <a:p xmlns:a="http://schemas.openxmlformats.org/drawingml/2006/main">
            <a:pPr algn="ctr">
              <a:defRPr sz="1650" b="1">
                <a:solidFill>
                  <a:srgbClr val="52616A"/>
                </a:solidFill>
                <a:latin typeface="Yu Gothic"/>
                <a:ea typeface="Yu Gothic"/>
                <a:cs typeface="Yu Gothic"/>
              </a:defRPr>
            </a:pPr>
            <a:r>
              <a:rPr sz="1650" b="1">
                <a:solidFill>
                  <a:srgbClr val="52616A"/>
                </a:solidFill>
                <a:latin typeface="Yu Gothic"/>
                <a:ea typeface="Yu Gothic"/>
                <a:cs typeface="Yu Gothic"/>
              </a:rPr>
              <a:t>0° / 360°</a:t>
            </a:r>
          </a:p>
        </p:txBody>
      </p:sp>
      <p:sp>
        <p:nvSpPr>
          <p:cNvPr id="20" name="">
            <a:extLst xmlns:a="http://schemas.openxmlformats.org/drawingml/2006/main">
              <a:ext uri="{FF2B5EF4-FFF2-40B4-BE49-F238E27FC236}">
                <a16:creationId xmlns:a16="http://schemas.microsoft.com/office/drawing/2014/main" id="{85284305-FB1D-4AEE-AB31-274E617ED951}"/>
              </a:ext>
            </a:extLst>
          </p:cNvPr>
          <p:cNvSpPr>
            <a:spLocks xmlns:a="http://schemas.openxmlformats.org/drawingml/2006/main" noGrp="1"/>
          </p:cNvSpPr>
          <p:nvPr/>
        </p:nvSpPr>
        <p:spPr>
          <a:xfrm xmlns:a="http://schemas.openxmlformats.org/drawingml/2006/main">
            <a:off x="8429625" y="3023235"/>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1">
                <a:solidFill>
                  <a:srgbClr val="166B68"/>
                </a:solidFill>
                <a:latin typeface="Yu Gothic"/>
                <a:ea typeface="Yu Gothic"/>
                <a:cs typeface="Yu Gothic"/>
              </a:defRPr>
            </a:defPPr>
            <a:lvl1pPr algn="ctr">
              <a:defRPr sz="1650" b="1">
                <a:solidFill>
                  <a:srgbClr val="166B68"/>
                </a:solidFill>
                <a:latin typeface="Yu Gothic"/>
                <a:ea typeface="Yu Gothic"/>
                <a:cs typeface="Yu Gothic"/>
              </a:defRPr>
            </a:lvl1pPr>
            <a:lvl2pPr algn="ctr">
              <a:defRPr sz="1650" b="1">
                <a:solidFill>
                  <a:srgbClr val="166B68"/>
                </a:solidFill>
                <a:latin typeface="Yu Gothic"/>
                <a:ea typeface="Yu Gothic"/>
                <a:cs typeface="Yu Gothic"/>
              </a:defRPr>
            </a:lvl2pPr>
            <a:lvl3pPr algn="ctr">
              <a:defRPr sz="1650" b="1">
                <a:solidFill>
                  <a:srgbClr val="166B68"/>
                </a:solidFill>
                <a:latin typeface="Yu Gothic"/>
                <a:ea typeface="Yu Gothic"/>
                <a:cs typeface="Yu Gothic"/>
              </a:defRPr>
            </a:lvl3pPr>
            <a:lvl4pPr algn="ctr">
              <a:defRPr sz="1650" b="1">
                <a:solidFill>
                  <a:srgbClr val="166B68"/>
                </a:solidFill>
                <a:latin typeface="Yu Gothic"/>
                <a:ea typeface="Yu Gothic"/>
                <a:cs typeface="Yu Gothic"/>
              </a:defRPr>
            </a:lvl4pPr>
            <a:lvl5pPr algn="ctr">
              <a:defRPr sz="1650" b="1">
                <a:solidFill>
                  <a:srgbClr val="166B68"/>
                </a:solidFill>
                <a:latin typeface="Yu Gothic"/>
                <a:ea typeface="Yu Gothic"/>
                <a:cs typeface="Yu Gothic"/>
              </a:defRPr>
            </a:lvl5pPr>
            <a:lvl6pPr algn="ctr">
              <a:defRPr sz="1650" b="1">
                <a:solidFill>
                  <a:srgbClr val="166B68"/>
                </a:solidFill>
                <a:latin typeface="Yu Gothic"/>
                <a:ea typeface="Yu Gothic"/>
                <a:cs typeface="Yu Gothic"/>
              </a:defRPr>
            </a:lvl6pPr>
            <a:lvl7pPr algn="ctr">
              <a:defRPr sz="1650" b="1">
                <a:solidFill>
                  <a:srgbClr val="166B68"/>
                </a:solidFill>
                <a:latin typeface="Yu Gothic"/>
                <a:ea typeface="Yu Gothic"/>
                <a:cs typeface="Yu Gothic"/>
              </a:defRPr>
            </a:lvl7pPr>
            <a:lvl8pPr algn="ctr">
              <a:defRPr sz="1650" b="1">
                <a:solidFill>
                  <a:srgbClr val="166B68"/>
                </a:solidFill>
                <a:latin typeface="Yu Gothic"/>
                <a:ea typeface="Yu Gothic"/>
                <a:cs typeface="Yu Gothic"/>
              </a:defRPr>
            </a:lvl8pPr>
            <a:lvl9pPr algn="ctr">
              <a:defRPr sz="1650" b="1">
                <a:solidFill>
                  <a:srgbClr val="166B68"/>
                </a:solidFill>
                <a:latin typeface="Yu Gothic"/>
                <a:ea typeface="Yu Gothic"/>
                <a:cs typeface="Yu Gothic"/>
              </a:defRPr>
            </a:lvl9pPr>
          </a:lstStyle>
          <a:p xmlns:a="http://schemas.openxmlformats.org/drawingml/2006/main">
            <a:pPr algn="ctr">
              <a:defRPr sz="1650" b="1">
                <a:solidFill>
                  <a:srgbClr val="166B68"/>
                </a:solidFill>
                <a:latin typeface="Yu Gothic"/>
                <a:ea typeface="Yu Gothic"/>
                <a:cs typeface="Yu Gothic"/>
              </a:defRPr>
            </a:pPr>
            <a:r>
              <a:rPr sz="1650" b="1">
                <a:solidFill>
                  <a:srgbClr val="166B68"/>
                </a:solidFill>
                <a:latin typeface="Yu Gothic"/>
                <a:ea typeface="Yu Gothic"/>
                <a:cs typeface="Yu Gothic"/>
              </a:rPr>
              <a:t>30°</a:t>
            </a:r>
          </a:p>
        </p:txBody>
      </p:sp>
      <p:sp>
        <p:nvSpPr>
          <p:cNvPr id="21" name="">
            <a:extLst xmlns:a="http://schemas.openxmlformats.org/drawingml/2006/main">
              <a:ext uri="{FF2B5EF4-FFF2-40B4-BE49-F238E27FC236}">
                <a16:creationId xmlns:a16="http://schemas.microsoft.com/office/drawing/2014/main" id="{A39739A3-8DD4-497F-8167-B15825EC047B}"/>
              </a:ext>
            </a:extLst>
          </p:cNvPr>
          <p:cNvSpPr>
            <a:spLocks xmlns:a="http://schemas.openxmlformats.org/drawingml/2006/main" noGrp="1"/>
          </p:cNvSpPr>
          <p:nvPr/>
        </p:nvSpPr>
        <p:spPr>
          <a:xfrm xmlns:a="http://schemas.openxmlformats.org/drawingml/2006/main">
            <a:off x="8909217" y="3151008"/>
            <a:ext cx="116357" cy="42351"/>
          </a:xfrm>
          <a:custGeom xmlns:a="http://schemas.openxmlformats.org/drawingml/2006/main">
            <a:pathLst>
              <a:path w="116357" h="42351">
                <a:moveTo>
                  <a:pt x="0" y="0"/>
                </a:moveTo>
                <a:lnTo>
                  <a:pt x="116357" y="42351"/>
                </a:lnTo>
              </a:path>
            </a:pathLst>
          </a:custGeom>
          <a:noFill xmlns:a="http://schemas.openxmlformats.org/drawingml/2006/main"/>
          <a:ln xmlns:a="http://schemas.openxmlformats.org/drawingml/2006/main" w="28575">
            <a:solidFill>
              <a:srgbClr val="166B68"/>
            </a:solidFill>
            <a:prstDash val="solid"/>
          </a:ln>
        </p:spPr>
      </p:sp>
      <p:sp>
        <p:nvSpPr>
          <p:cNvPr id="22" name="">
            <a:extLst xmlns:a="http://schemas.openxmlformats.org/drawingml/2006/main">
              <a:ext uri="{FF2B5EF4-FFF2-40B4-BE49-F238E27FC236}">
                <a16:creationId xmlns:a16="http://schemas.microsoft.com/office/drawing/2014/main" id="{A9544197-128F-4F98-9FAB-2AAADCDAE1D6}"/>
              </a:ext>
            </a:extLst>
          </p:cNvPr>
          <p:cNvSpPr>
            <a:spLocks xmlns:a="http://schemas.openxmlformats.org/drawingml/2006/main" noGrp="1"/>
          </p:cNvSpPr>
          <p:nvPr/>
        </p:nvSpPr>
        <p:spPr>
          <a:xfrm xmlns:a="http://schemas.openxmlformats.org/drawingml/2006/main">
            <a:off x="8932240" y="3118802"/>
            <a:ext cx="93334" cy="93567"/>
          </a:xfrm>
          <a:custGeom xmlns:a="http://schemas.openxmlformats.org/drawingml/2006/main">
            <a:pathLst>
              <a:path w="93334" h="93567">
                <a:moveTo>
                  <a:pt x="0" y="93567"/>
                </a:moveTo>
                <a:lnTo>
                  <a:pt x="93334" y="74557"/>
                </a:lnTo>
                <a:lnTo>
                  <a:pt x="34056" y="0"/>
                </a:lnTo>
              </a:path>
            </a:pathLst>
          </a:custGeom>
          <a:noFill xmlns:a="http://schemas.openxmlformats.org/drawingml/2006/main"/>
          <a:ln xmlns:a="http://schemas.openxmlformats.org/drawingml/2006/main" w="28575">
            <a:solidFill>
              <a:srgbClr val="166B68"/>
            </a:solidFill>
            <a:prstDash val="solid"/>
          </a:ln>
        </p:spPr>
      </p:sp>
    </p:spTree>
    <p:extLst>
      <p:ext uri="{BB962C8B-B14F-4D97-AF65-F5344CB8AC3E}">
        <p14:creationId xmlns:p14="http://schemas.microsoft.com/office/powerpoint/2010/main" val="733849460"/>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05960FEC-0D5B-4622-B01E-A7E0CDB1B796}"/>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15C2C693-21E3-4CE1-87BD-930D6605F384}"/>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角の意味</a:t>
            </a:r>
          </a:p>
        </p:txBody>
      </p:sp>
      <p:sp>
        <p:nvSpPr>
          <p:cNvPr id="3" name="">
            <a:extLst xmlns:a="http://schemas.openxmlformats.org/drawingml/2006/main">
              <a:ext uri="{FF2B5EF4-FFF2-40B4-BE49-F238E27FC236}">
                <a16:creationId xmlns:a16="http://schemas.microsoft.com/office/drawing/2014/main" id="{52E3F3F8-CBBA-4306-B59E-BAB787EA09EC}"/>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1秒のずれも、先では横に広がる</a:t>
            </a:r>
          </a:p>
        </p:txBody>
      </p:sp>
      <p:sp>
        <p:nvSpPr>
          <p:cNvPr id="4" name="">
            <a:extLst xmlns:a="http://schemas.openxmlformats.org/drawingml/2006/main">
              <a:ext uri="{FF2B5EF4-FFF2-40B4-BE49-F238E27FC236}">
                <a16:creationId xmlns:a16="http://schemas.microsoft.com/office/drawing/2014/main" id="{F1E1F68B-108A-4F93-BEEC-C91C0CA088A6}"/>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4C079E5D-CF8C-4E11-B8A0-9447411D2C84}"/>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09</a:t>
            </a:r>
          </a:p>
        </p:txBody>
      </p:sp>
      <p:sp>
        <p:nvSpPr>
          <p:cNvPr id="6" name="">
            <a:extLst xmlns:a="http://schemas.openxmlformats.org/drawingml/2006/main">
              <a:ext uri="{FF2B5EF4-FFF2-40B4-BE49-F238E27FC236}">
                <a16:creationId xmlns:a16="http://schemas.microsoft.com/office/drawing/2014/main" id="{03B72250-6DB7-4A21-9D2A-8FABC0EE4DF0}"/>
              </a:ext>
            </a:extLst>
          </p:cNvPr>
          <p:cNvSpPr>
            <a:spLocks xmlns:a="http://schemas.openxmlformats.org/drawingml/2006/main" noGrp="1"/>
          </p:cNvSpPr>
          <p:nvPr/>
        </p:nvSpPr>
        <p:spPr>
          <a:xfrm xmlns:a="http://schemas.openxmlformats.org/drawingml/2006/main">
            <a:off x="819150" y="1714500"/>
            <a:ext cx="228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425" b="1">
                <a:solidFill>
                  <a:srgbClr val="166B68"/>
                </a:solidFill>
                <a:latin typeface="Yu Gothic"/>
                <a:ea typeface="Yu Gothic"/>
                <a:cs typeface="Yu Gothic"/>
              </a:defRPr>
            </a:defPPr>
            <a:lvl1pPr algn="ctr">
              <a:defRPr sz="1425" b="1">
                <a:solidFill>
                  <a:srgbClr val="166B68"/>
                </a:solidFill>
                <a:latin typeface="Yu Gothic"/>
                <a:ea typeface="Yu Gothic"/>
                <a:cs typeface="Yu Gothic"/>
              </a:defRPr>
            </a:lvl1pPr>
            <a:lvl2pPr algn="ctr">
              <a:defRPr sz="1425" b="1">
                <a:solidFill>
                  <a:srgbClr val="166B68"/>
                </a:solidFill>
                <a:latin typeface="Yu Gothic"/>
                <a:ea typeface="Yu Gothic"/>
                <a:cs typeface="Yu Gothic"/>
              </a:defRPr>
            </a:lvl2pPr>
            <a:lvl3pPr algn="ctr">
              <a:defRPr sz="1425" b="1">
                <a:solidFill>
                  <a:srgbClr val="166B68"/>
                </a:solidFill>
                <a:latin typeface="Yu Gothic"/>
                <a:ea typeface="Yu Gothic"/>
                <a:cs typeface="Yu Gothic"/>
              </a:defRPr>
            </a:lvl3pPr>
            <a:lvl4pPr algn="ctr">
              <a:defRPr sz="1425" b="1">
                <a:solidFill>
                  <a:srgbClr val="166B68"/>
                </a:solidFill>
                <a:latin typeface="Yu Gothic"/>
                <a:ea typeface="Yu Gothic"/>
                <a:cs typeface="Yu Gothic"/>
              </a:defRPr>
            </a:lvl4pPr>
            <a:lvl5pPr algn="ctr">
              <a:defRPr sz="1425" b="1">
                <a:solidFill>
                  <a:srgbClr val="166B68"/>
                </a:solidFill>
                <a:latin typeface="Yu Gothic"/>
                <a:ea typeface="Yu Gothic"/>
                <a:cs typeface="Yu Gothic"/>
              </a:defRPr>
            </a:lvl5pPr>
            <a:lvl6pPr algn="ctr">
              <a:defRPr sz="1425" b="1">
                <a:solidFill>
                  <a:srgbClr val="166B68"/>
                </a:solidFill>
                <a:latin typeface="Yu Gothic"/>
                <a:ea typeface="Yu Gothic"/>
                <a:cs typeface="Yu Gothic"/>
              </a:defRPr>
            </a:lvl6pPr>
            <a:lvl7pPr algn="ctr">
              <a:defRPr sz="1425" b="1">
                <a:solidFill>
                  <a:srgbClr val="166B68"/>
                </a:solidFill>
                <a:latin typeface="Yu Gothic"/>
                <a:ea typeface="Yu Gothic"/>
                <a:cs typeface="Yu Gothic"/>
              </a:defRPr>
            </a:lvl7pPr>
            <a:lvl8pPr algn="ctr">
              <a:defRPr sz="1425" b="1">
                <a:solidFill>
                  <a:srgbClr val="166B68"/>
                </a:solidFill>
                <a:latin typeface="Yu Gothic"/>
                <a:ea typeface="Yu Gothic"/>
                <a:cs typeface="Yu Gothic"/>
              </a:defRPr>
            </a:lvl8pPr>
            <a:lvl9pPr algn="ctr">
              <a:defRPr sz="1425" b="1">
                <a:solidFill>
                  <a:srgbClr val="166B68"/>
                </a:solidFill>
                <a:latin typeface="Yu Gothic"/>
                <a:ea typeface="Yu Gothic"/>
                <a:cs typeface="Yu Gothic"/>
              </a:defRPr>
            </a:lvl9pPr>
          </a:lstStyle>
          <a:p xmlns:a="http://schemas.openxmlformats.org/drawingml/2006/main">
            <a:pPr algn="ctr">
              <a:defRPr sz="1425" b="1">
                <a:solidFill>
                  <a:srgbClr val="166B68"/>
                </a:solidFill>
                <a:latin typeface="Yu Gothic"/>
                <a:ea typeface="Yu Gothic"/>
                <a:cs typeface="Yu Gothic"/>
              </a:defRPr>
            </a:pPr>
            <a:r>
              <a:rPr sz="1425" b="1">
                <a:solidFill>
                  <a:srgbClr val="166B68"/>
                </a:solidFill>
                <a:latin typeface="Yu Gothic"/>
                <a:ea typeface="Yu Gothic"/>
                <a:cs typeface="Yu Gothic"/>
              </a:rPr>
              <a:t>●</a:t>
            </a:r>
          </a:p>
        </p:txBody>
      </p:sp>
      <p:sp>
        <p:nvSpPr>
          <p:cNvPr id="7" name="">
            <a:extLst xmlns:a="http://schemas.openxmlformats.org/drawingml/2006/main">
              <a:ext uri="{FF2B5EF4-FFF2-40B4-BE49-F238E27FC236}">
                <a16:creationId xmlns:a16="http://schemas.microsoft.com/office/drawing/2014/main" id="{B3EA5DB9-2E9B-4E6F-816F-AF5CA570588D}"/>
              </a:ext>
            </a:extLst>
          </p:cNvPr>
          <p:cNvSpPr>
            <a:spLocks xmlns:a="http://schemas.openxmlformats.org/drawingml/2006/main" noGrp="1"/>
          </p:cNvSpPr>
          <p:nvPr/>
        </p:nvSpPr>
        <p:spPr>
          <a:xfrm xmlns:a="http://schemas.openxmlformats.org/drawingml/2006/main">
            <a:off x="1143000" y="1714500"/>
            <a:ext cx="4819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1″＝1°÷3600</a:t>
            </a:r>
          </a:p>
        </p:txBody>
      </p:sp>
      <p:sp>
        <p:nvSpPr>
          <p:cNvPr id="8" name="">
            <a:extLst xmlns:a="http://schemas.openxmlformats.org/drawingml/2006/main">
              <a:ext uri="{FF2B5EF4-FFF2-40B4-BE49-F238E27FC236}">
                <a16:creationId xmlns:a16="http://schemas.microsoft.com/office/drawing/2014/main" id="{12D910DB-B9FE-463A-83A2-3360BEF1859D}"/>
              </a:ext>
            </a:extLst>
          </p:cNvPr>
          <p:cNvSpPr>
            <a:spLocks xmlns:a="http://schemas.openxmlformats.org/drawingml/2006/main" noGrp="1"/>
          </p:cNvSpPr>
          <p:nvPr/>
        </p:nvSpPr>
        <p:spPr>
          <a:xfrm xmlns:a="http://schemas.openxmlformats.org/drawingml/2006/main">
            <a:off x="819150" y="2286000"/>
            <a:ext cx="228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425" b="1">
                <a:solidFill>
                  <a:srgbClr val="166B68"/>
                </a:solidFill>
                <a:latin typeface="Yu Gothic"/>
                <a:ea typeface="Yu Gothic"/>
                <a:cs typeface="Yu Gothic"/>
              </a:defRPr>
            </a:defPPr>
            <a:lvl1pPr algn="ctr">
              <a:defRPr sz="1425" b="1">
                <a:solidFill>
                  <a:srgbClr val="166B68"/>
                </a:solidFill>
                <a:latin typeface="Yu Gothic"/>
                <a:ea typeface="Yu Gothic"/>
                <a:cs typeface="Yu Gothic"/>
              </a:defRPr>
            </a:lvl1pPr>
            <a:lvl2pPr algn="ctr">
              <a:defRPr sz="1425" b="1">
                <a:solidFill>
                  <a:srgbClr val="166B68"/>
                </a:solidFill>
                <a:latin typeface="Yu Gothic"/>
                <a:ea typeface="Yu Gothic"/>
                <a:cs typeface="Yu Gothic"/>
              </a:defRPr>
            </a:lvl2pPr>
            <a:lvl3pPr algn="ctr">
              <a:defRPr sz="1425" b="1">
                <a:solidFill>
                  <a:srgbClr val="166B68"/>
                </a:solidFill>
                <a:latin typeface="Yu Gothic"/>
                <a:ea typeface="Yu Gothic"/>
                <a:cs typeface="Yu Gothic"/>
              </a:defRPr>
            </a:lvl3pPr>
            <a:lvl4pPr algn="ctr">
              <a:defRPr sz="1425" b="1">
                <a:solidFill>
                  <a:srgbClr val="166B68"/>
                </a:solidFill>
                <a:latin typeface="Yu Gothic"/>
                <a:ea typeface="Yu Gothic"/>
                <a:cs typeface="Yu Gothic"/>
              </a:defRPr>
            </a:lvl4pPr>
            <a:lvl5pPr algn="ctr">
              <a:defRPr sz="1425" b="1">
                <a:solidFill>
                  <a:srgbClr val="166B68"/>
                </a:solidFill>
                <a:latin typeface="Yu Gothic"/>
                <a:ea typeface="Yu Gothic"/>
                <a:cs typeface="Yu Gothic"/>
              </a:defRPr>
            </a:lvl5pPr>
            <a:lvl6pPr algn="ctr">
              <a:defRPr sz="1425" b="1">
                <a:solidFill>
                  <a:srgbClr val="166B68"/>
                </a:solidFill>
                <a:latin typeface="Yu Gothic"/>
                <a:ea typeface="Yu Gothic"/>
                <a:cs typeface="Yu Gothic"/>
              </a:defRPr>
            </a:lvl6pPr>
            <a:lvl7pPr algn="ctr">
              <a:defRPr sz="1425" b="1">
                <a:solidFill>
                  <a:srgbClr val="166B68"/>
                </a:solidFill>
                <a:latin typeface="Yu Gothic"/>
                <a:ea typeface="Yu Gothic"/>
                <a:cs typeface="Yu Gothic"/>
              </a:defRPr>
            </a:lvl7pPr>
            <a:lvl8pPr algn="ctr">
              <a:defRPr sz="1425" b="1">
                <a:solidFill>
                  <a:srgbClr val="166B68"/>
                </a:solidFill>
                <a:latin typeface="Yu Gothic"/>
                <a:ea typeface="Yu Gothic"/>
                <a:cs typeface="Yu Gothic"/>
              </a:defRPr>
            </a:lvl8pPr>
            <a:lvl9pPr algn="ctr">
              <a:defRPr sz="1425" b="1">
                <a:solidFill>
                  <a:srgbClr val="166B68"/>
                </a:solidFill>
                <a:latin typeface="Yu Gothic"/>
                <a:ea typeface="Yu Gothic"/>
                <a:cs typeface="Yu Gothic"/>
              </a:defRPr>
            </a:lvl9pPr>
          </a:lstStyle>
          <a:p xmlns:a="http://schemas.openxmlformats.org/drawingml/2006/main">
            <a:pPr algn="ctr">
              <a:defRPr sz="1425" b="1">
                <a:solidFill>
                  <a:srgbClr val="166B68"/>
                </a:solidFill>
                <a:latin typeface="Yu Gothic"/>
                <a:ea typeface="Yu Gothic"/>
                <a:cs typeface="Yu Gothic"/>
              </a:defRPr>
            </a:pPr>
            <a:r>
              <a:rPr sz="1425" b="1">
                <a:solidFill>
                  <a:srgbClr val="166B68"/>
                </a:solidFill>
                <a:latin typeface="Yu Gothic"/>
                <a:ea typeface="Yu Gothic"/>
                <a:cs typeface="Yu Gothic"/>
              </a:rPr>
              <a:t>●</a:t>
            </a:r>
          </a:p>
        </p:txBody>
      </p:sp>
      <p:sp>
        <p:nvSpPr>
          <p:cNvPr id="9" name="">
            <a:extLst xmlns:a="http://schemas.openxmlformats.org/drawingml/2006/main">
              <a:ext uri="{FF2B5EF4-FFF2-40B4-BE49-F238E27FC236}">
                <a16:creationId xmlns:a16="http://schemas.microsoft.com/office/drawing/2014/main" id="{9735E707-3B29-4E73-9F53-F6AE75065EC5}"/>
              </a:ext>
            </a:extLst>
          </p:cNvPr>
          <p:cNvSpPr>
            <a:spLocks xmlns:a="http://schemas.openxmlformats.org/drawingml/2006/main" noGrp="1"/>
          </p:cNvSpPr>
          <p:nvPr/>
        </p:nvSpPr>
        <p:spPr>
          <a:xfrm xmlns:a="http://schemas.openxmlformats.org/drawingml/2006/main">
            <a:off x="1143000" y="2286000"/>
            <a:ext cx="4819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100 m × tan(1″)</a:t>
            </a:r>
          </a:p>
        </p:txBody>
      </p:sp>
      <p:sp>
        <p:nvSpPr>
          <p:cNvPr id="10" name="">
            <a:extLst xmlns:a="http://schemas.openxmlformats.org/drawingml/2006/main">
              <a:ext uri="{FF2B5EF4-FFF2-40B4-BE49-F238E27FC236}">
                <a16:creationId xmlns:a16="http://schemas.microsoft.com/office/drawing/2014/main" id="{BADB6CDA-CE8E-45ED-8A36-DD30B9760850}"/>
              </a:ext>
            </a:extLst>
          </p:cNvPr>
          <p:cNvSpPr>
            <a:spLocks xmlns:a="http://schemas.openxmlformats.org/drawingml/2006/main" noGrp="1"/>
          </p:cNvSpPr>
          <p:nvPr/>
        </p:nvSpPr>
        <p:spPr>
          <a:xfrm xmlns:a="http://schemas.openxmlformats.org/drawingml/2006/main">
            <a:off x="819150" y="2857500"/>
            <a:ext cx="228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425" b="1">
                <a:solidFill>
                  <a:srgbClr val="166B68"/>
                </a:solidFill>
                <a:latin typeface="Yu Gothic"/>
                <a:ea typeface="Yu Gothic"/>
                <a:cs typeface="Yu Gothic"/>
              </a:defRPr>
            </a:defPPr>
            <a:lvl1pPr algn="ctr">
              <a:defRPr sz="1425" b="1">
                <a:solidFill>
                  <a:srgbClr val="166B68"/>
                </a:solidFill>
                <a:latin typeface="Yu Gothic"/>
                <a:ea typeface="Yu Gothic"/>
                <a:cs typeface="Yu Gothic"/>
              </a:defRPr>
            </a:lvl1pPr>
            <a:lvl2pPr algn="ctr">
              <a:defRPr sz="1425" b="1">
                <a:solidFill>
                  <a:srgbClr val="166B68"/>
                </a:solidFill>
                <a:latin typeface="Yu Gothic"/>
                <a:ea typeface="Yu Gothic"/>
                <a:cs typeface="Yu Gothic"/>
              </a:defRPr>
            </a:lvl2pPr>
            <a:lvl3pPr algn="ctr">
              <a:defRPr sz="1425" b="1">
                <a:solidFill>
                  <a:srgbClr val="166B68"/>
                </a:solidFill>
                <a:latin typeface="Yu Gothic"/>
                <a:ea typeface="Yu Gothic"/>
                <a:cs typeface="Yu Gothic"/>
              </a:defRPr>
            </a:lvl3pPr>
            <a:lvl4pPr algn="ctr">
              <a:defRPr sz="1425" b="1">
                <a:solidFill>
                  <a:srgbClr val="166B68"/>
                </a:solidFill>
                <a:latin typeface="Yu Gothic"/>
                <a:ea typeface="Yu Gothic"/>
                <a:cs typeface="Yu Gothic"/>
              </a:defRPr>
            </a:lvl4pPr>
            <a:lvl5pPr algn="ctr">
              <a:defRPr sz="1425" b="1">
                <a:solidFill>
                  <a:srgbClr val="166B68"/>
                </a:solidFill>
                <a:latin typeface="Yu Gothic"/>
                <a:ea typeface="Yu Gothic"/>
                <a:cs typeface="Yu Gothic"/>
              </a:defRPr>
            </a:lvl5pPr>
            <a:lvl6pPr algn="ctr">
              <a:defRPr sz="1425" b="1">
                <a:solidFill>
                  <a:srgbClr val="166B68"/>
                </a:solidFill>
                <a:latin typeface="Yu Gothic"/>
                <a:ea typeface="Yu Gothic"/>
                <a:cs typeface="Yu Gothic"/>
              </a:defRPr>
            </a:lvl6pPr>
            <a:lvl7pPr algn="ctr">
              <a:defRPr sz="1425" b="1">
                <a:solidFill>
                  <a:srgbClr val="166B68"/>
                </a:solidFill>
                <a:latin typeface="Yu Gothic"/>
                <a:ea typeface="Yu Gothic"/>
                <a:cs typeface="Yu Gothic"/>
              </a:defRPr>
            </a:lvl7pPr>
            <a:lvl8pPr algn="ctr">
              <a:defRPr sz="1425" b="1">
                <a:solidFill>
                  <a:srgbClr val="166B68"/>
                </a:solidFill>
                <a:latin typeface="Yu Gothic"/>
                <a:ea typeface="Yu Gothic"/>
                <a:cs typeface="Yu Gothic"/>
              </a:defRPr>
            </a:lvl8pPr>
            <a:lvl9pPr algn="ctr">
              <a:defRPr sz="1425" b="1">
                <a:solidFill>
                  <a:srgbClr val="166B68"/>
                </a:solidFill>
                <a:latin typeface="Yu Gothic"/>
                <a:ea typeface="Yu Gothic"/>
                <a:cs typeface="Yu Gothic"/>
              </a:defRPr>
            </a:lvl9pPr>
          </a:lstStyle>
          <a:p xmlns:a="http://schemas.openxmlformats.org/drawingml/2006/main">
            <a:pPr algn="ctr">
              <a:defRPr sz="1425" b="1">
                <a:solidFill>
                  <a:srgbClr val="166B68"/>
                </a:solidFill>
                <a:latin typeface="Yu Gothic"/>
                <a:ea typeface="Yu Gothic"/>
                <a:cs typeface="Yu Gothic"/>
              </a:defRPr>
            </a:pPr>
            <a:r>
              <a:rPr sz="1425" b="1">
                <a:solidFill>
                  <a:srgbClr val="166B68"/>
                </a:solidFill>
                <a:latin typeface="Yu Gothic"/>
                <a:ea typeface="Yu Gothic"/>
                <a:cs typeface="Yu Gothic"/>
              </a:rPr>
              <a:t>●</a:t>
            </a:r>
          </a:p>
        </p:txBody>
      </p:sp>
      <p:sp>
        <p:nvSpPr>
          <p:cNvPr id="11" name="">
            <a:extLst xmlns:a="http://schemas.openxmlformats.org/drawingml/2006/main">
              <a:ext uri="{FF2B5EF4-FFF2-40B4-BE49-F238E27FC236}">
                <a16:creationId xmlns:a16="http://schemas.microsoft.com/office/drawing/2014/main" id="{E3C31199-1DEC-4952-8150-30BAFB463C75}"/>
              </a:ext>
            </a:extLst>
          </p:cNvPr>
          <p:cNvSpPr>
            <a:spLocks xmlns:a="http://schemas.openxmlformats.org/drawingml/2006/main" noGrp="1"/>
          </p:cNvSpPr>
          <p:nvPr/>
        </p:nvSpPr>
        <p:spPr>
          <a:xfrm xmlns:a="http://schemas.openxmlformats.org/drawingml/2006/main">
            <a:off x="1143000" y="2857500"/>
            <a:ext cx="4819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＝0.000485 m</a:t>
            </a:r>
          </a:p>
        </p:txBody>
      </p:sp>
      <p:sp>
        <p:nvSpPr>
          <p:cNvPr id="12" name="">
            <a:extLst xmlns:a="http://schemas.openxmlformats.org/drawingml/2006/main">
              <a:ext uri="{FF2B5EF4-FFF2-40B4-BE49-F238E27FC236}">
                <a16:creationId xmlns:a16="http://schemas.microsoft.com/office/drawing/2014/main" id="{C6950268-C9E6-4C9E-A6FD-AC169B356FA2}"/>
              </a:ext>
            </a:extLst>
          </p:cNvPr>
          <p:cNvSpPr>
            <a:spLocks xmlns:a="http://schemas.openxmlformats.org/drawingml/2006/main" noGrp="1"/>
          </p:cNvSpPr>
          <p:nvPr/>
        </p:nvSpPr>
        <p:spPr>
          <a:xfrm xmlns:a="http://schemas.openxmlformats.org/drawingml/2006/main">
            <a:off x="781050" y="5219700"/>
            <a:ext cx="519112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625" b="1">
                <a:solidFill>
                  <a:srgbClr val="166B68"/>
                </a:solidFill>
                <a:latin typeface="Yu Gothic"/>
                <a:ea typeface="Yu Gothic"/>
                <a:cs typeface="Yu Gothic"/>
              </a:defRPr>
            </a:defPPr>
            <a:lvl1pPr algn="l">
              <a:defRPr sz="2625" b="1">
                <a:solidFill>
                  <a:srgbClr val="166B68"/>
                </a:solidFill>
                <a:latin typeface="Yu Gothic"/>
                <a:ea typeface="Yu Gothic"/>
                <a:cs typeface="Yu Gothic"/>
              </a:defRPr>
            </a:lvl1pPr>
            <a:lvl2pPr algn="l">
              <a:defRPr sz="2625" b="1">
                <a:solidFill>
                  <a:srgbClr val="166B68"/>
                </a:solidFill>
                <a:latin typeface="Yu Gothic"/>
                <a:ea typeface="Yu Gothic"/>
                <a:cs typeface="Yu Gothic"/>
              </a:defRPr>
            </a:lvl2pPr>
            <a:lvl3pPr algn="l">
              <a:defRPr sz="2625" b="1">
                <a:solidFill>
                  <a:srgbClr val="166B68"/>
                </a:solidFill>
                <a:latin typeface="Yu Gothic"/>
                <a:ea typeface="Yu Gothic"/>
                <a:cs typeface="Yu Gothic"/>
              </a:defRPr>
            </a:lvl3pPr>
            <a:lvl4pPr algn="l">
              <a:defRPr sz="2625" b="1">
                <a:solidFill>
                  <a:srgbClr val="166B68"/>
                </a:solidFill>
                <a:latin typeface="Yu Gothic"/>
                <a:ea typeface="Yu Gothic"/>
                <a:cs typeface="Yu Gothic"/>
              </a:defRPr>
            </a:lvl4pPr>
            <a:lvl5pPr algn="l">
              <a:defRPr sz="2625" b="1">
                <a:solidFill>
                  <a:srgbClr val="166B68"/>
                </a:solidFill>
                <a:latin typeface="Yu Gothic"/>
                <a:ea typeface="Yu Gothic"/>
                <a:cs typeface="Yu Gothic"/>
              </a:defRPr>
            </a:lvl5pPr>
            <a:lvl6pPr algn="l">
              <a:defRPr sz="2625" b="1">
                <a:solidFill>
                  <a:srgbClr val="166B68"/>
                </a:solidFill>
                <a:latin typeface="Yu Gothic"/>
                <a:ea typeface="Yu Gothic"/>
                <a:cs typeface="Yu Gothic"/>
              </a:defRPr>
            </a:lvl6pPr>
            <a:lvl7pPr algn="l">
              <a:defRPr sz="2625" b="1">
                <a:solidFill>
                  <a:srgbClr val="166B68"/>
                </a:solidFill>
                <a:latin typeface="Yu Gothic"/>
                <a:ea typeface="Yu Gothic"/>
                <a:cs typeface="Yu Gothic"/>
              </a:defRPr>
            </a:lvl7pPr>
            <a:lvl8pPr algn="l">
              <a:defRPr sz="2625" b="1">
                <a:solidFill>
                  <a:srgbClr val="166B68"/>
                </a:solidFill>
                <a:latin typeface="Yu Gothic"/>
                <a:ea typeface="Yu Gothic"/>
                <a:cs typeface="Yu Gothic"/>
              </a:defRPr>
            </a:lvl8pPr>
            <a:lvl9pPr algn="l">
              <a:defRPr sz="2625" b="1">
                <a:solidFill>
                  <a:srgbClr val="166B68"/>
                </a:solidFill>
                <a:latin typeface="Yu Gothic"/>
                <a:ea typeface="Yu Gothic"/>
                <a:cs typeface="Yu Gothic"/>
              </a:defRPr>
            </a:lvl9pPr>
          </a:lstStyle>
          <a:p xmlns:a="http://schemas.openxmlformats.org/drawingml/2006/main">
            <a:pPr algn="l">
              <a:defRPr sz="2625" b="1">
                <a:solidFill>
                  <a:srgbClr val="166B68"/>
                </a:solidFill>
                <a:latin typeface="Yu Gothic"/>
                <a:ea typeface="Yu Gothic"/>
                <a:cs typeface="Yu Gothic"/>
              </a:defRPr>
            </a:pPr>
            <a:r>
              <a:rPr sz="2625" b="1">
                <a:solidFill>
                  <a:srgbClr val="166B68"/>
                </a:solidFill>
                <a:latin typeface="Yu Gothic"/>
                <a:ea typeface="Yu Gothic"/>
                <a:cs typeface="Yu Gothic"/>
              </a:rPr>
              <a:t>約0.485 mm</a:t>
            </a:r>
          </a:p>
        </p:txBody>
      </p:sp>
      <p:sp>
        <p:nvSpPr>
          <p:cNvPr id="13" name="">
            <a:extLst xmlns:a="http://schemas.openxmlformats.org/drawingml/2006/main">
              <a:ext uri="{FF2B5EF4-FFF2-40B4-BE49-F238E27FC236}">
                <a16:creationId xmlns:a16="http://schemas.microsoft.com/office/drawing/2014/main" id="{563EA6C6-887C-465D-B9C6-50B4AB5A5F98}"/>
              </a:ext>
            </a:extLst>
          </p:cNvPr>
          <p:cNvSpPr>
            <a:spLocks xmlns:a="http://schemas.openxmlformats.org/drawingml/2006/main" noGrp="1"/>
          </p:cNvSpPr>
          <p:nvPr/>
        </p:nvSpPr>
        <p:spPr>
          <a:xfrm xmlns:a="http://schemas.openxmlformats.org/drawingml/2006/main">
            <a:off x="6648450" y="4514850"/>
            <a:ext cx="4162425" cy="9525"/>
          </a:xfrm>
          <a:custGeom xmlns:a="http://schemas.openxmlformats.org/drawingml/2006/main">
            <a:pathLst>
              <a:path w="4162425" h="9525">
                <a:moveTo>
                  <a:pt x="0" y="0"/>
                </a:moveTo>
                <a:lnTo>
                  <a:pt x="4162425" y="0"/>
                </a:lnTo>
              </a:path>
            </a:pathLst>
          </a:custGeom>
          <a:noFill xmlns:a="http://schemas.openxmlformats.org/drawingml/2006/main"/>
          <a:ln xmlns:a="http://schemas.openxmlformats.org/drawingml/2006/main" w="28575">
            <a:solidFill>
              <a:srgbClr val="CFD9DD"/>
            </a:solidFill>
            <a:prstDash val="dash"/>
          </a:ln>
        </p:spPr>
      </p:sp>
      <p:sp>
        <p:nvSpPr>
          <p:cNvPr id="14" name="">
            <a:extLst xmlns:a="http://schemas.openxmlformats.org/drawingml/2006/main">
              <a:ext uri="{FF2B5EF4-FFF2-40B4-BE49-F238E27FC236}">
                <a16:creationId xmlns:a16="http://schemas.microsoft.com/office/drawing/2014/main" id="{5EDDACC0-B990-4F4C-9A12-98A9E6D0D1EC}"/>
              </a:ext>
            </a:extLst>
          </p:cNvPr>
          <p:cNvSpPr>
            <a:spLocks xmlns:a="http://schemas.openxmlformats.org/drawingml/2006/main" noGrp="1"/>
          </p:cNvSpPr>
          <p:nvPr/>
        </p:nvSpPr>
        <p:spPr>
          <a:xfrm xmlns:a="http://schemas.openxmlformats.org/drawingml/2006/main">
            <a:off x="6648450" y="3874770"/>
            <a:ext cx="4162425" cy="640080"/>
          </a:xfrm>
          <a:custGeom xmlns:a="http://schemas.openxmlformats.org/drawingml/2006/main">
            <a:pathLst>
              <a:path w="4162425" h="640080">
                <a:moveTo>
                  <a:pt x="0" y="640080"/>
                </a:moveTo>
                <a:lnTo>
                  <a:pt x="4162425" y="0"/>
                </a:lnTo>
              </a:path>
            </a:pathLst>
          </a:custGeom>
          <a:noFill xmlns:a="http://schemas.openxmlformats.org/drawingml/2006/main"/>
          <a:ln xmlns:a="http://schemas.openxmlformats.org/drawingml/2006/main" w="38100">
            <a:solidFill>
              <a:srgbClr val="166B68"/>
            </a:solidFill>
            <a:prstDash val="solid"/>
          </a:ln>
        </p:spPr>
      </p:sp>
      <p:sp>
        <p:nvSpPr>
          <p:cNvPr id="15" name="">
            <a:extLst xmlns:a="http://schemas.openxmlformats.org/drawingml/2006/main">
              <a:ext uri="{FF2B5EF4-FFF2-40B4-BE49-F238E27FC236}">
                <a16:creationId xmlns:a16="http://schemas.microsoft.com/office/drawing/2014/main" id="{BC9FFE50-1165-4071-97C7-463E917310AC}"/>
              </a:ext>
            </a:extLst>
          </p:cNvPr>
          <p:cNvSpPr>
            <a:spLocks xmlns:a="http://schemas.openxmlformats.org/drawingml/2006/main" noGrp="1"/>
          </p:cNvSpPr>
          <p:nvPr/>
        </p:nvSpPr>
        <p:spPr>
          <a:xfrm xmlns:a="http://schemas.openxmlformats.org/drawingml/2006/main">
            <a:off x="10810875" y="3874770"/>
            <a:ext cx="9525" cy="640080"/>
          </a:xfrm>
          <a:custGeom xmlns:a="http://schemas.openxmlformats.org/drawingml/2006/main">
            <a:pathLst>
              <a:path w="9525" h="640080">
                <a:moveTo>
                  <a:pt x="0" y="0"/>
                </a:moveTo>
                <a:lnTo>
                  <a:pt x="0" y="640080"/>
                </a:lnTo>
              </a:path>
            </a:pathLst>
          </a:custGeom>
          <a:noFill xmlns:a="http://schemas.openxmlformats.org/drawingml/2006/main"/>
          <a:ln xmlns:a="http://schemas.openxmlformats.org/drawingml/2006/main" w="28575">
            <a:solidFill>
              <a:srgbClr val="A94737"/>
            </a:solidFill>
            <a:prstDash val="solid"/>
          </a:ln>
        </p:spPr>
      </p:sp>
      <p:sp>
        <p:nvSpPr>
          <p:cNvPr id="16" name="">
            <a:extLst xmlns:a="http://schemas.openxmlformats.org/drawingml/2006/main">
              <a:ext uri="{FF2B5EF4-FFF2-40B4-BE49-F238E27FC236}">
                <a16:creationId xmlns:a16="http://schemas.microsoft.com/office/drawing/2014/main" id="{8417FCBC-CA3E-4467-AD48-27DA462B200F}"/>
              </a:ext>
            </a:extLst>
          </p:cNvPr>
          <p:cNvSpPr>
            <a:spLocks xmlns:a="http://schemas.openxmlformats.org/drawingml/2006/main" noGrp="1"/>
          </p:cNvSpPr>
          <p:nvPr/>
        </p:nvSpPr>
        <p:spPr>
          <a:xfrm xmlns:a="http://schemas.openxmlformats.org/drawingml/2006/main">
            <a:off x="6591300" y="4457700"/>
            <a:ext cx="114300" cy="114300"/>
          </a:xfrm>
          <a:prstGeom xmlns:a="http://schemas.openxmlformats.org/drawingml/2006/main" prst="ellipse">
            <a:avLst/>
          </a:prstGeom>
          <a:solidFill xmlns:a="http://schemas.openxmlformats.org/drawingml/2006/main">
            <a:srgbClr val="166B68"/>
          </a:solidFill>
          <a:ln xmlns:a="http://schemas.openxmlformats.org/drawingml/2006/main" w="9525">
            <a:solidFill>
              <a:srgbClr val="166B68"/>
            </a:solidFill>
          </a:ln>
        </p:spPr>
      </p:sp>
      <p:sp>
        <p:nvSpPr>
          <p:cNvPr id="17" name="">
            <a:extLst xmlns:a="http://schemas.openxmlformats.org/drawingml/2006/main">
              <a:ext uri="{FF2B5EF4-FFF2-40B4-BE49-F238E27FC236}">
                <a16:creationId xmlns:a16="http://schemas.microsoft.com/office/drawing/2014/main" id="{2755A3D6-8509-41E7-941A-D89E291DE6F7}"/>
              </a:ext>
            </a:extLst>
          </p:cNvPr>
          <p:cNvSpPr>
            <a:spLocks xmlns:a="http://schemas.openxmlformats.org/drawingml/2006/main" noGrp="1"/>
          </p:cNvSpPr>
          <p:nvPr/>
        </p:nvSpPr>
        <p:spPr>
          <a:xfrm xmlns:a="http://schemas.openxmlformats.org/drawingml/2006/main">
            <a:off x="6410325" y="4581525"/>
            <a:ext cx="7048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182B33"/>
                </a:solidFill>
                <a:latin typeface="Yu Gothic"/>
                <a:ea typeface="Yu Gothic"/>
                <a:cs typeface="Yu Gothic"/>
              </a:defRPr>
            </a:defPPr>
            <a:lvl1pPr algn="l">
              <a:defRPr sz="1650" b="1">
                <a:solidFill>
                  <a:srgbClr val="182B33"/>
                </a:solidFill>
                <a:latin typeface="Yu Gothic"/>
                <a:ea typeface="Yu Gothic"/>
                <a:cs typeface="Yu Gothic"/>
              </a:defRPr>
            </a:lvl1pPr>
            <a:lvl2pPr algn="l">
              <a:defRPr sz="1650" b="1">
                <a:solidFill>
                  <a:srgbClr val="182B33"/>
                </a:solidFill>
                <a:latin typeface="Yu Gothic"/>
                <a:ea typeface="Yu Gothic"/>
                <a:cs typeface="Yu Gothic"/>
              </a:defRPr>
            </a:lvl2pPr>
            <a:lvl3pPr algn="l">
              <a:defRPr sz="1650" b="1">
                <a:solidFill>
                  <a:srgbClr val="182B33"/>
                </a:solidFill>
                <a:latin typeface="Yu Gothic"/>
                <a:ea typeface="Yu Gothic"/>
                <a:cs typeface="Yu Gothic"/>
              </a:defRPr>
            </a:lvl3pPr>
            <a:lvl4pPr algn="l">
              <a:defRPr sz="1650" b="1">
                <a:solidFill>
                  <a:srgbClr val="182B33"/>
                </a:solidFill>
                <a:latin typeface="Yu Gothic"/>
                <a:ea typeface="Yu Gothic"/>
                <a:cs typeface="Yu Gothic"/>
              </a:defRPr>
            </a:lvl4pPr>
            <a:lvl5pPr algn="l">
              <a:defRPr sz="1650" b="1">
                <a:solidFill>
                  <a:srgbClr val="182B33"/>
                </a:solidFill>
                <a:latin typeface="Yu Gothic"/>
                <a:ea typeface="Yu Gothic"/>
                <a:cs typeface="Yu Gothic"/>
              </a:defRPr>
            </a:lvl5pPr>
            <a:lvl6pPr algn="l">
              <a:defRPr sz="1650" b="1">
                <a:solidFill>
                  <a:srgbClr val="182B33"/>
                </a:solidFill>
                <a:latin typeface="Yu Gothic"/>
                <a:ea typeface="Yu Gothic"/>
                <a:cs typeface="Yu Gothic"/>
              </a:defRPr>
            </a:lvl6pPr>
            <a:lvl7pPr algn="l">
              <a:defRPr sz="1650" b="1">
                <a:solidFill>
                  <a:srgbClr val="182B33"/>
                </a:solidFill>
                <a:latin typeface="Yu Gothic"/>
                <a:ea typeface="Yu Gothic"/>
                <a:cs typeface="Yu Gothic"/>
              </a:defRPr>
            </a:lvl7pPr>
            <a:lvl8pPr algn="l">
              <a:defRPr sz="1650" b="1">
                <a:solidFill>
                  <a:srgbClr val="182B33"/>
                </a:solidFill>
                <a:latin typeface="Yu Gothic"/>
                <a:ea typeface="Yu Gothic"/>
                <a:cs typeface="Yu Gothic"/>
              </a:defRPr>
            </a:lvl8pPr>
            <a:lvl9pPr algn="l">
              <a:defRPr sz="1650" b="1">
                <a:solidFill>
                  <a:srgbClr val="182B33"/>
                </a:solidFill>
                <a:latin typeface="Yu Gothic"/>
                <a:ea typeface="Yu Gothic"/>
                <a:cs typeface="Yu Gothic"/>
              </a:defRPr>
            </a:lvl9pPr>
          </a:lstStyle>
          <a:p xmlns:a="http://schemas.openxmlformats.org/drawingml/2006/main">
            <a:pPr algn="l">
              <a:defRPr sz="1650" b="1">
                <a:solidFill>
                  <a:srgbClr val="182B33"/>
                </a:solidFill>
                <a:latin typeface="Yu Gothic"/>
                <a:ea typeface="Yu Gothic"/>
                <a:cs typeface="Yu Gothic"/>
              </a:defRPr>
            </a:pPr>
            <a:r>
              <a:rPr sz="1650" b="1">
                <a:solidFill>
                  <a:srgbClr val="182B33"/>
                </a:solidFill>
                <a:latin typeface="Yu Gothic"/>
                <a:ea typeface="Yu Gothic"/>
                <a:cs typeface="Yu Gothic"/>
              </a:rPr>
              <a:t>O</a:t>
            </a:r>
          </a:p>
        </p:txBody>
      </p:sp>
      <p:sp>
        <p:nvSpPr>
          <p:cNvPr id="18" name="">
            <a:extLst xmlns:a="http://schemas.openxmlformats.org/drawingml/2006/main">
              <a:ext uri="{FF2B5EF4-FFF2-40B4-BE49-F238E27FC236}">
                <a16:creationId xmlns:a16="http://schemas.microsoft.com/office/drawing/2014/main" id="{CE4037A7-7664-430E-98B8-B7A26AF0554B}"/>
              </a:ext>
            </a:extLst>
          </p:cNvPr>
          <p:cNvSpPr>
            <a:spLocks xmlns:a="http://schemas.openxmlformats.org/drawingml/2006/main" noGrp="1"/>
          </p:cNvSpPr>
          <p:nvPr/>
        </p:nvSpPr>
        <p:spPr>
          <a:xfrm xmlns:a="http://schemas.openxmlformats.org/drawingml/2006/main">
            <a:off x="8366760" y="4581525"/>
            <a:ext cx="1000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52616A"/>
                </a:solidFill>
                <a:latin typeface="Yu Gothic"/>
                <a:ea typeface="Yu Gothic"/>
                <a:cs typeface="Yu Gothic"/>
              </a:defRPr>
            </a:defPPr>
            <a:lvl1pPr algn="l">
              <a:defRPr sz="1650" b="1">
                <a:solidFill>
                  <a:srgbClr val="52616A"/>
                </a:solidFill>
                <a:latin typeface="Yu Gothic"/>
                <a:ea typeface="Yu Gothic"/>
                <a:cs typeface="Yu Gothic"/>
              </a:defRPr>
            </a:lvl1pPr>
            <a:lvl2pPr algn="l">
              <a:defRPr sz="1650" b="1">
                <a:solidFill>
                  <a:srgbClr val="52616A"/>
                </a:solidFill>
                <a:latin typeface="Yu Gothic"/>
                <a:ea typeface="Yu Gothic"/>
                <a:cs typeface="Yu Gothic"/>
              </a:defRPr>
            </a:lvl2pPr>
            <a:lvl3pPr algn="l">
              <a:defRPr sz="1650" b="1">
                <a:solidFill>
                  <a:srgbClr val="52616A"/>
                </a:solidFill>
                <a:latin typeface="Yu Gothic"/>
                <a:ea typeface="Yu Gothic"/>
                <a:cs typeface="Yu Gothic"/>
              </a:defRPr>
            </a:lvl3pPr>
            <a:lvl4pPr algn="l">
              <a:defRPr sz="1650" b="1">
                <a:solidFill>
                  <a:srgbClr val="52616A"/>
                </a:solidFill>
                <a:latin typeface="Yu Gothic"/>
                <a:ea typeface="Yu Gothic"/>
                <a:cs typeface="Yu Gothic"/>
              </a:defRPr>
            </a:lvl4pPr>
            <a:lvl5pPr algn="l">
              <a:defRPr sz="1650" b="1">
                <a:solidFill>
                  <a:srgbClr val="52616A"/>
                </a:solidFill>
                <a:latin typeface="Yu Gothic"/>
                <a:ea typeface="Yu Gothic"/>
                <a:cs typeface="Yu Gothic"/>
              </a:defRPr>
            </a:lvl5pPr>
            <a:lvl6pPr algn="l">
              <a:defRPr sz="1650" b="1">
                <a:solidFill>
                  <a:srgbClr val="52616A"/>
                </a:solidFill>
                <a:latin typeface="Yu Gothic"/>
                <a:ea typeface="Yu Gothic"/>
                <a:cs typeface="Yu Gothic"/>
              </a:defRPr>
            </a:lvl6pPr>
            <a:lvl7pPr algn="l">
              <a:defRPr sz="1650" b="1">
                <a:solidFill>
                  <a:srgbClr val="52616A"/>
                </a:solidFill>
                <a:latin typeface="Yu Gothic"/>
                <a:ea typeface="Yu Gothic"/>
                <a:cs typeface="Yu Gothic"/>
              </a:defRPr>
            </a:lvl7pPr>
            <a:lvl8pPr algn="l">
              <a:defRPr sz="1650" b="1">
                <a:solidFill>
                  <a:srgbClr val="52616A"/>
                </a:solidFill>
                <a:latin typeface="Yu Gothic"/>
                <a:ea typeface="Yu Gothic"/>
                <a:cs typeface="Yu Gothic"/>
              </a:defRPr>
            </a:lvl8pPr>
            <a:lvl9pPr algn="l">
              <a:defRPr sz="1650" b="1">
                <a:solidFill>
                  <a:srgbClr val="52616A"/>
                </a:solidFill>
                <a:latin typeface="Yu Gothic"/>
                <a:ea typeface="Yu Gothic"/>
                <a:cs typeface="Yu Gothic"/>
              </a:defRPr>
            </a:lvl9pPr>
          </a:lstStyle>
          <a:p xmlns:a="http://schemas.openxmlformats.org/drawingml/2006/main">
            <a:pPr algn="l">
              <a:defRPr sz="1650" b="1">
                <a:solidFill>
                  <a:srgbClr val="52616A"/>
                </a:solidFill>
                <a:latin typeface="Yu Gothic"/>
                <a:ea typeface="Yu Gothic"/>
                <a:cs typeface="Yu Gothic"/>
              </a:defRPr>
            </a:pPr>
            <a:r>
              <a:rPr sz="1650" b="1">
                <a:solidFill>
                  <a:srgbClr val="52616A"/>
                </a:solidFill>
                <a:latin typeface="Yu Gothic"/>
                <a:ea typeface="Yu Gothic"/>
                <a:cs typeface="Yu Gothic"/>
              </a:rPr>
              <a:t>100 m</a:t>
            </a:r>
          </a:p>
        </p:txBody>
      </p:sp>
      <p:sp>
        <p:nvSpPr>
          <p:cNvPr id="19" name="">
            <a:extLst xmlns:a="http://schemas.openxmlformats.org/drawingml/2006/main">
              <a:ext uri="{FF2B5EF4-FFF2-40B4-BE49-F238E27FC236}">
                <a16:creationId xmlns:a16="http://schemas.microsoft.com/office/drawing/2014/main" id="{E67BA06F-5B6A-432A-8FCA-35F299BAE46E}"/>
              </a:ext>
            </a:extLst>
          </p:cNvPr>
          <p:cNvSpPr>
            <a:spLocks xmlns:a="http://schemas.openxmlformats.org/drawingml/2006/main" noGrp="1"/>
          </p:cNvSpPr>
          <p:nvPr/>
        </p:nvSpPr>
        <p:spPr>
          <a:xfrm xmlns:a="http://schemas.openxmlformats.org/drawingml/2006/main">
            <a:off x="7162800" y="3598545"/>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A94737"/>
                </a:solidFill>
                <a:latin typeface="Yu Gothic"/>
                <a:ea typeface="Yu Gothic"/>
                <a:cs typeface="Yu Gothic"/>
              </a:defRPr>
            </a:defPPr>
            <a:lvl1pPr algn="l">
              <a:defRPr sz="1650" b="1">
                <a:solidFill>
                  <a:srgbClr val="A94737"/>
                </a:solidFill>
                <a:latin typeface="Yu Gothic"/>
                <a:ea typeface="Yu Gothic"/>
                <a:cs typeface="Yu Gothic"/>
              </a:defRPr>
            </a:lvl1pPr>
            <a:lvl2pPr algn="l">
              <a:defRPr sz="1650" b="1">
                <a:solidFill>
                  <a:srgbClr val="A94737"/>
                </a:solidFill>
                <a:latin typeface="Yu Gothic"/>
                <a:ea typeface="Yu Gothic"/>
                <a:cs typeface="Yu Gothic"/>
              </a:defRPr>
            </a:lvl2pPr>
            <a:lvl3pPr algn="l">
              <a:defRPr sz="1650" b="1">
                <a:solidFill>
                  <a:srgbClr val="A94737"/>
                </a:solidFill>
                <a:latin typeface="Yu Gothic"/>
                <a:ea typeface="Yu Gothic"/>
                <a:cs typeface="Yu Gothic"/>
              </a:defRPr>
            </a:lvl3pPr>
            <a:lvl4pPr algn="l">
              <a:defRPr sz="1650" b="1">
                <a:solidFill>
                  <a:srgbClr val="A94737"/>
                </a:solidFill>
                <a:latin typeface="Yu Gothic"/>
                <a:ea typeface="Yu Gothic"/>
                <a:cs typeface="Yu Gothic"/>
              </a:defRPr>
            </a:lvl4pPr>
            <a:lvl5pPr algn="l">
              <a:defRPr sz="1650" b="1">
                <a:solidFill>
                  <a:srgbClr val="A94737"/>
                </a:solidFill>
                <a:latin typeface="Yu Gothic"/>
                <a:ea typeface="Yu Gothic"/>
                <a:cs typeface="Yu Gothic"/>
              </a:defRPr>
            </a:lvl5pPr>
            <a:lvl6pPr algn="l">
              <a:defRPr sz="1650" b="1">
                <a:solidFill>
                  <a:srgbClr val="A94737"/>
                </a:solidFill>
                <a:latin typeface="Yu Gothic"/>
                <a:ea typeface="Yu Gothic"/>
                <a:cs typeface="Yu Gothic"/>
              </a:defRPr>
            </a:lvl6pPr>
            <a:lvl7pPr algn="l">
              <a:defRPr sz="1650" b="1">
                <a:solidFill>
                  <a:srgbClr val="A94737"/>
                </a:solidFill>
                <a:latin typeface="Yu Gothic"/>
                <a:ea typeface="Yu Gothic"/>
                <a:cs typeface="Yu Gothic"/>
              </a:defRPr>
            </a:lvl7pPr>
            <a:lvl8pPr algn="l">
              <a:defRPr sz="1650" b="1">
                <a:solidFill>
                  <a:srgbClr val="A94737"/>
                </a:solidFill>
                <a:latin typeface="Yu Gothic"/>
                <a:ea typeface="Yu Gothic"/>
                <a:cs typeface="Yu Gothic"/>
              </a:defRPr>
            </a:lvl8pPr>
            <a:lvl9pPr algn="l">
              <a:defRPr sz="1650" b="1">
                <a:solidFill>
                  <a:srgbClr val="A94737"/>
                </a:solidFill>
                <a:latin typeface="Yu Gothic"/>
                <a:ea typeface="Yu Gothic"/>
                <a:cs typeface="Yu Gothic"/>
              </a:defRPr>
            </a:lvl9pPr>
          </a:lstStyle>
          <a:p xmlns:a="http://schemas.openxmlformats.org/drawingml/2006/main">
            <a:pPr algn="l">
              <a:defRPr sz="1650" b="1">
                <a:solidFill>
                  <a:srgbClr val="A94737"/>
                </a:solidFill>
                <a:latin typeface="Yu Gothic"/>
                <a:ea typeface="Yu Gothic"/>
                <a:cs typeface="Yu Gothic"/>
              </a:defRPr>
            </a:pPr>
            <a:r>
              <a:rPr sz="1650" b="1">
                <a:solidFill>
                  <a:srgbClr val="A94737"/>
                </a:solidFill>
                <a:latin typeface="Yu Gothic"/>
                <a:ea typeface="Yu Gothic"/>
                <a:cs typeface="Yu Gothic"/>
              </a:rPr>
              <a:t>1″</a:t>
            </a:r>
          </a:p>
        </p:txBody>
      </p:sp>
      <p:sp>
        <p:nvSpPr>
          <p:cNvPr id="20" name="">
            <a:extLst xmlns:a="http://schemas.openxmlformats.org/drawingml/2006/main">
              <a:ext uri="{FF2B5EF4-FFF2-40B4-BE49-F238E27FC236}">
                <a16:creationId xmlns:a16="http://schemas.microsoft.com/office/drawing/2014/main" id="{49513DEB-012A-4AAB-AF88-F7DC45FD0D2C}"/>
              </a:ext>
            </a:extLst>
          </p:cNvPr>
          <p:cNvSpPr>
            <a:spLocks xmlns:a="http://schemas.openxmlformats.org/drawingml/2006/main" noGrp="1"/>
          </p:cNvSpPr>
          <p:nvPr/>
        </p:nvSpPr>
        <p:spPr>
          <a:xfrm xmlns:a="http://schemas.openxmlformats.org/drawingml/2006/main">
            <a:off x="9620250" y="3560445"/>
            <a:ext cx="1162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A94737"/>
                </a:solidFill>
                <a:latin typeface="Yu Gothic"/>
                <a:ea typeface="Yu Gothic"/>
                <a:cs typeface="Yu Gothic"/>
              </a:defRPr>
            </a:defPPr>
            <a:lvl1pPr algn="l">
              <a:defRPr sz="1650" b="1">
                <a:solidFill>
                  <a:srgbClr val="A94737"/>
                </a:solidFill>
                <a:latin typeface="Yu Gothic"/>
                <a:ea typeface="Yu Gothic"/>
                <a:cs typeface="Yu Gothic"/>
              </a:defRPr>
            </a:lvl1pPr>
            <a:lvl2pPr algn="l">
              <a:defRPr sz="1650" b="1">
                <a:solidFill>
                  <a:srgbClr val="A94737"/>
                </a:solidFill>
                <a:latin typeface="Yu Gothic"/>
                <a:ea typeface="Yu Gothic"/>
                <a:cs typeface="Yu Gothic"/>
              </a:defRPr>
            </a:lvl2pPr>
            <a:lvl3pPr algn="l">
              <a:defRPr sz="1650" b="1">
                <a:solidFill>
                  <a:srgbClr val="A94737"/>
                </a:solidFill>
                <a:latin typeface="Yu Gothic"/>
                <a:ea typeface="Yu Gothic"/>
                <a:cs typeface="Yu Gothic"/>
              </a:defRPr>
            </a:lvl3pPr>
            <a:lvl4pPr algn="l">
              <a:defRPr sz="1650" b="1">
                <a:solidFill>
                  <a:srgbClr val="A94737"/>
                </a:solidFill>
                <a:latin typeface="Yu Gothic"/>
                <a:ea typeface="Yu Gothic"/>
                <a:cs typeface="Yu Gothic"/>
              </a:defRPr>
            </a:lvl4pPr>
            <a:lvl5pPr algn="l">
              <a:defRPr sz="1650" b="1">
                <a:solidFill>
                  <a:srgbClr val="A94737"/>
                </a:solidFill>
                <a:latin typeface="Yu Gothic"/>
                <a:ea typeface="Yu Gothic"/>
                <a:cs typeface="Yu Gothic"/>
              </a:defRPr>
            </a:lvl5pPr>
            <a:lvl6pPr algn="l">
              <a:defRPr sz="1650" b="1">
                <a:solidFill>
                  <a:srgbClr val="A94737"/>
                </a:solidFill>
                <a:latin typeface="Yu Gothic"/>
                <a:ea typeface="Yu Gothic"/>
                <a:cs typeface="Yu Gothic"/>
              </a:defRPr>
            </a:lvl6pPr>
            <a:lvl7pPr algn="l">
              <a:defRPr sz="1650" b="1">
                <a:solidFill>
                  <a:srgbClr val="A94737"/>
                </a:solidFill>
                <a:latin typeface="Yu Gothic"/>
                <a:ea typeface="Yu Gothic"/>
                <a:cs typeface="Yu Gothic"/>
              </a:defRPr>
            </a:lvl7pPr>
            <a:lvl8pPr algn="l">
              <a:defRPr sz="1650" b="1">
                <a:solidFill>
                  <a:srgbClr val="A94737"/>
                </a:solidFill>
                <a:latin typeface="Yu Gothic"/>
                <a:ea typeface="Yu Gothic"/>
                <a:cs typeface="Yu Gothic"/>
              </a:defRPr>
            </a:lvl8pPr>
            <a:lvl9pPr algn="l">
              <a:defRPr sz="1650" b="1">
                <a:solidFill>
                  <a:srgbClr val="A94737"/>
                </a:solidFill>
                <a:latin typeface="Yu Gothic"/>
                <a:ea typeface="Yu Gothic"/>
                <a:cs typeface="Yu Gothic"/>
              </a:defRPr>
            </a:lvl9pPr>
          </a:lstStyle>
          <a:p xmlns:a="http://schemas.openxmlformats.org/drawingml/2006/main">
            <a:pPr algn="l">
              <a:defRPr sz="1650" b="1">
                <a:solidFill>
                  <a:srgbClr val="A94737"/>
                </a:solidFill>
                <a:latin typeface="Yu Gothic"/>
                <a:ea typeface="Yu Gothic"/>
                <a:cs typeface="Yu Gothic"/>
              </a:defRPr>
            </a:pPr>
            <a:r>
              <a:rPr sz="1650" b="1">
                <a:solidFill>
                  <a:srgbClr val="A94737"/>
                </a:solidFill>
                <a:latin typeface="Yu Gothic"/>
                <a:ea typeface="Yu Gothic"/>
                <a:cs typeface="Yu Gothic"/>
              </a:rPr>
              <a:t>約0.485 mm</a:t>
            </a:r>
          </a:p>
        </p:txBody>
      </p:sp>
      <p:sp>
        <p:nvSpPr>
          <p:cNvPr id="21" name="">
            <a:extLst xmlns:a="http://schemas.openxmlformats.org/drawingml/2006/main">
              <a:ext uri="{FF2B5EF4-FFF2-40B4-BE49-F238E27FC236}">
                <a16:creationId xmlns:a16="http://schemas.microsoft.com/office/drawing/2014/main" id="{22FF6B61-73AA-4A29-A7B2-69754CE60118}"/>
              </a:ext>
            </a:extLst>
          </p:cNvPr>
          <p:cNvSpPr>
            <a:spLocks xmlns:a="http://schemas.openxmlformats.org/drawingml/2006/main" noGrp="1"/>
          </p:cNvSpPr>
          <p:nvPr/>
        </p:nvSpPr>
        <p:spPr>
          <a:xfrm xmlns:a="http://schemas.openxmlformats.org/drawingml/2006/main">
            <a:off x="6362700" y="5438775"/>
            <a:ext cx="4800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1">
                <a:solidFill>
                  <a:srgbClr val="52616A"/>
                </a:solidFill>
                <a:latin typeface="Yu Gothic"/>
                <a:ea typeface="Yu Gothic"/>
                <a:cs typeface="Yu Gothic"/>
              </a:defRPr>
            </a:defPPr>
            <a:lvl1pPr algn="ctr">
              <a:defRPr sz="1650" b="1">
                <a:solidFill>
                  <a:srgbClr val="52616A"/>
                </a:solidFill>
                <a:latin typeface="Yu Gothic"/>
                <a:ea typeface="Yu Gothic"/>
                <a:cs typeface="Yu Gothic"/>
              </a:defRPr>
            </a:lvl1pPr>
            <a:lvl2pPr algn="ctr">
              <a:defRPr sz="1650" b="1">
                <a:solidFill>
                  <a:srgbClr val="52616A"/>
                </a:solidFill>
                <a:latin typeface="Yu Gothic"/>
                <a:ea typeface="Yu Gothic"/>
                <a:cs typeface="Yu Gothic"/>
              </a:defRPr>
            </a:lvl2pPr>
            <a:lvl3pPr algn="ctr">
              <a:defRPr sz="1650" b="1">
                <a:solidFill>
                  <a:srgbClr val="52616A"/>
                </a:solidFill>
                <a:latin typeface="Yu Gothic"/>
                <a:ea typeface="Yu Gothic"/>
                <a:cs typeface="Yu Gothic"/>
              </a:defRPr>
            </a:lvl3pPr>
            <a:lvl4pPr algn="ctr">
              <a:defRPr sz="1650" b="1">
                <a:solidFill>
                  <a:srgbClr val="52616A"/>
                </a:solidFill>
                <a:latin typeface="Yu Gothic"/>
                <a:ea typeface="Yu Gothic"/>
                <a:cs typeface="Yu Gothic"/>
              </a:defRPr>
            </a:lvl4pPr>
            <a:lvl5pPr algn="ctr">
              <a:defRPr sz="1650" b="1">
                <a:solidFill>
                  <a:srgbClr val="52616A"/>
                </a:solidFill>
                <a:latin typeface="Yu Gothic"/>
                <a:ea typeface="Yu Gothic"/>
                <a:cs typeface="Yu Gothic"/>
              </a:defRPr>
            </a:lvl5pPr>
            <a:lvl6pPr algn="ctr">
              <a:defRPr sz="1650" b="1">
                <a:solidFill>
                  <a:srgbClr val="52616A"/>
                </a:solidFill>
                <a:latin typeface="Yu Gothic"/>
                <a:ea typeface="Yu Gothic"/>
                <a:cs typeface="Yu Gothic"/>
              </a:defRPr>
            </a:lvl6pPr>
            <a:lvl7pPr algn="ctr">
              <a:defRPr sz="1650" b="1">
                <a:solidFill>
                  <a:srgbClr val="52616A"/>
                </a:solidFill>
                <a:latin typeface="Yu Gothic"/>
                <a:ea typeface="Yu Gothic"/>
                <a:cs typeface="Yu Gothic"/>
              </a:defRPr>
            </a:lvl7pPr>
            <a:lvl8pPr algn="ctr">
              <a:defRPr sz="1650" b="1">
                <a:solidFill>
                  <a:srgbClr val="52616A"/>
                </a:solidFill>
                <a:latin typeface="Yu Gothic"/>
                <a:ea typeface="Yu Gothic"/>
                <a:cs typeface="Yu Gothic"/>
              </a:defRPr>
            </a:lvl8pPr>
            <a:lvl9pPr algn="ctr">
              <a:defRPr sz="1650" b="1">
                <a:solidFill>
                  <a:srgbClr val="52616A"/>
                </a:solidFill>
                <a:latin typeface="Yu Gothic"/>
                <a:ea typeface="Yu Gothic"/>
                <a:cs typeface="Yu Gothic"/>
              </a:defRPr>
            </a:lvl9pPr>
          </a:lstStyle>
          <a:p xmlns:a="http://schemas.openxmlformats.org/drawingml/2006/main">
            <a:pPr algn="ctr">
              <a:defRPr sz="1650" b="1">
                <a:solidFill>
                  <a:srgbClr val="52616A"/>
                </a:solidFill>
                <a:latin typeface="Yu Gothic"/>
                <a:ea typeface="Yu Gothic"/>
                <a:cs typeface="Yu Gothic"/>
              </a:defRPr>
            </a:pPr>
            <a:r>
              <a:rPr sz="1650" b="1">
                <a:solidFill>
                  <a:srgbClr val="52616A"/>
                </a:solidFill>
                <a:latin typeface="Yu Gothic"/>
                <a:ea typeface="Yu Gothic"/>
                <a:cs typeface="Yu Gothic"/>
              </a:rPr>
              <a:t>模式図（角度・横ずれを誇張）</a:t>
            </a:r>
          </a:p>
        </p:txBody>
      </p:sp>
    </p:spTree>
    <p:extLst>
      <p:ext uri="{BB962C8B-B14F-4D97-AF65-F5344CB8AC3E}">
        <p14:creationId xmlns:p14="http://schemas.microsoft.com/office/powerpoint/2010/main" val="480851021"/>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76362F6B-C885-4553-B32C-C88FAA4B853F}"/>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B4DE2EA0-0409-4364-8D71-1E1A2B659A7F}"/>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器械の準備</a:t>
            </a:r>
          </a:p>
        </p:txBody>
      </p:sp>
      <p:sp>
        <p:nvSpPr>
          <p:cNvPr id="3" name="">
            <a:extLst xmlns:a="http://schemas.openxmlformats.org/drawingml/2006/main">
              <a:ext uri="{FF2B5EF4-FFF2-40B4-BE49-F238E27FC236}">
                <a16:creationId xmlns:a16="http://schemas.microsoft.com/office/drawing/2014/main" id="{761DED75-3746-4801-9F93-E7A81049611D}"/>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TSは、距離と角度を同じ場所で測る</a:t>
            </a:r>
          </a:p>
        </p:txBody>
      </p:sp>
      <p:sp>
        <p:nvSpPr>
          <p:cNvPr id="4" name="">
            <a:extLst xmlns:a="http://schemas.openxmlformats.org/drawingml/2006/main">
              <a:ext uri="{FF2B5EF4-FFF2-40B4-BE49-F238E27FC236}">
                <a16:creationId xmlns:a16="http://schemas.microsoft.com/office/drawing/2014/main" id="{B9466C00-4FE8-4A9F-AF24-99C783572614}"/>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C75083EB-71C8-4355-BA84-FCF7365E1AF9}"/>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10</a:t>
            </a:r>
          </a:p>
        </p:txBody>
      </p:sp>
      <p:sp>
        <p:nvSpPr>
          <p:cNvPr id="6" name="">
            <a:extLst xmlns:a="http://schemas.openxmlformats.org/drawingml/2006/main">
              <a:ext uri="{FF2B5EF4-FFF2-40B4-BE49-F238E27FC236}">
                <a16:creationId xmlns:a16="http://schemas.microsoft.com/office/drawing/2014/main" id="{9A7E69F8-B498-462E-82BB-EA281B258A1B}"/>
              </a:ext>
            </a:extLst>
          </p:cNvPr>
          <p:cNvSpPr>
            <a:spLocks xmlns:a="http://schemas.openxmlformats.org/drawingml/2006/main" noGrp="1"/>
          </p:cNvSpPr>
          <p:nvPr/>
        </p:nvSpPr>
        <p:spPr>
          <a:xfrm xmlns:a="http://schemas.openxmlformats.org/drawingml/2006/main">
            <a:off x="723900" y="1562100"/>
            <a:ext cx="5286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325" b="1">
                <a:solidFill>
                  <a:srgbClr val="52616A"/>
                </a:solidFill>
                <a:latin typeface="Yu Gothic"/>
                <a:ea typeface="Yu Gothic"/>
                <a:cs typeface="Yu Gothic"/>
              </a:defRPr>
            </a:defPPr>
            <a:lvl1pPr algn="l">
              <a:defRPr sz="2325" b="1">
                <a:solidFill>
                  <a:srgbClr val="52616A"/>
                </a:solidFill>
                <a:latin typeface="Yu Gothic"/>
                <a:ea typeface="Yu Gothic"/>
                <a:cs typeface="Yu Gothic"/>
              </a:defRPr>
            </a:lvl1pPr>
            <a:lvl2pPr algn="l">
              <a:defRPr sz="2325" b="1">
                <a:solidFill>
                  <a:srgbClr val="52616A"/>
                </a:solidFill>
                <a:latin typeface="Yu Gothic"/>
                <a:ea typeface="Yu Gothic"/>
                <a:cs typeface="Yu Gothic"/>
              </a:defRPr>
            </a:lvl2pPr>
            <a:lvl3pPr algn="l">
              <a:defRPr sz="2325" b="1">
                <a:solidFill>
                  <a:srgbClr val="52616A"/>
                </a:solidFill>
                <a:latin typeface="Yu Gothic"/>
                <a:ea typeface="Yu Gothic"/>
                <a:cs typeface="Yu Gothic"/>
              </a:defRPr>
            </a:lvl3pPr>
            <a:lvl4pPr algn="l">
              <a:defRPr sz="2325" b="1">
                <a:solidFill>
                  <a:srgbClr val="52616A"/>
                </a:solidFill>
                <a:latin typeface="Yu Gothic"/>
                <a:ea typeface="Yu Gothic"/>
                <a:cs typeface="Yu Gothic"/>
              </a:defRPr>
            </a:lvl4pPr>
            <a:lvl5pPr algn="l">
              <a:defRPr sz="2325" b="1">
                <a:solidFill>
                  <a:srgbClr val="52616A"/>
                </a:solidFill>
                <a:latin typeface="Yu Gothic"/>
                <a:ea typeface="Yu Gothic"/>
                <a:cs typeface="Yu Gothic"/>
              </a:defRPr>
            </a:lvl5pPr>
            <a:lvl6pPr algn="l">
              <a:defRPr sz="2325" b="1">
                <a:solidFill>
                  <a:srgbClr val="52616A"/>
                </a:solidFill>
                <a:latin typeface="Yu Gothic"/>
                <a:ea typeface="Yu Gothic"/>
                <a:cs typeface="Yu Gothic"/>
              </a:defRPr>
            </a:lvl6pPr>
            <a:lvl7pPr algn="l">
              <a:defRPr sz="2325" b="1">
                <a:solidFill>
                  <a:srgbClr val="52616A"/>
                </a:solidFill>
                <a:latin typeface="Yu Gothic"/>
                <a:ea typeface="Yu Gothic"/>
                <a:cs typeface="Yu Gothic"/>
              </a:defRPr>
            </a:lvl7pPr>
            <a:lvl8pPr algn="l">
              <a:defRPr sz="2325" b="1">
                <a:solidFill>
                  <a:srgbClr val="52616A"/>
                </a:solidFill>
                <a:latin typeface="Yu Gothic"/>
                <a:ea typeface="Yu Gothic"/>
                <a:cs typeface="Yu Gothic"/>
              </a:defRPr>
            </a:lvl8pPr>
            <a:lvl9pPr algn="l">
              <a:defRPr sz="2325" b="1">
                <a:solidFill>
                  <a:srgbClr val="52616A"/>
                </a:solidFill>
                <a:latin typeface="Yu Gothic"/>
                <a:ea typeface="Yu Gothic"/>
                <a:cs typeface="Yu Gothic"/>
              </a:defRPr>
            </a:lvl9pPr>
          </a:lstStyle>
          <a:p xmlns:a="http://schemas.openxmlformats.org/drawingml/2006/main">
            <a:pPr algn="l">
              <a:defRPr sz="2325" b="1">
                <a:solidFill>
                  <a:srgbClr val="52616A"/>
                </a:solidFill>
                <a:latin typeface="Yu Gothic"/>
                <a:ea typeface="Yu Gothic"/>
                <a:cs typeface="Yu Gothic"/>
              </a:defRPr>
            </a:pPr>
            <a:r>
              <a:rPr sz="2325" b="1">
                <a:solidFill>
                  <a:srgbClr val="52616A"/>
                </a:solidFill>
                <a:latin typeface="Yu Gothic"/>
                <a:ea typeface="Yu Gothic"/>
                <a:cs typeface="Yu Gothic"/>
              </a:rPr>
              <a:t>望遠鏡を上下・左右へ回し、目標を捉える</a:t>
            </a:r>
          </a:p>
        </p:txBody>
      </p:sp>
      <p:sp>
        <p:nvSpPr>
          <p:cNvPr id="7" name="">
            <a:extLst xmlns:a="http://schemas.openxmlformats.org/drawingml/2006/main">
              <a:ext uri="{FF2B5EF4-FFF2-40B4-BE49-F238E27FC236}">
                <a16:creationId xmlns:a16="http://schemas.microsoft.com/office/drawing/2014/main" id="{99731EEB-2DD9-4DF8-A9A6-6C674ED76F59}"/>
              </a:ext>
            </a:extLst>
          </p:cNvPr>
          <p:cNvSpPr>
            <a:spLocks xmlns:a="http://schemas.openxmlformats.org/drawingml/2006/main" noGrp="1"/>
          </p:cNvSpPr>
          <p:nvPr/>
        </p:nvSpPr>
        <p:spPr>
          <a:xfrm xmlns:a="http://schemas.openxmlformats.org/drawingml/2006/main">
            <a:off x="723900" y="2428875"/>
            <a:ext cx="228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425" b="1">
                <a:solidFill>
                  <a:srgbClr val="166B68"/>
                </a:solidFill>
                <a:latin typeface="Yu Gothic"/>
                <a:ea typeface="Yu Gothic"/>
                <a:cs typeface="Yu Gothic"/>
              </a:defRPr>
            </a:defPPr>
            <a:lvl1pPr algn="ctr">
              <a:defRPr sz="1425" b="1">
                <a:solidFill>
                  <a:srgbClr val="166B68"/>
                </a:solidFill>
                <a:latin typeface="Yu Gothic"/>
                <a:ea typeface="Yu Gothic"/>
                <a:cs typeface="Yu Gothic"/>
              </a:defRPr>
            </a:lvl1pPr>
            <a:lvl2pPr algn="ctr">
              <a:defRPr sz="1425" b="1">
                <a:solidFill>
                  <a:srgbClr val="166B68"/>
                </a:solidFill>
                <a:latin typeface="Yu Gothic"/>
                <a:ea typeface="Yu Gothic"/>
                <a:cs typeface="Yu Gothic"/>
              </a:defRPr>
            </a:lvl2pPr>
            <a:lvl3pPr algn="ctr">
              <a:defRPr sz="1425" b="1">
                <a:solidFill>
                  <a:srgbClr val="166B68"/>
                </a:solidFill>
                <a:latin typeface="Yu Gothic"/>
                <a:ea typeface="Yu Gothic"/>
                <a:cs typeface="Yu Gothic"/>
              </a:defRPr>
            </a:lvl3pPr>
            <a:lvl4pPr algn="ctr">
              <a:defRPr sz="1425" b="1">
                <a:solidFill>
                  <a:srgbClr val="166B68"/>
                </a:solidFill>
                <a:latin typeface="Yu Gothic"/>
                <a:ea typeface="Yu Gothic"/>
                <a:cs typeface="Yu Gothic"/>
              </a:defRPr>
            </a:lvl4pPr>
            <a:lvl5pPr algn="ctr">
              <a:defRPr sz="1425" b="1">
                <a:solidFill>
                  <a:srgbClr val="166B68"/>
                </a:solidFill>
                <a:latin typeface="Yu Gothic"/>
                <a:ea typeface="Yu Gothic"/>
                <a:cs typeface="Yu Gothic"/>
              </a:defRPr>
            </a:lvl5pPr>
            <a:lvl6pPr algn="ctr">
              <a:defRPr sz="1425" b="1">
                <a:solidFill>
                  <a:srgbClr val="166B68"/>
                </a:solidFill>
                <a:latin typeface="Yu Gothic"/>
                <a:ea typeface="Yu Gothic"/>
                <a:cs typeface="Yu Gothic"/>
              </a:defRPr>
            </a:lvl6pPr>
            <a:lvl7pPr algn="ctr">
              <a:defRPr sz="1425" b="1">
                <a:solidFill>
                  <a:srgbClr val="166B68"/>
                </a:solidFill>
                <a:latin typeface="Yu Gothic"/>
                <a:ea typeface="Yu Gothic"/>
                <a:cs typeface="Yu Gothic"/>
              </a:defRPr>
            </a:lvl7pPr>
            <a:lvl8pPr algn="ctr">
              <a:defRPr sz="1425" b="1">
                <a:solidFill>
                  <a:srgbClr val="166B68"/>
                </a:solidFill>
                <a:latin typeface="Yu Gothic"/>
                <a:ea typeface="Yu Gothic"/>
                <a:cs typeface="Yu Gothic"/>
              </a:defRPr>
            </a:lvl8pPr>
            <a:lvl9pPr algn="ctr">
              <a:defRPr sz="1425" b="1">
                <a:solidFill>
                  <a:srgbClr val="166B68"/>
                </a:solidFill>
                <a:latin typeface="Yu Gothic"/>
                <a:ea typeface="Yu Gothic"/>
                <a:cs typeface="Yu Gothic"/>
              </a:defRPr>
            </a:lvl9pPr>
          </a:lstStyle>
          <a:p xmlns:a="http://schemas.openxmlformats.org/drawingml/2006/main">
            <a:pPr algn="ctr">
              <a:defRPr sz="1425" b="1">
                <a:solidFill>
                  <a:srgbClr val="166B68"/>
                </a:solidFill>
                <a:latin typeface="Yu Gothic"/>
                <a:ea typeface="Yu Gothic"/>
                <a:cs typeface="Yu Gothic"/>
              </a:defRPr>
            </a:pPr>
            <a:r>
              <a:rPr sz="1425" b="1">
                <a:solidFill>
                  <a:srgbClr val="166B68"/>
                </a:solidFill>
                <a:latin typeface="Yu Gothic"/>
                <a:ea typeface="Yu Gothic"/>
                <a:cs typeface="Yu Gothic"/>
              </a:rPr>
              <a:t>●</a:t>
            </a:r>
          </a:p>
        </p:txBody>
      </p:sp>
      <p:sp>
        <p:nvSpPr>
          <p:cNvPr id="8" name="">
            <a:extLst xmlns:a="http://schemas.openxmlformats.org/drawingml/2006/main">
              <a:ext uri="{FF2B5EF4-FFF2-40B4-BE49-F238E27FC236}">
                <a16:creationId xmlns:a16="http://schemas.microsoft.com/office/drawing/2014/main" id="{ECD00B4F-D2E5-47CA-ADE1-31BC4CFD544B}"/>
              </a:ext>
            </a:extLst>
          </p:cNvPr>
          <p:cNvSpPr>
            <a:spLocks xmlns:a="http://schemas.openxmlformats.org/drawingml/2006/main" noGrp="1"/>
          </p:cNvSpPr>
          <p:nvPr/>
        </p:nvSpPr>
        <p:spPr>
          <a:xfrm xmlns:a="http://schemas.openxmlformats.org/drawingml/2006/main">
            <a:off x="1047750" y="242887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TS＝トータルステーション</a:t>
            </a:r>
          </a:p>
        </p:txBody>
      </p:sp>
      <p:sp>
        <p:nvSpPr>
          <p:cNvPr id="9" name="">
            <a:extLst xmlns:a="http://schemas.openxmlformats.org/drawingml/2006/main">
              <a:ext uri="{FF2B5EF4-FFF2-40B4-BE49-F238E27FC236}">
                <a16:creationId xmlns:a16="http://schemas.microsoft.com/office/drawing/2014/main" id="{35E1C2F2-76CC-4051-AD99-829525D2F3C3}"/>
              </a:ext>
            </a:extLst>
          </p:cNvPr>
          <p:cNvSpPr>
            <a:spLocks xmlns:a="http://schemas.openxmlformats.org/drawingml/2006/main" noGrp="1"/>
          </p:cNvSpPr>
          <p:nvPr/>
        </p:nvSpPr>
        <p:spPr>
          <a:xfrm xmlns:a="http://schemas.openxmlformats.org/drawingml/2006/main">
            <a:off x="723900" y="3019425"/>
            <a:ext cx="228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425" b="1">
                <a:solidFill>
                  <a:srgbClr val="166B68"/>
                </a:solidFill>
                <a:latin typeface="Yu Gothic"/>
                <a:ea typeface="Yu Gothic"/>
                <a:cs typeface="Yu Gothic"/>
              </a:defRPr>
            </a:defPPr>
            <a:lvl1pPr algn="ctr">
              <a:defRPr sz="1425" b="1">
                <a:solidFill>
                  <a:srgbClr val="166B68"/>
                </a:solidFill>
                <a:latin typeface="Yu Gothic"/>
                <a:ea typeface="Yu Gothic"/>
                <a:cs typeface="Yu Gothic"/>
              </a:defRPr>
            </a:lvl1pPr>
            <a:lvl2pPr algn="ctr">
              <a:defRPr sz="1425" b="1">
                <a:solidFill>
                  <a:srgbClr val="166B68"/>
                </a:solidFill>
                <a:latin typeface="Yu Gothic"/>
                <a:ea typeface="Yu Gothic"/>
                <a:cs typeface="Yu Gothic"/>
              </a:defRPr>
            </a:lvl2pPr>
            <a:lvl3pPr algn="ctr">
              <a:defRPr sz="1425" b="1">
                <a:solidFill>
                  <a:srgbClr val="166B68"/>
                </a:solidFill>
                <a:latin typeface="Yu Gothic"/>
                <a:ea typeface="Yu Gothic"/>
                <a:cs typeface="Yu Gothic"/>
              </a:defRPr>
            </a:lvl3pPr>
            <a:lvl4pPr algn="ctr">
              <a:defRPr sz="1425" b="1">
                <a:solidFill>
                  <a:srgbClr val="166B68"/>
                </a:solidFill>
                <a:latin typeface="Yu Gothic"/>
                <a:ea typeface="Yu Gothic"/>
                <a:cs typeface="Yu Gothic"/>
              </a:defRPr>
            </a:lvl4pPr>
            <a:lvl5pPr algn="ctr">
              <a:defRPr sz="1425" b="1">
                <a:solidFill>
                  <a:srgbClr val="166B68"/>
                </a:solidFill>
                <a:latin typeface="Yu Gothic"/>
                <a:ea typeface="Yu Gothic"/>
                <a:cs typeface="Yu Gothic"/>
              </a:defRPr>
            </a:lvl5pPr>
            <a:lvl6pPr algn="ctr">
              <a:defRPr sz="1425" b="1">
                <a:solidFill>
                  <a:srgbClr val="166B68"/>
                </a:solidFill>
                <a:latin typeface="Yu Gothic"/>
                <a:ea typeface="Yu Gothic"/>
                <a:cs typeface="Yu Gothic"/>
              </a:defRPr>
            </a:lvl6pPr>
            <a:lvl7pPr algn="ctr">
              <a:defRPr sz="1425" b="1">
                <a:solidFill>
                  <a:srgbClr val="166B68"/>
                </a:solidFill>
                <a:latin typeface="Yu Gothic"/>
                <a:ea typeface="Yu Gothic"/>
                <a:cs typeface="Yu Gothic"/>
              </a:defRPr>
            </a:lvl7pPr>
            <a:lvl8pPr algn="ctr">
              <a:defRPr sz="1425" b="1">
                <a:solidFill>
                  <a:srgbClr val="166B68"/>
                </a:solidFill>
                <a:latin typeface="Yu Gothic"/>
                <a:ea typeface="Yu Gothic"/>
                <a:cs typeface="Yu Gothic"/>
              </a:defRPr>
            </a:lvl8pPr>
            <a:lvl9pPr algn="ctr">
              <a:defRPr sz="1425" b="1">
                <a:solidFill>
                  <a:srgbClr val="166B68"/>
                </a:solidFill>
                <a:latin typeface="Yu Gothic"/>
                <a:ea typeface="Yu Gothic"/>
                <a:cs typeface="Yu Gothic"/>
              </a:defRPr>
            </a:lvl9pPr>
          </a:lstStyle>
          <a:p xmlns:a="http://schemas.openxmlformats.org/drawingml/2006/main">
            <a:pPr algn="ctr">
              <a:defRPr sz="1425" b="1">
                <a:solidFill>
                  <a:srgbClr val="166B68"/>
                </a:solidFill>
                <a:latin typeface="Yu Gothic"/>
                <a:ea typeface="Yu Gothic"/>
                <a:cs typeface="Yu Gothic"/>
              </a:defRPr>
            </a:pPr>
            <a:r>
              <a:rPr sz="1425" b="1">
                <a:solidFill>
                  <a:srgbClr val="166B68"/>
                </a:solidFill>
                <a:latin typeface="Yu Gothic"/>
                <a:ea typeface="Yu Gothic"/>
                <a:cs typeface="Yu Gothic"/>
              </a:rPr>
              <a:t>●</a:t>
            </a:r>
          </a:p>
        </p:txBody>
      </p:sp>
      <p:sp>
        <p:nvSpPr>
          <p:cNvPr id="10" name="">
            <a:extLst xmlns:a="http://schemas.openxmlformats.org/drawingml/2006/main">
              <a:ext uri="{FF2B5EF4-FFF2-40B4-BE49-F238E27FC236}">
                <a16:creationId xmlns:a16="http://schemas.microsoft.com/office/drawing/2014/main" id="{16BC2451-E3FE-4BFB-88B1-361FCAA72D4C}"/>
              </a:ext>
            </a:extLst>
          </p:cNvPr>
          <p:cNvSpPr>
            <a:spLocks xmlns:a="http://schemas.openxmlformats.org/drawingml/2006/main" noGrp="1"/>
          </p:cNvSpPr>
          <p:nvPr/>
        </p:nvSpPr>
        <p:spPr>
          <a:xfrm xmlns:a="http://schemas.openxmlformats.org/drawingml/2006/main">
            <a:off x="1047750" y="301942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距離＋水平角＋鉛直角</a:t>
            </a:r>
          </a:p>
        </p:txBody>
      </p:sp>
      <p:sp>
        <p:nvSpPr>
          <p:cNvPr id="11" name="">
            <a:extLst xmlns:a="http://schemas.openxmlformats.org/drawingml/2006/main">
              <a:ext uri="{FF2B5EF4-FFF2-40B4-BE49-F238E27FC236}">
                <a16:creationId xmlns:a16="http://schemas.microsoft.com/office/drawing/2014/main" id="{FCD28465-E4BB-4DAF-BCC3-D859C1E9F947}"/>
              </a:ext>
            </a:extLst>
          </p:cNvPr>
          <p:cNvSpPr>
            <a:spLocks xmlns:a="http://schemas.openxmlformats.org/drawingml/2006/main" noGrp="1"/>
          </p:cNvSpPr>
          <p:nvPr/>
        </p:nvSpPr>
        <p:spPr>
          <a:xfrm xmlns:a="http://schemas.openxmlformats.org/drawingml/2006/main">
            <a:off x="6229350" y="1638300"/>
            <a:ext cx="50196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1">
                <a:solidFill>
                  <a:srgbClr val="52616A"/>
                </a:solidFill>
                <a:latin typeface="Yu Gothic"/>
                <a:ea typeface="Yu Gothic"/>
                <a:cs typeface="Yu Gothic"/>
              </a:defRPr>
            </a:defPPr>
            <a:lvl1pPr algn="ctr">
              <a:defRPr sz="1650" b="1">
                <a:solidFill>
                  <a:srgbClr val="52616A"/>
                </a:solidFill>
                <a:latin typeface="Yu Gothic"/>
                <a:ea typeface="Yu Gothic"/>
                <a:cs typeface="Yu Gothic"/>
              </a:defRPr>
            </a:lvl1pPr>
            <a:lvl2pPr algn="ctr">
              <a:defRPr sz="1650" b="1">
                <a:solidFill>
                  <a:srgbClr val="52616A"/>
                </a:solidFill>
                <a:latin typeface="Yu Gothic"/>
                <a:ea typeface="Yu Gothic"/>
                <a:cs typeface="Yu Gothic"/>
              </a:defRPr>
            </a:lvl2pPr>
            <a:lvl3pPr algn="ctr">
              <a:defRPr sz="1650" b="1">
                <a:solidFill>
                  <a:srgbClr val="52616A"/>
                </a:solidFill>
                <a:latin typeface="Yu Gothic"/>
                <a:ea typeface="Yu Gothic"/>
                <a:cs typeface="Yu Gothic"/>
              </a:defRPr>
            </a:lvl3pPr>
            <a:lvl4pPr algn="ctr">
              <a:defRPr sz="1650" b="1">
                <a:solidFill>
                  <a:srgbClr val="52616A"/>
                </a:solidFill>
                <a:latin typeface="Yu Gothic"/>
                <a:ea typeface="Yu Gothic"/>
                <a:cs typeface="Yu Gothic"/>
              </a:defRPr>
            </a:lvl4pPr>
            <a:lvl5pPr algn="ctr">
              <a:defRPr sz="1650" b="1">
                <a:solidFill>
                  <a:srgbClr val="52616A"/>
                </a:solidFill>
                <a:latin typeface="Yu Gothic"/>
                <a:ea typeface="Yu Gothic"/>
                <a:cs typeface="Yu Gothic"/>
              </a:defRPr>
            </a:lvl5pPr>
            <a:lvl6pPr algn="ctr">
              <a:defRPr sz="1650" b="1">
                <a:solidFill>
                  <a:srgbClr val="52616A"/>
                </a:solidFill>
                <a:latin typeface="Yu Gothic"/>
                <a:ea typeface="Yu Gothic"/>
                <a:cs typeface="Yu Gothic"/>
              </a:defRPr>
            </a:lvl6pPr>
            <a:lvl7pPr algn="ctr">
              <a:defRPr sz="1650" b="1">
                <a:solidFill>
                  <a:srgbClr val="52616A"/>
                </a:solidFill>
                <a:latin typeface="Yu Gothic"/>
                <a:ea typeface="Yu Gothic"/>
                <a:cs typeface="Yu Gothic"/>
              </a:defRPr>
            </a:lvl7pPr>
            <a:lvl8pPr algn="ctr">
              <a:defRPr sz="1650" b="1">
                <a:solidFill>
                  <a:srgbClr val="52616A"/>
                </a:solidFill>
                <a:latin typeface="Yu Gothic"/>
                <a:ea typeface="Yu Gothic"/>
                <a:cs typeface="Yu Gothic"/>
              </a:defRPr>
            </a:lvl8pPr>
            <a:lvl9pPr algn="ctr">
              <a:defRPr sz="1650" b="1">
                <a:solidFill>
                  <a:srgbClr val="52616A"/>
                </a:solidFill>
                <a:latin typeface="Yu Gothic"/>
                <a:ea typeface="Yu Gothic"/>
                <a:cs typeface="Yu Gothic"/>
              </a:defRPr>
            </a:lvl9pPr>
          </a:lstStyle>
          <a:p xmlns:a="http://schemas.openxmlformats.org/drawingml/2006/main">
            <a:pPr algn="ctr">
              <a:defRPr sz="1650" b="1">
                <a:solidFill>
                  <a:srgbClr val="52616A"/>
                </a:solidFill>
                <a:latin typeface="Yu Gothic"/>
                <a:ea typeface="Yu Gothic"/>
                <a:cs typeface="Yu Gothic"/>
              </a:defRPr>
            </a:pPr>
            <a:r>
              <a:rPr sz="1650" b="1">
                <a:solidFill>
                  <a:srgbClr val="52616A"/>
                </a:solidFill>
                <a:latin typeface="Yu Gothic"/>
                <a:ea typeface="Yu Gothic"/>
                <a:cs typeface="Yu Gothic"/>
              </a:rPr>
              <a:t>3次元模式図（投影のため見かけは90°でない）</a:t>
            </a:r>
          </a:p>
        </p:txBody>
      </p:sp>
      <p:sp>
        <p:nvSpPr>
          <p:cNvPr id="12" name="">
            <a:extLst xmlns:a="http://schemas.openxmlformats.org/drawingml/2006/main">
              <a:ext uri="{FF2B5EF4-FFF2-40B4-BE49-F238E27FC236}">
                <a16:creationId xmlns:a16="http://schemas.microsoft.com/office/drawing/2014/main" id="{BCFFB821-07D4-4F54-9F58-864DF9772142}"/>
              </a:ext>
            </a:extLst>
          </p:cNvPr>
          <p:cNvSpPr>
            <a:spLocks xmlns:a="http://schemas.openxmlformats.org/drawingml/2006/main" noGrp="1"/>
          </p:cNvSpPr>
          <p:nvPr/>
        </p:nvSpPr>
        <p:spPr>
          <a:xfrm xmlns:a="http://schemas.openxmlformats.org/drawingml/2006/main">
            <a:off x="8260080" y="3672840"/>
            <a:ext cx="754380" cy="754380"/>
          </a:xfrm>
          <a:prstGeom xmlns:a="http://schemas.openxmlformats.org/drawingml/2006/main" prst="ellipse">
            <a:avLst/>
          </a:prstGeom>
          <a:noFill xmlns:a="http://schemas.openxmlformats.org/drawingml/2006/main"/>
          <a:ln xmlns:a="http://schemas.openxmlformats.org/drawingml/2006/main" w="28575">
            <a:solidFill>
              <a:srgbClr val="EEF5F4"/>
            </a:solidFill>
            <a:prstDash val="solid"/>
          </a:ln>
        </p:spPr>
      </p:sp>
      <p:sp>
        <p:nvSpPr>
          <p:cNvPr id="13" name="">
            <a:extLst xmlns:a="http://schemas.openxmlformats.org/drawingml/2006/main">
              <a:ext uri="{FF2B5EF4-FFF2-40B4-BE49-F238E27FC236}">
                <a16:creationId xmlns:a16="http://schemas.microsoft.com/office/drawing/2014/main" id="{685D90C8-4942-46A1-80F6-89D5AD859610}"/>
              </a:ext>
            </a:extLst>
          </p:cNvPr>
          <p:cNvSpPr>
            <a:spLocks xmlns:a="http://schemas.openxmlformats.org/drawingml/2006/main" noGrp="1"/>
          </p:cNvSpPr>
          <p:nvPr/>
        </p:nvSpPr>
        <p:spPr>
          <a:xfrm xmlns:a="http://schemas.openxmlformats.org/drawingml/2006/main">
            <a:off x="8637270" y="2918460"/>
            <a:ext cx="1936432" cy="1131570"/>
          </a:xfrm>
          <a:custGeom xmlns:a="http://schemas.openxmlformats.org/drawingml/2006/main">
            <a:pathLst>
              <a:path w="1936432" h="1131570">
                <a:moveTo>
                  <a:pt x="0" y="1131570"/>
                </a:moveTo>
                <a:lnTo>
                  <a:pt x="1936432" y="0"/>
                </a:lnTo>
              </a:path>
            </a:pathLst>
          </a:custGeom>
          <a:noFill xmlns:a="http://schemas.openxmlformats.org/drawingml/2006/main"/>
          <a:ln xmlns:a="http://schemas.openxmlformats.org/drawingml/2006/main" w="38100">
            <a:solidFill>
              <a:srgbClr val="166B68"/>
            </a:solidFill>
            <a:prstDash val="solid"/>
          </a:ln>
        </p:spPr>
      </p:sp>
      <p:sp>
        <p:nvSpPr>
          <p:cNvPr id="14" name="">
            <a:extLst xmlns:a="http://schemas.openxmlformats.org/drawingml/2006/main">
              <a:ext uri="{FF2B5EF4-FFF2-40B4-BE49-F238E27FC236}">
                <a16:creationId xmlns:a16="http://schemas.microsoft.com/office/drawing/2014/main" id="{CF6AA202-D87F-4F19-9FA6-E9BCC073CA8B}"/>
              </a:ext>
            </a:extLst>
          </p:cNvPr>
          <p:cNvSpPr>
            <a:spLocks xmlns:a="http://schemas.openxmlformats.org/drawingml/2006/main" noGrp="1"/>
          </p:cNvSpPr>
          <p:nvPr/>
        </p:nvSpPr>
        <p:spPr>
          <a:xfrm xmlns:a="http://schemas.openxmlformats.org/drawingml/2006/main">
            <a:off x="10478474" y="2916445"/>
            <a:ext cx="95229" cy="85970"/>
          </a:xfrm>
          <a:custGeom xmlns:a="http://schemas.openxmlformats.org/drawingml/2006/main">
            <a:pathLst>
              <a:path w="95229" h="85970">
                <a:moveTo>
                  <a:pt x="50237" y="85970"/>
                </a:moveTo>
                <a:lnTo>
                  <a:pt x="95229" y="2015"/>
                </a:lnTo>
                <a:lnTo>
                  <a:pt x="0" y="0"/>
                </a:lnTo>
              </a:path>
            </a:pathLst>
          </a:custGeom>
          <a:noFill xmlns:a="http://schemas.openxmlformats.org/drawingml/2006/main"/>
          <a:ln xmlns:a="http://schemas.openxmlformats.org/drawingml/2006/main" w="38100">
            <a:solidFill>
              <a:srgbClr val="166B68"/>
            </a:solidFill>
            <a:prstDash val="solid"/>
          </a:ln>
        </p:spPr>
      </p:sp>
      <p:sp>
        <p:nvSpPr>
          <p:cNvPr id="15" name="">
            <a:extLst xmlns:a="http://schemas.openxmlformats.org/drawingml/2006/main">
              <a:ext uri="{FF2B5EF4-FFF2-40B4-BE49-F238E27FC236}">
                <a16:creationId xmlns:a16="http://schemas.microsoft.com/office/drawing/2014/main" id="{6AE777F0-8887-4CBA-BFD6-48FD29224A8D}"/>
              </a:ext>
            </a:extLst>
          </p:cNvPr>
          <p:cNvSpPr>
            <a:spLocks xmlns:a="http://schemas.openxmlformats.org/drawingml/2006/main" noGrp="1"/>
          </p:cNvSpPr>
          <p:nvPr/>
        </p:nvSpPr>
        <p:spPr>
          <a:xfrm xmlns:a="http://schemas.openxmlformats.org/drawingml/2006/main">
            <a:off x="7057549" y="3211830"/>
            <a:ext cx="1579721" cy="838200"/>
          </a:xfrm>
          <a:custGeom xmlns:a="http://schemas.openxmlformats.org/drawingml/2006/main">
            <a:pathLst>
              <a:path w="1579721" h="838200">
                <a:moveTo>
                  <a:pt x="1579721" y="838200"/>
                </a:moveTo>
                <a:lnTo>
                  <a:pt x="0" y="0"/>
                </a:lnTo>
              </a:path>
            </a:pathLst>
          </a:custGeom>
          <a:noFill xmlns:a="http://schemas.openxmlformats.org/drawingml/2006/main"/>
          <a:ln xmlns:a="http://schemas.openxmlformats.org/drawingml/2006/main" w="38100">
            <a:solidFill>
              <a:srgbClr val="A94737"/>
            </a:solidFill>
            <a:prstDash val="solid"/>
          </a:ln>
        </p:spPr>
      </p:sp>
      <p:sp>
        <p:nvSpPr>
          <p:cNvPr id="16" name="">
            <a:extLst xmlns:a="http://schemas.openxmlformats.org/drawingml/2006/main">
              <a:ext uri="{FF2B5EF4-FFF2-40B4-BE49-F238E27FC236}">
                <a16:creationId xmlns:a16="http://schemas.microsoft.com/office/drawing/2014/main" id="{3687BFD8-3962-49A8-AE94-B4B79735C495}"/>
              </a:ext>
            </a:extLst>
          </p:cNvPr>
          <p:cNvSpPr>
            <a:spLocks xmlns:a="http://schemas.openxmlformats.org/drawingml/2006/main" noGrp="1"/>
          </p:cNvSpPr>
          <p:nvPr/>
        </p:nvSpPr>
        <p:spPr>
          <a:xfrm xmlns:a="http://schemas.openxmlformats.org/drawingml/2006/main">
            <a:off x="7057549" y="3205912"/>
            <a:ext cx="95066" cy="87957"/>
          </a:xfrm>
          <a:custGeom xmlns:a="http://schemas.openxmlformats.org/drawingml/2006/main">
            <a:pathLst>
              <a:path w="95066" h="87957">
                <a:moveTo>
                  <a:pt x="95066" y="0"/>
                </a:moveTo>
                <a:lnTo>
                  <a:pt x="0" y="5918"/>
                </a:lnTo>
                <a:lnTo>
                  <a:pt x="48396" y="87957"/>
                </a:lnTo>
              </a:path>
            </a:pathLst>
          </a:custGeom>
          <a:noFill xmlns:a="http://schemas.openxmlformats.org/drawingml/2006/main"/>
          <a:ln xmlns:a="http://schemas.openxmlformats.org/drawingml/2006/main" w="38100">
            <a:solidFill>
              <a:srgbClr val="A94737"/>
            </a:solidFill>
            <a:prstDash val="solid"/>
          </a:ln>
        </p:spPr>
      </p:sp>
      <p:sp>
        <p:nvSpPr>
          <p:cNvPr id="17" name="">
            <a:extLst xmlns:a="http://schemas.openxmlformats.org/drawingml/2006/main">
              <a:ext uri="{FF2B5EF4-FFF2-40B4-BE49-F238E27FC236}">
                <a16:creationId xmlns:a16="http://schemas.microsoft.com/office/drawing/2014/main" id="{33478C68-DA00-479B-8E4D-61351F7F544B}"/>
              </a:ext>
            </a:extLst>
          </p:cNvPr>
          <p:cNvSpPr>
            <a:spLocks xmlns:a="http://schemas.openxmlformats.org/drawingml/2006/main" noGrp="1"/>
          </p:cNvSpPr>
          <p:nvPr/>
        </p:nvSpPr>
        <p:spPr>
          <a:xfrm xmlns:a="http://schemas.openxmlformats.org/drawingml/2006/main">
            <a:off x="8637270" y="4050030"/>
            <a:ext cx="9525" cy="1341120"/>
          </a:xfrm>
          <a:custGeom xmlns:a="http://schemas.openxmlformats.org/drawingml/2006/main">
            <a:pathLst>
              <a:path w="9525" h="1341120">
                <a:moveTo>
                  <a:pt x="0" y="0"/>
                </a:moveTo>
                <a:lnTo>
                  <a:pt x="0" y="1341120"/>
                </a:lnTo>
              </a:path>
            </a:pathLst>
          </a:custGeom>
          <a:noFill xmlns:a="http://schemas.openxmlformats.org/drawingml/2006/main"/>
          <a:ln xmlns:a="http://schemas.openxmlformats.org/drawingml/2006/main" w="38100">
            <a:solidFill>
              <a:srgbClr val="182B33"/>
            </a:solidFill>
            <a:prstDash val="solid"/>
          </a:ln>
        </p:spPr>
      </p:sp>
      <p:sp>
        <p:nvSpPr>
          <p:cNvPr id="18" name="">
            <a:extLst xmlns:a="http://schemas.openxmlformats.org/drawingml/2006/main">
              <a:ext uri="{FF2B5EF4-FFF2-40B4-BE49-F238E27FC236}">
                <a16:creationId xmlns:a16="http://schemas.microsoft.com/office/drawing/2014/main" id="{253016C5-D9EA-4CB3-BB3F-8B6101E7DF93}"/>
              </a:ext>
            </a:extLst>
          </p:cNvPr>
          <p:cNvSpPr>
            <a:spLocks xmlns:a="http://schemas.openxmlformats.org/drawingml/2006/main" noGrp="1"/>
          </p:cNvSpPr>
          <p:nvPr/>
        </p:nvSpPr>
        <p:spPr>
          <a:xfrm xmlns:a="http://schemas.openxmlformats.org/drawingml/2006/main">
            <a:off x="8587484" y="5309947"/>
            <a:ext cx="99572" cy="81203"/>
          </a:xfrm>
          <a:custGeom xmlns:a="http://schemas.openxmlformats.org/drawingml/2006/main">
            <a:pathLst>
              <a:path w="99572" h="81203">
                <a:moveTo>
                  <a:pt x="0" y="0"/>
                </a:moveTo>
                <a:lnTo>
                  <a:pt x="49786" y="81203"/>
                </a:lnTo>
                <a:lnTo>
                  <a:pt x="99572" y="0"/>
                </a:lnTo>
              </a:path>
            </a:pathLst>
          </a:custGeom>
          <a:noFill xmlns:a="http://schemas.openxmlformats.org/drawingml/2006/main"/>
          <a:ln xmlns:a="http://schemas.openxmlformats.org/drawingml/2006/main" w="38100">
            <a:solidFill>
              <a:srgbClr val="182B33"/>
            </a:solidFill>
            <a:prstDash val="solid"/>
          </a:ln>
        </p:spPr>
      </p:sp>
      <p:sp>
        <p:nvSpPr>
          <p:cNvPr id="19" name="">
            <a:extLst xmlns:a="http://schemas.openxmlformats.org/drawingml/2006/main">
              <a:ext uri="{FF2B5EF4-FFF2-40B4-BE49-F238E27FC236}">
                <a16:creationId xmlns:a16="http://schemas.microsoft.com/office/drawing/2014/main" id="{82F154DA-4F57-4FF3-B44B-8104F08C9179}"/>
              </a:ext>
            </a:extLst>
          </p:cNvPr>
          <p:cNvSpPr>
            <a:spLocks xmlns:a="http://schemas.openxmlformats.org/drawingml/2006/main" noGrp="1"/>
          </p:cNvSpPr>
          <p:nvPr/>
        </p:nvSpPr>
        <p:spPr>
          <a:xfrm xmlns:a="http://schemas.openxmlformats.org/drawingml/2006/main">
            <a:off x="9860280" y="2457450"/>
            <a:ext cx="1273969"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166B68"/>
                </a:solidFill>
                <a:latin typeface="Yu Gothic"/>
                <a:ea typeface="Yu Gothic"/>
                <a:cs typeface="Yu Gothic"/>
              </a:defRPr>
            </a:defPPr>
            <a:lvl1pPr algn="l">
              <a:defRPr sz="1650" b="1">
                <a:solidFill>
                  <a:srgbClr val="166B68"/>
                </a:solidFill>
                <a:latin typeface="Yu Gothic"/>
                <a:ea typeface="Yu Gothic"/>
                <a:cs typeface="Yu Gothic"/>
              </a:defRPr>
            </a:lvl1pPr>
            <a:lvl2pPr algn="l">
              <a:defRPr sz="1650" b="1">
                <a:solidFill>
                  <a:srgbClr val="166B68"/>
                </a:solidFill>
                <a:latin typeface="Yu Gothic"/>
                <a:ea typeface="Yu Gothic"/>
                <a:cs typeface="Yu Gothic"/>
              </a:defRPr>
            </a:lvl2pPr>
            <a:lvl3pPr algn="l">
              <a:defRPr sz="1650" b="1">
                <a:solidFill>
                  <a:srgbClr val="166B68"/>
                </a:solidFill>
                <a:latin typeface="Yu Gothic"/>
                <a:ea typeface="Yu Gothic"/>
                <a:cs typeface="Yu Gothic"/>
              </a:defRPr>
            </a:lvl3pPr>
            <a:lvl4pPr algn="l">
              <a:defRPr sz="1650" b="1">
                <a:solidFill>
                  <a:srgbClr val="166B68"/>
                </a:solidFill>
                <a:latin typeface="Yu Gothic"/>
                <a:ea typeface="Yu Gothic"/>
                <a:cs typeface="Yu Gothic"/>
              </a:defRPr>
            </a:lvl4pPr>
            <a:lvl5pPr algn="l">
              <a:defRPr sz="1650" b="1">
                <a:solidFill>
                  <a:srgbClr val="166B68"/>
                </a:solidFill>
                <a:latin typeface="Yu Gothic"/>
                <a:ea typeface="Yu Gothic"/>
                <a:cs typeface="Yu Gothic"/>
              </a:defRPr>
            </a:lvl5pPr>
            <a:lvl6pPr algn="l">
              <a:defRPr sz="1650" b="1">
                <a:solidFill>
                  <a:srgbClr val="166B68"/>
                </a:solidFill>
                <a:latin typeface="Yu Gothic"/>
                <a:ea typeface="Yu Gothic"/>
                <a:cs typeface="Yu Gothic"/>
              </a:defRPr>
            </a:lvl6pPr>
            <a:lvl7pPr algn="l">
              <a:defRPr sz="1650" b="1">
                <a:solidFill>
                  <a:srgbClr val="166B68"/>
                </a:solidFill>
                <a:latin typeface="Yu Gothic"/>
                <a:ea typeface="Yu Gothic"/>
                <a:cs typeface="Yu Gothic"/>
              </a:defRPr>
            </a:lvl7pPr>
            <a:lvl8pPr algn="l">
              <a:defRPr sz="1650" b="1">
                <a:solidFill>
                  <a:srgbClr val="166B68"/>
                </a:solidFill>
                <a:latin typeface="Yu Gothic"/>
                <a:ea typeface="Yu Gothic"/>
                <a:cs typeface="Yu Gothic"/>
              </a:defRPr>
            </a:lvl8pPr>
            <a:lvl9pPr algn="l">
              <a:defRPr sz="1650" b="1">
                <a:solidFill>
                  <a:srgbClr val="166B68"/>
                </a:solidFill>
                <a:latin typeface="Yu Gothic"/>
                <a:ea typeface="Yu Gothic"/>
                <a:cs typeface="Yu Gothic"/>
              </a:defRPr>
            </a:lvl9pPr>
          </a:lstStyle>
          <a:p xmlns:a="http://schemas.openxmlformats.org/drawingml/2006/main">
            <a:pPr algn="l">
              <a:defRPr sz="1650" b="1">
                <a:solidFill>
                  <a:srgbClr val="166B68"/>
                </a:solidFill>
                <a:latin typeface="Yu Gothic"/>
                <a:ea typeface="Yu Gothic"/>
                <a:cs typeface="Yu Gothic"/>
              </a:defRPr>
            </a:pPr>
            <a:r>
              <a:rPr sz="1650" b="1">
                <a:solidFill>
                  <a:srgbClr val="166B68"/>
                </a:solidFill>
                <a:latin typeface="Yu Gothic"/>
                <a:ea typeface="Yu Gothic"/>
                <a:cs typeface="Yu Gothic"/>
              </a:rPr>
              <a:t>視準軸</a:t>
            </a:r>
          </a:p>
        </p:txBody>
      </p:sp>
      <p:sp>
        <p:nvSpPr>
          <p:cNvPr id="20" name="">
            <a:extLst xmlns:a="http://schemas.openxmlformats.org/drawingml/2006/main">
              <a:ext uri="{FF2B5EF4-FFF2-40B4-BE49-F238E27FC236}">
                <a16:creationId xmlns:a16="http://schemas.microsoft.com/office/drawing/2014/main" id="{89C6C0C8-97DD-4DC9-B849-AFAB8DAB53B7}"/>
              </a:ext>
            </a:extLst>
          </p:cNvPr>
          <p:cNvSpPr>
            <a:spLocks xmlns:a="http://schemas.openxmlformats.org/drawingml/2006/main" noGrp="1"/>
          </p:cNvSpPr>
          <p:nvPr/>
        </p:nvSpPr>
        <p:spPr>
          <a:xfrm xmlns:a="http://schemas.openxmlformats.org/drawingml/2006/main">
            <a:off x="6229350" y="2750820"/>
            <a:ext cx="142684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A94737"/>
                </a:solidFill>
                <a:latin typeface="Yu Gothic"/>
                <a:ea typeface="Yu Gothic"/>
                <a:cs typeface="Yu Gothic"/>
              </a:defRPr>
            </a:defPPr>
            <a:lvl1pPr algn="l">
              <a:defRPr sz="1650" b="1">
                <a:solidFill>
                  <a:srgbClr val="A94737"/>
                </a:solidFill>
                <a:latin typeface="Yu Gothic"/>
                <a:ea typeface="Yu Gothic"/>
                <a:cs typeface="Yu Gothic"/>
              </a:defRPr>
            </a:lvl1pPr>
            <a:lvl2pPr algn="l">
              <a:defRPr sz="1650" b="1">
                <a:solidFill>
                  <a:srgbClr val="A94737"/>
                </a:solidFill>
                <a:latin typeface="Yu Gothic"/>
                <a:ea typeface="Yu Gothic"/>
                <a:cs typeface="Yu Gothic"/>
              </a:defRPr>
            </a:lvl2pPr>
            <a:lvl3pPr algn="l">
              <a:defRPr sz="1650" b="1">
                <a:solidFill>
                  <a:srgbClr val="A94737"/>
                </a:solidFill>
                <a:latin typeface="Yu Gothic"/>
                <a:ea typeface="Yu Gothic"/>
                <a:cs typeface="Yu Gothic"/>
              </a:defRPr>
            </a:lvl3pPr>
            <a:lvl4pPr algn="l">
              <a:defRPr sz="1650" b="1">
                <a:solidFill>
                  <a:srgbClr val="A94737"/>
                </a:solidFill>
                <a:latin typeface="Yu Gothic"/>
                <a:ea typeface="Yu Gothic"/>
                <a:cs typeface="Yu Gothic"/>
              </a:defRPr>
            </a:lvl4pPr>
            <a:lvl5pPr algn="l">
              <a:defRPr sz="1650" b="1">
                <a:solidFill>
                  <a:srgbClr val="A94737"/>
                </a:solidFill>
                <a:latin typeface="Yu Gothic"/>
                <a:ea typeface="Yu Gothic"/>
                <a:cs typeface="Yu Gothic"/>
              </a:defRPr>
            </a:lvl5pPr>
            <a:lvl6pPr algn="l">
              <a:defRPr sz="1650" b="1">
                <a:solidFill>
                  <a:srgbClr val="A94737"/>
                </a:solidFill>
                <a:latin typeface="Yu Gothic"/>
                <a:ea typeface="Yu Gothic"/>
                <a:cs typeface="Yu Gothic"/>
              </a:defRPr>
            </a:lvl6pPr>
            <a:lvl7pPr algn="l">
              <a:defRPr sz="1650" b="1">
                <a:solidFill>
                  <a:srgbClr val="A94737"/>
                </a:solidFill>
                <a:latin typeface="Yu Gothic"/>
                <a:ea typeface="Yu Gothic"/>
                <a:cs typeface="Yu Gothic"/>
              </a:defRPr>
            </a:lvl7pPr>
            <a:lvl8pPr algn="l">
              <a:defRPr sz="1650" b="1">
                <a:solidFill>
                  <a:srgbClr val="A94737"/>
                </a:solidFill>
                <a:latin typeface="Yu Gothic"/>
                <a:ea typeface="Yu Gothic"/>
                <a:cs typeface="Yu Gothic"/>
              </a:defRPr>
            </a:lvl8pPr>
            <a:lvl9pPr algn="l">
              <a:defRPr sz="1650" b="1">
                <a:solidFill>
                  <a:srgbClr val="A94737"/>
                </a:solidFill>
                <a:latin typeface="Yu Gothic"/>
                <a:ea typeface="Yu Gothic"/>
                <a:cs typeface="Yu Gothic"/>
              </a:defRPr>
            </a:lvl9pPr>
          </a:lstStyle>
          <a:p xmlns:a="http://schemas.openxmlformats.org/drawingml/2006/main">
            <a:pPr algn="l">
              <a:defRPr sz="1650" b="1">
                <a:solidFill>
                  <a:srgbClr val="A94737"/>
                </a:solidFill>
                <a:latin typeface="Yu Gothic"/>
                <a:ea typeface="Yu Gothic"/>
                <a:cs typeface="Yu Gothic"/>
              </a:defRPr>
            </a:pPr>
            <a:r>
              <a:rPr sz="1650" b="1">
                <a:solidFill>
                  <a:srgbClr val="A94737"/>
                </a:solidFill>
                <a:latin typeface="Yu Gothic"/>
                <a:ea typeface="Yu Gothic"/>
                <a:cs typeface="Yu Gothic"/>
              </a:rPr>
              <a:t>水平軸</a:t>
            </a:r>
          </a:p>
        </p:txBody>
      </p:sp>
      <p:sp>
        <p:nvSpPr>
          <p:cNvPr id="21" name="">
            <a:extLst xmlns:a="http://schemas.openxmlformats.org/drawingml/2006/main">
              <a:ext uri="{FF2B5EF4-FFF2-40B4-BE49-F238E27FC236}">
                <a16:creationId xmlns:a16="http://schemas.microsoft.com/office/drawing/2014/main" id="{B4FDEDBF-0C80-44DF-817C-F83287BD2ADE}"/>
              </a:ext>
            </a:extLst>
          </p:cNvPr>
          <p:cNvSpPr>
            <a:spLocks xmlns:a="http://schemas.openxmlformats.org/drawingml/2006/main" noGrp="1"/>
          </p:cNvSpPr>
          <p:nvPr/>
        </p:nvSpPr>
        <p:spPr>
          <a:xfrm xmlns:a="http://schemas.openxmlformats.org/drawingml/2006/main">
            <a:off x="8751570" y="4972050"/>
            <a:ext cx="1375886"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182B33"/>
                </a:solidFill>
                <a:latin typeface="Yu Gothic"/>
                <a:ea typeface="Yu Gothic"/>
                <a:cs typeface="Yu Gothic"/>
              </a:defRPr>
            </a:defPPr>
            <a:lvl1pPr algn="l">
              <a:defRPr sz="1650" b="1">
                <a:solidFill>
                  <a:srgbClr val="182B33"/>
                </a:solidFill>
                <a:latin typeface="Yu Gothic"/>
                <a:ea typeface="Yu Gothic"/>
                <a:cs typeface="Yu Gothic"/>
              </a:defRPr>
            </a:lvl1pPr>
            <a:lvl2pPr algn="l">
              <a:defRPr sz="1650" b="1">
                <a:solidFill>
                  <a:srgbClr val="182B33"/>
                </a:solidFill>
                <a:latin typeface="Yu Gothic"/>
                <a:ea typeface="Yu Gothic"/>
                <a:cs typeface="Yu Gothic"/>
              </a:defRPr>
            </a:lvl2pPr>
            <a:lvl3pPr algn="l">
              <a:defRPr sz="1650" b="1">
                <a:solidFill>
                  <a:srgbClr val="182B33"/>
                </a:solidFill>
                <a:latin typeface="Yu Gothic"/>
                <a:ea typeface="Yu Gothic"/>
                <a:cs typeface="Yu Gothic"/>
              </a:defRPr>
            </a:lvl3pPr>
            <a:lvl4pPr algn="l">
              <a:defRPr sz="1650" b="1">
                <a:solidFill>
                  <a:srgbClr val="182B33"/>
                </a:solidFill>
                <a:latin typeface="Yu Gothic"/>
                <a:ea typeface="Yu Gothic"/>
                <a:cs typeface="Yu Gothic"/>
              </a:defRPr>
            </a:lvl4pPr>
            <a:lvl5pPr algn="l">
              <a:defRPr sz="1650" b="1">
                <a:solidFill>
                  <a:srgbClr val="182B33"/>
                </a:solidFill>
                <a:latin typeface="Yu Gothic"/>
                <a:ea typeface="Yu Gothic"/>
                <a:cs typeface="Yu Gothic"/>
              </a:defRPr>
            </a:lvl5pPr>
            <a:lvl6pPr algn="l">
              <a:defRPr sz="1650" b="1">
                <a:solidFill>
                  <a:srgbClr val="182B33"/>
                </a:solidFill>
                <a:latin typeface="Yu Gothic"/>
                <a:ea typeface="Yu Gothic"/>
                <a:cs typeface="Yu Gothic"/>
              </a:defRPr>
            </a:lvl6pPr>
            <a:lvl7pPr algn="l">
              <a:defRPr sz="1650" b="1">
                <a:solidFill>
                  <a:srgbClr val="182B33"/>
                </a:solidFill>
                <a:latin typeface="Yu Gothic"/>
                <a:ea typeface="Yu Gothic"/>
                <a:cs typeface="Yu Gothic"/>
              </a:defRPr>
            </a:lvl7pPr>
            <a:lvl8pPr algn="l">
              <a:defRPr sz="1650" b="1">
                <a:solidFill>
                  <a:srgbClr val="182B33"/>
                </a:solidFill>
                <a:latin typeface="Yu Gothic"/>
                <a:ea typeface="Yu Gothic"/>
                <a:cs typeface="Yu Gothic"/>
              </a:defRPr>
            </a:lvl8pPr>
            <a:lvl9pPr algn="l">
              <a:defRPr sz="1650" b="1">
                <a:solidFill>
                  <a:srgbClr val="182B33"/>
                </a:solidFill>
                <a:latin typeface="Yu Gothic"/>
                <a:ea typeface="Yu Gothic"/>
                <a:cs typeface="Yu Gothic"/>
              </a:defRPr>
            </a:lvl9pPr>
          </a:lstStyle>
          <a:p xmlns:a="http://schemas.openxmlformats.org/drawingml/2006/main">
            <a:pPr algn="l">
              <a:defRPr sz="1650" b="1">
                <a:solidFill>
                  <a:srgbClr val="182B33"/>
                </a:solidFill>
                <a:latin typeface="Yu Gothic"/>
                <a:ea typeface="Yu Gothic"/>
                <a:cs typeface="Yu Gothic"/>
              </a:defRPr>
            </a:pPr>
            <a:r>
              <a:rPr sz="1650" b="1">
                <a:solidFill>
                  <a:srgbClr val="182B33"/>
                </a:solidFill>
                <a:latin typeface="Yu Gothic"/>
                <a:ea typeface="Yu Gothic"/>
                <a:cs typeface="Yu Gothic"/>
              </a:rPr>
              <a:t>鉛直軸</a:t>
            </a:r>
          </a:p>
        </p:txBody>
      </p:sp>
      <p:sp>
        <p:nvSpPr>
          <p:cNvPr id="22" name="">
            <a:extLst xmlns:a="http://schemas.openxmlformats.org/drawingml/2006/main">
              <a:ext uri="{FF2B5EF4-FFF2-40B4-BE49-F238E27FC236}">
                <a16:creationId xmlns:a16="http://schemas.microsoft.com/office/drawing/2014/main" id="{D764B074-0CF8-4434-B374-B4114028BE87}"/>
              </a:ext>
            </a:extLst>
          </p:cNvPr>
          <p:cNvSpPr>
            <a:spLocks xmlns:a="http://schemas.openxmlformats.org/drawingml/2006/main" noGrp="1"/>
          </p:cNvSpPr>
          <p:nvPr/>
        </p:nvSpPr>
        <p:spPr>
          <a:xfrm xmlns:a="http://schemas.openxmlformats.org/drawingml/2006/main">
            <a:off x="9146858" y="3547110"/>
            <a:ext cx="1936433"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166B68"/>
                </a:solidFill>
                <a:latin typeface="Yu Gothic"/>
                <a:ea typeface="Yu Gothic"/>
                <a:cs typeface="Yu Gothic"/>
              </a:defRPr>
            </a:defPPr>
            <a:lvl1pPr algn="l">
              <a:defRPr sz="1650" b="1">
                <a:solidFill>
                  <a:srgbClr val="166B68"/>
                </a:solidFill>
                <a:latin typeface="Yu Gothic"/>
                <a:ea typeface="Yu Gothic"/>
                <a:cs typeface="Yu Gothic"/>
              </a:defRPr>
            </a:lvl1pPr>
            <a:lvl2pPr algn="l">
              <a:defRPr sz="1650" b="1">
                <a:solidFill>
                  <a:srgbClr val="166B68"/>
                </a:solidFill>
                <a:latin typeface="Yu Gothic"/>
                <a:ea typeface="Yu Gothic"/>
                <a:cs typeface="Yu Gothic"/>
              </a:defRPr>
            </a:lvl2pPr>
            <a:lvl3pPr algn="l">
              <a:defRPr sz="1650" b="1">
                <a:solidFill>
                  <a:srgbClr val="166B68"/>
                </a:solidFill>
                <a:latin typeface="Yu Gothic"/>
                <a:ea typeface="Yu Gothic"/>
                <a:cs typeface="Yu Gothic"/>
              </a:defRPr>
            </a:lvl3pPr>
            <a:lvl4pPr algn="l">
              <a:defRPr sz="1650" b="1">
                <a:solidFill>
                  <a:srgbClr val="166B68"/>
                </a:solidFill>
                <a:latin typeface="Yu Gothic"/>
                <a:ea typeface="Yu Gothic"/>
                <a:cs typeface="Yu Gothic"/>
              </a:defRPr>
            </a:lvl4pPr>
            <a:lvl5pPr algn="l">
              <a:defRPr sz="1650" b="1">
                <a:solidFill>
                  <a:srgbClr val="166B68"/>
                </a:solidFill>
                <a:latin typeface="Yu Gothic"/>
                <a:ea typeface="Yu Gothic"/>
                <a:cs typeface="Yu Gothic"/>
              </a:defRPr>
            </a:lvl5pPr>
            <a:lvl6pPr algn="l">
              <a:defRPr sz="1650" b="1">
                <a:solidFill>
                  <a:srgbClr val="166B68"/>
                </a:solidFill>
                <a:latin typeface="Yu Gothic"/>
                <a:ea typeface="Yu Gothic"/>
                <a:cs typeface="Yu Gothic"/>
              </a:defRPr>
            </a:lvl6pPr>
            <a:lvl7pPr algn="l">
              <a:defRPr sz="1650" b="1">
                <a:solidFill>
                  <a:srgbClr val="166B68"/>
                </a:solidFill>
                <a:latin typeface="Yu Gothic"/>
                <a:ea typeface="Yu Gothic"/>
                <a:cs typeface="Yu Gothic"/>
              </a:defRPr>
            </a:lvl7pPr>
            <a:lvl8pPr algn="l">
              <a:defRPr sz="1650" b="1">
                <a:solidFill>
                  <a:srgbClr val="166B68"/>
                </a:solidFill>
                <a:latin typeface="Yu Gothic"/>
                <a:ea typeface="Yu Gothic"/>
                <a:cs typeface="Yu Gothic"/>
              </a:defRPr>
            </a:lvl8pPr>
            <a:lvl9pPr algn="l">
              <a:defRPr sz="1650" b="1">
                <a:solidFill>
                  <a:srgbClr val="166B68"/>
                </a:solidFill>
                <a:latin typeface="Yu Gothic"/>
                <a:ea typeface="Yu Gothic"/>
                <a:cs typeface="Yu Gothic"/>
              </a:defRPr>
            </a:lvl9pPr>
          </a:lstStyle>
          <a:p xmlns:a="http://schemas.openxmlformats.org/drawingml/2006/main">
            <a:pPr algn="l">
              <a:defRPr sz="1650" b="1">
                <a:solidFill>
                  <a:srgbClr val="166B68"/>
                </a:solidFill>
                <a:latin typeface="Yu Gothic"/>
                <a:ea typeface="Yu Gothic"/>
                <a:cs typeface="Yu Gothic"/>
              </a:defRPr>
            </a:pPr>
            <a:r>
              <a:rPr sz="1650" b="1">
                <a:solidFill>
                  <a:srgbClr val="166B68"/>
                </a:solidFill>
                <a:latin typeface="Yu Gothic"/>
                <a:ea typeface="Yu Gothic"/>
                <a:cs typeface="Yu Gothic"/>
              </a:rPr>
              <a:t>視準軸 ⟂ 水平軸</a:t>
            </a:r>
          </a:p>
        </p:txBody>
      </p:sp>
      <p:sp>
        <p:nvSpPr>
          <p:cNvPr id="23" name="">
            <a:extLst xmlns:a="http://schemas.openxmlformats.org/drawingml/2006/main">
              <a:ext uri="{FF2B5EF4-FFF2-40B4-BE49-F238E27FC236}">
                <a16:creationId xmlns:a16="http://schemas.microsoft.com/office/drawing/2014/main" id="{F84AB071-5C3E-44D5-8A6C-8936EE1E1885}"/>
              </a:ext>
            </a:extLst>
          </p:cNvPr>
          <p:cNvSpPr>
            <a:spLocks xmlns:a="http://schemas.openxmlformats.org/drawingml/2006/main" noGrp="1"/>
          </p:cNvSpPr>
          <p:nvPr/>
        </p:nvSpPr>
        <p:spPr>
          <a:xfrm xmlns:a="http://schemas.openxmlformats.org/drawingml/2006/main">
            <a:off x="6238875" y="4301490"/>
            <a:ext cx="2140268"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A94737"/>
                </a:solidFill>
                <a:latin typeface="Yu Gothic"/>
                <a:ea typeface="Yu Gothic"/>
                <a:cs typeface="Yu Gothic"/>
              </a:defRPr>
            </a:defPPr>
            <a:lvl1pPr algn="l">
              <a:defRPr sz="1650" b="1">
                <a:solidFill>
                  <a:srgbClr val="A94737"/>
                </a:solidFill>
                <a:latin typeface="Yu Gothic"/>
                <a:ea typeface="Yu Gothic"/>
                <a:cs typeface="Yu Gothic"/>
              </a:defRPr>
            </a:lvl1pPr>
            <a:lvl2pPr algn="l">
              <a:defRPr sz="1650" b="1">
                <a:solidFill>
                  <a:srgbClr val="A94737"/>
                </a:solidFill>
                <a:latin typeface="Yu Gothic"/>
                <a:ea typeface="Yu Gothic"/>
                <a:cs typeface="Yu Gothic"/>
              </a:defRPr>
            </a:lvl2pPr>
            <a:lvl3pPr algn="l">
              <a:defRPr sz="1650" b="1">
                <a:solidFill>
                  <a:srgbClr val="A94737"/>
                </a:solidFill>
                <a:latin typeface="Yu Gothic"/>
                <a:ea typeface="Yu Gothic"/>
                <a:cs typeface="Yu Gothic"/>
              </a:defRPr>
            </a:lvl3pPr>
            <a:lvl4pPr algn="l">
              <a:defRPr sz="1650" b="1">
                <a:solidFill>
                  <a:srgbClr val="A94737"/>
                </a:solidFill>
                <a:latin typeface="Yu Gothic"/>
                <a:ea typeface="Yu Gothic"/>
                <a:cs typeface="Yu Gothic"/>
              </a:defRPr>
            </a:lvl4pPr>
            <a:lvl5pPr algn="l">
              <a:defRPr sz="1650" b="1">
                <a:solidFill>
                  <a:srgbClr val="A94737"/>
                </a:solidFill>
                <a:latin typeface="Yu Gothic"/>
                <a:ea typeface="Yu Gothic"/>
                <a:cs typeface="Yu Gothic"/>
              </a:defRPr>
            </a:lvl5pPr>
            <a:lvl6pPr algn="l">
              <a:defRPr sz="1650" b="1">
                <a:solidFill>
                  <a:srgbClr val="A94737"/>
                </a:solidFill>
                <a:latin typeface="Yu Gothic"/>
                <a:ea typeface="Yu Gothic"/>
                <a:cs typeface="Yu Gothic"/>
              </a:defRPr>
            </a:lvl6pPr>
            <a:lvl7pPr algn="l">
              <a:defRPr sz="1650" b="1">
                <a:solidFill>
                  <a:srgbClr val="A94737"/>
                </a:solidFill>
                <a:latin typeface="Yu Gothic"/>
                <a:ea typeface="Yu Gothic"/>
                <a:cs typeface="Yu Gothic"/>
              </a:defRPr>
            </a:lvl7pPr>
            <a:lvl8pPr algn="l">
              <a:defRPr sz="1650" b="1">
                <a:solidFill>
                  <a:srgbClr val="A94737"/>
                </a:solidFill>
                <a:latin typeface="Yu Gothic"/>
                <a:ea typeface="Yu Gothic"/>
                <a:cs typeface="Yu Gothic"/>
              </a:defRPr>
            </a:lvl8pPr>
            <a:lvl9pPr algn="l">
              <a:defRPr sz="1650" b="1">
                <a:solidFill>
                  <a:srgbClr val="A94737"/>
                </a:solidFill>
                <a:latin typeface="Yu Gothic"/>
                <a:ea typeface="Yu Gothic"/>
                <a:cs typeface="Yu Gothic"/>
              </a:defRPr>
            </a:lvl9pPr>
          </a:lstStyle>
          <a:p xmlns:a="http://schemas.openxmlformats.org/drawingml/2006/main">
            <a:pPr algn="l">
              <a:defRPr sz="1650" b="1">
                <a:solidFill>
                  <a:srgbClr val="A94737"/>
                </a:solidFill>
                <a:latin typeface="Yu Gothic"/>
                <a:ea typeface="Yu Gothic"/>
                <a:cs typeface="Yu Gothic"/>
              </a:defRPr>
            </a:pPr>
            <a:r>
              <a:rPr sz="1650" b="1">
                <a:solidFill>
                  <a:srgbClr val="A94737"/>
                </a:solidFill>
                <a:latin typeface="Yu Gothic"/>
                <a:ea typeface="Yu Gothic"/>
                <a:cs typeface="Yu Gothic"/>
              </a:rPr>
              <a:t>水平軸 ⟂ 鉛直軸</a:t>
            </a:r>
          </a:p>
        </p:txBody>
      </p:sp>
      <p:sp>
        <p:nvSpPr>
          <p:cNvPr id="24" name="">
            <a:extLst xmlns:a="http://schemas.openxmlformats.org/drawingml/2006/main">
              <a:ext uri="{FF2B5EF4-FFF2-40B4-BE49-F238E27FC236}">
                <a16:creationId xmlns:a16="http://schemas.microsoft.com/office/drawing/2014/main" id="{21722A25-4688-4BD3-9253-42F1D4D5B94F}"/>
              </a:ext>
            </a:extLst>
          </p:cNvPr>
          <p:cNvSpPr>
            <a:spLocks xmlns:a="http://schemas.openxmlformats.org/drawingml/2006/main" noGrp="1"/>
          </p:cNvSpPr>
          <p:nvPr/>
        </p:nvSpPr>
        <p:spPr>
          <a:xfrm xmlns:a="http://schemas.openxmlformats.org/drawingml/2006/main">
            <a:off x="8570595" y="3983355"/>
            <a:ext cx="133350" cy="133350"/>
          </a:xfrm>
          <a:prstGeom xmlns:a="http://schemas.openxmlformats.org/drawingml/2006/main" prst="ellipse">
            <a:avLst/>
          </a:prstGeom>
          <a:solidFill xmlns:a="http://schemas.openxmlformats.org/drawingml/2006/main">
            <a:srgbClr val="182B33"/>
          </a:solidFill>
          <a:ln xmlns:a="http://schemas.openxmlformats.org/drawingml/2006/main" w="9525">
            <a:solidFill>
              <a:srgbClr val="182B33"/>
            </a:solidFill>
          </a:ln>
        </p:spPr>
      </p:sp>
    </p:spTree>
    <p:extLst>
      <p:ext uri="{BB962C8B-B14F-4D97-AF65-F5344CB8AC3E}">
        <p14:creationId xmlns:p14="http://schemas.microsoft.com/office/powerpoint/2010/main" val="1453727170"/>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197C52E3-B035-42D7-A88E-F21A056CB112}"/>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B719F28F-7712-406F-9406-AF7E7BD19947}"/>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器械の準備</a:t>
            </a:r>
          </a:p>
        </p:txBody>
      </p:sp>
      <p:sp>
        <p:nvSpPr>
          <p:cNvPr id="3" name="">
            <a:extLst xmlns:a="http://schemas.openxmlformats.org/drawingml/2006/main">
              <a:ext uri="{FF2B5EF4-FFF2-40B4-BE49-F238E27FC236}">
                <a16:creationId xmlns:a16="http://schemas.microsoft.com/office/drawing/2014/main" id="{13585D83-F3CC-4716-AA9F-BAF69DCAFA95}"/>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TSを支える三つの軸</a:t>
            </a:r>
          </a:p>
        </p:txBody>
      </p:sp>
      <p:sp>
        <p:nvSpPr>
          <p:cNvPr id="4" name="">
            <a:extLst xmlns:a="http://schemas.openxmlformats.org/drawingml/2006/main">
              <a:ext uri="{FF2B5EF4-FFF2-40B4-BE49-F238E27FC236}">
                <a16:creationId xmlns:a16="http://schemas.microsoft.com/office/drawing/2014/main" id="{9ABAE028-6A23-478D-8703-BD74D8D05D78}"/>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847B6446-DF77-4A9F-8BFE-2C9788DEEB3F}"/>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11</a:t>
            </a:r>
          </a:p>
        </p:txBody>
      </p:sp>
      <p:sp>
        <p:nvSpPr>
          <p:cNvPr id="6" name="">
            <a:extLst xmlns:a="http://schemas.openxmlformats.org/drawingml/2006/main">
              <a:ext uri="{FF2B5EF4-FFF2-40B4-BE49-F238E27FC236}">
                <a16:creationId xmlns:a16="http://schemas.microsoft.com/office/drawing/2014/main" id="{8B94135F-1D50-4CFF-A2E3-317540D6D899}"/>
              </a:ext>
            </a:extLst>
          </p:cNvPr>
          <p:cNvSpPr>
            <a:spLocks xmlns:a="http://schemas.openxmlformats.org/drawingml/2006/main" noGrp="1"/>
          </p:cNvSpPr>
          <p:nvPr/>
        </p:nvSpPr>
        <p:spPr>
          <a:xfrm xmlns:a="http://schemas.openxmlformats.org/drawingml/2006/main">
            <a:off x="723900" y="1562100"/>
            <a:ext cx="5286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325" b="1">
                <a:solidFill>
                  <a:srgbClr val="52616A"/>
                </a:solidFill>
                <a:latin typeface="Yu Gothic"/>
                <a:ea typeface="Yu Gothic"/>
                <a:cs typeface="Yu Gothic"/>
              </a:defRPr>
            </a:defPPr>
            <a:lvl1pPr algn="l">
              <a:defRPr sz="2325" b="1">
                <a:solidFill>
                  <a:srgbClr val="52616A"/>
                </a:solidFill>
                <a:latin typeface="Yu Gothic"/>
                <a:ea typeface="Yu Gothic"/>
                <a:cs typeface="Yu Gothic"/>
              </a:defRPr>
            </a:lvl1pPr>
            <a:lvl2pPr algn="l">
              <a:defRPr sz="2325" b="1">
                <a:solidFill>
                  <a:srgbClr val="52616A"/>
                </a:solidFill>
                <a:latin typeface="Yu Gothic"/>
                <a:ea typeface="Yu Gothic"/>
                <a:cs typeface="Yu Gothic"/>
              </a:defRPr>
            </a:lvl2pPr>
            <a:lvl3pPr algn="l">
              <a:defRPr sz="2325" b="1">
                <a:solidFill>
                  <a:srgbClr val="52616A"/>
                </a:solidFill>
                <a:latin typeface="Yu Gothic"/>
                <a:ea typeface="Yu Gothic"/>
                <a:cs typeface="Yu Gothic"/>
              </a:defRPr>
            </a:lvl3pPr>
            <a:lvl4pPr algn="l">
              <a:defRPr sz="2325" b="1">
                <a:solidFill>
                  <a:srgbClr val="52616A"/>
                </a:solidFill>
                <a:latin typeface="Yu Gothic"/>
                <a:ea typeface="Yu Gothic"/>
                <a:cs typeface="Yu Gothic"/>
              </a:defRPr>
            </a:lvl4pPr>
            <a:lvl5pPr algn="l">
              <a:defRPr sz="2325" b="1">
                <a:solidFill>
                  <a:srgbClr val="52616A"/>
                </a:solidFill>
                <a:latin typeface="Yu Gothic"/>
                <a:ea typeface="Yu Gothic"/>
                <a:cs typeface="Yu Gothic"/>
              </a:defRPr>
            </a:lvl5pPr>
            <a:lvl6pPr algn="l">
              <a:defRPr sz="2325" b="1">
                <a:solidFill>
                  <a:srgbClr val="52616A"/>
                </a:solidFill>
                <a:latin typeface="Yu Gothic"/>
                <a:ea typeface="Yu Gothic"/>
                <a:cs typeface="Yu Gothic"/>
              </a:defRPr>
            </a:lvl6pPr>
            <a:lvl7pPr algn="l">
              <a:defRPr sz="2325" b="1">
                <a:solidFill>
                  <a:srgbClr val="52616A"/>
                </a:solidFill>
                <a:latin typeface="Yu Gothic"/>
                <a:ea typeface="Yu Gothic"/>
                <a:cs typeface="Yu Gothic"/>
              </a:defRPr>
            </a:lvl7pPr>
            <a:lvl8pPr algn="l">
              <a:defRPr sz="2325" b="1">
                <a:solidFill>
                  <a:srgbClr val="52616A"/>
                </a:solidFill>
                <a:latin typeface="Yu Gothic"/>
                <a:ea typeface="Yu Gothic"/>
                <a:cs typeface="Yu Gothic"/>
              </a:defRPr>
            </a:lvl8pPr>
            <a:lvl9pPr algn="l">
              <a:defRPr sz="2325" b="1">
                <a:solidFill>
                  <a:srgbClr val="52616A"/>
                </a:solidFill>
                <a:latin typeface="Yu Gothic"/>
                <a:ea typeface="Yu Gothic"/>
                <a:cs typeface="Yu Gothic"/>
              </a:defRPr>
            </a:lvl9pPr>
          </a:lstStyle>
          <a:p xmlns:a="http://schemas.openxmlformats.org/drawingml/2006/main">
            <a:pPr algn="l">
              <a:defRPr sz="2325" b="1">
                <a:solidFill>
                  <a:srgbClr val="52616A"/>
                </a:solidFill>
                <a:latin typeface="Yu Gothic"/>
                <a:ea typeface="Yu Gothic"/>
                <a:cs typeface="Yu Gothic"/>
              </a:defRPr>
            </a:pPr>
            <a:r>
              <a:rPr sz="2325" b="1">
                <a:solidFill>
                  <a:srgbClr val="52616A"/>
                </a:solidFill>
                <a:latin typeface="Yu Gothic"/>
                <a:ea typeface="Yu Gothic"/>
                <a:cs typeface="Yu Gothic"/>
              </a:rPr>
              <a:t>視準軸と水平軸、水平軸と鉛直軸は直交する</a:t>
            </a:r>
          </a:p>
        </p:txBody>
      </p:sp>
      <p:sp>
        <p:nvSpPr>
          <p:cNvPr id="7" name="">
            <a:extLst xmlns:a="http://schemas.openxmlformats.org/drawingml/2006/main">
              <a:ext uri="{FF2B5EF4-FFF2-40B4-BE49-F238E27FC236}">
                <a16:creationId xmlns:a16="http://schemas.microsoft.com/office/drawing/2014/main" id="{39637F40-B27D-4361-948C-C0B2AE39D18B}"/>
              </a:ext>
            </a:extLst>
          </p:cNvPr>
          <p:cNvSpPr>
            <a:spLocks xmlns:a="http://schemas.openxmlformats.org/drawingml/2006/main" noGrp="1"/>
          </p:cNvSpPr>
          <p:nvPr/>
        </p:nvSpPr>
        <p:spPr>
          <a:xfrm xmlns:a="http://schemas.openxmlformats.org/drawingml/2006/main">
            <a:off x="723900" y="2428875"/>
            <a:ext cx="228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425" b="1">
                <a:solidFill>
                  <a:srgbClr val="166B68"/>
                </a:solidFill>
                <a:latin typeface="Yu Gothic"/>
                <a:ea typeface="Yu Gothic"/>
                <a:cs typeface="Yu Gothic"/>
              </a:defRPr>
            </a:defPPr>
            <a:lvl1pPr algn="ctr">
              <a:defRPr sz="1425" b="1">
                <a:solidFill>
                  <a:srgbClr val="166B68"/>
                </a:solidFill>
                <a:latin typeface="Yu Gothic"/>
                <a:ea typeface="Yu Gothic"/>
                <a:cs typeface="Yu Gothic"/>
              </a:defRPr>
            </a:lvl1pPr>
            <a:lvl2pPr algn="ctr">
              <a:defRPr sz="1425" b="1">
                <a:solidFill>
                  <a:srgbClr val="166B68"/>
                </a:solidFill>
                <a:latin typeface="Yu Gothic"/>
                <a:ea typeface="Yu Gothic"/>
                <a:cs typeface="Yu Gothic"/>
              </a:defRPr>
            </a:lvl2pPr>
            <a:lvl3pPr algn="ctr">
              <a:defRPr sz="1425" b="1">
                <a:solidFill>
                  <a:srgbClr val="166B68"/>
                </a:solidFill>
                <a:latin typeface="Yu Gothic"/>
                <a:ea typeface="Yu Gothic"/>
                <a:cs typeface="Yu Gothic"/>
              </a:defRPr>
            </a:lvl3pPr>
            <a:lvl4pPr algn="ctr">
              <a:defRPr sz="1425" b="1">
                <a:solidFill>
                  <a:srgbClr val="166B68"/>
                </a:solidFill>
                <a:latin typeface="Yu Gothic"/>
                <a:ea typeface="Yu Gothic"/>
                <a:cs typeface="Yu Gothic"/>
              </a:defRPr>
            </a:lvl4pPr>
            <a:lvl5pPr algn="ctr">
              <a:defRPr sz="1425" b="1">
                <a:solidFill>
                  <a:srgbClr val="166B68"/>
                </a:solidFill>
                <a:latin typeface="Yu Gothic"/>
                <a:ea typeface="Yu Gothic"/>
                <a:cs typeface="Yu Gothic"/>
              </a:defRPr>
            </a:lvl5pPr>
            <a:lvl6pPr algn="ctr">
              <a:defRPr sz="1425" b="1">
                <a:solidFill>
                  <a:srgbClr val="166B68"/>
                </a:solidFill>
                <a:latin typeface="Yu Gothic"/>
                <a:ea typeface="Yu Gothic"/>
                <a:cs typeface="Yu Gothic"/>
              </a:defRPr>
            </a:lvl6pPr>
            <a:lvl7pPr algn="ctr">
              <a:defRPr sz="1425" b="1">
                <a:solidFill>
                  <a:srgbClr val="166B68"/>
                </a:solidFill>
                <a:latin typeface="Yu Gothic"/>
                <a:ea typeface="Yu Gothic"/>
                <a:cs typeface="Yu Gothic"/>
              </a:defRPr>
            </a:lvl7pPr>
            <a:lvl8pPr algn="ctr">
              <a:defRPr sz="1425" b="1">
                <a:solidFill>
                  <a:srgbClr val="166B68"/>
                </a:solidFill>
                <a:latin typeface="Yu Gothic"/>
                <a:ea typeface="Yu Gothic"/>
                <a:cs typeface="Yu Gothic"/>
              </a:defRPr>
            </a:lvl8pPr>
            <a:lvl9pPr algn="ctr">
              <a:defRPr sz="1425" b="1">
                <a:solidFill>
                  <a:srgbClr val="166B68"/>
                </a:solidFill>
                <a:latin typeface="Yu Gothic"/>
                <a:ea typeface="Yu Gothic"/>
                <a:cs typeface="Yu Gothic"/>
              </a:defRPr>
            </a:lvl9pPr>
          </a:lstStyle>
          <a:p xmlns:a="http://schemas.openxmlformats.org/drawingml/2006/main">
            <a:pPr algn="ctr">
              <a:defRPr sz="1425" b="1">
                <a:solidFill>
                  <a:srgbClr val="166B68"/>
                </a:solidFill>
                <a:latin typeface="Yu Gothic"/>
                <a:ea typeface="Yu Gothic"/>
                <a:cs typeface="Yu Gothic"/>
              </a:defRPr>
            </a:pPr>
            <a:r>
              <a:rPr sz="1425" b="1">
                <a:solidFill>
                  <a:srgbClr val="166B68"/>
                </a:solidFill>
                <a:latin typeface="Yu Gothic"/>
                <a:ea typeface="Yu Gothic"/>
                <a:cs typeface="Yu Gothic"/>
              </a:rPr>
              <a:t>●</a:t>
            </a:r>
          </a:p>
        </p:txBody>
      </p:sp>
      <p:sp>
        <p:nvSpPr>
          <p:cNvPr id="8" name="">
            <a:extLst xmlns:a="http://schemas.openxmlformats.org/drawingml/2006/main">
              <a:ext uri="{FF2B5EF4-FFF2-40B4-BE49-F238E27FC236}">
                <a16:creationId xmlns:a16="http://schemas.microsoft.com/office/drawing/2014/main" id="{19B1E6E7-B1FE-4EF4-A608-F11508B1CDCA}"/>
              </a:ext>
            </a:extLst>
          </p:cNvPr>
          <p:cNvSpPr>
            <a:spLocks xmlns:a="http://schemas.openxmlformats.org/drawingml/2006/main" noGrp="1"/>
          </p:cNvSpPr>
          <p:nvPr/>
        </p:nvSpPr>
        <p:spPr>
          <a:xfrm xmlns:a="http://schemas.openxmlformats.org/drawingml/2006/main">
            <a:off x="1047750" y="242887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視準軸 ⟂ 水平軸</a:t>
            </a:r>
          </a:p>
        </p:txBody>
      </p:sp>
      <p:sp>
        <p:nvSpPr>
          <p:cNvPr id="9" name="">
            <a:extLst xmlns:a="http://schemas.openxmlformats.org/drawingml/2006/main">
              <a:ext uri="{FF2B5EF4-FFF2-40B4-BE49-F238E27FC236}">
                <a16:creationId xmlns:a16="http://schemas.microsoft.com/office/drawing/2014/main" id="{0EB531BB-607E-4408-8D39-F779EB8026B5}"/>
              </a:ext>
            </a:extLst>
          </p:cNvPr>
          <p:cNvSpPr>
            <a:spLocks xmlns:a="http://schemas.openxmlformats.org/drawingml/2006/main" noGrp="1"/>
          </p:cNvSpPr>
          <p:nvPr/>
        </p:nvSpPr>
        <p:spPr>
          <a:xfrm xmlns:a="http://schemas.openxmlformats.org/drawingml/2006/main">
            <a:off x="723900" y="3019425"/>
            <a:ext cx="228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425" b="1">
                <a:solidFill>
                  <a:srgbClr val="166B68"/>
                </a:solidFill>
                <a:latin typeface="Yu Gothic"/>
                <a:ea typeface="Yu Gothic"/>
                <a:cs typeface="Yu Gothic"/>
              </a:defRPr>
            </a:defPPr>
            <a:lvl1pPr algn="ctr">
              <a:defRPr sz="1425" b="1">
                <a:solidFill>
                  <a:srgbClr val="166B68"/>
                </a:solidFill>
                <a:latin typeface="Yu Gothic"/>
                <a:ea typeface="Yu Gothic"/>
                <a:cs typeface="Yu Gothic"/>
              </a:defRPr>
            </a:lvl1pPr>
            <a:lvl2pPr algn="ctr">
              <a:defRPr sz="1425" b="1">
                <a:solidFill>
                  <a:srgbClr val="166B68"/>
                </a:solidFill>
                <a:latin typeface="Yu Gothic"/>
                <a:ea typeface="Yu Gothic"/>
                <a:cs typeface="Yu Gothic"/>
              </a:defRPr>
            </a:lvl2pPr>
            <a:lvl3pPr algn="ctr">
              <a:defRPr sz="1425" b="1">
                <a:solidFill>
                  <a:srgbClr val="166B68"/>
                </a:solidFill>
                <a:latin typeface="Yu Gothic"/>
                <a:ea typeface="Yu Gothic"/>
                <a:cs typeface="Yu Gothic"/>
              </a:defRPr>
            </a:lvl3pPr>
            <a:lvl4pPr algn="ctr">
              <a:defRPr sz="1425" b="1">
                <a:solidFill>
                  <a:srgbClr val="166B68"/>
                </a:solidFill>
                <a:latin typeface="Yu Gothic"/>
                <a:ea typeface="Yu Gothic"/>
                <a:cs typeface="Yu Gothic"/>
              </a:defRPr>
            </a:lvl4pPr>
            <a:lvl5pPr algn="ctr">
              <a:defRPr sz="1425" b="1">
                <a:solidFill>
                  <a:srgbClr val="166B68"/>
                </a:solidFill>
                <a:latin typeface="Yu Gothic"/>
                <a:ea typeface="Yu Gothic"/>
                <a:cs typeface="Yu Gothic"/>
              </a:defRPr>
            </a:lvl5pPr>
            <a:lvl6pPr algn="ctr">
              <a:defRPr sz="1425" b="1">
                <a:solidFill>
                  <a:srgbClr val="166B68"/>
                </a:solidFill>
                <a:latin typeface="Yu Gothic"/>
                <a:ea typeface="Yu Gothic"/>
                <a:cs typeface="Yu Gothic"/>
              </a:defRPr>
            </a:lvl6pPr>
            <a:lvl7pPr algn="ctr">
              <a:defRPr sz="1425" b="1">
                <a:solidFill>
                  <a:srgbClr val="166B68"/>
                </a:solidFill>
                <a:latin typeface="Yu Gothic"/>
                <a:ea typeface="Yu Gothic"/>
                <a:cs typeface="Yu Gothic"/>
              </a:defRPr>
            </a:lvl7pPr>
            <a:lvl8pPr algn="ctr">
              <a:defRPr sz="1425" b="1">
                <a:solidFill>
                  <a:srgbClr val="166B68"/>
                </a:solidFill>
                <a:latin typeface="Yu Gothic"/>
                <a:ea typeface="Yu Gothic"/>
                <a:cs typeface="Yu Gothic"/>
              </a:defRPr>
            </a:lvl8pPr>
            <a:lvl9pPr algn="ctr">
              <a:defRPr sz="1425" b="1">
                <a:solidFill>
                  <a:srgbClr val="166B68"/>
                </a:solidFill>
                <a:latin typeface="Yu Gothic"/>
                <a:ea typeface="Yu Gothic"/>
                <a:cs typeface="Yu Gothic"/>
              </a:defRPr>
            </a:lvl9pPr>
          </a:lstStyle>
          <a:p xmlns:a="http://schemas.openxmlformats.org/drawingml/2006/main">
            <a:pPr algn="ctr">
              <a:defRPr sz="1425" b="1">
                <a:solidFill>
                  <a:srgbClr val="166B68"/>
                </a:solidFill>
                <a:latin typeface="Yu Gothic"/>
                <a:ea typeface="Yu Gothic"/>
                <a:cs typeface="Yu Gothic"/>
              </a:defRPr>
            </a:pPr>
            <a:r>
              <a:rPr sz="1425" b="1">
                <a:solidFill>
                  <a:srgbClr val="166B68"/>
                </a:solidFill>
                <a:latin typeface="Yu Gothic"/>
                <a:ea typeface="Yu Gothic"/>
                <a:cs typeface="Yu Gothic"/>
              </a:rPr>
              <a:t>●</a:t>
            </a:r>
          </a:p>
        </p:txBody>
      </p:sp>
      <p:sp>
        <p:nvSpPr>
          <p:cNvPr id="10" name="">
            <a:extLst xmlns:a="http://schemas.openxmlformats.org/drawingml/2006/main">
              <a:ext uri="{FF2B5EF4-FFF2-40B4-BE49-F238E27FC236}">
                <a16:creationId xmlns:a16="http://schemas.microsoft.com/office/drawing/2014/main" id="{60540902-8575-48CD-AD70-54A90699D271}"/>
              </a:ext>
            </a:extLst>
          </p:cNvPr>
          <p:cNvSpPr>
            <a:spLocks xmlns:a="http://schemas.openxmlformats.org/drawingml/2006/main" noGrp="1"/>
          </p:cNvSpPr>
          <p:nvPr/>
        </p:nvSpPr>
        <p:spPr>
          <a:xfrm xmlns:a="http://schemas.openxmlformats.org/drawingml/2006/main">
            <a:off x="1047750" y="301942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水平軸 ⟂ 鉛直軸</a:t>
            </a:r>
          </a:p>
        </p:txBody>
      </p:sp>
      <p:sp>
        <p:nvSpPr>
          <p:cNvPr id="11" name="">
            <a:extLst xmlns:a="http://schemas.openxmlformats.org/drawingml/2006/main">
              <a:ext uri="{FF2B5EF4-FFF2-40B4-BE49-F238E27FC236}">
                <a16:creationId xmlns:a16="http://schemas.microsoft.com/office/drawing/2014/main" id="{67796913-6CC2-4210-918A-7A7365E42453}"/>
              </a:ext>
            </a:extLst>
          </p:cNvPr>
          <p:cNvSpPr>
            <a:spLocks xmlns:a="http://schemas.openxmlformats.org/drawingml/2006/main" noGrp="1"/>
          </p:cNvSpPr>
          <p:nvPr/>
        </p:nvSpPr>
        <p:spPr>
          <a:xfrm xmlns:a="http://schemas.openxmlformats.org/drawingml/2006/main">
            <a:off x="6229350" y="1638300"/>
            <a:ext cx="50196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1">
                <a:solidFill>
                  <a:srgbClr val="52616A"/>
                </a:solidFill>
                <a:latin typeface="Yu Gothic"/>
                <a:ea typeface="Yu Gothic"/>
                <a:cs typeface="Yu Gothic"/>
              </a:defRPr>
            </a:defPPr>
            <a:lvl1pPr algn="ctr">
              <a:defRPr sz="1650" b="1">
                <a:solidFill>
                  <a:srgbClr val="52616A"/>
                </a:solidFill>
                <a:latin typeface="Yu Gothic"/>
                <a:ea typeface="Yu Gothic"/>
                <a:cs typeface="Yu Gothic"/>
              </a:defRPr>
            </a:lvl1pPr>
            <a:lvl2pPr algn="ctr">
              <a:defRPr sz="1650" b="1">
                <a:solidFill>
                  <a:srgbClr val="52616A"/>
                </a:solidFill>
                <a:latin typeface="Yu Gothic"/>
                <a:ea typeface="Yu Gothic"/>
                <a:cs typeface="Yu Gothic"/>
              </a:defRPr>
            </a:lvl2pPr>
            <a:lvl3pPr algn="ctr">
              <a:defRPr sz="1650" b="1">
                <a:solidFill>
                  <a:srgbClr val="52616A"/>
                </a:solidFill>
                <a:latin typeface="Yu Gothic"/>
                <a:ea typeface="Yu Gothic"/>
                <a:cs typeface="Yu Gothic"/>
              </a:defRPr>
            </a:lvl3pPr>
            <a:lvl4pPr algn="ctr">
              <a:defRPr sz="1650" b="1">
                <a:solidFill>
                  <a:srgbClr val="52616A"/>
                </a:solidFill>
                <a:latin typeface="Yu Gothic"/>
                <a:ea typeface="Yu Gothic"/>
                <a:cs typeface="Yu Gothic"/>
              </a:defRPr>
            </a:lvl4pPr>
            <a:lvl5pPr algn="ctr">
              <a:defRPr sz="1650" b="1">
                <a:solidFill>
                  <a:srgbClr val="52616A"/>
                </a:solidFill>
                <a:latin typeface="Yu Gothic"/>
                <a:ea typeface="Yu Gothic"/>
                <a:cs typeface="Yu Gothic"/>
              </a:defRPr>
            </a:lvl5pPr>
            <a:lvl6pPr algn="ctr">
              <a:defRPr sz="1650" b="1">
                <a:solidFill>
                  <a:srgbClr val="52616A"/>
                </a:solidFill>
                <a:latin typeface="Yu Gothic"/>
                <a:ea typeface="Yu Gothic"/>
                <a:cs typeface="Yu Gothic"/>
              </a:defRPr>
            </a:lvl6pPr>
            <a:lvl7pPr algn="ctr">
              <a:defRPr sz="1650" b="1">
                <a:solidFill>
                  <a:srgbClr val="52616A"/>
                </a:solidFill>
                <a:latin typeface="Yu Gothic"/>
                <a:ea typeface="Yu Gothic"/>
                <a:cs typeface="Yu Gothic"/>
              </a:defRPr>
            </a:lvl7pPr>
            <a:lvl8pPr algn="ctr">
              <a:defRPr sz="1650" b="1">
                <a:solidFill>
                  <a:srgbClr val="52616A"/>
                </a:solidFill>
                <a:latin typeface="Yu Gothic"/>
                <a:ea typeface="Yu Gothic"/>
                <a:cs typeface="Yu Gothic"/>
              </a:defRPr>
            </a:lvl8pPr>
            <a:lvl9pPr algn="ctr">
              <a:defRPr sz="1650" b="1">
                <a:solidFill>
                  <a:srgbClr val="52616A"/>
                </a:solidFill>
                <a:latin typeface="Yu Gothic"/>
                <a:ea typeface="Yu Gothic"/>
                <a:cs typeface="Yu Gothic"/>
              </a:defRPr>
            </a:lvl9pPr>
          </a:lstStyle>
          <a:p xmlns:a="http://schemas.openxmlformats.org/drawingml/2006/main">
            <a:pPr algn="ctr">
              <a:defRPr sz="1650" b="1">
                <a:solidFill>
                  <a:srgbClr val="52616A"/>
                </a:solidFill>
                <a:latin typeface="Yu Gothic"/>
                <a:ea typeface="Yu Gothic"/>
                <a:cs typeface="Yu Gothic"/>
              </a:defRPr>
            </a:pPr>
            <a:r>
              <a:rPr sz="1650" b="1">
                <a:solidFill>
                  <a:srgbClr val="52616A"/>
                </a:solidFill>
                <a:latin typeface="Yu Gothic"/>
                <a:ea typeface="Yu Gothic"/>
                <a:cs typeface="Yu Gothic"/>
              </a:rPr>
              <a:t>3次元模式図（投影のため見かけは90°でない）</a:t>
            </a:r>
          </a:p>
        </p:txBody>
      </p:sp>
      <p:sp>
        <p:nvSpPr>
          <p:cNvPr id="12" name="">
            <a:extLst xmlns:a="http://schemas.openxmlformats.org/drawingml/2006/main">
              <a:ext uri="{FF2B5EF4-FFF2-40B4-BE49-F238E27FC236}">
                <a16:creationId xmlns:a16="http://schemas.microsoft.com/office/drawing/2014/main" id="{8D314E29-B740-4074-A3BA-EB798B1EB4C8}"/>
              </a:ext>
            </a:extLst>
          </p:cNvPr>
          <p:cNvSpPr>
            <a:spLocks xmlns:a="http://schemas.openxmlformats.org/drawingml/2006/main" noGrp="1"/>
          </p:cNvSpPr>
          <p:nvPr/>
        </p:nvSpPr>
        <p:spPr>
          <a:xfrm xmlns:a="http://schemas.openxmlformats.org/drawingml/2006/main">
            <a:off x="8260080" y="3672840"/>
            <a:ext cx="754380" cy="754380"/>
          </a:xfrm>
          <a:prstGeom xmlns:a="http://schemas.openxmlformats.org/drawingml/2006/main" prst="ellipse">
            <a:avLst/>
          </a:prstGeom>
          <a:noFill xmlns:a="http://schemas.openxmlformats.org/drawingml/2006/main"/>
          <a:ln xmlns:a="http://schemas.openxmlformats.org/drawingml/2006/main" w="28575">
            <a:solidFill>
              <a:srgbClr val="EEF5F4"/>
            </a:solidFill>
            <a:prstDash val="solid"/>
          </a:ln>
        </p:spPr>
      </p:sp>
      <p:sp>
        <p:nvSpPr>
          <p:cNvPr id="13" name="">
            <a:extLst xmlns:a="http://schemas.openxmlformats.org/drawingml/2006/main">
              <a:ext uri="{FF2B5EF4-FFF2-40B4-BE49-F238E27FC236}">
                <a16:creationId xmlns:a16="http://schemas.microsoft.com/office/drawing/2014/main" id="{4745A6A2-CB73-4EC7-A2FF-32A9D1166E7D}"/>
              </a:ext>
            </a:extLst>
          </p:cNvPr>
          <p:cNvSpPr>
            <a:spLocks xmlns:a="http://schemas.openxmlformats.org/drawingml/2006/main" noGrp="1"/>
          </p:cNvSpPr>
          <p:nvPr/>
        </p:nvSpPr>
        <p:spPr>
          <a:xfrm xmlns:a="http://schemas.openxmlformats.org/drawingml/2006/main">
            <a:off x="8637270" y="2918460"/>
            <a:ext cx="1936432" cy="1131570"/>
          </a:xfrm>
          <a:custGeom xmlns:a="http://schemas.openxmlformats.org/drawingml/2006/main">
            <a:pathLst>
              <a:path w="1936432" h="1131570">
                <a:moveTo>
                  <a:pt x="0" y="1131570"/>
                </a:moveTo>
                <a:lnTo>
                  <a:pt x="1936432" y="0"/>
                </a:lnTo>
              </a:path>
            </a:pathLst>
          </a:custGeom>
          <a:noFill xmlns:a="http://schemas.openxmlformats.org/drawingml/2006/main"/>
          <a:ln xmlns:a="http://schemas.openxmlformats.org/drawingml/2006/main" w="38100">
            <a:solidFill>
              <a:srgbClr val="166B68"/>
            </a:solidFill>
            <a:prstDash val="solid"/>
          </a:ln>
        </p:spPr>
      </p:sp>
      <p:sp>
        <p:nvSpPr>
          <p:cNvPr id="14" name="">
            <a:extLst xmlns:a="http://schemas.openxmlformats.org/drawingml/2006/main">
              <a:ext uri="{FF2B5EF4-FFF2-40B4-BE49-F238E27FC236}">
                <a16:creationId xmlns:a16="http://schemas.microsoft.com/office/drawing/2014/main" id="{5D96A217-FD27-44BA-9A65-80241F530455}"/>
              </a:ext>
            </a:extLst>
          </p:cNvPr>
          <p:cNvSpPr>
            <a:spLocks xmlns:a="http://schemas.openxmlformats.org/drawingml/2006/main" noGrp="1"/>
          </p:cNvSpPr>
          <p:nvPr/>
        </p:nvSpPr>
        <p:spPr>
          <a:xfrm xmlns:a="http://schemas.openxmlformats.org/drawingml/2006/main">
            <a:off x="10478474" y="2916445"/>
            <a:ext cx="95229" cy="85970"/>
          </a:xfrm>
          <a:custGeom xmlns:a="http://schemas.openxmlformats.org/drawingml/2006/main">
            <a:pathLst>
              <a:path w="95229" h="85970">
                <a:moveTo>
                  <a:pt x="50237" y="85970"/>
                </a:moveTo>
                <a:lnTo>
                  <a:pt x="95229" y="2015"/>
                </a:lnTo>
                <a:lnTo>
                  <a:pt x="0" y="0"/>
                </a:lnTo>
              </a:path>
            </a:pathLst>
          </a:custGeom>
          <a:noFill xmlns:a="http://schemas.openxmlformats.org/drawingml/2006/main"/>
          <a:ln xmlns:a="http://schemas.openxmlformats.org/drawingml/2006/main" w="38100">
            <a:solidFill>
              <a:srgbClr val="166B68"/>
            </a:solidFill>
            <a:prstDash val="solid"/>
          </a:ln>
        </p:spPr>
      </p:sp>
      <p:sp>
        <p:nvSpPr>
          <p:cNvPr id="15" name="">
            <a:extLst xmlns:a="http://schemas.openxmlformats.org/drawingml/2006/main">
              <a:ext uri="{FF2B5EF4-FFF2-40B4-BE49-F238E27FC236}">
                <a16:creationId xmlns:a16="http://schemas.microsoft.com/office/drawing/2014/main" id="{2857BF7D-1642-4054-8277-92F6481614F4}"/>
              </a:ext>
            </a:extLst>
          </p:cNvPr>
          <p:cNvSpPr>
            <a:spLocks xmlns:a="http://schemas.openxmlformats.org/drawingml/2006/main" noGrp="1"/>
          </p:cNvSpPr>
          <p:nvPr/>
        </p:nvSpPr>
        <p:spPr>
          <a:xfrm xmlns:a="http://schemas.openxmlformats.org/drawingml/2006/main">
            <a:off x="7057549" y="3211830"/>
            <a:ext cx="1579721" cy="838200"/>
          </a:xfrm>
          <a:custGeom xmlns:a="http://schemas.openxmlformats.org/drawingml/2006/main">
            <a:pathLst>
              <a:path w="1579721" h="838200">
                <a:moveTo>
                  <a:pt x="1579721" y="838200"/>
                </a:moveTo>
                <a:lnTo>
                  <a:pt x="0" y="0"/>
                </a:lnTo>
              </a:path>
            </a:pathLst>
          </a:custGeom>
          <a:noFill xmlns:a="http://schemas.openxmlformats.org/drawingml/2006/main"/>
          <a:ln xmlns:a="http://schemas.openxmlformats.org/drawingml/2006/main" w="38100">
            <a:solidFill>
              <a:srgbClr val="A94737"/>
            </a:solidFill>
            <a:prstDash val="solid"/>
          </a:ln>
        </p:spPr>
      </p:sp>
      <p:sp>
        <p:nvSpPr>
          <p:cNvPr id="16" name="">
            <a:extLst xmlns:a="http://schemas.openxmlformats.org/drawingml/2006/main">
              <a:ext uri="{FF2B5EF4-FFF2-40B4-BE49-F238E27FC236}">
                <a16:creationId xmlns:a16="http://schemas.microsoft.com/office/drawing/2014/main" id="{1C266959-6EA7-42EE-B6A0-8DF74270F8D3}"/>
              </a:ext>
            </a:extLst>
          </p:cNvPr>
          <p:cNvSpPr>
            <a:spLocks xmlns:a="http://schemas.openxmlformats.org/drawingml/2006/main" noGrp="1"/>
          </p:cNvSpPr>
          <p:nvPr/>
        </p:nvSpPr>
        <p:spPr>
          <a:xfrm xmlns:a="http://schemas.openxmlformats.org/drawingml/2006/main">
            <a:off x="7057549" y="3205912"/>
            <a:ext cx="95066" cy="87957"/>
          </a:xfrm>
          <a:custGeom xmlns:a="http://schemas.openxmlformats.org/drawingml/2006/main">
            <a:pathLst>
              <a:path w="95066" h="87957">
                <a:moveTo>
                  <a:pt x="95066" y="0"/>
                </a:moveTo>
                <a:lnTo>
                  <a:pt x="0" y="5918"/>
                </a:lnTo>
                <a:lnTo>
                  <a:pt x="48396" y="87957"/>
                </a:lnTo>
              </a:path>
            </a:pathLst>
          </a:custGeom>
          <a:noFill xmlns:a="http://schemas.openxmlformats.org/drawingml/2006/main"/>
          <a:ln xmlns:a="http://schemas.openxmlformats.org/drawingml/2006/main" w="38100">
            <a:solidFill>
              <a:srgbClr val="A94737"/>
            </a:solidFill>
            <a:prstDash val="solid"/>
          </a:ln>
        </p:spPr>
      </p:sp>
      <p:sp>
        <p:nvSpPr>
          <p:cNvPr id="17" name="">
            <a:extLst xmlns:a="http://schemas.openxmlformats.org/drawingml/2006/main">
              <a:ext uri="{FF2B5EF4-FFF2-40B4-BE49-F238E27FC236}">
                <a16:creationId xmlns:a16="http://schemas.microsoft.com/office/drawing/2014/main" id="{03DC2B11-F73F-472D-B594-3E648CCE790F}"/>
              </a:ext>
            </a:extLst>
          </p:cNvPr>
          <p:cNvSpPr>
            <a:spLocks xmlns:a="http://schemas.openxmlformats.org/drawingml/2006/main" noGrp="1"/>
          </p:cNvSpPr>
          <p:nvPr/>
        </p:nvSpPr>
        <p:spPr>
          <a:xfrm xmlns:a="http://schemas.openxmlformats.org/drawingml/2006/main">
            <a:off x="8637270" y="4050030"/>
            <a:ext cx="9525" cy="1341120"/>
          </a:xfrm>
          <a:custGeom xmlns:a="http://schemas.openxmlformats.org/drawingml/2006/main">
            <a:pathLst>
              <a:path w="9525" h="1341120">
                <a:moveTo>
                  <a:pt x="0" y="0"/>
                </a:moveTo>
                <a:lnTo>
                  <a:pt x="0" y="1341120"/>
                </a:lnTo>
              </a:path>
            </a:pathLst>
          </a:custGeom>
          <a:noFill xmlns:a="http://schemas.openxmlformats.org/drawingml/2006/main"/>
          <a:ln xmlns:a="http://schemas.openxmlformats.org/drawingml/2006/main" w="38100">
            <a:solidFill>
              <a:srgbClr val="182B33"/>
            </a:solidFill>
            <a:prstDash val="solid"/>
          </a:ln>
        </p:spPr>
      </p:sp>
      <p:sp>
        <p:nvSpPr>
          <p:cNvPr id="18" name="">
            <a:extLst xmlns:a="http://schemas.openxmlformats.org/drawingml/2006/main">
              <a:ext uri="{FF2B5EF4-FFF2-40B4-BE49-F238E27FC236}">
                <a16:creationId xmlns:a16="http://schemas.microsoft.com/office/drawing/2014/main" id="{24DCCBEA-6DD6-433C-89FC-644578B1E734}"/>
              </a:ext>
            </a:extLst>
          </p:cNvPr>
          <p:cNvSpPr>
            <a:spLocks xmlns:a="http://schemas.openxmlformats.org/drawingml/2006/main" noGrp="1"/>
          </p:cNvSpPr>
          <p:nvPr/>
        </p:nvSpPr>
        <p:spPr>
          <a:xfrm xmlns:a="http://schemas.openxmlformats.org/drawingml/2006/main">
            <a:off x="8587484" y="5309947"/>
            <a:ext cx="99572" cy="81203"/>
          </a:xfrm>
          <a:custGeom xmlns:a="http://schemas.openxmlformats.org/drawingml/2006/main">
            <a:pathLst>
              <a:path w="99572" h="81203">
                <a:moveTo>
                  <a:pt x="0" y="0"/>
                </a:moveTo>
                <a:lnTo>
                  <a:pt x="49786" y="81203"/>
                </a:lnTo>
                <a:lnTo>
                  <a:pt x="99572" y="0"/>
                </a:lnTo>
              </a:path>
            </a:pathLst>
          </a:custGeom>
          <a:noFill xmlns:a="http://schemas.openxmlformats.org/drawingml/2006/main"/>
          <a:ln xmlns:a="http://schemas.openxmlformats.org/drawingml/2006/main" w="38100">
            <a:solidFill>
              <a:srgbClr val="182B33"/>
            </a:solidFill>
            <a:prstDash val="solid"/>
          </a:ln>
        </p:spPr>
      </p:sp>
      <p:sp>
        <p:nvSpPr>
          <p:cNvPr id="19" name="">
            <a:extLst xmlns:a="http://schemas.openxmlformats.org/drawingml/2006/main">
              <a:ext uri="{FF2B5EF4-FFF2-40B4-BE49-F238E27FC236}">
                <a16:creationId xmlns:a16="http://schemas.microsoft.com/office/drawing/2014/main" id="{1F6DB93C-1E6D-41A0-8C77-BE1984766B30}"/>
              </a:ext>
            </a:extLst>
          </p:cNvPr>
          <p:cNvSpPr>
            <a:spLocks xmlns:a="http://schemas.openxmlformats.org/drawingml/2006/main" noGrp="1"/>
          </p:cNvSpPr>
          <p:nvPr/>
        </p:nvSpPr>
        <p:spPr>
          <a:xfrm xmlns:a="http://schemas.openxmlformats.org/drawingml/2006/main">
            <a:off x="9860280" y="2457450"/>
            <a:ext cx="1273969"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166B68"/>
                </a:solidFill>
                <a:latin typeface="Yu Gothic"/>
                <a:ea typeface="Yu Gothic"/>
                <a:cs typeface="Yu Gothic"/>
              </a:defRPr>
            </a:defPPr>
            <a:lvl1pPr algn="l">
              <a:defRPr sz="1650" b="1">
                <a:solidFill>
                  <a:srgbClr val="166B68"/>
                </a:solidFill>
                <a:latin typeface="Yu Gothic"/>
                <a:ea typeface="Yu Gothic"/>
                <a:cs typeface="Yu Gothic"/>
              </a:defRPr>
            </a:lvl1pPr>
            <a:lvl2pPr algn="l">
              <a:defRPr sz="1650" b="1">
                <a:solidFill>
                  <a:srgbClr val="166B68"/>
                </a:solidFill>
                <a:latin typeface="Yu Gothic"/>
                <a:ea typeface="Yu Gothic"/>
                <a:cs typeface="Yu Gothic"/>
              </a:defRPr>
            </a:lvl2pPr>
            <a:lvl3pPr algn="l">
              <a:defRPr sz="1650" b="1">
                <a:solidFill>
                  <a:srgbClr val="166B68"/>
                </a:solidFill>
                <a:latin typeface="Yu Gothic"/>
                <a:ea typeface="Yu Gothic"/>
                <a:cs typeface="Yu Gothic"/>
              </a:defRPr>
            </a:lvl3pPr>
            <a:lvl4pPr algn="l">
              <a:defRPr sz="1650" b="1">
                <a:solidFill>
                  <a:srgbClr val="166B68"/>
                </a:solidFill>
                <a:latin typeface="Yu Gothic"/>
                <a:ea typeface="Yu Gothic"/>
                <a:cs typeface="Yu Gothic"/>
              </a:defRPr>
            </a:lvl4pPr>
            <a:lvl5pPr algn="l">
              <a:defRPr sz="1650" b="1">
                <a:solidFill>
                  <a:srgbClr val="166B68"/>
                </a:solidFill>
                <a:latin typeface="Yu Gothic"/>
                <a:ea typeface="Yu Gothic"/>
                <a:cs typeface="Yu Gothic"/>
              </a:defRPr>
            </a:lvl5pPr>
            <a:lvl6pPr algn="l">
              <a:defRPr sz="1650" b="1">
                <a:solidFill>
                  <a:srgbClr val="166B68"/>
                </a:solidFill>
                <a:latin typeface="Yu Gothic"/>
                <a:ea typeface="Yu Gothic"/>
                <a:cs typeface="Yu Gothic"/>
              </a:defRPr>
            </a:lvl6pPr>
            <a:lvl7pPr algn="l">
              <a:defRPr sz="1650" b="1">
                <a:solidFill>
                  <a:srgbClr val="166B68"/>
                </a:solidFill>
                <a:latin typeface="Yu Gothic"/>
                <a:ea typeface="Yu Gothic"/>
                <a:cs typeface="Yu Gothic"/>
              </a:defRPr>
            </a:lvl7pPr>
            <a:lvl8pPr algn="l">
              <a:defRPr sz="1650" b="1">
                <a:solidFill>
                  <a:srgbClr val="166B68"/>
                </a:solidFill>
                <a:latin typeface="Yu Gothic"/>
                <a:ea typeface="Yu Gothic"/>
                <a:cs typeface="Yu Gothic"/>
              </a:defRPr>
            </a:lvl8pPr>
            <a:lvl9pPr algn="l">
              <a:defRPr sz="1650" b="1">
                <a:solidFill>
                  <a:srgbClr val="166B68"/>
                </a:solidFill>
                <a:latin typeface="Yu Gothic"/>
                <a:ea typeface="Yu Gothic"/>
                <a:cs typeface="Yu Gothic"/>
              </a:defRPr>
            </a:lvl9pPr>
          </a:lstStyle>
          <a:p xmlns:a="http://schemas.openxmlformats.org/drawingml/2006/main">
            <a:pPr algn="l">
              <a:defRPr sz="1650" b="1">
                <a:solidFill>
                  <a:srgbClr val="166B68"/>
                </a:solidFill>
                <a:latin typeface="Yu Gothic"/>
                <a:ea typeface="Yu Gothic"/>
                <a:cs typeface="Yu Gothic"/>
              </a:defRPr>
            </a:pPr>
            <a:r>
              <a:rPr sz="1650" b="1">
                <a:solidFill>
                  <a:srgbClr val="166B68"/>
                </a:solidFill>
                <a:latin typeface="Yu Gothic"/>
                <a:ea typeface="Yu Gothic"/>
                <a:cs typeface="Yu Gothic"/>
              </a:rPr>
              <a:t>視準軸</a:t>
            </a:r>
          </a:p>
        </p:txBody>
      </p:sp>
      <p:sp>
        <p:nvSpPr>
          <p:cNvPr id="20" name="">
            <a:extLst xmlns:a="http://schemas.openxmlformats.org/drawingml/2006/main">
              <a:ext uri="{FF2B5EF4-FFF2-40B4-BE49-F238E27FC236}">
                <a16:creationId xmlns:a16="http://schemas.microsoft.com/office/drawing/2014/main" id="{A0C32D8E-3381-414D-AD9A-D76BAE63C529}"/>
              </a:ext>
            </a:extLst>
          </p:cNvPr>
          <p:cNvSpPr>
            <a:spLocks xmlns:a="http://schemas.openxmlformats.org/drawingml/2006/main" noGrp="1"/>
          </p:cNvSpPr>
          <p:nvPr/>
        </p:nvSpPr>
        <p:spPr>
          <a:xfrm xmlns:a="http://schemas.openxmlformats.org/drawingml/2006/main">
            <a:off x="6229350" y="2750820"/>
            <a:ext cx="142684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A94737"/>
                </a:solidFill>
                <a:latin typeface="Yu Gothic"/>
                <a:ea typeface="Yu Gothic"/>
                <a:cs typeface="Yu Gothic"/>
              </a:defRPr>
            </a:defPPr>
            <a:lvl1pPr algn="l">
              <a:defRPr sz="1650" b="1">
                <a:solidFill>
                  <a:srgbClr val="A94737"/>
                </a:solidFill>
                <a:latin typeface="Yu Gothic"/>
                <a:ea typeface="Yu Gothic"/>
                <a:cs typeface="Yu Gothic"/>
              </a:defRPr>
            </a:lvl1pPr>
            <a:lvl2pPr algn="l">
              <a:defRPr sz="1650" b="1">
                <a:solidFill>
                  <a:srgbClr val="A94737"/>
                </a:solidFill>
                <a:latin typeface="Yu Gothic"/>
                <a:ea typeface="Yu Gothic"/>
                <a:cs typeface="Yu Gothic"/>
              </a:defRPr>
            </a:lvl2pPr>
            <a:lvl3pPr algn="l">
              <a:defRPr sz="1650" b="1">
                <a:solidFill>
                  <a:srgbClr val="A94737"/>
                </a:solidFill>
                <a:latin typeface="Yu Gothic"/>
                <a:ea typeface="Yu Gothic"/>
                <a:cs typeface="Yu Gothic"/>
              </a:defRPr>
            </a:lvl3pPr>
            <a:lvl4pPr algn="l">
              <a:defRPr sz="1650" b="1">
                <a:solidFill>
                  <a:srgbClr val="A94737"/>
                </a:solidFill>
                <a:latin typeface="Yu Gothic"/>
                <a:ea typeface="Yu Gothic"/>
                <a:cs typeface="Yu Gothic"/>
              </a:defRPr>
            </a:lvl4pPr>
            <a:lvl5pPr algn="l">
              <a:defRPr sz="1650" b="1">
                <a:solidFill>
                  <a:srgbClr val="A94737"/>
                </a:solidFill>
                <a:latin typeface="Yu Gothic"/>
                <a:ea typeface="Yu Gothic"/>
                <a:cs typeface="Yu Gothic"/>
              </a:defRPr>
            </a:lvl5pPr>
            <a:lvl6pPr algn="l">
              <a:defRPr sz="1650" b="1">
                <a:solidFill>
                  <a:srgbClr val="A94737"/>
                </a:solidFill>
                <a:latin typeface="Yu Gothic"/>
                <a:ea typeface="Yu Gothic"/>
                <a:cs typeface="Yu Gothic"/>
              </a:defRPr>
            </a:lvl6pPr>
            <a:lvl7pPr algn="l">
              <a:defRPr sz="1650" b="1">
                <a:solidFill>
                  <a:srgbClr val="A94737"/>
                </a:solidFill>
                <a:latin typeface="Yu Gothic"/>
                <a:ea typeface="Yu Gothic"/>
                <a:cs typeface="Yu Gothic"/>
              </a:defRPr>
            </a:lvl7pPr>
            <a:lvl8pPr algn="l">
              <a:defRPr sz="1650" b="1">
                <a:solidFill>
                  <a:srgbClr val="A94737"/>
                </a:solidFill>
                <a:latin typeface="Yu Gothic"/>
                <a:ea typeface="Yu Gothic"/>
                <a:cs typeface="Yu Gothic"/>
              </a:defRPr>
            </a:lvl8pPr>
            <a:lvl9pPr algn="l">
              <a:defRPr sz="1650" b="1">
                <a:solidFill>
                  <a:srgbClr val="A94737"/>
                </a:solidFill>
                <a:latin typeface="Yu Gothic"/>
                <a:ea typeface="Yu Gothic"/>
                <a:cs typeface="Yu Gothic"/>
              </a:defRPr>
            </a:lvl9pPr>
          </a:lstStyle>
          <a:p xmlns:a="http://schemas.openxmlformats.org/drawingml/2006/main">
            <a:pPr algn="l">
              <a:defRPr sz="1650" b="1">
                <a:solidFill>
                  <a:srgbClr val="A94737"/>
                </a:solidFill>
                <a:latin typeface="Yu Gothic"/>
                <a:ea typeface="Yu Gothic"/>
                <a:cs typeface="Yu Gothic"/>
              </a:defRPr>
            </a:pPr>
            <a:r>
              <a:rPr sz="1650" b="1">
                <a:solidFill>
                  <a:srgbClr val="A94737"/>
                </a:solidFill>
                <a:latin typeface="Yu Gothic"/>
                <a:ea typeface="Yu Gothic"/>
                <a:cs typeface="Yu Gothic"/>
              </a:rPr>
              <a:t>水平軸</a:t>
            </a:r>
          </a:p>
        </p:txBody>
      </p:sp>
      <p:sp>
        <p:nvSpPr>
          <p:cNvPr id="21" name="">
            <a:extLst xmlns:a="http://schemas.openxmlformats.org/drawingml/2006/main">
              <a:ext uri="{FF2B5EF4-FFF2-40B4-BE49-F238E27FC236}">
                <a16:creationId xmlns:a16="http://schemas.microsoft.com/office/drawing/2014/main" id="{BF97ABD8-B4DD-4FBF-9C58-C1336D135288}"/>
              </a:ext>
            </a:extLst>
          </p:cNvPr>
          <p:cNvSpPr>
            <a:spLocks xmlns:a="http://schemas.openxmlformats.org/drawingml/2006/main" noGrp="1"/>
          </p:cNvSpPr>
          <p:nvPr/>
        </p:nvSpPr>
        <p:spPr>
          <a:xfrm xmlns:a="http://schemas.openxmlformats.org/drawingml/2006/main">
            <a:off x="8751570" y="4972050"/>
            <a:ext cx="1375886"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182B33"/>
                </a:solidFill>
                <a:latin typeface="Yu Gothic"/>
                <a:ea typeface="Yu Gothic"/>
                <a:cs typeface="Yu Gothic"/>
              </a:defRPr>
            </a:defPPr>
            <a:lvl1pPr algn="l">
              <a:defRPr sz="1650" b="1">
                <a:solidFill>
                  <a:srgbClr val="182B33"/>
                </a:solidFill>
                <a:latin typeface="Yu Gothic"/>
                <a:ea typeface="Yu Gothic"/>
                <a:cs typeface="Yu Gothic"/>
              </a:defRPr>
            </a:lvl1pPr>
            <a:lvl2pPr algn="l">
              <a:defRPr sz="1650" b="1">
                <a:solidFill>
                  <a:srgbClr val="182B33"/>
                </a:solidFill>
                <a:latin typeface="Yu Gothic"/>
                <a:ea typeface="Yu Gothic"/>
                <a:cs typeface="Yu Gothic"/>
              </a:defRPr>
            </a:lvl2pPr>
            <a:lvl3pPr algn="l">
              <a:defRPr sz="1650" b="1">
                <a:solidFill>
                  <a:srgbClr val="182B33"/>
                </a:solidFill>
                <a:latin typeface="Yu Gothic"/>
                <a:ea typeface="Yu Gothic"/>
                <a:cs typeface="Yu Gothic"/>
              </a:defRPr>
            </a:lvl3pPr>
            <a:lvl4pPr algn="l">
              <a:defRPr sz="1650" b="1">
                <a:solidFill>
                  <a:srgbClr val="182B33"/>
                </a:solidFill>
                <a:latin typeface="Yu Gothic"/>
                <a:ea typeface="Yu Gothic"/>
                <a:cs typeface="Yu Gothic"/>
              </a:defRPr>
            </a:lvl4pPr>
            <a:lvl5pPr algn="l">
              <a:defRPr sz="1650" b="1">
                <a:solidFill>
                  <a:srgbClr val="182B33"/>
                </a:solidFill>
                <a:latin typeface="Yu Gothic"/>
                <a:ea typeface="Yu Gothic"/>
                <a:cs typeface="Yu Gothic"/>
              </a:defRPr>
            </a:lvl5pPr>
            <a:lvl6pPr algn="l">
              <a:defRPr sz="1650" b="1">
                <a:solidFill>
                  <a:srgbClr val="182B33"/>
                </a:solidFill>
                <a:latin typeface="Yu Gothic"/>
                <a:ea typeface="Yu Gothic"/>
                <a:cs typeface="Yu Gothic"/>
              </a:defRPr>
            </a:lvl6pPr>
            <a:lvl7pPr algn="l">
              <a:defRPr sz="1650" b="1">
                <a:solidFill>
                  <a:srgbClr val="182B33"/>
                </a:solidFill>
                <a:latin typeface="Yu Gothic"/>
                <a:ea typeface="Yu Gothic"/>
                <a:cs typeface="Yu Gothic"/>
              </a:defRPr>
            </a:lvl7pPr>
            <a:lvl8pPr algn="l">
              <a:defRPr sz="1650" b="1">
                <a:solidFill>
                  <a:srgbClr val="182B33"/>
                </a:solidFill>
                <a:latin typeface="Yu Gothic"/>
                <a:ea typeface="Yu Gothic"/>
                <a:cs typeface="Yu Gothic"/>
              </a:defRPr>
            </a:lvl8pPr>
            <a:lvl9pPr algn="l">
              <a:defRPr sz="1650" b="1">
                <a:solidFill>
                  <a:srgbClr val="182B33"/>
                </a:solidFill>
                <a:latin typeface="Yu Gothic"/>
                <a:ea typeface="Yu Gothic"/>
                <a:cs typeface="Yu Gothic"/>
              </a:defRPr>
            </a:lvl9pPr>
          </a:lstStyle>
          <a:p xmlns:a="http://schemas.openxmlformats.org/drawingml/2006/main">
            <a:pPr algn="l">
              <a:defRPr sz="1650" b="1">
                <a:solidFill>
                  <a:srgbClr val="182B33"/>
                </a:solidFill>
                <a:latin typeface="Yu Gothic"/>
                <a:ea typeface="Yu Gothic"/>
                <a:cs typeface="Yu Gothic"/>
              </a:defRPr>
            </a:pPr>
            <a:r>
              <a:rPr sz="1650" b="1">
                <a:solidFill>
                  <a:srgbClr val="182B33"/>
                </a:solidFill>
                <a:latin typeface="Yu Gothic"/>
                <a:ea typeface="Yu Gothic"/>
                <a:cs typeface="Yu Gothic"/>
              </a:rPr>
              <a:t>鉛直軸</a:t>
            </a:r>
          </a:p>
        </p:txBody>
      </p:sp>
      <p:sp>
        <p:nvSpPr>
          <p:cNvPr id="22" name="">
            <a:extLst xmlns:a="http://schemas.openxmlformats.org/drawingml/2006/main">
              <a:ext uri="{FF2B5EF4-FFF2-40B4-BE49-F238E27FC236}">
                <a16:creationId xmlns:a16="http://schemas.microsoft.com/office/drawing/2014/main" id="{C32A3B35-97FF-44F0-AA9D-C6450DAB3C11}"/>
              </a:ext>
            </a:extLst>
          </p:cNvPr>
          <p:cNvSpPr>
            <a:spLocks xmlns:a="http://schemas.openxmlformats.org/drawingml/2006/main" noGrp="1"/>
          </p:cNvSpPr>
          <p:nvPr/>
        </p:nvSpPr>
        <p:spPr>
          <a:xfrm xmlns:a="http://schemas.openxmlformats.org/drawingml/2006/main">
            <a:off x="9146858" y="3547110"/>
            <a:ext cx="1936433"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166B68"/>
                </a:solidFill>
                <a:latin typeface="Yu Gothic"/>
                <a:ea typeface="Yu Gothic"/>
                <a:cs typeface="Yu Gothic"/>
              </a:defRPr>
            </a:defPPr>
            <a:lvl1pPr algn="l">
              <a:defRPr sz="1650" b="1">
                <a:solidFill>
                  <a:srgbClr val="166B68"/>
                </a:solidFill>
                <a:latin typeface="Yu Gothic"/>
                <a:ea typeface="Yu Gothic"/>
                <a:cs typeface="Yu Gothic"/>
              </a:defRPr>
            </a:lvl1pPr>
            <a:lvl2pPr algn="l">
              <a:defRPr sz="1650" b="1">
                <a:solidFill>
                  <a:srgbClr val="166B68"/>
                </a:solidFill>
                <a:latin typeface="Yu Gothic"/>
                <a:ea typeface="Yu Gothic"/>
                <a:cs typeface="Yu Gothic"/>
              </a:defRPr>
            </a:lvl2pPr>
            <a:lvl3pPr algn="l">
              <a:defRPr sz="1650" b="1">
                <a:solidFill>
                  <a:srgbClr val="166B68"/>
                </a:solidFill>
                <a:latin typeface="Yu Gothic"/>
                <a:ea typeface="Yu Gothic"/>
                <a:cs typeface="Yu Gothic"/>
              </a:defRPr>
            </a:lvl3pPr>
            <a:lvl4pPr algn="l">
              <a:defRPr sz="1650" b="1">
                <a:solidFill>
                  <a:srgbClr val="166B68"/>
                </a:solidFill>
                <a:latin typeface="Yu Gothic"/>
                <a:ea typeface="Yu Gothic"/>
                <a:cs typeface="Yu Gothic"/>
              </a:defRPr>
            </a:lvl4pPr>
            <a:lvl5pPr algn="l">
              <a:defRPr sz="1650" b="1">
                <a:solidFill>
                  <a:srgbClr val="166B68"/>
                </a:solidFill>
                <a:latin typeface="Yu Gothic"/>
                <a:ea typeface="Yu Gothic"/>
                <a:cs typeface="Yu Gothic"/>
              </a:defRPr>
            </a:lvl5pPr>
            <a:lvl6pPr algn="l">
              <a:defRPr sz="1650" b="1">
                <a:solidFill>
                  <a:srgbClr val="166B68"/>
                </a:solidFill>
                <a:latin typeface="Yu Gothic"/>
                <a:ea typeface="Yu Gothic"/>
                <a:cs typeface="Yu Gothic"/>
              </a:defRPr>
            </a:lvl6pPr>
            <a:lvl7pPr algn="l">
              <a:defRPr sz="1650" b="1">
                <a:solidFill>
                  <a:srgbClr val="166B68"/>
                </a:solidFill>
                <a:latin typeface="Yu Gothic"/>
                <a:ea typeface="Yu Gothic"/>
                <a:cs typeface="Yu Gothic"/>
              </a:defRPr>
            </a:lvl7pPr>
            <a:lvl8pPr algn="l">
              <a:defRPr sz="1650" b="1">
                <a:solidFill>
                  <a:srgbClr val="166B68"/>
                </a:solidFill>
                <a:latin typeface="Yu Gothic"/>
                <a:ea typeface="Yu Gothic"/>
                <a:cs typeface="Yu Gothic"/>
              </a:defRPr>
            </a:lvl8pPr>
            <a:lvl9pPr algn="l">
              <a:defRPr sz="1650" b="1">
                <a:solidFill>
                  <a:srgbClr val="166B68"/>
                </a:solidFill>
                <a:latin typeface="Yu Gothic"/>
                <a:ea typeface="Yu Gothic"/>
                <a:cs typeface="Yu Gothic"/>
              </a:defRPr>
            </a:lvl9pPr>
          </a:lstStyle>
          <a:p xmlns:a="http://schemas.openxmlformats.org/drawingml/2006/main">
            <a:pPr algn="l">
              <a:defRPr sz="1650" b="1">
                <a:solidFill>
                  <a:srgbClr val="166B68"/>
                </a:solidFill>
                <a:latin typeface="Yu Gothic"/>
                <a:ea typeface="Yu Gothic"/>
                <a:cs typeface="Yu Gothic"/>
              </a:defRPr>
            </a:pPr>
            <a:r>
              <a:rPr sz="1650" b="1">
                <a:solidFill>
                  <a:srgbClr val="166B68"/>
                </a:solidFill>
                <a:latin typeface="Yu Gothic"/>
                <a:ea typeface="Yu Gothic"/>
                <a:cs typeface="Yu Gothic"/>
              </a:rPr>
              <a:t>視準軸 ⟂ 水平軸</a:t>
            </a:r>
          </a:p>
        </p:txBody>
      </p:sp>
      <p:sp>
        <p:nvSpPr>
          <p:cNvPr id="23" name="">
            <a:extLst xmlns:a="http://schemas.openxmlformats.org/drawingml/2006/main">
              <a:ext uri="{FF2B5EF4-FFF2-40B4-BE49-F238E27FC236}">
                <a16:creationId xmlns:a16="http://schemas.microsoft.com/office/drawing/2014/main" id="{F8BC2654-F3FD-4799-B101-8CDF2A4D83EA}"/>
              </a:ext>
            </a:extLst>
          </p:cNvPr>
          <p:cNvSpPr>
            <a:spLocks xmlns:a="http://schemas.openxmlformats.org/drawingml/2006/main" noGrp="1"/>
          </p:cNvSpPr>
          <p:nvPr/>
        </p:nvSpPr>
        <p:spPr>
          <a:xfrm xmlns:a="http://schemas.openxmlformats.org/drawingml/2006/main">
            <a:off x="6238875" y="4301490"/>
            <a:ext cx="2140268"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A94737"/>
                </a:solidFill>
                <a:latin typeface="Yu Gothic"/>
                <a:ea typeface="Yu Gothic"/>
                <a:cs typeface="Yu Gothic"/>
              </a:defRPr>
            </a:defPPr>
            <a:lvl1pPr algn="l">
              <a:defRPr sz="1650" b="1">
                <a:solidFill>
                  <a:srgbClr val="A94737"/>
                </a:solidFill>
                <a:latin typeface="Yu Gothic"/>
                <a:ea typeface="Yu Gothic"/>
                <a:cs typeface="Yu Gothic"/>
              </a:defRPr>
            </a:lvl1pPr>
            <a:lvl2pPr algn="l">
              <a:defRPr sz="1650" b="1">
                <a:solidFill>
                  <a:srgbClr val="A94737"/>
                </a:solidFill>
                <a:latin typeface="Yu Gothic"/>
                <a:ea typeface="Yu Gothic"/>
                <a:cs typeface="Yu Gothic"/>
              </a:defRPr>
            </a:lvl2pPr>
            <a:lvl3pPr algn="l">
              <a:defRPr sz="1650" b="1">
                <a:solidFill>
                  <a:srgbClr val="A94737"/>
                </a:solidFill>
                <a:latin typeface="Yu Gothic"/>
                <a:ea typeface="Yu Gothic"/>
                <a:cs typeface="Yu Gothic"/>
              </a:defRPr>
            </a:lvl3pPr>
            <a:lvl4pPr algn="l">
              <a:defRPr sz="1650" b="1">
                <a:solidFill>
                  <a:srgbClr val="A94737"/>
                </a:solidFill>
                <a:latin typeface="Yu Gothic"/>
                <a:ea typeface="Yu Gothic"/>
                <a:cs typeface="Yu Gothic"/>
              </a:defRPr>
            </a:lvl4pPr>
            <a:lvl5pPr algn="l">
              <a:defRPr sz="1650" b="1">
                <a:solidFill>
                  <a:srgbClr val="A94737"/>
                </a:solidFill>
                <a:latin typeface="Yu Gothic"/>
                <a:ea typeface="Yu Gothic"/>
                <a:cs typeface="Yu Gothic"/>
              </a:defRPr>
            </a:lvl5pPr>
            <a:lvl6pPr algn="l">
              <a:defRPr sz="1650" b="1">
                <a:solidFill>
                  <a:srgbClr val="A94737"/>
                </a:solidFill>
                <a:latin typeface="Yu Gothic"/>
                <a:ea typeface="Yu Gothic"/>
                <a:cs typeface="Yu Gothic"/>
              </a:defRPr>
            </a:lvl6pPr>
            <a:lvl7pPr algn="l">
              <a:defRPr sz="1650" b="1">
                <a:solidFill>
                  <a:srgbClr val="A94737"/>
                </a:solidFill>
                <a:latin typeface="Yu Gothic"/>
                <a:ea typeface="Yu Gothic"/>
                <a:cs typeface="Yu Gothic"/>
              </a:defRPr>
            </a:lvl7pPr>
            <a:lvl8pPr algn="l">
              <a:defRPr sz="1650" b="1">
                <a:solidFill>
                  <a:srgbClr val="A94737"/>
                </a:solidFill>
                <a:latin typeface="Yu Gothic"/>
                <a:ea typeface="Yu Gothic"/>
                <a:cs typeface="Yu Gothic"/>
              </a:defRPr>
            </a:lvl8pPr>
            <a:lvl9pPr algn="l">
              <a:defRPr sz="1650" b="1">
                <a:solidFill>
                  <a:srgbClr val="A94737"/>
                </a:solidFill>
                <a:latin typeface="Yu Gothic"/>
                <a:ea typeface="Yu Gothic"/>
                <a:cs typeface="Yu Gothic"/>
              </a:defRPr>
            </a:lvl9pPr>
          </a:lstStyle>
          <a:p xmlns:a="http://schemas.openxmlformats.org/drawingml/2006/main">
            <a:pPr algn="l">
              <a:defRPr sz="1650" b="1">
                <a:solidFill>
                  <a:srgbClr val="A94737"/>
                </a:solidFill>
                <a:latin typeface="Yu Gothic"/>
                <a:ea typeface="Yu Gothic"/>
                <a:cs typeface="Yu Gothic"/>
              </a:defRPr>
            </a:pPr>
            <a:r>
              <a:rPr sz="1650" b="1">
                <a:solidFill>
                  <a:srgbClr val="A94737"/>
                </a:solidFill>
                <a:latin typeface="Yu Gothic"/>
                <a:ea typeface="Yu Gothic"/>
                <a:cs typeface="Yu Gothic"/>
              </a:rPr>
              <a:t>水平軸 ⟂ 鉛直軸</a:t>
            </a:r>
          </a:p>
        </p:txBody>
      </p:sp>
      <p:sp>
        <p:nvSpPr>
          <p:cNvPr id="24" name="">
            <a:extLst xmlns:a="http://schemas.openxmlformats.org/drawingml/2006/main">
              <a:ext uri="{FF2B5EF4-FFF2-40B4-BE49-F238E27FC236}">
                <a16:creationId xmlns:a16="http://schemas.microsoft.com/office/drawing/2014/main" id="{FEF3C274-7E05-48A6-9AB6-395A5EE91FE4}"/>
              </a:ext>
            </a:extLst>
          </p:cNvPr>
          <p:cNvSpPr>
            <a:spLocks xmlns:a="http://schemas.openxmlformats.org/drawingml/2006/main" noGrp="1"/>
          </p:cNvSpPr>
          <p:nvPr/>
        </p:nvSpPr>
        <p:spPr>
          <a:xfrm xmlns:a="http://schemas.openxmlformats.org/drawingml/2006/main">
            <a:off x="8570595" y="3983355"/>
            <a:ext cx="133350" cy="133350"/>
          </a:xfrm>
          <a:prstGeom xmlns:a="http://schemas.openxmlformats.org/drawingml/2006/main" prst="ellipse">
            <a:avLst/>
          </a:prstGeom>
          <a:solidFill xmlns:a="http://schemas.openxmlformats.org/drawingml/2006/main">
            <a:srgbClr val="182B33"/>
          </a:solidFill>
          <a:ln xmlns:a="http://schemas.openxmlformats.org/drawingml/2006/main" w="9525">
            <a:solidFill>
              <a:srgbClr val="182B33"/>
            </a:solidFill>
          </a:ln>
        </p:spPr>
      </p:sp>
    </p:spTree>
    <p:extLst>
      <p:ext uri="{BB962C8B-B14F-4D97-AF65-F5344CB8AC3E}">
        <p14:creationId xmlns:p14="http://schemas.microsoft.com/office/powerpoint/2010/main" val="7037844"/>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99B252AA-3774-48CB-872C-AA73B98E28EF}"/>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0B7271AB-D1E5-4A27-A5F1-AB15C4588E7B}"/>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器械の準備</a:t>
            </a:r>
          </a:p>
        </p:txBody>
      </p:sp>
      <p:sp>
        <p:nvSpPr>
          <p:cNvPr id="3" name="">
            <a:extLst xmlns:a="http://schemas.openxmlformats.org/drawingml/2006/main">
              <a:ext uri="{FF2B5EF4-FFF2-40B4-BE49-F238E27FC236}">
                <a16:creationId xmlns:a16="http://schemas.microsoft.com/office/drawing/2014/main" id="{726C63F4-C004-403F-8246-5343AE0B0328}"/>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求心は、器械の中心を測点の真上へ置く</a:t>
            </a:r>
          </a:p>
        </p:txBody>
      </p:sp>
      <p:sp>
        <p:nvSpPr>
          <p:cNvPr id="4" name="">
            <a:extLst xmlns:a="http://schemas.openxmlformats.org/drawingml/2006/main">
              <a:ext uri="{FF2B5EF4-FFF2-40B4-BE49-F238E27FC236}">
                <a16:creationId xmlns:a16="http://schemas.microsoft.com/office/drawing/2014/main" id="{F8251AE7-DDAC-469D-805C-519FC006C066}"/>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C44E7332-5E46-41C7-AEDF-C4ADE25D6586}"/>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12</a:t>
            </a:r>
          </a:p>
        </p:txBody>
      </p:sp>
      <p:sp>
        <p:nvSpPr>
          <p:cNvPr id="6" name="">
            <a:extLst xmlns:a="http://schemas.openxmlformats.org/drawingml/2006/main">
              <a:ext uri="{FF2B5EF4-FFF2-40B4-BE49-F238E27FC236}">
                <a16:creationId xmlns:a16="http://schemas.microsoft.com/office/drawing/2014/main" id="{52A43D59-FB27-4EB1-942D-28D61FF17909}"/>
              </a:ext>
            </a:extLst>
          </p:cNvPr>
          <p:cNvSpPr>
            <a:spLocks xmlns:a="http://schemas.openxmlformats.org/drawingml/2006/main" noGrp="1"/>
          </p:cNvSpPr>
          <p:nvPr/>
        </p:nvSpPr>
        <p:spPr>
          <a:xfrm xmlns:a="http://schemas.openxmlformats.org/drawingml/2006/main">
            <a:off x="723900" y="1562100"/>
            <a:ext cx="5286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325" b="1">
                <a:solidFill>
                  <a:srgbClr val="52616A"/>
                </a:solidFill>
                <a:latin typeface="Yu Gothic"/>
                <a:ea typeface="Yu Gothic"/>
                <a:cs typeface="Yu Gothic"/>
              </a:defRPr>
            </a:defPPr>
            <a:lvl1pPr algn="l">
              <a:defRPr sz="2325" b="1">
                <a:solidFill>
                  <a:srgbClr val="52616A"/>
                </a:solidFill>
                <a:latin typeface="Yu Gothic"/>
                <a:ea typeface="Yu Gothic"/>
                <a:cs typeface="Yu Gothic"/>
              </a:defRPr>
            </a:lvl1pPr>
            <a:lvl2pPr algn="l">
              <a:defRPr sz="2325" b="1">
                <a:solidFill>
                  <a:srgbClr val="52616A"/>
                </a:solidFill>
                <a:latin typeface="Yu Gothic"/>
                <a:ea typeface="Yu Gothic"/>
                <a:cs typeface="Yu Gothic"/>
              </a:defRPr>
            </a:lvl2pPr>
            <a:lvl3pPr algn="l">
              <a:defRPr sz="2325" b="1">
                <a:solidFill>
                  <a:srgbClr val="52616A"/>
                </a:solidFill>
                <a:latin typeface="Yu Gothic"/>
                <a:ea typeface="Yu Gothic"/>
                <a:cs typeface="Yu Gothic"/>
              </a:defRPr>
            </a:lvl3pPr>
            <a:lvl4pPr algn="l">
              <a:defRPr sz="2325" b="1">
                <a:solidFill>
                  <a:srgbClr val="52616A"/>
                </a:solidFill>
                <a:latin typeface="Yu Gothic"/>
                <a:ea typeface="Yu Gothic"/>
                <a:cs typeface="Yu Gothic"/>
              </a:defRPr>
            </a:lvl4pPr>
            <a:lvl5pPr algn="l">
              <a:defRPr sz="2325" b="1">
                <a:solidFill>
                  <a:srgbClr val="52616A"/>
                </a:solidFill>
                <a:latin typeface="Yu Gothic"/>
                <a:ea typeface="Yu Gothic"/>
                <a:cs typeface="Yu Gothic"/>
              </a:defRPr>
            </a:lvl5pPr>
            <a:lvl6pPr algn="l">
              <a:defRPr sz="2325" b="1">
                <a:solidFill>
                  <a:srgbClr val="52616A"/>
                </a:solidFill>
                <a:latin typeface="Yu Gothic"/>
                <a:ea typeface="Yu Gothic"/>
                <a:cs typeface="Yu Gothic"/>
              </a:defRPr>
            </a:lvl6pPr>
            <a:lvl7pPr algn="l">
              <a:defRPr sz="2325" b="1">
                <a:solidFill>
                  <a:srgbClr val="52616A"/>
                </a:solidFill>
                <a:latin typeface="Yu Gothic"/>
                <a:ea typeface="Yu Gothic"/>
                <a:cs typeface="Yu Gothic"/>
              </a:defRPr>
            </a:lvl7pPr>
            <a:lvl8pPr algn="l">
              <a:defRPr sz="2325" b="1">
                <a:solidFill>
                  <a:srgbClr val="52616A"/>
                </a:solidFill>
                <a:latin typeface="Yu Gothic"/>
                <a:ea typeface="Yu Gothic"/>
                <a:cs typeface="Yu Gothic"/>
              </a:defRPr>
            </a:lvl8pPr>
            <a:lvl9pPr algn="l">
              <a:defRPr sz="2325" b="1">
                <a:solidFill>
                  <a:srgbClr val="52616A"/>
                </a:solidFill>
                <a:latin typeface="Yu Gothic"/>
                <a:ea typeface="Yu Gothic"/>
                <a:cs typeface="Yu Gothic"/>
              </a:defRPr>
            </a:lvl9pPr>
          </a:lstStyle>
          <a:p xmlns:a="http://schemas.openxmlformats.org/drawingml/2006/main">
            <a:pPr algn="l">
              <a:defRPr sz="2325" b="1">
                <a:solidFill>
                  <a:srgbClr val="52616A"/>
                </a:solidFill>
                <a:latin typeface="Yu Gothic"/>
                <a:ea typeface="Yu Gothic"/>
                <a:cs typeface="Yu Gothic"/>
              </a:defRPr>
            </a:pPr>
            <a:r>
              <a:rPr sz="2325" b="1">
                <a:solidFill>
                  <a:srgbClr val="52616A"/>
                </a:solidFill>
                <a:latin typeface="Yu Gothic"/>
                <a:ea typeface="Yu Gothic"/>
                <a:cs typeface="Yu Gothic"/>
              </a:rPr>
              <a:t>求心は「どこに置くか」。中心を測点に合わせる</a:t>
            </a:r>
          </a:p>
        </p:txBody>
      </p:sp>
      <p:sp>
        <p:nvSpPr>
          <p:cNvPr id="7" name="">
            <a:extLst xmlns:a="http://schemas.openxmlformats.org/drawingml/2006/main">
              <a:ext uri="{FF2B5EF4-FFF2-40B4-BE49-F238E27FC236}">
                <a16:creationId xmlns:a16="http://schemas.microsoft.com/office/drawing/2014/main" id="{622BA387-244F-42A7-AE8B-C4094278E0B4}"/>
              </a:ext>
            </a:extLst>
          </p:cNvPr>
          <p:cNvSpPr>
            <a:spLocks xmlns:a="http://schemas.openxmlformats.org/drawingml/2006/main" noGrp="1"/>
          </p:cNvSpPr>
          <p:nvPr/>
        </p:nvSpPr>
        <p:spPr>
          <a:xfrm xmlns:a="http://schemas.openxmlformats.org/drawingml/2006/main">
            <a:off x="723900" y="2428875"/>
            <a:ext cx="228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425" b="1">
                <a:solidFill>
                  <a:srgbClr val="166B68"/>
                </a:solidFill>
                <a:latin typeface="Yu Gothic"/>
                <a:ea typeface="Yu Gothic"/>
                <a:cs typeface="Yu Gothic"/>
              </a:defRPr>
            </a:defPPr>
            <a:lvl1pPr algn="ctr">
              <a:defRPr sz="1425" b="1">
                <a:solidFill>
                  <a:srgbClr val="166B68"/>
                </a:solidFill>
                <a:latin typeface="Yu Gothic"/>
                <a:ea typeface="Yu Gothic"/>
                <a:cs typeface="Yu Gothic"/>
              </a:defRPr>
            </a:lvl1pPr>
            <a:lvl2pPr algn="ctr">
              <a:defRPr sz="1425" b="1">
                <a:solidFill>
                  <a:srgbClr val="166B68"/>
                </a:solidFill>
                <a:latin typeface="Yu Gothic"/>
                <a:ea typeface="Yu Gothic"/>
                <a:cs typeface="Yu Gothic"/>
              </a:defRPr>
            </a:lvl2pPr>
            <a:lvl3pPr algn="ctr">
              <a:defRPr sz="1425" b="1">
                <a:solidFill>
                  <a:srgbClr val="166B68"/>
                </a:solidFill>
                <a:latin typeface="Yu Gothic"/>
                <a:ea typeface="Yu Gothic"/>
                <a:cs typeface="Yu Gothic"/>
              </a:defRPr>
            </a:lvl3pPr>
            <a:lvl4pPr algn="ctr">
              <a:defRPr sz="1425" b="1">
                <a:solidFill>
                  <a:srgbClr val="166B68"/>
                </a:solidFill>
                <a:latin typeface="Yu Gothic"/>
                <a:ea typeface="Yu Gothic"/>
                <a:cs typeface="Yu Gothic"/>
              </a:defRPr>
            </a:lvl4pPr>
            <a:lvl5pPr algn="ctr">
              <a:defRPr sz="1425" b="1">
                <a:solidFill>
                  <a:srgbClr val="166B68"/>
                </a:solidFill>
                <a:latin typeface="Yu Gothic"/>
                <a:ea typeface="Yu Gothic"/>
                <a:cs typeface="Yu Gothic"/>
              </a:defRPr>
            </a:lvl5pPr>
            <a:lvl6pPr algn="ctr">
              <a:defRPr sz="1425" b="1">
                <a:solidFill>
                  <a:srgbClr val="166B68"/>
                </a:solidFill>
                <a:latin typeface="Yu Gothic"/>
                <a:ea typeface="Yu Gothic"/>
                <a:cs typeface="Yu Gothic"/>
              </a:defRPr>
            </a:lvl6pPr>
            <a:lvl7pPr algn="ctr">
              <a:defRPr sz="1425" b="1">
                <a:solidFill>
                  <a:srgbClr val="166B68"/>
                </a:solidFill>
                <a:latin typeface="Yu Gothic"/>
                <a:ea typeface="Yu Gothic"/>
                <a:cs typeface="Yu Gothic"/>
              </a:defRPr>
            </a:lvl7pPr>
            <a:lvl8pPr algn="ctr">
              <a:defRPr sz="1425" b="1">
                <a:solidFill>
                  <a:srgbClr val="166B68"/>
                </a:solidFill>
                <a:latin typeface="Yu Gothic"/>
                <a:ea typeface="Yu Gothic"/>
                <a:cs typeface="Yu Gothic"/>
              </a:defRPr>
            </a:lvl8pPr>
            <a:lvl9pPr algn="ctr">
              <a:defRPr sz="1425" b="1">
                <a:solidFill>
                  <a:srgbClr val="166B68"/>
                </a:solidFill>
                <a:latin typeface="Yu Gothic"/>
                <a:ea typeface="Yu Gothic"/>
                <a:cs typeface="Yu Gothic"/>
              </a:defRPr>
            </a:lvl9pPr>
          </a:lstStyle>
          <a:p xmlns:a="http://schemas.openxmlformats.org/drawingml/2006/main">
            <a:pPr algn="ctr">
              <a:defRPr sz="1425" b="1">
                <a:solidFill>
                  <a:srgbClr val="166B68"/>
                </a:solidFill>
                <a:latin typeface="Yu Gothic"/>
                <a:ea typeface="Yu Gothic"/>
                <a:cs typeface="Yu Gothic"/>
              </a:defRPr>
            </a:pPr>
            <a:r>
              <a:rPr sz="1425" b="1">
                <a:solidFill>
                  <a:srgbClr val="166B68"/>
                </a:solidFill>
                <a:latin typeface="Yu Gothic"/>
                <a:ea typeface="Yu Gothic"/>
                <a:cs typeface="Yu Gothic"/>
              </a:rPr>
              <a:t>●</a:t>
            </a:r>
          </a:p>
        </p:txBody>
      </p:sp>
      <p:sp>
        <p:nvSpPr>
          <p:cNvPr id="8" name="">
            <a:extLst xmlns:a="http://schemas.openxmlformats.org/drawingml/2006/main">
              <a:ext uri="{FF2B5EF4-FFF2-40B4-BE49-F238E27FC236}">
                <a16:creationId xmlns:a16="http://schemas.microsoft.com/office/drawing/2014/main" id="{CB6D2E94-6BF8-4F7D-9D2E-83E09CDF2BD8}"/>
              </a:ext>
            </a:extLst>
          </p:cNvPr>
          <p:cNvSpPr>
            <a:spLocks xmlns:a="http://schemas.openxmlformats.org/drawingml/2006/main" noGrp="1"/>
          </p:cNvSpPr>
          <p:nvPr/>
        </p:nvSpPr>
        <p:spPr>
          <a:xfrm xmlns:a="http://schemas.openxmlformats.org/drawingml/2006/main">
            <a:off x="1047750" y="242887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鉛直軸の延長がOを通る</a:t>
            </a:r>
          </a:p>
        </p:txBody>
      </p:sp>
      <p:sp>
        <p:nvSpPr>
          <p:cNvPr id="9" name="">
            <a:extLst xmlns:a="http://schemas.openxmlformats.org/drawingml/2006/main">
              <a:ext uri="{FF2B5EF4-FFF2-40B4-BE49-F238E27FC236}">
                <a16:creationId xmlns:a16="http://schemas.microsoft.com/office/drawing/2014/main" id="{6FE8183F-1DB8-4891-B7A3-733D03073A1C}"/>
              </a:ext>
            </a:extLst>
          </p:cNvPr>
          <p:cNvSpPr>
            <a:spLocks xmlns:a="http://schemas.openxmlformats.org/drawingml/2006/main" noGrp="1"/>
          </p:cNvSpPr>
          <p:nvPr/>
        </p:nvSpPr>
        <p:spPr>
          <a:xfrm xmlns:a="http://schemas.openxmlformats.org/drawingml/2006/main">
            <a:off x="723900" y="3019425"/>
            <a:ext cx="228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425" b="1">
                <a:solidFill>
                  <a:srgbClr val="166B68"/>
                </a:solidFill>
                <a:latin typeface="Yu Gothic"/>
                <a:ea typeface="Yu Gothic"/>
                <a:cs typeface="Yu Gothic"/>
              </a:defRPr>
            </a:defPPr>
            <a:lvl1pPr algn="ctr">
              <a:defRPr sz="1425" b="1">
                <a:solidFill>
                  <a:srgbClr val="166B68"/>
                </a:solidFill>
                <a:latin typeface="Yu Gothic"/>
                <a:ea typeface="Yu Gothic"/>
                <a:cs typeface="Yu Gothic"/>
              </a:defRPr>
            </a:lvl1pPr>
            <a:lvl2pPr algn="ctr">
              <a:defRPr sz="1425" b="1">
                <a:solidFill>
                  <a:srgbClr val="166B68"/>
                </a:solidFill>
                <a:latin typeface="Yu Gothic"/>
                <a:ea typeface="Yu Gothic"/>
                <a:cs typeface="Yu Gothic"/>
              </a:defRPr>
            </a:lvl2pPr>
            <a:lvl3pPr algn="ctr">
              <a:defRPr sz="1425" b="1">
                <a:solidFill>
                  <a:srgbClr val="166B68"/>
                </a:solidFill>
                <a:latin typeface="Yu Gothic"/>
                <a:ea typeface="Yu Gothic"/>
                <a:cs typeface="Yu Gothic"/>
              </a:defRPr>
            </a:lvl3pPr>
            <a:lvl4pPr algn="ctr">
              <a:defRPr sz="1425" b="1">
                <a:solidFill>
                  <a:srgbClr val="166B68"/>
                </a:solidFill>
                <a:latin typeface="Yu Gothic"/>
                <a:ea typeface="Yu Gothic"/>
                <a:cs typeface="Yu Gothic"/>
              </a:defRPr>
            </a:lvl4pPr>
            <a:lvl5pPr algn="ctr">
              <a:defRPr sz="1425" b="1">
                <a:solidFill>
                  <a:srgbClr val="166B68"/>
                </a:solidFill>
                <a:latin typeface="Yu Gothic"/>
                <a:ea typeface="Yu Gothic"/>
                <a:cs typeface="Yu Gothic"/>
              </a:defRPr>
            </a:lvl5pPr>
            <a:lvl6pPr algn="ctr">
              <a:defRPr sz="1425" b="1">
                <a:solidFill>
                  <a:srgbClr val="166B68"/>
                </a:solidFill>
                <a:latin typeface="Yu Gothic"/>
                <a:ea typeface="Yu Gothic"/>
                <a:cs typeface="Yu Gothic"/>
              </a:defRPr>
            </a:lvl6pPr>
            <a:lvl7pPr algn="ctr">
              <a:defRPr sz="1425" b="1">
                <a:solidFill>
                  <a:srgbClr val="166B68"/>
                </a:solidFill>
                <a:latin typeface="Yu Gothic"/>
                <a:ea typeface="Yu Gothic"/>
                <a:cs typeface="Yu Gothic"/>
              </a:defRPr>
            </a:lvl7pPr>
            <a:lvl8pPr algn="ctr">
              <a:defRPr sz="1425" b="1">
                <a:solidFill>
                  <a:srgbClr val="166B68"/>
                </a:solidFill>
                <a:latin typeface="Yu Gothic"/>
                <a:ea typeface="Yu Gothic"/>
                <a:cs typeface="Yu Gothic"/>
              </a:defRPr>
            </a:lvl8pPr>
            <a:lvl9pPr algn="ctr">
              <a:defRPr sz="1425" b="1">
                <a:solidFill>
                  <a:srgbClr val="166B68"/>
                </a:solidFill>
                <a:latin typeface="Yu Gothic"/>
                <a:ea typeface="Yu Gothic"/>
                <a:cs typeface="Yu Gothic"/>
              </a:defRPr>
            </a:lvl9pPr>
          </a:lstStyle>
          <a:p xmlns:a="http://schemas.openxmlformats.org/drawingml/2006/main">
            <a:pPr algn="ctr">
              <a:defRPr sz="1425" b="1">
                <a:solidFill>
                  <a:srgbClr val="166B68"/>
                </a:solidFill>
                <a:latin typeface="Yu Gothic"/>
                <a:ea typeface="Yu Gothic"/>
                <a:cs typeface="Yu Gothic"/>
              </a:defRPr>
            </a:pPr>
            <a:r>
              <a:rPr sz="1425" b="1">
                <a:solidFill>
                  <a:srgbClr val="166B68"/>
                </a:solidFill>
                <a:latin typeface="Yu Gothic"/>
                <a:ea typeface="Yu Gothic"/>
                <a:cs typeface="Yu Gothic"/>
              </a:rPr>
              <a:t>●</a:t>
            </a:r>
          </a:p>
        </p:txBody>
      </p:sp>
      <p:sp>
        <p:nvSpPr>
          <p:cNvPr id="10" name="">
            <a:extLst xmlns:a="http://schemas.openxmlformats.org/drawingml/2006/main">
              <a:ext uri="{FF2B5EF4-FFF2-40B4-BE49-F238E27FC236}">
                <a16:creationId xmlns:a16="http://schemas.microsoft.com/office/drawing/2014/main" id="{82691F07-AD0C-408A-97FB-499D96D6F132}"/>
              </a:ext>
            </a:extLst>
          </p:cNvPr>
          <p:cNvSpPr>
            <a:spLocks xmlns:a="http://schemas.openxmlformats.org/drawingml/2006/main" noGrp="1"/>
          </p:cNvSpPr>
          <p:nvPr/>
        </p:nvSpPr>
        <p:spPr>
          <a:xfrm xmlns:a="http://schemas.openxmlformats.org/drawingml/2006/main">
            <a:off x="1047750" y="301942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傾きがなくても、中心はずれる</a:t>
            </a:r>
          </a:p>
        </p:txBody>
      </p:sp>
      <p:sp>
        <p:nvSpPr>
          <p:cNvPr id="11" name="">
            <a:extLst xmlns:a="http://schemas.openxmlformats.org/drawingml/2006/main">
              <a:ext uri="{FF2B5EF4-FFF2-40B4-BE49-F238E27FC236}">
                <a16:creationId xmlns:a16="http://schemas.microsoft.com/office/drawing/2014/main" id="{FB2F06F8-E854-4B8C-A275-616EAFB7EF52}"/>
              </a:ext>
            </a:extLst>
          </p:cNvPr>
          <p:cNvSpPr>
            <a:spLocks xmlns:a="http://schemas.openxmlformats.org/drawingml/2006/main" noGrp="1"/>
          </p:cNvSpPr>
          <p:nvPr/>
        </p:nvSpPr>
        <p:spPr>
          <a:xfrm xmlns:a="http://schemas.openxmlformats.org/drawingml/2006/main">
            <a:off x="6334125" y="5055870"/>
            <a:ext cx="4810125" cy="9525"/>
          </a:xfrm>
          <a:custGeom xmlns:a="http://schemas.openxmlformats.org/drawingml/2006/main">
            <a:pathLst>
              <a:path w="4810125" h="9525">
                <a:moveTo>
                  <a:pt x="0" y="0"/>
                </a:moveTo>
                <a:lnTo>
                  <a:pt x="4810125" y="0"/>
                </a:lnTo>
              </a:path>
            </a:pathLst>
          </a:custGeom>
          <a:noFill xmlns:a="http://schemas.openxmlformats.org/drawingml/2006/main"/>
          <a:ln xmlns:a="http://schemas.openxmlformats.org/drawingml/2006/main" w="28575">
            <a:solidFill>
              <a:srgbClr val="CFD9DD"/>
            </a:solidFill>
            <a:prstDash val="solid"/>
          </a:ln>
        </p:spPr>
      </p:sp>
      <p:sp>
        <p:nvSpPr>
          <p:cNvPr id="12" name="">
            <a:extLst xmlns:a="http://schemas.openxmlformats.org/drawingml/2006/main">
              <a:ext uri="{FF2B5EF4-FFF2-40B4-BE49-F238E27FC236}">
                <a16:creationId xmlns:a16="http://schemas.microsoft.com/office/drawing/2014/main" id="{4EFCCDD7-C26F-474E-8F46-78A3301A00A2}"/>
              </a:ext>
            </a:extLst>
          </p:cNvPr>
          <p:cNvSpPr>
            <a:spLocks xmlns:a="http://schemas.openxmlformats.org/drawingml/2006/main" noGrp="1"/>
          </p:cNvSpPr>
          <p:nvPr/>
        </p:nvSpPr>
        <p:spPr>
          <a:xfrm xmlns:a="http://schemas.openxmlformats.org/drawingml/2006/main">
            <a:off x="7017544" y="1905000"/>
            <a:ext cx="895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1">
                <a:solidFill>
                  <a:srgbClr val="52616A"/>
                </a:solidFill>
                <a:latin typeface="Yu Gothic"/>
                <a:ea typeface="Yu Gothic"/>
                <a:cs typeface="Yu Gothic"/>
              </a:defRPr>
            </a:defPPr>
            <a:lvl1pPr algn="ctr">
              <a:defRPr sz="1650" b="1">
                <a:solidFill>
                  <a:srgbClr val="52616A"/>
                </a:solidFill>
                <a:latin typeface="Yu Gothic"/>
                <a:ea typeface="Yu Gothic"/>
                <a:cs typeface="Yu Gothic"/>
              </a:defRPr>
            </a:lvl1pPr>
            <a:lvl2pPr algn="ctr">
              <a:defRPr sz="1650" b="1">
                <a:solidFill>
                  <a:srgbClr val="52616A"/>
                </a:solidFill>
                <a:latin typeface="Yu Gothic"/>
                <a:ea typeface="Yu Gothic"/>
                <a:cs typeface="Yu Gothic"/>
              </a:defRPr>
            </a:lvl2pPr>
            <a:lvl3pPr algn="ctr">
              <a:defRPr sz="1650" b="1">
                <a:solidFill>
                  <a:srgbClr val="52616A"/>
                </a:solidFill>
                <a:latin typeface="Yu Gothic"/>
                <a:ea typeface="Yu Gothic"/>
                <a:cs typeface="Yu Gothic"/>
              </a:defRPr>
            </a:lvl3pPr>
            <a:lvl4pPr algn="ctr">
              <a:defRPr sz="1650" b="1">
                <a:solidFill>
                  <a:srgbClr val="52616A"/>
                </a:solidFill>
                <a:latin typeface="Yu Gothic"/>
                <a:ea typeface="Yu Gothic"/>
                <a:cs typeface="Yu Gothic"/>
              </a:defRPr>
            </a:lvl4pPr>
            <a:lvl5pPr algn="ctr">
              <a:defRPr sz="1650" b="1">
                <a:solidFill>
                  <a:srgbClr val="52616A"/>
                </a:solidFill>
                <a:latin typeface="Yu Gothic"/>
                <a:ea typeface="Yu Gothic"/>
                <a:cs typeface="Yu Gothic"/>
              </a:defRPr>
            </a:lvl5pPr>
            <a:lvl6pPr algn="ctr">
              <a:defRPr sz="1650" b="1">
                <a:solidFill>
                  <a:srgbClr val="52616A"/>
                </a:solidFill>
                <a:latin typeface="Yu Gothic"/>
                <a:ea typeface="Yu Gothic"/>
                <a:cs typeface="Yu Gothic"/>
              </a:defRPr>
            </a:lvl6pPr>
            <a:lvl7pPr algn="ctr">
              <a:defRPr sz="1650" b="1">
                <a:solidFill>
                  <a:srgbClr val="52616A"/>
                </a:solidFill>
                <a:latin typeface="Yu Gothic"/>
                <a:ea typeface="Yu Gothic"/>
                <a:cs typeface="Yu Gothic"/>
              </a:defRPr>
            </a:lvl7pPr>
            <a:lvl8pPr algn="ctr">
              <a:defRPr sz="1650" b="1">
                <a:solidFill>
                  <a:srgbClr val="52616A"/>
                </a:solidFill>
                <a:latin typeface="Yu Gothic"/>
                <a:ea typeface="Yu Gothic"/>
                <a:cs typeface="Yu Gothic"/>
              </a:defRPr>
            </a:lvl8pPr>
            <a:lvl9pPr algn="ctr">
              <a:defRPr sz="1650" b="1">
                <a:solidFill>
                  <a:srgbClr val="52616A"/>
                </a:solidFill>
                <a:latin typeface="Yu Gothic"/>
                <a:ea typeface="Yu Gothic"/>
                <a:cs typeface="Yu Gothic"/>
              </a:defRPr>
            </a:lvl9pPr>
          </a:lstStyle>
          <a:p xmlns:a="http://schemas.openxmlformats.org/drawingml/2006/main">
            <a:pPr algn="ctr">
              <a:defRPr sz="1650" b="1">
                <a:solidFill>
                  <a:srgbClr val="52616A"/>
                </a:solidFill>
                <a:latin typeface="Yu Gothic"/>
                <a:ea typeface="Yu Gothic"/>
                <a:cs typeface="Yu Gothic"/>
              </a:defRPr>
            </a:pPr>
            <a:r>
              <a:rPr sz="1650" b="1">
                <a:solidFill>
                  <a:srgbClr val="52616A"/>
                </a:solidFill>
                <a:latin typeface="Yu Gothic"/>
                <a:ea typeface="Yu Gothic"/>
                <a:cs typeface="Yu Gothic"/>
              </a:rPr>
              <a:t>鉛直線</a:t>
            </a:r>
          </a:p>
        </p:txBody>
      </p:sp>
      <p:sp>
        <p:nvSpPr>
          <p:cNvPr id="13" name="">
            <a:extLst xmlns:a="http://schemas.openxmlformats.org/drawingml/2006/main">
              <a:ext uri="{FF2B5EF4-FFF2-40B4-BE49-F238E27FC236}">
                <a16:creationId xmlns:a16="http://schemas.microsoft.com/office/drawing/2014/main" id="{4D2D719F-6054-4B0E-BC49-5A3D2D49BCD4}"/>
              </a:ext>
            </a:extLst>
          </p:cNvPr>
          <p:cNvSpPr>
            <a:spLocks xmlns:a="http://schemas.openxmlformats.org/drawingml/2006/main" noGrp="1"/>
          </p:cNvSpPr>
          <p:nvPr/>
        </p:nvSpPr>
        <p:spPr>
          <a:xfrm xmlns:a="http://schemas.openxmlformats.org/drawingml/2006/main">
            <a:off x="7465219" y="2171700"/>
            <a:ext cx="9525" cy="2807970"/>
          </a:xfrm>
          <a:custGeom xmlns:a="http://schemas.openxmlformats.org/drawingml/2006/main">
            <a:pathLst>
              <a:path w="9525" h="2807970">
                <a:moveTo>
                  <a:pt x="0" y="0"/>
                </a:moveTo>
                <a:lnTo>
                  <a:pt x="0" y="2807970"/>
                </a:lnTo>
              </a:path>
            </a:pathLst>
          </a:custGeom>
          <a:noFill xmlns:a="http://schemas.openxmlformats.org/drawingml/2006/main"/>
          <a:ln xmlns:a="http://schemas.openxmlformats.org/drawingml/2006/main" w="47625">
            <a:solidFill>
              <a:srgbClr val="166B68"/>
            </a:solidFill>
            <a:prstDash val="solid"/>
          </a:ln>
        </p:spPr>
      </p:sp>
      <p:sp>
        <p:nvSpPr>
          <p:cNvPr id="14" name="">
            <a:extLst xmlns:a="http://schemas.openxmlformats.org/drawingml/2006/main">
              <a:ext uri="{FF2B5EF4-FFF2-40B4-BE49-F238E27FC236}">
                <a16:creationId xmlns:a16="http://schemas.microsoft.com/office/drawing/2014/main" id="{DCE0D533-FF3A-4819-BAC3-221E371D3F6F}"/>
              </a:ext>
            </a:extLst>
          </p:cNvPr>
          <p:cNvSpPr>
            <a:spLocks xmlns:a="http://schemas.openxmlformats.org/drawingml/2006/main" noGrp="1"/>
          </p:cNvSpPr>
          <p:nvPr/>
        </p:nvSpPr>
        <p:spPr>
          <a:xfrm xmlns:a="http://schemas.openxmlformats.org/drawingml/2006/main">
            <a:off x="10390823" y="2171700"/>
            <a:ext cx="9525" cy="2807970"/>
          </a:xfrm>
          <a:custGeom xmlns:a="http://schemas.openxmlformats.org/drawingml/2006/main">
            <a:pathLst>
              <a:path w="9525" h="2807970">
                <a:moveTo>
                  <a:pt x="0" y="0"/>
                </a:moveTo>
                <a:lnTo>
                  <a:pt x="0" y="2807970"/>
                </a:lnTo>
              </a:path>
            </a:pathLst>
          </a:custGeom>
          <a:noFill xmlns:a="http://schemas.openxmlformats.org/drawingml/2006/main"/>
          <a:ln xmlns:a="http://schemas.openxmlformats.org/drawingml/2006/main" w="47625">
            <a:solidFill>
              <a:srgbClr val="A94737"/>
            </a:solidFill>
            <a:prstDash val="solid"/>
          </a:ln>
        </p:spPr>
      </p:sp>
      <p:sp>
        <p:nvSpPr>
          <p:cNvPr id="15" name="">
            <a:extLst xmlns:a="http://schemas.openxmlformats.org/drawingml/2006/main">
              <a:ext uri="{FF2B5EF4-FFF2-40B4-BE49-F238E27FC236}">
                <a16:creationId xmlns:a16="http://schemas.microsoft.com/office/drawing/2014/main" id="{40AB9D24-18CD-4914-9F4A-0C6542DE2948}"/>
              </a:ext>
            </a:extLst>
          </p:cNvPr>
          <p:cNvSpPr>
            <a:spLocks xmlns:a="http://schemas.openxmlformats.org/drawingml/2006/main" noGrp="1"/>
          </p:cNvSpPr>
          <p:nvPr/>
        </p:nvSpPr>
        <p:spPr>
          <a:xfrm xmlns:a="http://schemas.openxmlformats.org/drawingml/2006/main">
            <a:off x="9962198" y="2171700"/>
            <a:ext cx="9525" cy="2807970"/>
          </a:xfrm>
          <a:custGeom xmlns:a="http://schemas.openxmlformats.org/drawingml/2006/main">
            <a:pathLst>
              <a:path w="9525" h="2807970">
                <a:moveTo>
                  <a:pt x="0" y="0"/>
                </a:moveTo>
                <a:lnTo>
                  <a:pt x="0" y="2807970"/>
                </a:lnTo>
              </a:path>
            </a:pathLst>
          </a:custGeom>
          <a:noFill xmlns:a="http://schemas.openxmlformats.org/drawingml/2006/main"/>
          <a:ln xmlns:a="http://schemas.openxmlformats.org/drawingml/2006/main" w="19050">
            <a:solidFill>
              <a:srgbClr val="CFD9DD"/>
            </a:solidFill>
            <a:prstDash val="dash"/>
          </a:ln>
        </p:spPr>
      </p:sp>
      <p:sp>
        <p:nvSpPr>
          <p:cNvPr id="16" name="">
            <a:extLst xmlns:a="http://schemas.openxmlformats.org/drawingml/2006/main">
              <a:ext uri="{FF2B5EF4-FFF2-40B4-BE49-F238E27FC236}">
                <a16:creationId xmlns:a16="http://schemas.microsoft.com/office/drawing/2014/main" id="{4BEE1C56-7DC6-4259-8C0D-307F7E5B4F03}"/>
              </a:ext>
            </a:extLst>
          </p:cNvPr>
          <p:cNvSpPr>
            <a:spLocks xmlns:a="http://schemas.openxmlformats.org/drawingml/2006/main" noGrp="1"/>
          </p:cNvSpPr>
          <p:nvPr/>
        </p:nvSpPr>
        <p:spPr>
          <a:xfrm xmlns:a="http://schemas.openxmlformats.org/drawingml/2006/main">
            <a:off x="7141369" y="2887980"/>
            <a:ext cx="647700" cy="647700"/>
          </a:xfrm>
          <a:prstGeom xmlns:a="http://schemas.openxmlformats.org/drawingml/2006/main" prst="ellipse">
            <a:avLst/>
          </a:prstGeom>
          <a:noFill xmlns:a="http://schemas.openxmlformats.org/drawingml/2006/main"/>
          <a:ln xmlns:a="http://schemas.openxmlformats.org/drawingml/2006/main" w="28575">
            <a:solidFill>
              <a:srgbClr val="EEF5F4"/>
            </a:solidFill>
            <a:prstDash val="solid"/>
          </a:ln>
        </p:spPr>
      </p:sp>
      <p:sp>
        <p:nvSpPr>
          <p:cNvPr id="17" name="">
            <a:extLst xmlns:a="http://schemas.openxmlformats.org/drawingml/2006/main">
              <a:ext uri="{FF2B5EF4-FFF2-40B4-BE49-F238E27FC236}">
                <a16:creationId xmlns:a16="http://schemas.microsoft.com/office/drawing/2014/main" id="{05CD6538-7AF1-4857-AB0D-55C6B29F1F5A}"/>
              </a:ext>
            </a:extLst>
          </p:cNvPr>
          <p:cNvSpPr>
            <a:spLocks xmlns:a="http://schemas.openxmlformats.org/drawingml/2006/main" noGrp="1"/>
          </p:cNvSpPr>
          <p:nvPr/>
        </p:nvSpPr>
        <p:spPr>
          <a:xfrm xmlns:a="http://schemas.openxmlformats.org/drawingml/2006/main">
            <a:off x="10066973" y="2887980"/>
            <a:ext cx="647700" cy="647700"/>
          </a:xfrm>
          <a:prstGeom xmlns:a="http://schemas.openxmlformats.org/drawingml/2006/main" prst="ellipse">
            <a:avLst/>
          </a:prstGeom>
          <a:noFill xmlns:a="http://schemas.openxmlformats.org/drawingml/2006/main"/>
          <a:ln xmlns:a="http://schemas.openxmlformats.org/drawingml/2006/main" w="28575">
            <a:solidFill>
              <a:srgbClr val="EEF5F4"/>
            </a:solidFill>
            <a:prstDash val="solid"/>
          </a:ln>
        </p:spPr>
      </p:sp>
      <p:sp>
        <p:nvSpPr>
          <p:cNvPr id="18" name="">
            <a:extLst xmlns:a="http://schemas.openxmlformats.org/drawingml/2006/main">
              <a:ext uri="{FF2B5EF4-FFF2-40B4-BE49-F238E27FC236}">
                <a16:creationId xmlns:a16="http://schemas.microsoft.com/office/drawing/2014/main" id="{09351527-2CB8-4026-82D8-B6F22C0C977E}"/>
              </a:ext>
            </a:extLst>
          </p:cNvPr>
          <p:cNvSpPr>
            <a:spLocks xmlns:a="http://schemas.openxmlformats.org/drawingml/2006/main" noGrp="1"/>
          </p:cNvSpPr>
          <p:nvPr/>
        </p:nvSpPr>
        <p:spPr>
          <a:xfrm xmlns:a="http://schemas.openxmlformats.org/drawingml/2006/main">
            <a:off x="6884194" y="3088005"/>
            <a:ext cx="1162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1">
                <a:solidFill>
                  <a:srgbClr val="182B33"/>
                </a:solidFill>
                <a:latin typeface="Yu Gothic"/>
                <a:ea typeface="Yu Gothic"/>
                <a:cs typeface="Yu Gothic"/>
              </a:defRPr>
            </a:defPPr>
            <a:lvl1pPr algn="ctr">
              <a:defRPr sz="1650" b="1">
                <a:solidFill>
                  <a:srgbClr val="182B33"/>
                </a:solidFill>
                <a:latin typeface="Yu Gothic"/>
                <a:ea typeface="Yu Gothic"/>
                <a:cs typeface="Yu Gothic"/>
              </a:defRPr>
            </a:lvl1pPr>
            <a:lvl2pPr algn="ctr">
              <a:defRPr sz="1650" b="1">
                <a:solidFill>
                  <a:srgbClr val="182B33"/>
                </a:solidFill>
                <a:latin typeface="Yu Gothic"/>
                <a:ea typeface="Yu Gothic"/>
                <a:cs typeface="Yu Gothic"/>
              </a:defRPr>
            </a:lvl2pPr>
            <a:lvl3pPr algn="ctr">
              <a:defRPr sz="1650" b="1">
                <a:solidFill>
                  <a:srgbClr val="182B33"/>
                </a:solidFill>
                <a:latin typeface="Yu Gothic"/>
                <a:ea typeface="Yu Gothic"/>
                <a:cs typeface="Yu Gothic"/>
              </a:defRPr>
            </a:lvl3pPr>
            <a:lvl4pPr algn="ctr">
              <a:defRPr sz="1650" b="1">
                <a:solidFill>
                  <a:srgbClr val="182B33"/>
                </a:solidFill>
                <a:latin typeface="Yu Gothic"/>
                <a:ea typeface="Yu Gothic"/>
                <a:cs typeface="Yu Gothic"/>
              </a:defRPr>
            </a:lvl4pPr>
            <a:lvl5pPr algn="ctr">
              <a:defRPr sz="1650" b="1">
                <a:solidFill>
                  <a:srgbClr val="182B33"/>
                </a:solidFill>
                <a:latin typeface="Yu Gothic"/>
                <a:ea typeface="Yu Gothic"/>
                <a:cs typeface="Yu Gothic"/>
              </a:defRPr>
            </a:lvl5pPr>
            <a:lvl6pPr algn="ctr">
              <a:defRPr sz="1650" b="1">
                <a:solidFill>
                  <a:srgbClr val="182B33"/>
                </a:solidFill>
                <a:latin typeface="Yu Gothic"/>
                <a:ea typeface="Yu Gothic"/>
                <a:cs typeface="Yu Gothic"/>
              </a:defRPr>
            </a:lvl6pPr>
            <a:lvl7pPr algn="ctr">
              <a:defRPr sz="1650" b="1">
                <a:solidFill>
                  <a:srgbClr val="182B33"/>
                </a:solidFill>
                <a:latin typeface="Yu Gothic"/>
                <a:ea typeface="Yu Gothic"/>
                <a:cs typeface="Yu Gothic"/>
              </a:defRPr>
            </a:lvl7pPr>
            <a:lvl8pPr algn="ctr">
              <a:defRPr sz="1650" b="1">
                <a:solidFill>
                  <a:srgbClr val="182B33"/>
                </a:solidFill>
                <a:latin typeface="Yu Gothic"/>
                <a:ea typeface="Yu Gothic"/>
                <a:cs typeface="Yu Gothic"/>
              </a:defRPr>
            </a:lvl8pPr>
            <a:lvl9pPr algn="ctr">
              <a:defRPr sz="1650" b="1">
                <a:solidFill>
                  <a:srgbClr val="182B33"/>
                </a:solidFill>
                <a:latin typeface="Yu Gothic"/>
                <a:ea typeface="Yu Gothic"/>
                <a:cs typeface="Yu Gothic"/>
              </a:defRPr>
            </a:lvl9pPr>
          </a:lstStyle>
          <a:p xmlns:a="http://schemas.openxmlformats.org/drawingml/2006/main">
            <a:pPr algn="ctr">
              <a:defRPr sz="1650" b="1">
                <a:solidFill>
                  <a:srgbClr val="182B33"/>
                </a:solidFill>
                <a:latin typeface="Yu Gothic"/>
                <a:ea typeface="Yu Gothic"/>
                <a:cs typeface="Yu Gothic"/>
              </a:defRPr>
            </a:pPr>
            <a:r>
              <a:rPr sz="1650" b="1">
                <a:solidFill>
                  <a:srgbClr val="182B33"/>
                </a:solidFill>
                <a:latin typeface="Yu Gothic"/>
                <a:ea typeface="Yu Gothic"/>
                <a:cs typeface="Yu Gothic"/>
              </a:rPr>
              <a:t>器械中心</a:t>
            </a:r>
          </a:p>
        </p:txBody>
      </p:sp>
      <p:sp>
        <p:nvSpPr>
          <p:cNvPr id="19" name="">
            <a:extLst xmlns:a="http://schemas.openxmlformats.org/drawingml/2006/main">
              <a:ext uri="{FF2B5EF4-FFF2-40B4-BE49-F238E27FC236}">
                <a16:creationId xmlns:a16="http://schemas.microsoft.com/office/drawing/2014/main" id="{B3606E39-2826-4626-A27C-A1D6B3072D94}"/>
              </a:ext>
            </a:extLst>
          </p:cNvPr>
          <p:cNvSpPr>
            <a:spLocks xmlns:a="http://schemas.openxmlformats.org/drawingml/2006/main" noGrp="1"/>
          </p:cNvSpPr>
          <p:nvPr/>
        </p:nvSpPr>
        <p:spPr>
          <a:xfrm xmlns:a="http://schemas.openxmlformats.org/drawingml/2006/main">
            <a:off x="9809798" y="3088005"/>
            <a:ext cx="1162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1">
                <a:solidFill>
                  <a:srgbClr val="182B33"/>
                </a:solidFill>
                <a:latin typeface="Yu Gothic"/>
                <a:ea typeface="Yu Gothic"/>
                <a:cs typeface="Yu Gothic"/>
              </a:defRPr>
            </a:defPPr>
            <a:lvl1pPr algn="ctr">
              <a:defRPr sz="1650" b="1">
                <a:solidFill>
                  <a:srgbClr val="182B33"/>
                </a:solidFill>
                <a:latin typeface="Yu Gothic"/>
                <a:ea typeface="Yu Gothic"/>
                <a:cs typeface="Yu Gothic"/>
              </a:defRPr>
            </a:lvl1pPr>
            <a:lvl2pPr algn="ctr">
              <a:defRPr sz="1650" b="1">
                <a:solidFill>
                  <a:srgbClr val="182B33"/>
                </a:solidFill>
                <a:latin typeface="Yu Gothic"/>
                <a:ea typeface="Yu Gothic"/>
                <a:cs typeface="Yu Gothic"/>
              </a:defRPr>
            </a:lvl2pPr>
            <a:lvl3pPr algn="ctr">
              <a:defRPr sz="1650" b="1">
                <a:solidFill>
                  <a:srgbClr val="182B33"/>
                </a:solidFill>
                <a:latin typeface="Yu Gothic"/>
                <a:ea typeface="Yu Gothic"/>
                <a:cs typeface="Yu Gothic"/>
              </a:defRPr>
            </a:lvl3pPr>
            <a:lvl4pPr algn="ctr">
              <a:defRPr sz="1650" b="1">
                <a:solidFill>
                  <a:srgbClr val="182B33"/>
                </a:solidFill>
                <a:latin typeface="Yu Gothic"/>
                <a:ea typeface="Yu Gothic"/>
                <a:cs typeface="Yu Gothic"/>
              </a:defRPr>
            </a:lvl4pPr>
            <a:lvl5pPr algn="ctr">
              <a:defRPr sz="1650" b="1">
                <a:solidFill>
                  <a:srgbClr val="182B33"/>
                </a:solidFill>
                <a:latin typeface="Yu Gothic"/>
                <a:ea typeface="Yu Gothic"/>
                <a:cs typeface="Yu Gothic"/>
              </a:defRPr>
            </a:lvl5pPr>
            <a:lvl6pPr algn="ctr">
              <a:defRPr sz="1650" b="1">
                <a:solidFill>
                  <a:srgbClr val="182B33"/>
                </a:solidFill>
                <a:latin typeface="Yu Gothic"/>
                <a:ea typeface="Yu Gothic"/>
                <a:cs typeface="Yu Gothic"/>
              </a:defRPr>
            </a:lvl6pPr>
            <a:lvl7pPr algn="ctr">
              <a:defRPr sz="1650" b="1">
                <a:solidFill>
                  <a:srgbClr val="182B33"/>
                </a:solidFill>
                <a:latin typeface="Yu Gothic"/>
                <a:ea typeface="Yu Gothic"/>
                <a:cs typeface="Yu Gothic"/>
              </a:defRPr>
            </a:lvl7pPr>
            <a:lvl8pPr algn="ctr">
              <a:defRPr sz="1650" b="1">
                <a:solidFill>
                  <a:srgbClr val="182B33"/>
                </a:solidFill>
                <a:latin typeface="Yu Gothic"/>
                <a:ea typeface="Yu Gothic"/>
                <a:cs typeface="Yu Gothic"/>
              </a:defRPr>
            </a:lvl8pPr>
            <a:lvl9pPr algn="ctr">
              <a:defRPr sz="1650" b="1">
                <a:solidFill>
                  <a:srgbClr val="182B33"/>
                </a:solidFill>
                <a:latin typeface="Yu Gothic"/>
                <a:ea typeface="Yu Gothic"/>
                <a:cs typeface="Yu Gothic"/>
              </a:defRPr>
            </a:lvl9pPr>
          </a:lstStyle>
          <a:p xmlns:a="http://schemas.openxmlformats.org/drawingml/2006/main">
            <a:pPr algn="ctr">
              <a:defRPr sz="1650" b="1">
                <a:solidFill>
                  <a:srgbClr val="182B33"/>
                </a:solidFill>
                <a:latin typeface="Yu Gothic"/>
                <a:ea typeface="Yu Gothic"/>
                <a:cs typeface="Yu Gothic"/>
              </a:defRPr>
            </a:pPr>
            <a:r>
              <a:rPr sz="1650" b="1">
                <a:solidFill>
                  <a:srgbClr val="182B33"/>
                </a:solidFill>
                <a:latin typeface="Yu Gothic"/>
                <a:ea typeface="Yu Gothic"/>
                <a:cs typeface="Yu Gothic"/>
              </a:rPr>
              <a:t>器械中心</a:t>
            </a:r>
          </a:p>
        </p:txBody>
      </p:sp>
      <p:sp>
        <p:nvSpPr>
          <p:cNvPr id="20" name="">
            <a:extLst xmlns:a="http://schemas.openxmlformats.org/drawingml/2006/main">
              <a:ext uri="{FF2B5EF4-FFF2-40B4-BE49-F238E27FC236}">
                <a16:creationId xmlns:a16="http://schemas.microsoft.com/office/drawing/2014/main" id="{3BD3A751-39C1-47F0-B6E6-CD6C4B54C42D}"/>
              </a:ext>
            </a:extLst>
          </p:cNvPr>
          <p:cNvSpPr>
            <a:spLocks xmlns:a="http://schemas.openxmlformats.org/drawingml/2006/main" noGrp="1"/>
          </p:cNvSpPr>
          <p:nvPr/>
        </p:nvSpPr>
        <p:spPr>
          <a:xfrm xmlns:a="http://schemas.openxmlformats.org/drawingml/2006/main">
            <a:off x="7398544" y="4989195"/>
            <a:ext cx="133350" cy="133350"/>
          </a:xfrm>
          <a:prstGeom xmlns:a="http://schemas.openxmlformats.org/drawingml/2006/main" prst="ellipse">
            <a:avLst/>
          </a:prstGeom>
          <a:solidFill xmlns:a="http://schemas.openxmlformats.org/drawingml/2006/main">
            <a:srgbClr val="166B68"/>
          </a:solidFill>
          <a:ln xmlns:a="http://schemas.openxmlformats.org/drawingml/2006/main" w="9525">
            <a:solidFill>
              <a:srgbClr val="166B68"/>
            </a:solidFill>
          </a:ln>
        </p:spPr>
      </p:sp>
      <p:sp>
        <p:nvSpPr>
          <p:cNvPr id="21" name="">
            <a:extLst xmlns:a="http://schemas.openxmlformats.org/drawingml/2006/main">
              <a:ext uri="{FF2B5EF4-FFF2-40B4-BE49-F238E27FC236}">
                <a16:creationId xmlns:a16="http://schemas.microsoft.com/office/drawing/2014/main" id="{7A8BC579-0ECC-46C6-BF0D-256B875EBA6D}"/>
              </a:ext>
            </a:extLst>
          </p:cNvPr>
          <p:cNvSpPr>
            <a:spLocks xmlns:a="http://schemas.openxmlformats.org/drawingml/2006/main" noGrp="1"/>
          </p:cNvSpPr>
          <p:nvPr/>
        </p:nvSpPr>
        <p:spPr>
          <a:xfrm xmlns:a="http://schemas.openxmlformats.org/drawingml/2006/main">
            <a:off x="9895523" y="4989195"/>
            <a:ext cx="133350" cy="133350"/>
          </a:xfrm>
          <a:prstGeom xmlns:a="http://schemas.openxmlformats.org/drawingml/2006/main" prst="ellipse">
            <a:avLst/>
          </a:prstGeom>
          <a:solidFill xmlns:a="http://schemas.openxmlformats.org/drawingml/2006/main">
            <a:srgbClr val="A94737"/>
          </a:solidFill>
          <a:ln xmlns:a="http://schemas.openxmlformats.org/drawingml/2006/main" w="9525">
            <a:solidFill>
              <a:srgbClr val="A94737"/>
            </a:solidFill>
          </a:ln>
        </p:spPr>
      </p:sp>
      <p:sp>
        <p:nvSpPr>
          <p:cNvPr id="22" name="">
            <a:extLst xmlns:a="http://schemas.openxmlformats.org/drawingml/2006/main">
              <a:ext uri="{FF2B5EF4-FFF2-40B4-BE49-F238E27FC236}">
                <a16:creationId xmlns:a16="http://schemas.microsoft.com/office/drawing/2014/main" id="{9258C669-5145-4C8A-BBE6-BED4A04F2DDB}"/>
              </a:ext>
            </a:extLst>
          </p:cNvPr>
          <p:cNvSpPr>
            <a:spLocks xmlns:a="http://schemas.openxmlformats.org/drawingml/2006/main" noGrp="1"/>
          </p:cNvSpPr>
          <p:nvPr/>
        </p:nvSpPr>
        <p:spPr>
          <a:xfrm xmlns:a="http://schemas.openxmlformats.org/drawingml/2006/main">
            <a:off x="7008019" y="5122545"/>
            <a:ext cx="914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1">
                <a:solidFill>
                  <a:srgbClr val="166B68"/>
                </a:solidFill>
                <a:latin typeface="Yu Gothic"/>
                <a:ea typeface="Yu Gothic"/>
                <a:cs typeface="Yu Gothic"/>
              </a:defRPr>
            </a:defPPr>
            <a:lvl1pPr algn="ctr">
              <a:defRPr sz="1650" b="1">
                <a:solidFill>
                  <a:srgbClr val="166B68"/>
                </a:solidFill>
                <a:latin typeface="Yu Gothic"/>
                <a:ea typeface="Yu Gothic"/>
                <a:cs typeface="Yu Gothic"/>
              </a:defRPr>
            </a:lvl1pPr>
            <a:lvl2pPr algn="ctr">
              <a:defRPr sz="1650" b="1">
                <a:solidFill>
                  <a:srgbClr val="166B68"/>
                </a:solidFill>
                <a:latin typeface="Yu Gothic"/>
                <a:ea typeface="Yu Gothic"/>
                <a:cs typeface="Yu Gothic"/>
              </a:defRPr>
            </a:lvl2pPr>
            <a:lvl3pPr algn="ctr">
              <a:defRPr sz="1650" b="1">
                <a:solidFill>
                  <a:srgbClr val="166B68"/>
                </a:solidFill>
                <a:latin typeface="Yu Gothic"/>
                <a:ea typeface="Yu Gothic"/>
                <a:cs typeface="Yu Gothic"/>
              </a:defRPr>
            </a:lvl3pPr>
            <a:lvl4pPr algn="ctr">
              <a:defRPr sz="1650" b="1">
                <a:solidFill>
                  <a:srgbClr val="166B68"/>
                </a:solidFill>
                <a:latin typeface="Yu Gothic"/>
                <a:ea typeface="Yu Gothic"/>
                <a:cs typeface="Yu Gothic"/>
              </a:defRPr>
            </a:lvl4pPr>
            <a:lvl5pPr algn="ctr">
              <a:defRPr sz="1650" b="1">
                <a:solidFill>
                  <a:srgbClr val="166B68"/>
                </a:solidFill>
                <a:latin typeface="Yu Gothic"/>
                <a:ea typeface="Yu Gothic"/>
                <a:cs typeface="Yu Gothic"/>
              </a:defRPr>
            </a:lvl5pPr>
            <a:lvl6pPr algn="ctr">
              <a:defRPr sz="1650" b="1">
                <a:solidFill>
                  <a:srgbClr val="166B68"/>
                </a:solidFill>
                <a:latin typeface="Yu Gothic"/>
                <a:ea typeface="Yu Gothic"/>
                <a:cs typeface="Yu Gothic"/>
              </a:defRPr>
            </a:lvl6pPr>
            <a:lvl7pPr algn="ctr">
              <a:defRPr sz="1650" b="1">
                <a:solidFill>
                  <a:srgbClr val="166B68"/>
                </a:solidFill>
                <a:latin typeface="Yu Gothic"/>
                <a:ea typeface="Yu Gothic"/>
                <a:cs typeface="Yu Gothic"/>
              </a:defRPr>
            </a:lvl7pPr>
            <a:lvl8pPr algn="ctr">
              <a:defRPr sz="1650" b="1">
                <a:solidFill>
                  <a:srgbClr val="166B68"/>
                </a:solidFill>
                <a:latin typeface="Yu Gothic"/>
                <a:ea typeface="Yu Gothic"/>
                <a:cs typeface="Yu Gothic"/>
              </a:defRPr>
            </a:lvl8pPr>
            <a:lvl9pPr algn="ctr">
              <a:defRPr sz="1650" b="1">
                <a:solidFill>
                  <a:srgbClr val="166B68"/>
                </a:solidFill>
                <a:latin typeface="Yu Gothic"/>
                <a:ea typeface="Yu Gothic"/>
                <a:cs typeface="Yu Gothic"/>
              </a:defRPr>
            </a:lvl9pPr>
          </a:lstStyle>
          <a:p xmlns:a="http://schemas.openxmlformats.org/drawingml/2006/main">
            <a:pPr algn="ctr">
              <a:defRPr sz="1650" b="1">
                <a:solidFill>
                  <a:srgbClr val="166B68"/>
                </a:solidFill>
                <a:latin typeface="Yu Gothic"/>
                <a:ea typeface="Yu Gothic"/>
                <a:cs typeface="Yu Gothic"/>
              </a:defRPr>
            </a:pPr>
            <a:r>
              <a:rPr sz="1650" b="1">
                <a:solidFill>
                  <a:srgbClr val="166B68"/>
                </a:solidFill>
                <a:latin typeface="Yu Gothic"/>
                <a:ea typeface="Yu Gothic"/>
                <a:cs typeface="Yu Gothic"/>
              </a:rPr>
              <a:t>測点 O</a:t>
            </a:r>
          </a:p>
        </p:txBody>
      </p:sp>
      <p:sp>
        <p:nvSpPr>
          <p:cNvPr id="23" name="">
            <a:extLst xmlns:a="http://schemas.openxmlformats.org/drawingml/2006/main">
              <a:ext uri="{FF2B5EF4-FFF2-40B4-BE49-F238E27FC236}">
                <a16:creationId xmlns:a16="http://schemas.microsoft.com/office/drawing/2014/main" id="{F9F22406-A777-4B34-9E3A-AA83A08BF3E4}"/>
              </a:ext>
            </a:extLst>
          </p:cNvPr>
          <p:cNvSpPr>
            <a:spLocks xmlns:a="http://schemas.openxmlformats.org/drawingml/2006/main" noGrp="1"/>
          </p:cNvSpPr>
          <p:nvPr/>
        </p:nvSpPr>
        <p:spPr>
          <a:xfrm xmlns:a="http://schemas.openxmlformats.org/drawingml/2006/main">
            <a:off x="9504998" y="5122545"/>
            <a:ext cx="914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1">
                <a:solidFill>
                  <a:srgbClr val="A94737"/>
                </a:solidFill>
                <a:latin typeface="Yu Gothic"/>
                <a:ea typeface="Yu Gothic"/>
                <a:cs typeface="Yu Gothic"/>
              </a:defRPr>
            </a:defPPr>
            <a:lvl1pPr algn="ctr">
              <a:defRPr sz="1650" b="1">
                <a:solidFill>
                  <a:srgbClr val="A94737"/>
                </a:solidFill>
                <a:latin typeface="Yu Gothic"/>
                <a:ea typeface="Yu Gothic"/>
                <a:cs typeface="Yu Gothic"/>
              </a:defRPr>
            </a:lvl1pPr>
            <a:lvl2pPr algn="ctr">
              <a:defRPr sz="1650" b="1">
                <a:solidFill>
                  <a:srgbClr val="A94737"/>
                </a:solidFill>
                <a:latin typeface="Yu Gothic"/>
                <a:ea typeface="Yu Gothic"/>
                <a:cs typeface="Yu Gothic"/>
              </a:defRPr>
            </a:lvl2pPr>
            <a:lvl3pPr algn="ctr">
              <a:defRPr sz="1650" b="1">
                <a:solidFill>
                  <a:srgbClr val="A94737"/>
                </a:solidFill>
                <a:latin typeface="Yu Gothic"/>
                <a:ea typeface="Yu Gothic"/>
                <a:cs typeface="Yu Gothic"/>
              </a:defRPr>
            </a:lvl3pPr>
            <a:lvl4pPr algn="ctr">
              <a:defRPr sz="1650" b="1">
                <a:solidFill>
                  <a:srgbClr val="A94737"/>
                </a:solidFill>
                <a:latin typeface="Yu Gothic"/>
                <a:ea typeface="Yu Gothic"/>
                <a:cs typeface="Yu Gothic"/>
              </a:defRPr>
            </a:lvl4pPr>
            <a:lvl5pPr algn="ctr">
              <a:defRPr sz="1650" b="1">
                <a:solidFill>
                  <a:srgbClr val="A94737"/>
                </a:solidFill>
                <a:latin typeface="Yu Gothic"/>
                <a:ea typeface="Yu Gothic"/>
                <a:cs typeface="Yu Gothic"/>
              </a:defRPr>
            </a:lvl5pPr>
            <a:lvl6pPr algn="ctr">
              <a:defRPr sz="1650" b="1">
                <a:solidFill>
                  <a:srgbClr val="A94737"/>
                </a:solidFill>
                <a:latin typeface="Yu Gothic"/>
                <a:ea typeface="Yu Gothic"/>
                <a:cs typeface="Yu Gothic"/>
              </a:defRPr>
            </a:lvl6pPr>
            <a:lvl7pPr algn="ctr">
              <a:defRPr sz="1650" b="1">
                <a:solidFill>
                  <a:srgbClr val="A94737"/>
                </a:solidFill>
                <a:latin typeface="Yu Gothic"/>
                <a:ea typeface="Yu Gothic"/>
                <a:cs typeface="Yu Gothic"/>
              </a:defRPr>
            </a:lvl7pPr>
            <a:lvl8pPr algn="ctr">
              <a:defRPr sz="1650" b="1">
                <a:solidFill>
                  <a:srgbClr val="A94737"/>
                </a:solidFill>
                <a:latin typeface="Yu Gothic"/>
                <a:ea typeface="Yu Gothic"/>
                <a:cs typeface="Yu Gothic"/>
              </a:defRPr>
            </a:lvl8pPr>
            <a:lvl9pPr algn="ctr">
              <a:defRPr sz="1650" b="1">
                <a:solidFill>
                  <a:srgbClr val="A94737"/>
                </a:solidFill>
                <a:latin typeface="Yu Gothic"/>
                <a:ea typeface="Yu Gothic"/>
                <a:cs typeface="Yu Gothic"/>
              </a:defRPr>
            </a:lvl9pPr>
          </a:lstStyle>
          <a:p xmlns:a="http://schemas.openxmlformats.org/drawingml/2006/main">
            <a:pPr algn="ctr">
              <a:defRPr sz="1650" b="1">
                <a:solidFill>
                  <a:srgbClr val="A94737"/>
                </a:solidFill>
                <a:latin typeface="Yu Gothic"/>
                <a:ea typeface="Yu Gothic"/>
                <a:cs typeface="Yu Gothic"/>
              </a:defRPr>
            </a:pPr>
            <a:r>
              <a:rPr sz="1650" b="1">
                <a:solidFill>
                  <a:srgbClr val="A94737"/>
                </a:solidFill>
                <a:latin typeface="Yu Gothic"/>
                <a:ea typeface="Yu Gothic"/>
                <a:cs typeface="Yu Gothic"/>
              </a:rPr>
              <a:t>測点 O</a:t>
            </a:r>
          </a:p>
        </p:txBody>
      </p:sp>
      <p:sp>
        <p:nvSpPr>
          <p:cNvPr id="24" name="">
            <a:extLst xmlns:a="http://schemas.openxmlformats.org/drawingml/2006/main">
              <a:ext uri="{FF2B5EF4-FFF2-40B4-BE49-F238E27FC236}">
                <a16:creationId xmlns:a16="http://schemas.microsoft.com/office/drawing/2014/main" id="{27EF3B24-46B0-4DD5-98C3-B59075D12814}"/>
              </a:ext>
            </a:extLst>
          </p:cNvPr>
          <p:cNvSpPr>
            <a:spLocks xmlns:a="http://schemas.openxmlformats.org/drawingml/2006/main" noGrp="1"/>
          </p:cNvSpPr>
          <p:nvPr/>
        </p:nvSpPr>
        <p:spPr>
          <a:xfrm xmlns:a="http://schemas.openxmlformats.org/drawingml/2006/main">
            <a:off x="7065169" y="1638300"/>
            <a:ext cx="8001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1">
                <a:solidFill>
                  <a:srgbClr val="166B68"/>
                </a:solidFill>
                <a:latin typeface="Yu Gothic"/>
                <a:ea typeface="Yu Gothic"/>
                <a:cs typeface="Yu Gothic"/>
              </a:defRPr>
            </a:defPPr>
            <a:lvl1pPr algn="ctr">
              <a:defRPr sz="1650" b="1">
                <a:solidFill>
                  <a:srgbClr val="166B68"/>
                </a:solidFill>
                <a:latin typeface="Yu Gothic"/>
                <a:ea typeface="Yu Gothic"/>
                <a:cs typeface="Yu Gothic"/>
              </a:defRPr>
            </a:lvl1pPr>
            <a:lvl2pPr algn="ctr">
              <a:defRPr sz="1650" b="1">
                <a:solidFill>
                  <a:srgbClr val="166B68"/>
                </a:solidFill>
                <a:latin typeface="Yu Gothic"/>
                <a:ea typeface="Yu Gothic"/>
                <a:cs typeface="Yu Gothic"/>
              </a:defRPr>
            </a:lvl2pPr>
            <a:lvl3pPr algn="ctr">
              <a:defRPr sz="1650" b="1">
                <a:solidFill>
                  <a:srgbClr val="166B68"/>
                </a:solidFill>
                <a:latin typeface="Yu Gothic"/>
                <a:ea typeface="Yu Gothic"/>
                <a:cs typeface="Yu Gothic"/>
              </a:defRPr>
            </a:lvl3pPr>
            <a:lvl4pPr algn="ctr">
              <a:defRPr sz="1650" b="1">
                <a:solidFill>
                  <a:srgbClr val="166B68"/>
                </a:solidFill>
                <a:latin typeface="Yu Gothic"/>
                <a:ea typeface="Yu Gothic"/>
                <a:cs typeface="Yu Gothic"/>
              </a:defRPr>
            </a:lvl4pPr>
            <a:lvl5pPr algn="ctr">
              <a:defRPr sz="1650" b="1">
                <a:solidFill>
                  <a:srgbClr val="166B68"/>
                </a:solidFill>
                <a:latin typeface="Yu Gothic"/>
                <a:ea typeface="Yu Gothic"/>
                <a:cs typeface="Yu Gothic"/>
              </a:defRPr>
            </a:lvl5pPr>
            <a:lvl6pPr algn="ctr">
              <a:defRPr sz="1650" b="1">
                <a:solidFill>
                  <a:srgbClr val="166B68"/>
                </a:solidFill>
                <a:latin typeface="Yu Gothic"/>
                <a:ea typeface="Yu Gothic"/>
                <a:cs typeface="Yu Gothic"/>
              </a:defRPr>
            </a:lvl6pPr>
            <a:lvl7pPr algn="ctr">
              <a:defRPr sz="1650" b="1">
                <a:solidFill>
                  <a:srgbClr val="166B68"/>
                </a:solidFill>
                <a:latin typeface="Yu Gothic"/>
                <a:ea typeface="Yu Gothic"/>
                <a:cs typeface="Yu Gothic"/>
              </a:defRPr>
            </a:lvl7pPr>
            <a:lvl8pPr algn="ctr">
              <a:defRPr sz="1650" b="1">
                <a:solidFill>
                  <a:srgbClr val="166B68"/>
                </a:solidFill>
                <a:latin typeface="Yu Gothic"/>
                <a:ea typeface="Yu Gothic"/>
                <a:cs typeface="Yu Gothic"/>
              </a:defRPr>
            </a:lvl8pPr>
            <a:lvl9pPr algn="ctr">
              <a:defRPr sz="1650" b="1">
                <a:solidFill>
                  <a:srgbClr val="166B68"/>
                </a:solidFill>
                <a:latin typeface="Yu Gothic"/>
                <a:ea typeface="Yu Gothic"/>
                <a:cs typeface="Yu Gothic"/>
              </a:defRPr>
            </a:lvl9pPr>
          </a:lstStyle>
          <a:p xmlns:a="http://schemas.openxmlformats.org/drawingml/2006/main">
            <a:pPr algn="ctr">
              <a:defRPr sz="1650" b="1">
                <a:solidFill>
                  <a:srgbClr val="166B68"/>
                </a:solidFill>
                <a:latin typeface="Yu Gothic"/>
                <a:ea typeface="Yu Gothic"/>
                <a:cs typeface="Yu Gothic"/>
              </a:defRPr>
            </a:pPr>
            <a:r>
              <a:rPr sz="1650" b="1">
                <a:solidFill>
                  <a:srgbClr val="166B68"/>
                </a:solidFill>
                <a:latin typeface="Yu Gothic"/>
                <a:ea typeface="Yu Gothic"/>
                <a:cs typeface="Yu Gothic"/>
              </a:rPr>
              <a:t>正常</a:t>
            </a:r>
          </a:p>
        </p:txBody>
      </p:sp>
      <p:sp>
        <p:nvSpPr>
          <p:cNvPr id="25" name="">
            <a:extLst xmlns:a="http://schemas.openxmlformats.org/drawingml/2006/main">
              <a:ext uri="{FF2B5EF4-FFF2-40B4-BE49-F238E27FC236}">
                <a16:creationId xmlns:a16="http://schemas.microsoft.com/office/drawing/2014/main" id="{8437ED8B-D2C2-4508-85C2-69A33CA1FFAF}"/>
              </a:ext>
            </a:extLst>
          </p:cNvPr>
          <p:cNvSpPr>
            <a:spLocks xmlns:a="http://schemas.openxmlformats.org/drawingml/2006/main" noGrp="1"/>
          </p:cNvSpPr>
          <p:nvPr/>
        </p:nvSpPr>
        <p:spPr>
          <a:xfrm xmlns:a="http://schemas.openxmlformats.org/drawingml/2006/main">
            <a:off x="9276398" y="1638300"/>
            <a:ext cx="1371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1">
                <a:solidFill>
                  <a:srgbClr val="A94737"/>
                </a:solidFill>
                <a:latin typeface="Yu Gothic"/>
                <a:ea typeface="Yu Gothic"/>
                <a:cs typeface="Yu Gothic"/>
              </a:defRPr>
            </a:defPPr>
            <a:lvl1pPr algn="ctr">
              <a:defRPr sz="1650" b="1">
                <a:solidFill>
                  <a:srgbClr val="A94737"/>
                </a:solidFill>
                <a:latin typeface="Yu Gothic"/>
                <a:ea typeface="Yu Gothic"/>
                <a:cs typeface="Yu Gothic"/>
              </a:defRPr>
            </a:lvl1pPr>
            <a:lvl2pPr algn="ctr">
              <a:defRPr sz="1650" b="1">
                <a:solidFill>
                  <a:srgbClr val="A94737"/>
                </a:solidFill>
                <a:latin typeface="Yu Gothic"/>
                <a:ea typeface="Yu Gothic"/>
                <a:cs typeface="Yu Gothic"/>
              </a:defRPr>
            </a:lvl2pPr>
            <a:lvl3pPr algn="ctr">
              <a:defRPr sz="1650" b="1">
                <a:solidFill>
                  <a:srgbClr val="A94737"/>
                </a:solidFill>
                <a:latin typeface="Yu Gothic"/>
                <a:ea typeface="Yu Gothic"/>
                <a:cs typeface="Yu Gothic"/>
              </a:defRPr>
            </a:lvl3pPr>
            <a:lvl4pPr algn="ctr">
              <a:defRPr sz="1650" b="1">
                <a:solidFill>
                  <a:srgbClr val="A94737"/>
                </a:solidFill>
                <a:latin typeface="Yu Gothic"/>
                <a:ea typeface="Yu Gothic"/>
                <a:cs typeface="Yu Gothic"/>
              </a:defRPr>
            </a:lvl4pPr>
            <a:lvl5pPr algn="ctr">
              <a:defRPr sz="1650" b="1">
                <a:solidFill>
                  <a:srgbClr val="A94737"/>
                </a:solidFill>
                <a:latin typeface="Yu Gothic"/>
                <a:ea typeface="Yu Gothic"/>
                <a:cs typeface="Yu Gothic"/>
              </a:defRPr>
            </a:lvl5pPr>
            <a:lvl6pPr algn="ctr">
              <a:defRPr sz="1650" b="1">
                <a:solidFill>
                  <a:srgbClr val="A94737"/>
                </a:solidFill>
                <a:latin typeface="Yu Gothic"/>
                <a:ea typeface="Yu Gothic"/>
                <a:cs typeface="Yu Gothic"/>
              </a:defRPr>
            </a:lvl6pPr>
            <a:lvl7pPr algn="ctr">
              <a:defRPr sz="1650" b="1">
                <a:solidFill>
                  <a:srgbClr val="A94737"/>
                </a:solidFill>
                <a:latin typeface="Yu Gothic"/>
                <a:ea typeface="Yu Gothic"/>
                <a:cs typeface="Yu Gothic"/>
              </a:defRPr>
            </a:lvl7pPr>
            <a:lvl8pPr algn="ctr">
              <a:defRPr sz="1650" b="1">
                <a:solidFill>
                  <a:srgbClr val="A94737"/>
                </a:solidFill>
                <a:latin typeface="Yu Gothic"/>
                <a:ea typeface="Yu Gothic"/>
                <a:cs typeface="Yu Gothic"/>
              </a:defRPr>
            </a:lvl8pPr>
            <a:lvl9pPr algn="ctr">
              <a:defRPr sz="1650" b="1">
                <a:solidFill>
                  <a:srgbClr val="A94737"/>
                </a:solidFill>
                <a:latin typeface="Yu Gothic"/>
                <a:ea typeface="Yu Gothic"/>
                <a:cs typeface="Yu Gothic"/>
              </a:defRPr>
            </a:lvl9pPr>
          </a:lstStyle>
          <a:p xmlns:a="http://schemas.openxmlformats.org/drawingml/2006/main">
            <a:pPr algn="ctr">
              <a:defRPr sz="1650" b="1">
                <a:solidFill>
                  <a:srgbClr val="A94737"/>
                </a:solidFill>
                <a:latin typeface="Yu Gothic"/>
                <a:ea typeface="Yu Gothic"/>
                <a:cs typeface="Yu Gothic"/>
              </a:defRPr>
            </a:pPr>
            <a:r>
              <a:rPr sz="1650" b="1">
                <a:solidFill>
                  <a:srgbClr val="A94737"/>
                </a:solidFill>
                <a:latin typeface="Yu Gothic"/>
                <a:ea typeface="Yu Gothic"/>
                <a:cs typeface="Yu Gothic"/>
              </a:rPr>
              <a:t>中心がずれる</a:t>
            </a:r>
          </a:p>
        </p:txBody>
      </p:sp>
    </p:spTree>
    <p:extLst>
      <p:ext uri="{BB962C8B-B14F-4D97-AF65-F5344CB8AC3E}">
        <p14:creationId xmlns:p14="http://schemas.microsoft.com/office/powerpoint/2010/main" val="1795706746"/>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9D42ECA5-F53A-49EE-B4D4-AF84621303EE}"/>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5F445B61-4433-4BC9-B1C6-69638AB9C8C6}"/>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器械の準備</a:t>
            </a:r>
          </a:p>
        </p:txBody>
      </p:sp>
      <p:sp>
        <p:nvSpPr>
          <p:cNvPr id="3" name="">
            <a:extLst xmlns:a="http://schemas.openxmlformats.org/drawingml/2006/main">
              <a:ext uri="{FF2B5EF4-FFF2-40B4-BE49-F238E27FC236}">
                <a16:creationId xmlns:a16="http://schemas.microsoft.com/office/drawing/2014/main" id="{6877FAF6-FBE1-40DA-922A-7FB1CFDE3713}"/>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整準は、鉛直軸を鉛直にする</a:t>
            </a:r>
          </a:p>
        </p:txBody>
      </p:sp>
      <p:sp>
        <p:nvSpPr>
          <p:cNvPr id="4" name="">
            <a:extLst xmlns:a="http://schemas.openxmlformats.org/drawingml/2006/main">
              <a:ext uri="{FF2B5EF4-FFF2-40B4-BE49-F238E27FC236}">
                <a16:creationId xmlns:a16="http://schemas.microsoft.com/office/drawing/2014/main" id="{92BD3621-BD69-4C23-8EA0-E016CB4CDFF0}"/>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501DCCFB-EF62-4A9A-A6AD-A6CA9D7C96CF}"/>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13</a:t>
            </a:r>
          </a:p>
        </p:txBody>
      </p:sp>
      <p:sp>
        <p:nvSpPr>
          <p:cNvPr id="6" name="">
            <a:extLst xmlns:a="http://schemas.openxmlformats.org/drawingml/2006/main">
              <a:ext uri="{FF2B5EF4-FFF2-40B4-BE49-F238E27FC236}">
                <a16:creationId xmlns:a16="http://schemas.microsoft.com/office/drawing/2014/main" id="{231FC35B-33D3-47CF-A605-01F06B52C61C}"/>
              </a:ext>
            </a:extLst>
          </p:cNvPr>
          <p:cNvSpPr>
            <a:spLocks xmlns:a="http://schemas.openxmlformats.org/drawingml/2006/main" noGrp="1"/>
          </p:cNvSpPr>
          <p:nvPr/>
        </p:nvSpPr>
        <p:spPr>
          <a:xfrm xmlns:a="http://schemas.openxmlformats.org/drawingml/2006/main">
            <a:off x="723900" y="1562100"/>
            <a:ext cx="5286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325" b="1">
                <a:solidFill>
                  <a:srgbClr val="52616A"/>
                </a:solidFill>
                <a:latin typeface="Yu Gothic"/>
                <a:ea typeface="Yu Gothic"/>
                <a:cs typeface="Yu Gothic"/>
              </a:defRPr>
            </a:defPPr>
            <a:lvl1pPr algn="l">
              <a:defRPr sz="2325" b="1">
                <a:solidFill>
                  <a:srgbClr val="52616A"/>
                </a:solidFill>
                <a:latin typeface="Yu Gothic"/>
                <a:ea typeface="Yu Gothic"/>
                <a:cs typeface="Yu Gothic"/>
              </a:defRPr>
            </a:lvl1pPr>
            <a:lvl2pPr algn="l">
              <a:defRPr sz="2325" b="1">
                <a:solidFill>
                  <a:srgbClr val="52616A"/>
                </a:solidFill>
                <a:latin typeface="Yu Gothic"/>
                <a:ea typeface="Yu Gothic"/>
                <a:cs typeface="Yu Gothic"/>
              </a:defRPr>
            </a:lvl2pPr>
            <a:lvl3pPr algn="l">
              <a:defRPr sz="2325" b="1">
                <a:solidFill>
                  <a:srgbClr val="52616A"/>
                </a:solidFill>
                <a:latin typeface="Yu Gothic"/>
                <a:ea typeface="Yu Gothic"/>
                <a:cs typeface="Yu Gothic"/>
              </a:defRPr>
            </a:lvl3pPr>
            <a:lvl4pPr algn="l">
              <a:defRPr sz="2325" b="1">
                <a:solidFill>
                  <a:srgbClr val="52616A"/>
                </a:solidFill>
                <a:latin typeface="Yu Gothic"/>
                <a:ea typeface="Yu Gothic"/>
                <a:cs typeface="Yu Gothic"/>
              </a:defRPr>
            </a:lvl4pPr>
            <a:lvl5pPr algn="l">
              <a:defRPr sz="2325" b="1">
                <a:solidFill>
                  <a:srgbClr val="52616A"/>
                </a:solidFill>
                <a:latin typeface="Yu Gothic"/>
                <a:ea typeface="Yu Gothic"/>
                <a:cs typeface="Yu Gothic"/>
              </a:defRPr>
            </a:lvl5pPr>
            <a:lvl6pPr algn="l">
              <a:defRPr sz="2325" b="1">
                <a:solidFill>
                  <a:srgbClr val="52616A"/>
                </a:solidFill>
                <a:latin typeface="Yu Gothic"/>
                <a:ea typeface="Yu Gothic"/>
                <a:cs typeface="Yu Gothic"/>
              </a:defRPr>
            </a:lvl6pPr>
            <a:lvl7pPr algn="l">
              <a:defRPr sz="2325" b="1">
                <a:solidFill>
                  <a:srgbClr val="52616A"/>
                </a:solidFill>
                <a:latin typeface="Yu Gothic"/>
                <a:ea typeface="Yu Gothic"/>
                <a:cs typeface="Yu Gothic"/>
              </a:defRPr>
            </a:lvl7pPr>
            <a:lvl8pPr algn="l">
              <a:defRPr sz="2325" b="1">
                <a:solidFill>
                  <a:srgbClr val="52616A"/>
                </a:solidFill>
                <a:latin typeface="Yu Gothic"/>
                <a:ea typeface="Yu Gothic"/>
                <a:cs typeface="Yu Gothic"/>
              </a:defRPr>
            </a:lvl8pPr>
            <a:lvl9pPr algn="l">
              <a:defRPr sz="2325" b="1">
                <a:solidFill>
                  <a:srgbClr val="52616A"/>
                </a:solidFill>
                <a:latin typeface="Yu Gothic"/>
                <a:ea typeface="Yu Gothic"/>
                <a:cs typeface="Yu Gothic"/>
              </a:defRPr>
            </a:lvl9pPr>
          </a:lstStyle>
          <a:p xmlns:a="http://schemas.openxmlformats.org/drawingml/2006/main">
            <a:pPr algn="l">
              <a:defRPr sz="2325" b="1">
                <a:solidFill>
                  <a:srgbClr val="52616A"/>
                </a:solidFill>
                <a:latin typeface="Yu Gothic"/>
                <a:ea typeface="Yu Gothic"/>
                <a:cs typeface="Yu Gothic"/>
              </a:defRPr>
            </a:pPr>
            <a:r>
              <a:rPr sz="2325" b="1">
                <a:solidFill>
                  <a:srgbClr val="52616A"/>
                </a:solidFill>
                <a:latin typeface="Yu Gothic"/>
                <a:ea typeface="Yu Gothic"/>
                <a:cs typeface="Yu Gothic"/>
              </a:rPr>
              <a:t>整準は「どちらを向くか」。軸の傾きを直す</a:t>
            </a:r>
          </a:p>
        </p:txBody>
      </p:sp>
      <p:sp>
        <p:nvSpPr>
          <p:cNvPr id="7" name="">
            <a:extLst xmlns:a="http://schemas.openxmlformats.org/drawingml/2006/main">
              <a:ext uri="{FF2B5EF4-FFF2-40B4-BE49-F238E27FC236}">
                <a16:creationId xmlns:a16="http://schemas.microsoft.com/office/drawing/2014/main" id="{328FCAB1-C7BD-4EC1-A00C-58C7064CCADC}"/>
              </a:ext>
            </a:extLst>
          </p:cNvPr>
          <p:cNvSpPr>
            <a:spLocks xmlns:a="http://schemas.openxmlformats.org/drawingml/2006/main" noGrp="1"/>
          </p:cNvSpPr>
          <p:nvPr/>
        </p:nvSpPr>
        <p:spPr>
          <a:xfrm xmlns:a="http://schemas.openxmlformats.org/drawingml/2006/main">
            <a:off x="723900" y="2428875"/>
            <a:ext cx="228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425" b="1">
                <a:solidFill>
                  <a:srgbClr val="166B68"/>
                </a:solidFill>
                <a:latin typeface="Yu Gothic"/>
                <a:ea typeface="Yu Gothic"/>
                <a:cs typeface="Yu Gothic"/>
              </a:defRPr>
            </a:defPPr>
            <a:lvl1pPr algn="ctr">
              <a:defRPr sz="1425" b="1">
                <a:solidFill>
                  <a:srgbClr val="166B68"/>
                </a:solidFill>
                <a:latin typeface="Yu Gothic"/>
                <a:ea typeface="Yu Gothic"/>
                <a:cs typeface="Yu Gothic"/>
              </a:defRPr>
            </a:lvl1pPr>
            <a:lvl2pPr algn="ctr">
              <a:defRPr sz="1425" b="1">
                <a:solidFill>
                  <a:srgbClr val="166B68"/>
                </a:solidFill>
                <a:latin typeface="Yu Gothic"/>
                <a:ea typeface="Yu Gothic"/>
                <a:cs typeface="Yu Gothic"/>
              </a:defRPr>
            </a:lvl2pPr>
            <a:lvl3pPr algn="ctr">
              <a:defRPr sz="1425" b="1">
                <a:solidFill>
                  <a:srgbClr val="166B68"/>
                </a:solidFill>
                <a:latin typeface="Yu Gothic"/>
                <a:ea typeface="Yu Gothic"/>
                <a:cs typeface="Yu Gothic"/>
              </a:defRPr>
            </a:lvl3pPr>
            <a:lvl4pPr algn="ctr">
              <a:defRPr sz="1425" b="1">
                <a:solidFill>
                  <a:srgbClr val="166B68"/>
                </a:solidFill>
                <a:latin typeface="Yu Gothic"/>
                <a:ea typeface="Yu Gothic"/>
                <a:cs typeface="Yu Gothic"/>
              </a:defRPr>
            </a:lvl4pPr>
            <a:lvl5pPr algn="ctr">
              <a:defRPr sz="1425" b="1">
                <a:solidFill>
                  <a:srgbClr val="166B68"/>
                </a:solidFill>
                <a:latin typeface="Yu Gothic"/>
                <a:ea typeface="Yu Gothic"/>
                <a:cs typeface="Yu Gothic"/>
              </a:defRPr>
            </a:lvl5pPr>
            <a:lvl6pPr algn="ctr">
              <a:defRPr sz="1425" b="1">
                <a:solidFill>
                  <a:srgbClr val="166B68"/>
                </a:solidFill>
                <a:latin typeface="Yu Gothic"/>
                <a:ea typeface="Yu Gothic"/>
                <a:cs typeface="Yu Gothic"/>
              </a:defRPr>
            </a:lvl6pPr>
            <a:lvl7pPr algn="ctr">
              <a:defRPr sz="1425" b="1">
                <a:solidFill>
                  <a:srgbClr val="166B68"/>
                </a:solidFill>
                <a:latin typeface="Yu Gothic"/>
                <a:ea typeface="Yu Gothic"/>
                <a:cs typeface="Yu Gothic"/>
              </a:defRPr>
            </a:lvl7pPr>
            <a:lvl8pPr algn="ctr">
              <a:defRPr sz="1425" b="1">
                <a:solidFill>
                  <a:srgbClr val="166B68"/>
                </a:solidFill>
                <a:latin typeface="Yu Gothic"/>
                <a:ea typeface="Yu Gothic"/>
                <a:cs typeface="Yu Gothic"/>
              </a:defRPr>
            </a:lvl8pPr>
            <a:lvl9pPr algn="ctr">
              <a:defRPr sz="1425" b="1">
                <a:solidFill>
                  <a:srgbClr val="166B68"/>
                </a:solidFill>
                <a:latin typeface="Yu Gothic"/>
                <a:ea typeface="Yu Gothic"/>
                <a:cs typeface="Yu Gothic"/>
              </a:defRPr>
            </a:lvl9pPr>
          </a:lstStyle>
          <a:p xmlns:a="http://schemas.openxmlformats.org/drawingml/2006/main">
            <a:pPr algn="ctr">
              <a:defRPr sz="1425" b="1">
                <a:solidFill>
                  <a:srgbClr val="166B68"/>
                </a:solidFill>
                <a:latin typeface="Yu Gothic"/>
                <a:ea typeface="Yu Gothic"/>
                <a:cs typeface="Yu Gothic"/>
              </a:defRPr>
            </a:pPr>
            <a:r>
              <a:rPr sz="1425" b="1">
                <a:solidFill>
                  <a:srgbClr val="166B68"/>
                </a:solidFill>
                <a:latin typeface="Yu Gothic"/>
                <a:ea typeface="Yu Gothic"/>
                <a:cs typeface="Yu Gothic"/>
              </a:rPr>
              <a:t>●</a:t>
            </a:r>
          </a:p>
        </p:txBody>
      </p:sp>
      <p:sp>
        <p:nvSpPr>
          <p:cNvPr id="8" name="">
            <a:extLst xmlns:a="http://schemas.openxmlformats.org/drawingml/2006/main">
              <a:ext uri="{FF2B5EF4-FFF2-40B4-BE49-F238E27FC236}">
                <a16:creationId xmlns:a16="http://schemas.microsoft.com/office/drawing/2014/main" id="{ABEE7981-35DA-420A-BB87-93D03345BB64}"/>
              </a:ext>
            </a:extLst>
          </p:cNvPr>
          <p:cNvSpPr>
            <a:spLocks xmlns:a="http://schemas.openxmlformats.org/drawingml/2006/main" noGrp="1"/>
          </p:cNvSpPr>
          <p:nvPr/>
        </p:nvSpPr>
        <p:spPr>
          <a:xfrm xmlns:a="http://schemas.openxmlformats.org/drawingml/2006/main">
            <a:off x="1047750" y="242887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重力方向と鉛直軸をそろえる</a:t>
            </a:r>
          </a:p>
        </p:txBody>
      </p:sp>
      <p:sp>
        <p:nvSpPr>
          <p:cNvPr id="9" name="">
            <a:extLst xmlns:a="http://schemas.openxmlformats.org/drawingml/2006/main">
              <a:ext uri="{FF2B5EF4-FFF2-40B4-BE49-F238E27FC236}">
                <a16:creationId xmlns:a16="http://schemas.microsoft.com/office/drawing/2014/main" id="{995400FA-4167-451B-A651-83402636C895}"/>
              </a:ext>
            </a:extLst>
          </p:cNvPr>
          <p:cNvSpPr>
            <a:spLocks xmlns:a="http://schemas.openxmlformats.org/drawingml/2006/main" noGrp="1"/>
          </p:cNvSpPr>
          <p:nvPr/>
        </p:nvSpPr>
        <p:spPr>
          <a:xfrm xmlns:a="http://schemas.openxmlformats.org/drawingml/2006/main">
            <a:off x="723900" y="3019425"/>
            <a:ext cx="228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425" b="1">
                <a:solidFill>
                  <a:srgbClr val="166B68"/>
                </a:solidFill>
                <a:latin typeface="Yu Gothic"/>
                <a:ea typeface="Yu Gothic"/>
                <a:cs typeface="Yu Gothic"/>
              </a:defRPr>
            </a:defPPr>
            <a:lvl1pPr algn="ctr">
              <a:defRPr sz="1425" b="1">
                <a:solidFill>
                  <a:srgbClr val="166B68"/>
                </a:solidFill>
                <a:latin typeface="Yu Gothic"/>
                <a:ea typeface="Yu Gothic"/>
                <a:cs typeface="Yu Gothic"/>
              </a:defRPr>
            </a:lvl1pPr>
            <a:lvl2pPr algn="ctr">
              <a:defRPr sz="1425" b="1">
                <a:solidFill>
                  <a:srgbClr val="166B68"/>
                </a:solidFill>
                <a:latin typeface="Yu Gothic"/>
                <a:ea typeface="Yu Gothic"/>
                <a:cs typeface="Yu Gothic"/>
              </a:defRPr>
            </a:lvl2pPr>
            <a:lvl3pPr algn="ctr">
              <a:defRPr sz="1425" b="1">
                <a:solidFill>
                  <a:srgbClr val="166B68"/>
                </a:solidFill>
                <a:latin typeface="Yu Gothic"/>
                <a:ea typeface="Yu Gothic"/>
                <a:cs typeface="Yu Gothic"/>
              </a:defRPr>
            </a:lvl3pPr>
            <a:lvl4pPr algn="ctr">
              <a:defRPr sz="1425" b="1">
                <a:solidFill>
                  <a:srgbClr val="166B68"/>
                </a:solidFill>
                <a:latin typeface="Yu Gothic"/>
                <a:ea typeface="Yu Gothic"/>
                <a:cs typeface="Yu Gothic"/>
              </a:defRPr>
            </a:lvl4pPr>
            <a:lvl5pPr algn="ctr">
              <a:defRPr sz="1425" b="1">
                <a:solidFill>
                  <a:srgbClr val="166B68"/>
                </a:solidFill>
                <a:latin typeface="Yu Gothic"/>
                <a:ea typeface="Yu Gothic"/>
                <a:cs typeface="Yu Gothic"/>
              </a:defRPr>
            </a:lvl5pPr>
            <a:lvl6pPr algn="ctr">
              <a:defRPr sz="1425" b="1">
                <a:solidFill>
                  <a:srgbClr val="166B68"/>
                </a:solidFill>
                <a:latin typeface="Yu Gothic"/>
                <a:ea typeface="Yu Gothic"/>
                <a:cs typeface="Yu Gothic"/>
              </a:defRPr>
            </a:lvl6pPr>
            <a:lvl7pPr algn="ctr">
              <a:defRPr sz="1425" b="1">
                <a:solidFill>
                  <a:srgbClr val="166B68"/>
                </a:solidFill>
                <a:latin typeface="Yu Gothic"/>
                <a:ea typeface="Yu Gothic"/>
                <a:cs typeface="Yu Gothic"/>
              </a:defRPr>
            </a:lvl7pPr>
            <a:lvl8pPr algn="ctr">
              <a:defRPr sz="1425" b="1">
                <a:solidFill>
                  <a:srgbClr val="166B68"/>
                </a:solidFill>
                <a:latin typeface="Yu Gothic"/>
                <a:ea typeface="Yu Gothic"/>
                <a:cs typeface="Yu Gothic"/>
              </a:defRPr>
            </a:lvl8pPr>
            <a:lvl9pPr algn="ctr">
              <a:defRPr sz="1425" b="1">
                <a:solidFill>
                  <a:srgbClr val="166B68"/>
                </a:solidFill>
                <a:latin typeface="Yu Gothic"/>
                <a:ea typeface="Yu Gothic"/>
                <a:cs typeface="Yu Gothic"/>
              </a:defRPr>
            </a:lvl9pPr>
          </a:lstStyle>
          <a:p xmlns:a="http://schemas.openxmlformats.org/drawingml/2006/main">
            <a:pPr algn="ctr">
              <a:defRPr sz="1425" b="1">
                <a:solidFill>
                  <a:srgbClr val="166B68"/>
                </a:solidFill>
                <a:latin typeface="Yu Gothic"/>
                <a:ea typeface="Yu Gothic"/>
                <a:cs typeface="Yu Gothic"/>
              </a:defRPr>
            </a:pPr>
            <a:r>
              <a:rPr sz="1425" b="1">
                <a:solidFill>
                  <a:srgbClr val="166B68"/>
                </a:solidFill>
                <a:latin typeface="Yu Gothic"/>
                <a:ea typeface="Yu Gothic"/>
                <a:cs typeface="Yu Gothic"/>
              </a:rPr>
              <a:t>●</a:t>
            </a:r>
          </a:p>
        </p:txBody>
      </p:sp>
      <p:sp>
        <p:nvSpPr>
          <p:cNvPr id="10" name="">
            <a:extLst xmlns:a="http://schemas.openxmlformats.org/drawingml/2006/main">
              <a:ext uri="{FF2B5EF4-FFF2-40B4-BE49-F238E27FC236}">
                <a16:creationId xmlns:a16="http://schemas.microsoft.com/office/drawing/2014/main" id="{7B73FE93-34BB-4588-8537-04AA4713AE5F}"/>
              </a:ext>
            </a:extLst>
          </p:cNvPr>
          <p:cNvSpPr>
            <a:spLocks xmlns:a="http://schemas.openxmlformats.org/drawingml/2006/main" noGrp="1"/>
          </p:cNvSpPr>
          <p:nvPr/>
        </p:nvSpPr>
        <p:spPr>
          <a:xfrm xmlns:a="http://schemas.openxmlformats.org/drawingml/2006/main">
            <a:off x="1047750" y="301942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正反平均では傾きは消えない</a:t>
            </a:r>
          </a:p>
        </p:txBody>
      </p:sp>
      <p:sp>
        <p:nvSpPr>
          <p:cNvPr id="11" name="">
            <a:extLst xmlns:a="http://schemas.openxmlformats.org/drawingml/2006/main">
              <a:ext uri="{FF2B5EF4-FFF2-40B4-BE49-F238E27FC236}">
                <a16:creationId xmlns:a16="http://schemas.microsoft.com/office/drawing/2014/main" id="{DD0182A1-046C-44E8-A0FA-C7179962D0F4}"/>
              </a:ext>
            </a:extLst>
          </p:cNvPr>
          <p:cNvSpPr>
            <a:spLocks xmlns:a="http://schemas.openxmlformats.org/drawingml/2006/main" noGrp="1"/>
          </p:cNvSpPr>
          <p:nvPr/>
        </p:nvSpPr>
        <p:spPr>
          <a:xfrm xmlns:a="http://schemas.openxmlformats.org/drawingml/2006/main">
            <a:off x="6334125" y="5055870"/>
            <a:ext cx="4810125" cy="9525"/>
          </a:xfrm>
          <a:custGeom xmlns:a="http://schemas.openxmlformats.org/drawingml/2006/main">
            <a:pathLst>
              <a:path w="4810125" h="9525">
                <a:moveTo>
                  <a:pt x="0" y="0"/>
                </a:moveTo>
                <a:lnTo>
                  <a:pt x="4810125" y="0"/>
                </a:lnTo>
              </a:path>
            </a:pathLst>
          </a:custGeom>
          <a:noFill xmlns:a="http://schemas.openxmlformats.org/drawingml/2006/main"/>
          <a:ln xmlns:a="http://schemas.openxmlformats.org/drawingml/2006/main" w="28575">
            <a:solidFill>
              <a:srgbClr val="CFD9DD"/>
            </a:solidFill>
            <a:prstDash val="solid"/>
          </a:ln>
        </p:spPr>
      </p:sp>
      <p:sp>
        <p:nvSpPr>
          <p:cNvPr id="12" name="">
            <a:extLst xmlns:a="http://schemas.openxmlformats.org/drawingml/2006/main">
              <a:ext uri="{FF2B5EF4-FFF2-40B4-BE49-F238E27FC236}">
                <a16:creationId xmlns:a16="http://schemas.microsoft.com/office/drawing/2014/main" id="{D6D33AF2-250E-44AF-BC9B-7AB24EF9C189}"/>
              </a:ext>
            </a:extLst>
          </p:cNvPr>
          <p:cNvSpPr>
            <a:spLocks xmlns:a="http://schemas.openxmlformats.org/drawingml/2006/main" noGrp="1"/>
          </p:cNvSpPr>
          <p:nvPr/>
        </p:nvSpPr>
        <p:spPr>
          <a:xfrm xmlns:a="http://schemas.openxmlformats.org/drawingml/2006/main">
            <a:off x="7017544" y="1905000"/>
            <a:ext cx="895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1">
                <a:solidFill>
                  <a:srgbClr val="52616A"/>
                </a:solidFill>
                <a:latin typeface="Yu Gothic"/>
                <a:ea typeface="Yu Gothic"/>
                <a:cs typeface="Yu Gothic"/>
              </a:defRPr>
            </a:defPPr>
            <a:lvl1pPr algn="ctr">
              <a:defRPr sz="1650" b="1">
                <a:solidFill>
                  <a:srgbClr val="52616A"/>
                </a:solidFill>
                <a:latin typeface="Yu Gothic"/>
                <a:ea typeface="Yu Gothic"/>
                <a:cs typeface="Yu Gothic"/>
              </a:defRPr>
            </a:lvl1pPr>
            <a:lvl2pPr algn="ctr">
              <a:defRPr sz="1650" b="1">
                <a:solidFill>
                  <a:srgbClr val="52616A"/>
                </a:solidFill>
                <a:latin typeface="Yu Gothic"/>
                <a:ea typeface="Yu Gothic"/>
                <a:cs typeface="Yu Gothic"/>
              </a:defRPr>
            </a:lvl2pPr>
            <a:lvl3pPr algn="ctr">
              <a:defRPr sz="1650" b="1">
                <a:solidFill>
                  <a:srgbClr val="52616A"/>
                </a:solidFill>
                <a:latin typeface="Yu Gothic"/>
                <a:ea typeface="Yu Gothic"/>
                <a:cs typeface="Yu Gothic"/>
              </a:defRPr>
            </a:lvl3pPr>
            <a:lvl4pPr algn="ctr">
              <a:defRPr sz="1650" b="1">
                <a:solidFill>
                  <a:srgbClr val="52616A"/>
                </a:solidFill>
                <a:latin typeface="Yu Gothic"/>
                <a:ea typeface="Yu Gothic"/>
                <a:cs typeface="Yu Gothic"/>
              </a:defRPr>
            </a:lvl4pPr>
            <a:lvl5pPr algn="ctr">
              <a:defRPr sz="1650" b="1">
                <a:solidFill>
                  <a:srgbClr val="52616A"/>
                </a:solidFill>
                <a:latin typeface="Yu Gothic"/>
                <a:ea typeface="Yu Gothic"/>
                <a:cs typeface="Yu Gothic"/>
              </a:defRPr>
            </a:lvl5pPr>
            <a:lvl6pPr algn="ctr">
              <a:defRPr sz="1650" b="1">
                <a:solidFill>
                  <a:srgbClr val="52616A"/>
                </a:solidFill>
                <a:latin typeface="Yu Gothic"/>
                <a:ea typeface="Yu Gothic"/>
                <a:cs typeface="Yu Gothic"/>
              </a:defRPr>
            </a:lvl6pPr>
            <a:lvl7pPr algn="ctr">
              <a:defRPr sz="1650" b="1">
                <a:solidFill>
                  <a:srgbClr val="52616A"/>
                </a:solidFill>
                <a:latin typeface="Yu Gothic"/>
                <a:ea typeface="Yu Gothic"/>
                <a:cs typeface="Yu Gothic"/>
              </a:defRPr>
            </a:lvl7pPr>
            <a:lvl8pPr algn="ctr">
              <a:defRPr sz="1650" b="1">
                <a:solidFill>
                  <a:srgbClr val="52616A"/>
                </a:solidFill>
                <a:latin typeface="Yu Gothic"/>
                <a:ea typeface="Yu Gothic"/>
                <a:cs typeface="Yu Gothic"/>
              </a:defRPr>
            </a:lvl8pPr>
            <a:lvl9pPr algn="ctr">
              <a:defRPr sz="1650" b="1">
                <a:solidFill>
                  <a:srgbClr val="52616A"/>
                </a:solidFill>
                <a:latin typeface="Yu Gothic"/>
                <a:ea typeface="Yu Gothic"/>
                <a:cs typeface="Yu Gothic"/>
              </a:defRPr>
            </a:lvl9pPr>
          </a:lstStyle>
          <a:p xmlns:a="http://schemas.openxmlformats.org/drawingml/2006/main">
            <a:pPr algn="ctr">
              <a:defRPr sz="1650" b="1">
                <a:solidFill>
                  <a:srgbClr val="52616A"/>
                </a:solidFill>
                <a:latin typeface="Yu Gothic"/>
                <a:ea typeface="Yu Gothic"/>
                <a:cs typeface="Yu Gothic"/>
              </a:defRPr>
            </a:pPr>
            <a:r>
              <a:rPr sz="1650" b="1">
                <a:solidFill>
                  <a:srgbClr val="52616A"/>
                </a:solidFill>
                <a:latin typeface="Yu Gothic"/>
                <a:ea typeface="Yu Gothic"/>
                <a:cs typeface="Yu Gothic"/>
              </a:rPr>
              <a:t>重力方向</a:t>
            </a:r>
          </a:p>
        </p:txBody>
      </p:sp>
      <p:sp>
        <p:nvSpPr>
          <p:cNvPr id="13" name="">
            <a:extLst xmlns:a="http://schemas.openxmlformats.org/drawingml/2006/main">
              <a:ext uri="{FF2B5EF4-FFF2-40B4-BE49-F238E27FC236}">
                <a16:creationId xmlns:a16="http://schemas.microsoft.com/office/drawing/2014/main" id="{58626830-8A8D-4537-B974-9C7C5961E149}"/>
              </a:ext>
            </a:extLst>
          </p:cNvPr>
          <p:cNvSpPr>
            <a:spLocks xmlns:a="http://schemas.openxmlformats.org/drawingml/2006/main" noGrp="1"/>
          </p:cNvSpPr>
          <p:nvPr/>
        </p:nvSpPr>
        <p:spPr>
          <a:xfrm xmlns:a="http://schemas.openxmlformats.org/drawingml/2006/main">
            <a:off x="7465219" y="2171700"/>
            <a:ext cx="9525" cy="2807970"/>
          </a:xfrm>
          <a:custGeom xmlns:a="http://schemas.openxmlformats.org/drawingml/2006/main">
            <a:pathLst>
              <a:path w="9525" h="2807970">
                <a:moveTo>
                  <a:pt x="0" y="0"/>
                </a:moveTo>
                <a:lnTo>
                  <a:pt x="0" y="2807970"/>
                </a:lnTo>
              </a:path>
            </a:pathLst>
          </a:custGeom>
          <a:noFill xmlns:a="http://schemas.openxmlformats.org/drawingml/2006/main"/>
          <a:ln xmlns:a="http://schemas.openxmlformats.org/drawingml/2006/main" w="47625">
            <a:solidFill>
              <a:srgbClr val="166B68"/>
            </a:solidFill>
            <a:prstDash val="solid"/>
          </a:ln>
        </p:spPr>
      </p:sp>
      <p:sp>
        <p:nvSpPr>
          <p:cNvPr id="14" name="">
            <a:extLst xmlns:a="http://schemas.openxmlformats.org/drawingml/2006/main">
              <a:ext uri="{FF2B5EF4-FFF2-40B4-BE49-F238E27FC236}">
                <a16:creationId xmlns:a16="http://schemas.microsoft.com/office/drawing/2014/main" id="{DBA6F31D-EC2F-4A30-8214-A55F3B6922EA}"/>
              </a:ext>
            </a:extLst>
          </p:cNvPr>
          <p:cNvSpPr>
            <a:spLocks xmlns:a="http://schemas.openxmlformats.org/drawingml/2006/main" noGrp="1"/>
          </p:cNvSpPr>
          <p:nvPr/>
        </p:nvSpPr>
        <p:spPr>
          <a:xfrm xmlns:a="http://schemas.openxmlformats.org/drawingml/2006/main">
            <a:off x="9800273" y="2171700"/>
            <a:ext cx="276225" cy="2807970"/>
          </a:xfrm>
          <a:custGeom xmlns:a="http://schemas.openxmlformats.org/drawingml/2006/main">
            <a:pathLst>
              <a:path w="276225" h="2807970">
                <a:moveTo>
                  <a:pt x="0" y="0"/>
                </a:moveTo>
                <a:lnTo>
                  <a:pt x="276225" y="2807970"/>
                </a:lnTo>
              </a:path>
            </a:pathLst>
          </a:custGeom>
          <a:noFill xmlns:a="http://schemas.openxmlformats.org/drawingml/2006/main"/>
          <a:ln xmlns:a="http://schemas.openxmlformats.org/drawingml/2006/main" w="47625">
            <a:solidFill>
              <a:srgbClr val="A94737"/>
            </a:solidFill>
            <a:prstDash val="solid"/>
          </a:ln>
        </p:spPr>
      </p:sp>
      <p:sp>
        <p:nvSpPr>
          <p:cNvPr id="15" name="">
            <a:extLst xmlns:a="http://schemas.openxmlformats.org/drawingml/2006/main">
              <a:ext uri="{FF2B5EF4-FFF2-40B4-BE49-F238E27FC236}">
                <a16:creationId xmlns:a16="http://schemas.microsoft.com/office/drawing/2014/main" id="{671A78CA-0F8B-41AC-BB3C-75A8E22BE467}"/>
              </a:ext>
            </a:extLst>
          </p:cNvPr>
          <p:cNvSpPr>
            <a:spLocks xmlns:a="http://schemas.openxmlformats.org/drawingml/2006/main" noGrp="1"/>
          </p:cNvSpPr>
          <p:nvPr/>
        </p:nvSpPr>
        <p:spPr>
          <a:xfrm xmlns:a="http://schemas.openxmlformats.org/drawingml/2006/main">
            <a:off x="7141369" y="2887980"/>
            <a:ext cx="647700" cy="647700"/>
          </a:xfrm>
          <a:prstGeom xmlns:a="http://schemas.openxmlformats.org/drawingml/2006/main" prst="ellipse">
            <a:avLst/>
          </a:prstGeom>
          <a:noFill xmlns:a="http://schemas.openxmlformats.org/drawingml/2006/main"/>
          <a:ln xmlns:a="http://schemas.openxmlformats.org/drawingml/2006/main" w="28575">
            <a:solidFill>
              <a:srgbClr val="EEF5F4"/>
            </a:solidFill>
            <a:prstDash val="solid"/>
          </a:ln>
        </p:spPr>
      </p:sp>
      <p:sp>
        <p:nvSpPr>
          <p:cNvPr id="16" name="">
            <a:extLst xmlns:a="http://schemas.openxmlformats.org/drawingml/2006/main">
              <a:ext uri="{FF2B5EF4-FFF2-40B4-BE49-F238E27FC236}">
                <a16:creationId xmlns:a16="http://schemas.microsoft.com/office/drawing/2014/main" id="{A1D8EA04-68DD-464D-8940-798B0D351904}"/>
              </a:ext>
            </a:extLst>
          </p:cNvPr>
          <p:cNvSpPr>
            <a:spLocks xmlns:a="http://schemas.openxmlformats.org/drawingml/2006/main" noGrp="1"/>
          </p:cNvSpPr>
          <p:nvPr/>
        </p:nvSpPr>
        <p:spPr>
          <a:xfrm xmlns:a="http://schemas.openxmlformats.org/drawingml/2006/main">
            <a:off x="9638348" y="2887980"/>
            <a:ext cx="647700" cy="647700"/>
          </a:xfrm>
          <a:prstGeom xmlns:a="http://schemas.openxmlformats.org/drawingml/2006/main" prst="ellipse">
            <a:avLst/>
          </a:prstGeom>
          <a:noFill xmlns:a="http://schemas.openxmlformats.org/drawingml/2006/main"/>
          <a:ln xmlns:a="http://schemas.openxmlformats.org/drawingml/2006/main" w="28575">
            <a:solidFill>
              <a:srgbClr val="EEF5F4"/>
            </a:solidFill>
            <a:prstDash val="solid"/>
          </a:ln>
        </p:spPr>
      </p:sp>
      <p:sp>
        <p:nvSpPr>
          <p:cNvPr id="17" name="">
            <a:extLst xmlns:a="http://schemas.openxmlformats.org/drawingml/2006/main">
              <a:ext uri="{FF2B5EF4-FFF2-40B4-BE49-F238E27FC236}">
                <a16:creationId xmlns:a16="http://schemas.microsoft.com/office/drawing/2014/main" id="{36D19FA6-453B-4277-B8D4-BE8ED1EB14BA}"/>
              </a:ext>
            </a:extLst>
          </p:cNvPr>
          <p:cNvSpPr>
            <a:spLocks xmlns:a="http://schemas.openxmlformats.org/drawingml/2006/main" noGrp="1"/>
          </p:cNvSpPr>
          <p:nvPr/>
        </p:nvSpPr>
        <p:spPr>
          <a:xfrm xmlns:a="http://schemas.openxmlformats.org/drawingml/2006/main">
            <a:off x="6884194" y="3088005"/>
            <a:ext cx="1162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1">
                <a:solidFill>
                  <a:srgbClr val="182B33"/>
                </a:solidFill>
                <a:latin typeface="Yu Gothic"/>
                <a:ea typeface="Yu Gothic"/>
                <a:cs typeface="Yu Gothic"/>
              </a:defRPr>
            </a:defPPr>
            <a:lvl1pPr algn="ctr">
              <a:defRPr sz="1650" b="1">
                <a:solidFill>
                  <a:srgbClr val="182B33"/>
                </a:solidFill>
                <a:latin typeface="Yu Gothic"/>
                <a:ea typeface="Yu Gothic"/>
                <a:cs typeface="Yu Gothic"/>
              </a:defRPr>
            </a:lvl1pPr>
            <a:lvl2pPr algn="ctr">
              <a:defRPr sz="1650" b="1">
                <a:solidFill>
                  <a:srgbClr val="182B33"/>
                </a:solidFill>
                <a:latin typeface="Yu Gothic"/>
                <a:ea typeface="Yu Gothic"/>
                <a:cs typeface="Yu Gothic"/>
              </a:defRPr>
            </a:lvl2pPr>
            <a:lvl3pPr algn="ctr">
              <a:defRPr sz="1650" b="1">
                <a:solidFill>
                  <a:srgbClr val="182B33"/>
                </a:solidFill>
                <a:latin typeface="Yu Gothic"/>
                <a:ea typeface="Yu Gothic"/>
                <a:cs typeface="Yu Gothic"/>
              </a:defRPr>
            </a:lvl3pPr>
            <a:lvl4pPr algn="ctr">
              <a:defRPr sz="1650" b="1">
                <a:solidFill>
                  <a:srgbClr val="182B33"/>
                </a:solidFill>
                <a:latin typeface="Yu Gothic"/>
                <a:ea typeface="Yu Gothic"/>
                <a:cs typeface="Yu Gothic"/>
              </a:defRPr>
            </a:lvl4pPr>
            <a:lvl5pPr algn="ctr">
              <a:defRPr sz="1650" b="1">
                <a:solidFill>
                  <a:srgbClr val="182B33"/>
                </a:solidFill>
                <a:latin typeface="Yu Gothic"/>
                <a:ea typeface="Yu Gothic"/>
                <a:cs typeface="Yu Gothic"/>
              </a:defRPr>
            </a:lvl5pPr>
            <a:lvl6pPr algn="ctr">
              <a:defRPr sz="1650" b="1">
                <a:solidFill>
                  <a:srgbClr val="182B33"/>
                </a:solidFill>
                <a:latin typeface="Yu Gothic"/>
                <a:ea typeface="Yu Gothic"/>
                <a:cs typeface="Yu Gothic"/>
              </a:defRPr>
            </a:lvl6pPr>
            <a:lvl7pPr algn="ctr">
              <a:defRPr sz="1650" b="1">
                <a:solidFill>
                  <a:srgbClr val="182B33"/>
                </a:solidFill>
                <a:latin typeface="Yu Gothic"/>
                <a:ea typeface="Yu Gothic"/>
                <a:cs typeface="Yu Gothic"/>
              </a:defRPr>
            </a:lvl7pPr>
            <a:lvl8pPr algn="ctr">
              <a:defRPr sz="1650" b="1">
                <a:solidFill>
                  <a:srgbClr val="182B33"/>
                </a:solidFill>
                <a:latin typeface="Yu Gothic"/>
                <a:ea typeface="Yu Gothic"/>
                <a:cs typeface="Yu Gothic"/>
              </a:defRPr>
            </a:lvl8pPr>
            <a:lvl9pPr algn="ctr">
              <a:defRPr sz="1650" b="1">
                <a:solidFill>
                  <a:srgbClr val="182B33"/>
                </a:solidFill>
                <a:latin typeface="Yu Gothic"/>
                <a:ea typeface="Yu Gothic"/>
                <a:cs typeface="Yu Gothic"/>
              </a:defRPr>
            </a:lvl9pPr>
          </a:lstStyle>
          <a:p xmlns:a="http://schemas.openxmlformats.org/drawingml/2006/main">
            <a:pPr algn="ctr">
              <a:defRPr sz="1650" b="1">
                <a:solidFill>
                  <a:srgbClr val="182B33"/>
                </a:solidFill>
                <a:latin typeface="Yu Gothic"/>
                <a:ea typeface="Yu Gothic"/>
                <a:cs typeface="Yu Gothic"/>
              </a:defRPr>
            </a:pPr>
            <a:r>
              <a:rPr sz="1650" b="1">
                <a:solidFill>
                  <a:srgbClr val="182B33"/>
                </a:solidFill>
                <a:latin typeface="Yu Gothic"/>
                <a:ea typeface="Yu Gothic"/>
                <a:cs typeface="Yu Gothic"/>
              </a:rPr>
              <a:t>器械中心</a:t>
            </a:r>
          </a:p>
        </p:txBody>
      </p:sp>
      <p:sp>
        <p:nvSpPr>
          <p:cNvPr id="18" name="">
            <a:extLst xmlns:a="http://schemas.openxmlformats.org/drawingml/2006/main">
              <a:ext uri="{FF2B5EF4-FFF2-40B4-BE49-F238E27FC236}">
                <a16:creationId xmlns:a16="http://schemas.microsoft.com/office/drawing/2014/main" id="{FA5A5999-4BC3-47A3-A131-1B64474E5B70}"/>
              </a:ext>
            </a:extLst>
          </p:cNvPr>
          <p:cNvSpPr>
            <a:spLocks xmlns:a="http://schemas.openxmlformats.org/drawingml/2006/main" noGrp="1"/>
          </p:cNvSpPr>
          <p:nvPr/>
        </p:nvSpPr>
        <p:spPr>
          <a:xfrm xmlns:a="http://schemas.openxmlformats.org/drawingml/2006/main">
            <a:off x="9381173" y="3088005"/>
            <a:ext cx="1162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1">
                <a:solidFill>
                  <a:srgbClr val="182B33"/>
                </a:solidFill>
                <a:latin typeface="Yu Gothic"/>
                <a:ea typeface="Yu Gothic"/>
                <a:cs typeface="Yu Gothic"/>
              </a:defRPr>
            </a:defPPr>
            <a:lvl1pPr algn="ctr">
              <a:defRPr sz="1650" b="1">
                <a:solidFill>
                  <a:srgbClr val="182B33"/>
                </a:solidFill>
                <a:latin typeface="Yu Gothic"/>
                <a:ea typeface="Yu Gothic"/>
                <a:cs typeface="Yu Gothic"/>
              </a:defRPr>
            </a:lvl1pPr>
            <a:lvl2pPr algn="ctr">
              <a:defRPr sz="1650" b="1">
                <a:solidFill>
                  <a:srgbClr val="182B33"/>
                </a:solidFill>
                <a:latin typeface="Yu Gothic"/>
                <a:ea typeface="Yu Gothic"/>
                <a:cs typeface="Yu Gothic"/>
              </a:defRPr>
            </a:lvl2pPr>
            <a:lvl3pPr algn="ctr">
              <a:defRPr sz="1650" b="1">
                <a:solidFill>
                  <a:srgbClr val="182B33"/>
                </a:solidFill>
                <a:latin typeface="Yu Gothic"/>
                <a:ea typeface="Yu Gothic"/>
                <a:cs typeface="Yu Gothic"/>
              </a:defRPr>
            </a:lvl3pPr>
            <a:lvl4pPr algn="ctr">
              <a:defRPr sz="1650" b="1">
                <a:solidFill>
                  <a:srgbClr val="182B33"/>
                </a:solidFill>
                <a:latin typeface="Yu Gothic"/>
                <a:ea typeface="Yu Gothic"/>
                <a:cs typeface="Yu Gothic"/>
              </a:defRPr>
            </a:lvl4pPr>
            <a:lvl5pPr algn="ctr">
              <a:defRPr sz="1650" b="1">
                <a:solidFill>
                  <a:srgbClr val="182B33"/>
                </a:solidFill>
                <a:latin typeface="Yu Gothic"/>
                <a:ea typeface="Yu Gothic"/>
                <a:cs typeface="Yu Gothic"/>
              </a:defRPr>
            </a:lvl5pPr>
            <a:lvl6pPr algn="ctr">
              <a:defRPr sz="1650" b="1">
                <a:solidFill>
                  <a:srgbClr val="182B33"/>
                </a:solidFill>
                <a:latin typeface="Yu Gothic"/>
                <a:ea typeface="Yu Gothic"/>
                <a:cs typeface="Yu Gothic"/>
              </a:defRPr>
            </a:lvl6pPr>
            <a:lvl7pPr algn="ctr">
              <a:defRPr sz="1650" b="1">
                <a:solidFill>
                  <a:srgbClr val="182B33"/>
                </a:solidFill>
                <a:latin typeface="Yu Gothic"/>
                <a:ea typeface="Yu Gothic"/>
                <a:cs typeface="Yu Gothic"/>
              </a:defRPr>
            </a:lvl7pPr>
            <a:lvl8pPr algn="ctr">
              <a:defRPr sz="1650" b="1">
                <a:solidFill>
                  <a:srgbClr val="182B33"/>
                </a:solidFill>
                <a:latin typeface="Yu Gothic"/>
                <a:ea typeface="Yu Gothic"/>
                <a:cs typeface="Yu Gothic"/>
              </a:defRPr>
            </a:lvl8pPr>
            <a:lvl9pPr algn="ctr">
              <a:defRPr sz="1650" b="1">
                <a:solidFill>
                  <a:srgbClr val="182B33"/>
                </a:solidFill>
                <a:latin typeface="Yu Gothic"/>
                <a:ea typeface="Yu Gothic"/>
                <a:cs typeface="Yu Gothic"/>
              </a:defRPr>
            </a:lvl9pPr>
          </a:lstStyle>
          <a:p xmlns:a="http://schemas.openxmlformats.org/drawingml/2006/main">
            <a:pPr algn="ctr">
              <a:defRPr sz="1650" b="1">
                <a:solidFill>
                  <a:srgbClr val="182B33"/>
                </a:solidFill>
                <a:latin typeface="Yu Gothic"/>
                <a:ea typeface="Yu Gothic"/>
                <a:cs typeface="Yu Gothic"/>
              </a:defRPr>
            </a:pPr>
            <a:r>
              <a:rPr sz="1650" b="1">
                <a:solidFill>
                  <a:srgbClr val="182B33"/>
                </a:solidFill>
                <a:latin typeface="Yu Gothic"/>
                <a:ea typeface="Yu Gothic"/>
                <a:cs typeface="Yu Gothic"/>
              </a:rPr>
              <a:t>器械中心</a:t>
            </a:r>
          </a:p>
        </p:txBody>
      </p:sp>
      <p:sp>
        <p:nvSpPr>
          <p:cNvPr id="19" name="">
            <a:extLst xmlns:a="http://schemas.openxmlformats.org/drawingml/2006/main">
              <a:ext uri="{FF2B5EF4-FFF2-40B4-BE49-F238E27FC236}">
                <a16:creationId xmlns:a16="http://schemas.microsoft.com/office/drawing/2014/main" id="{22B296E6-E9B0-487D-8827-4D817BD4F8E3}"/>
              </a:ext>
            </a:extLst>
          </p:cNvPr>
          <p:cNvSpPr>
            <a:spLocks xmlns:a="http://schemas.openxmlformats.org/drawingml/2006/main" noGrp="1"/>
          </p:cNvSpPr>
          <p:nvPr/>
        </p:nvSpPr>
        <p:spPr>
          <a:xfrm xmlns:a="http://schemas.openxmlformats.org/drawingml/2006/main">
            <a:off x="7398544" y="4989195"/>
            <a:ext cx="133350" cy="133350"/>
          </a:xfrm>
          <a:prstGeom xmlns:a="http://schemas.openxmlformats.org/drawingml/2006/main" prst="ellipse">
            <a:avLst/>
          </a:prstGeom>
          <a:solidFill xmlns:a="http://schemas.openxmlformats.org/drawingml/2006/main">
            <a:srgbClr val="166B68"/>
          </a:solidFill>
          <a:ln xmlns:a="http://schemas.openxmlformats.org/drawingml/2006/main" w="9525">
            <a:solidFill>
              <a:srgbClr val="166B68"/>
            </a:solidFill>
          </a:ln>
        </p:spPr>
      </p:sp>
      <p:sp>
        <p:nvSpPr>
          <p:cNvPr id="20" name="">
            <a:extLst xmlns:a="http://schemas.openxmlformats.org/drawingml/2006/main">
              <a:ext uri="{FF2B5EF4-FFF2-40B4-BE49-F238E27FC236}">
                <a16:creationId xmlns:a16="http://schemas.microsoft.com/office/drawing/2014/main" id="{0F62EE38-599E-47A6-B4ED-7634C426C1A5}"/>
              </a:ext>
            </a:extLst>
          </p:cNvPr>
          <p:cNvSpPr>
            <a:spLocks xmlns:a="http://schemas.openxmlformats.org/drawingml/2006/main" noGrp="1"/>
          </p:cNvSpPr>
          <p:nvPr/>
        </p:nvSpPr>
        <p:spPr>
          <a:xfrm xmlns:a="http://schemas.openxmlformats.org/drawingml/2006/main">
            <a:off x="9895523" y="4989195"/>
            <a:ext cx="133350" cy="133350"/>
          </a:xfrm>
          <a:prstGeom xmlns:a="http://schemas.openxmlformats.org/drawingml/2006/main" prst="ellipse">
            <a:avLst/>
          </a:prstGeom>
          <a:solidFill xmlns:a="http://schemas.openxmlformats.org/drawingml/2006/main">
            <a:srgbClr val="A94737"/>
          </a:solidFill>
          <a:ln xmlns:a="http://schemas.openxmlformats.org/drawingml/2006/main" w="9525">
            <a:solidFill>
              <a:srgbClr val="A94737"/>
            </a:solidFill>
          </a:ln>
        </p:spPr>
      </p:sp>
      <p:sp>
        <p:nvSpPr>
          <p:cNvPr id="21" name="">
            <a:extLst xmlns:a="http://schemas.openxmlformats.org/drawingml/2006/main">
              <a:ext uri="{FF2B5EF4-FFF2-40B4-BE49-F238E27FC236}">
                <a16:creationId xmlns:a16="http://schemas.microsoft.com/office/drawing/2014/main" id="{E3C6A77A-F099-48B5-826D-C5CE0A729DBC}"/>
              </a:ext>
            </a:extLst>
          </p:cNvPr>
          <p:cNvSpPr>
            <a:spLocks xmlns:a="http://schemas.openxmlformats.org/drawingml/2006/main" noGrp="1"/>
          </p:cNvSpPr>
          <p:nvPr/>
        </p:nvSpPr>
        <p:spPr>
          <a:xfrm xmlns:a="http://schemas.openxmlformats.org/drawingml/2006/main">
            <a:off x="7008019" y="5122545"/>
            <a:ext cx="914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1">
                <a:solidFill>
                  <a:srgbClr val="166B68"/>
                </a:solidFill>
                <a:latin typeface="Yu Gothic"/>
                <a:ea typeface="Yu Gothic"/>
                <a:cs typeface="Yu Gothic"/>
              </a:defRPr>
            </a:defPPr>
            <a:lvl1pPr algn="ctr">
              <a:defRPr sz="1650" b="1">
                <a:solidFill>
                  <a:srgbClr val="166B68"/>
                </a:solidFill>
                <a:latin typeface="Yu Gothic"/>
                <a:ea typeface="Yu Gothic"/>
                <a:cs typeface="Yu Gothic"/>
              </a:defRPr>
            </a:lvl1pPr>
            <a:lvl2pPr algn="ctr">
              <a:defRPr sz="1650" b="1">
                <a:solidFill>
                  <a:srgbClr val="166B68"/>
                </a:solidFill>
                <a:latin typeface="Yu Gothic"/>
                <a:ea typeface="Yu Gothic"/>
                <a:cs typeface="Yu Gothic"/>
              </a:defRPr>
            </a:lvl2pPr>
            <a:lvl3pPr algn="ctr">
              <a:defRPr sz="1650" b="1">
                <a:solidFill>
                  <a:srgbClr val="166B68"/>
                </a:solidFill>
                <a:latin typeface="Yu Gothic"/>
                <a:ea typeface="Yu Gothic"/>
                <a:cs typeface="Yu Gothic"/>
              </a:defRPr>
            </a:lvl3pPr>
            <a:lvl4pPr algn="ctr">
              <a:defRPr sz="1650" b="1">
                <a:solidFill>
                  <a:srgbClr val="166B68"/>
                </a:solidFill>
                <a:latin typeface="Yu Gothic"/>
                <a:ea typeface="Yu Gothic"/>
                <a:cs typeface="Yu Gothic"/>
              </a:defRPr>
            </a:lvl4pPr>
            <a:lvl5pPr algn="ctr">
              <a:defRPr sz="1650" b="1">
                <a:solidFill>
                  <a:srgbClr val="166B68"/>
                </a:solidFill>
                <a:latin typeface="Yu Gothic"/>
                <a:ea typeface="Yu Gothic"/>
                <a:cs typeface="Yu Gothic"/>
              </a:defRPr>
            </a:lvl5pPr>
            <a:lvl6pPr algn="ctr">
              <a:defRPr sz="1650" b="1">
                <a:solidFill>
                  <a:srgbClr val="166B68"/>
                </a:solidFill>
                <a:latin typeface="Yu Gothic"/>
                <a:ea typeface="Yu Gothic"/>
                <a:cs typeface="Yu Gothic"/>
              </a:defRPr>
            </a:lvl6pPr>
            <a:lvl7pPr algn="ctr">
              <a:defRPr sz="1650" b="1">
                <a:solidFill>
                  <a:srgbClr val="166B68"/>
                </a:solidFill>
                <a:latin typeface="Yu Gothic"/>
                <a:ea typeface="Yu Gothic"/>
                <a:cs typeface="Yu Gothic"/>
              </a:defRPr>
            </a:lvl7pPr>
            <a:lvl8pPr algn="ctr">
              <a:defRPr sz="1650" b="1">
                <a:solidFill>
                  <a:srgbClr val="166B68"/>
                </a:solidFill>
                <a:latin typeface="Yu Gothic"/>
                <a:ea typeface="Yu Gothic"/>
                <a:cs typeface="Yu Gothic"/>
              </a:defRPr>
            </a:lvl8pPr>
            <a:lvl9pPr algn="ctr">
              <a:defRPr sz="1650" b="1">
                <a:solidFill>
                  <a:srgbClr val="166B68"/>
                </a:solidFill>
                <a:latin typeface="Yu Gothic"/>
                <a:ea typeface="Yu Gothic"/>
                <a:cs typeface="Yu Gothic"/>
              </a:defRPr>
            </a:lvl9pPr>
          </a:lstStyle>
          <a:p xmlns:a="http://schemas.openxmlformats.org/drawingml/2006/main">
            <a:pPr algn="ctr">
              <a:defRPr sz="1650" b="1">
                <a:solidFill>
                  <a:srgbClr val="166B68"/>
                </a:solidFill>
                <a:latin typeface="Yu Gothic"/>
                <a:ea typeface="Yu Gothic"/>
                <a:cs typeface="Yu Gothic"/>
              </a:defRPr>
            </a:pPr>
            <a:r>
              <a:rPr sz="1650" b="1">
                <a:solidFill>
                  <a:srgbClr val="166B68"/>
                </a:solidFill>
                <a:latin typeface="Yu Gothic"/>
                <a:ea typeface="Yu Gothic"/>
                <a:cs typeface="Yu Gothic"/>
              </a:rPr>
              <a:t>測点 O</a:t>
            </a:r>
          </a:p>
        </p:txBody>
      </p:sp>
      <p:sp>
        <p:nvSpPr>
          <p:cNvPr id="22" name="">
            <a:extLst xmlns:a="http://schemas.openxmlformats.org/drawingml/2006/main">
              <a:ext uri="{FF2B5EF4-FFF2-40B4-BE49-F238E27FC236}">
                <a16:creationId xmlns:a16="http://schemas.microsoft.com/office/drawing/2014/main" id="{EB76D3FE-742F-4D85-BEFD-E680473AC639}"/>
              </a:ext>
            </a:extLst>
          </p:cNvPr>
          <p:cNvSpPr>
            <a:spLocks xmlns:a="http://schemas.openxmlformats.org/drawingml/2006/main" noGrp="1"/>
          </p:cNvSpPr>
          <p:nvPr/>
        </p:nvSpPr>
        <p:spPr>
          <a:xfrm xmlns:a="http://schemas.openxmlformats.org/drawingml/2006/main">
            <a:off x="9504998" y="5122545"/>
            <a:ext cx="914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1">
                <a:solidFill>
                  <a:srgbClr val="A94737"/>
                </a:solidFill>
                <a:latin typeface="Yu Gothic"/>
                <a:ea typeface="Yu Gothic"/>
                <a:cs typeface="Yu Gothic"/>
              </a:defRPr>
            </a:defPPr>
            <a:lvl1pPr algn="ctr">
              <a:defRPr sz="1650" b="1">
                <a:solidFill>
                  <a:srgbClr val="A94737"/>
                </a:solidFill>
                <a:latin typeface="Yu Gothic"/>
                <a:ea typeface="Yu Gothic"/>
                <a:cs typeface="Yu Gothic"/>
              </a:defRPr>
            </a:lvl1pPr>
            <a:lvl2pPr algn="ctr">
              <a:defRPr sz="1650" b="1">
                <a:solidFill>
                  <a:srgbClr val="A94737"/>
                </a:solidFill>
                <a:latin typeface="Yu Gothic"/>
                <a:ea typeface="Yu Gothic"/>
                <a:cs typeface="Yu Gothic"/>
              </a:defRPr>
            </a:lvl2pPr>
            <a:lvl3pPr algn="ctr">
              <a:defRPr sz="1650" b="1">
                <a:solidFill>
                  <a:srgbClr val="A94737"/>
                </a:solidFill>
                <a:latin typeface="Yu Gothic"/>
                <a:ea typeface="Yu Gothic"/>
                <a:cs typeface="Yu Gothic"/>
              </a:defRPr>
            </a:lvl3pPr>
            <a:lvl4pPr algn="ctr">
              <a:defRPr sz="1650" b="1">
                <a:solidFill>
                  <a:srgbClr val="A94737"/>
                </a:solidFill>
                <a:latin typeface="Yu Gothic"/>
                <a:ea typeface="Yu Gothic"/>
                <a:cs typeface="Yu Gothic"/>
              </a:defRPr>
            </a:lvl4pPr>
            <a:lvl5pPr algn="ctr">
              <a:defRPr sz="1650" b="1">
                <a:solidFill>
                  <a:srgbClr val="A94737"/>
                </a:solidFill>
                <a:latin typeface="Yu Gothic"/>
                <a:ea typeface="Yu Gothic"/>
                <a:cs typeface="Yu Gothic"/>
              </a:defRPr>
            </a:lvl5pPr>
            <a:lvl6pPr algn="ctr">
              <a:defRPr sz="1650" b="1">
                <a:solidFill>
                  <a:srgbClr val="A94737"/>
                </a:solidFill>
                <a:latin typeface="Yu Gothic"/>
                <a:ea typeface="Yu Gothic"/>
                <a:cs typeface="Yu Gothic"/>
              </a:defRPr>
            </a:lvl6pPr>
            <a:lvl7pPr algn="ctr">
              <a:defRPr sz="1650" b="1">
                <a:solidFill>
                  <a:srgbClr val="A94737"/>
                </a:solidFill>
                <a:latin typeface="Yu Gothic"/>
                <a:ea typeface="Yu Gothic"/>
                <a:cs typeface="Yu Gothic"/>
              </a:defRPr>
            </a:lvl7pPr>
            <a:lvl8pPr algn="ctr">
              <a:defRPr sz="1650" b="1">
                <a:solidFill>
                  <a:srgbClr val="A94737"/>
                </a:solidFill>
                <a:latin typeface="Yu Gothic"/>
                <a:ea typeface="Yu Gothic"/>
                <a:cs typeface="Yu Gothic"/>
              </a:defRPr>
            </a:lvl8pPr>
            <a:lvl9pPr algn="ctr">
              <a:defRPr sz="1650" b="1">
                <a:solidFill>
                  <a:srgbClr val="A94737"/>
                </a:solidFill>
                <a:latin typeface="Yu Gothic"/>
                <a:ea typeface="Yu Gothic"/>
                <a:cs typeface="Yu Gothic"/>
              </a:defRPr>
            </a:lvl9pPr>
          </a:lstStyle>
          <a:p xmlns:a="http://schemas.openxmlformats.org/drawingml/2006/main">
            <a:pPr algn="ctr">
              <a:defRPr sz="1650" b="1">
                <a:solidFill>
                  <a:srgbClr val="A94737"/>
                </a:solidFill>
                <a:latin typeface="Yu Gothic"/>
                <a:ea typeface="Yu Gothic"/>
                <a:cs typeface="Yu Gothic"/>
              </a:defRPr>
            </a:pPr>
            <a:r>
              <a:rPr sz="1650" b="1">
                <a:solidFill>
                  <a:srgbClr val="A94737"/>
                </a:solidFill>
                <a:latin typeface="Yu Gothic"/>
                <a:ea typeface="Yu Gothic"/>
                <a:cs typeface="Yu Gothic"/>
              </a:rPr>
              <a:t>測点 O</a:t>
            </a:r>
          </a:p>
        </p:txBody>
      </p:sp>
      <p:sp>
        <p:nvSpPr>
          <p:cNvPr id="23" name="">
            <a:extLst xmlns:a="http://schemas.openxmlformats.org/drawingml/2006/main">
              <a:ext uri="{FF2B5EF4-FFF2-40B4-BE49-F238E27FC236}">
                <a16:creationId xmlns:a16="http://schemas.microsoft.com/office/drawing/2014/main" id="{BE365583-85BD-4BC2-B6F3-4A8155F54CD4}"/>
              </a:ext>
            </a:extLst>
          </p:cNvPr>
          <p:cNvSpPr>
            <a:spLocks xmlns:a="http://schemas.openxmlformats.org/drawingml/2006/main" noGrp="1"/>
          </p:cNvSpPr>
          <p:nvPr/>
        </p:nvSpPr>
        <p:spPr>
          <a:xfrm xmlns:a="http://schemas.openxmlformats.org/drawingml/2006/main">
            <a:off x="7065169" y="1638300"/>
            <a:ext cx="8001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1">
                <a:solidFill>
                  <a:srgbClr val="166B68"/>
                </a:solidFill>
                <a:latin typeface="Yu Gothic"/>
                <a:ea typeface="Yu Gothic"/>
                <a:cs typeface="Yu Gothic"/>
              </a:defRPr>
            </a:defPPr>
            <a:lvl1pPr algn="ctr">
              <a:defRPr sz="1650" b="1">
                <a:solidFill>
                  <a:srgbClr val="166B68"/>
                </a:solidFill>
                <a:latin typeface="Yu Gothic"/>
                <a:ea typeface="Yu Gothic"/>
                <a:cs typeface="Yu Gothic"/>
              </a:defRPr>
            </a:lvl1pPr>
            <a:lvl2pPr algn="ctr">
              <a:defRPr sz="1650" b="1">
                <a:solidFill>
                  <a:srgbClr val="166B68"/>
                </a:solidFill>
                <a:latin typeface="Yu Gothic"/>
                <a:ea typeface="Yu Gothic"/>
                <a:cs typeface="Yu Gothic"/>
              </a:defRPr>
            </a:lvl2pPr>
            <a:lvl3pPr algn="ctr">
              <a:defRPr sz="1650" b="1">
                <a:solidFill>
                  <a:srgbClr val="166B68"/>
                </a:solidFill>
                <a:latin typeface="Yu Gothic"/>
                <a:ea typeface="Yu Gothic"/>
                <a:cs typeface="Yu Gothic"/>
              </a:defRPr>
            </a:lvl3pPr>
            <a:lvl4pPr algn="ctr">
              <a:defRPr sz="1650" b="1">
                <a:solidFill>
                  <a:srgbClr val="166B68"/>
                </a:solidFill>
                <a:latin typeface="Yu Gothic"/>
                <a:ea typeface="Yu Gothic"/>
                <a:cs typeface="Yu Gothic"/>
              </a:defRPr>
            </a:lvl4pPr>
            <a:lvl5pPr algn="ctr">
              <a:defRPr sz="1650" b="1">
                <a:solidFill>
                  <a:srgbClr val="166B68"/>
                </a:solidFill>
                <a:latin typeface="Yu Gothic"/>
                <a:ea typeface="Yu Gothic"/>
                <a:cs typeface="Yu Gothic"/>
              </a:defRPr>
            </a:lvl5pPr>
            <a:lvl6pPr algn="ctr">
              <a:defRPr sz="1650" b="1">
                <a:solidFill>
                  <a:srgbClr val="166B68"/>
                </a:solidFill>
                <a:latin typeface="Yu Gothic"/>
                <a:ea typeface="Yu Gothic"/>
                <a:cs typeface="Yu Gothic"/>
              </a:defRPr>
            </a:lvl6pPr>
            <a:lvl7pPr algn="ctr">
              <a:defRPr sz="1650" b="1">
                <a:solidFill>
                  <a:srgbClr val="166B68"/>
                </a:solidFill>
                <a:latin typeface="Yu Gothic"/>
                <a:ea typeface="Yu Gothic"/>
                <a:cs typeface="Yu Gothic"/>
              </a:defRPr>
            </a:lvl7pPr>
            <a:lvl8pPr algn="ctr">
              <a:defRPr sz="1650" b="1">
                <a:solidFill>
                  <a:srgbClr val="166B68"/>
                </a:solidFill>
                <a:latin typeface="Yu Gothic"/>
                <a:ea typeface="Yu Gothic"/>
                <a:cs typeface="Yu Gothic"/>
              </a:defRPr>
            </a:lvl8pPr>
            <a:lvl9pPr algn="ctr">
              <a:defRPr sz="1650" b="1">
                <a:solidFill>
                  <a:srgbClr val="166B68"/>
                </a:solidFill>
                <a:latin typeface="Yu Gothic"/>
                <a:ea typeface="Yu Gothic"/>
                <a:cs typeface="Yu Gothic"/>
              </a:defRPr>
            </a:lvl9pPr>
          </a:lstStyle>
          <a:p xmlns:a="http://schemas.openxmlformats.org/drawingml/2006/main">
            <a:pPr algn="ctr">
              <a:defRPr sz="1650" b="1">
                <a:solidFill>
                  <a:srgbClr val="166B68"/>
                </a:solidFill>
                <a:latin typeface="Yu Gothic"/>
                <a:ea typeface="Yu Gothic"/>
                <a:cs typeface="Yu Gothic"/>
              </a:defRPr>
            </a:pPr>
            <a:r>
              <a:rPr sz="1650" b="1">
                <a:solidFill>
                  <a:srgbClr val="166B68"/>
                </a:solidFill>
                <a:latin typeface="Yu Gothic"/>
                <a:ea typeface="Yu Gothic"/>
                <a:cs typeface="Yu Gothic"/>
              </a:rPr>
              <a:t>正常</a:t>
            </a:r>
          </a:p>
        </p:txBody>
      </p:sp>
      <p:sp>
        <p:nvSpPr>
          <p:cNvPr id="24" name="">
            <a:extLst xmlns:a="http://schemas.openxmlformats.org/drawingml/2006/main">
              <a:ext uri="{FF2B5EF4-FFF2-40B4-BE49-F238E27FC236}">
                <a16:creationId xmlns:a16="http://schemas.microsoft.com/office/drawing/2014/main" id="{54437A66-8D0E-487B-96EA-6C8BE0E71B21}"/>
              </a:ext>
            </a:extLst>
          </p:cNvPr>
          <p:cNvSpPr>
            <a:spLocks xmlns:a="http://schemas.openxmlformats.org/drawingml/2006/main" noGrp="1"/>
          </p:cNvSpPr>
          <p:nvPr/>
        </p:nvSpPr>
        <p:spPr>
          <a:xfrm xmlns:a="http://schemas.openxmlformats.org/drawingml/2006/main">
            <a:off x="9276398" y="1638300"/>
            <a:ext cx="1371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1">
                <a:solidFill>
                  <a:srgbClr val="A94737"/>
                </a:solidFill>
                <a:latin typeface="Yu Gothic"/>
                <a:ea typeface="Yu Gothic"/>
                <a:cs typeface="Yu Gothic"/>
              </a:defRPr>
            </a:defPPr>
            <a:lvl1pPr algn="ctr">
              <a:defRPr sz="1650" b="1">
                <a:solidFill>
                  <a:srgbClr val="A94737"/>
                </a:solidFill>
                <a:latin typeface="Yu Gothic"/>
                <a:ea typeface="Yu Gothic"/>
                <a:cs typeface="Yu Gothic"/>
              </a:defRPr>
            </a:lvl1pPr>
            <a:lvl2pPr algn="ctr">
              <a:defRPr sz="1650" b="1">
                <a:solidFill>
                  <a:srgbClr val="A94737"/>
                </a:solidFill>
                <a:latin typeface="Yu Gothic"/>
                <a:ea typeface="Yu Gothic"/>
                <a:cs typeface="Yu Gothic"/>
              </a:defRPr>
            </a:lvl2pPr>
            <a:lvl3pPr algn="ctr">
              <a:defRPr sz="1650" b="1">
                <a:solidFill>
                  <a:srgbClr val="A94737"/>
                </a:solidFill>
                <a:latin typeface="Yu Gothic"/>
                <a:ea typeface="Yu Gothic"/>
                <a:cs typeface="Yu Gothic"/>
              </a:defRPr>
            </a:lvl3pPr>
            <a:lvl4pPr algn="ctr">
              <a:defRPr sz="1650" b="1">
                <a:solidFill>
                  <a:srgbClr val="A94737"/>
                </a:solidFill>
                <a:latin typeface="Yu Gothic"/>
                <a:ea typeface="Yu Gothic"/>
                <a:cs typeface="Yu Gothic"/>
              </a:defRPr>
            </a:lvl4pPr>
            <a:lvl5pPr algn="ctr">
              <a:defRPr sz="1650" b="1">
                <a:solidFill>
                  <a:srgbClr val="A94737"/>
                </a:solidFill>
                <a:latin typeface="Yu Gothic"/>
                <a:ea typeface="Yu Gothic"/>
                <a:cs typeface="Yu Gothic"/>
              </a:defRPr>
            </a:lvl5pPr>
            <a:lvl6pPr algn="ctr">
              <a:defRPr sz="1650" b="1">
                <a:solidFill>
                  <a:srgbClr val="A94737"/>
                </a:solidFill>
                <a:latin typeface="Yu Gothic"/>
                <a:ea typeface="Yu Gothic"/>
                <a:cs typeface="Yu Gothic"/>
              </a:defRPr>
            </a:lvl6pPr>
            <a:lvl7pPr algn="ctr">
              <a:defRPr sz="1650" b="1">
                <a:solidFill>
                  <a:srgbClr val="A94737"/>
                </a:solidFill>
                <a:latin typeface="Yu Gothic"/>
                <a:ea typeface="Yu Gothic"/>
                <a:cs typeface="Yu Gothic"/>
              </a:defRPr>
            </a:lvl7pPr>
            <a:lvl8pPr algn="ctr">
              <a:defRPr sz="1650" b="1">
                <a:solidFill>
                  <a:srgbClr val="A94737"/>
                </a:solidFill>
                <a:latin typeface="Yu Gothic"/>
                <a:ea typeface="Yu Gothic"/>
                <a:cs typeface="Yu Gothic"/>
              </a:defRPr>
            </a:lvl8pPr>
            <a:lvl9pPr algn="ctr">
              <a:defRPr sz="1650" b="1">
                <a:solidFill>
                  <a:srgbClr val="A94737"/>
                </a:solidFill>
                <a:latin typeface="Yu Gothic"/>
                <a:ea typeface="Yu Gothic"/>
                <a:cs typeface="Yu Gothic"/>
              </a:defRPr>
            </a:lvl9pPr>
          </a:lstStyle>
          <a:p xmlns:a="http://schemas.openxmlformats.org/drawingml/2006/main">
            <a:pPr algn="ctr">
              <a:defRPr sz="1650" b="1">
                <a:solidFill>
                  <a:srgbClr val="A94737"/>
                </a:solidFill>
                <a:latin typeface="Yu Gothic"/>
                <a:ea typeface="Yu Gothic"/>
                <a:cs typeface="Yu Gothic"/>
              </a:defRPr>
            </a:pPr>
            <a:r>
              <a:rPr sz="1650" b="1">
                <a:solidFill>
                  <a:srgbClr val="A94737"/>
                </a:solidFill>
                <a:latin typeface="Yu Gothic"/>
                <a:ea typeface="Yu Gothic"/>
                <a:cs typeface="Yu Gothic"/>
              </a:rPr>
              <a:t>鉛直軸が傾く</a:t>
            </a:r>
          </a:p>
        </p:txBody>
      </p:sp>
    </p:spTree>
    <p:extLst>
      <p:ext uri="{BB962C8B-B14F-4D97-AF65-F5344CB8AC3E}">
        <p14:creationId xmlns:p14="http://schemas.microsoft.com/office/powerpoint/2010/main" val="509695209"/>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562FE96A-34D8-420E-887F-5C14EA8EFA7C}"/>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77F708D4-5076-4697-98BD-A5CCA2FB4EB3}"/>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器械の準備</a:t>
            </a:r>
          </a:p>
        </p:txBody>
      </p:sp>
      <p:sp>
        <p:nvSpPr>
          <p:cNvPr id="3" name="">
            <a:extLst xmlns:a="http://schemas.openxmlformats.org/drawingml/2006/main">
              <a:ext uri="{FF2B5EF4-FFF2-40B4-BE49-F238E27FC236}">
                <a16:creationId xmlns:a16="http://schemas.microsoft.com/office/drawing/2014/main" id="{7A781230-1AB0-467E-AE0D-E5AC7C1309D5}"/>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視差は、目を動かして見つける</a:t>
            </a:r>
          </a:p>
        </p:txBody>
      </p:sp>
      <p:sp>
        <p:nvSpPr>
          <p:cNvPr id="4" name="">
            <a:extLst xmlns:a="http://schemas.openxmlformats.org/drawingml/2006/main">
              <a:ext uri="{FF2B5EF4-FFF2-40B4-BE49-F238E27FC236}">
                <a16:creationId xmlns:a16="http://schemas.microsoft.com/office/drawing/2014/main" id="{EA5F15DC-5254-438E-920F-56F41DEA9C21}"/>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94B42179-EE98-4D1D-82D3-FAF349C0C008}"/>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14</a:t>
            </a:r>
          </a:p>
        </p:txBody>
      </p:sp>
      <p:sp>
        <p:nvSpPr>
          <p:cNvPr id="6" name="">
            <a:extLst xmlns:a="http://schemas.openxmlformats.org/drawingml/2006/main">
              <a:ext uri="{FF2B5EF4-FFF2-40B4-BE49-F238E27FC236}">
                <a16:creationId xmlns:a16="http://schemas.microsoft.com/office/drawing/2014/main" id="{4F5B0DE5-C93D-490F-9839-7E7C7ED06512}"/>
              </a:ext>
            </a:extLst>
          </p:cNvPr>
          <p:cNvSpPr>
            <a:spLocks xmlns:a="http://schemas.openxmlformats.org/drawingml/2006/main" noGrp="1"/>
          </p:cNvSpPr>
          <p:nvPr/>
        </p:nvSpPr>
        <p:spPr>
          <a:xfrm xmlns:a="http://schemas.openxmlformats.org/drawingml/2006/main">
            <a:off x="723900" y="1562100"/>
            <a:ext cx="5286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325" b="1">
                <a:solidFill>
                  <a:srgbClr val="52616A"/>
                </a:solidFill>
                <a:latin typeface="Yu Gothic"/>
                <a:ea typeface="Yu Gothic"/>
                <a:cs typeface="Yu Gothic"/>
              </a:defRPr>
            </a:defPPr>
            <a:lvl1pPr algn="l">
              <a:defRPr sz="2325" b="1">
                <a:solidFill>
                  <a:srgbClr val="52616A"/>
                </a:solidFill>
                <a:latin typeface="Yu Gothic"/>
                <a:ea typeface="Yu Gothic"/>
                <a:cs typeface="Yu Gothic"/>
              </a:defRPr>
            </a:lvl1pPr>
            <a:lvl2pPr algn="l">
              <a:defRPr sz="2325" b="1">
                <a:solidFill>
                  <a:srgbClr val="52616A"/>
                </a:solidFill>
                <a:latin typeface="Yu Gothic"/>
                <a:ea typeface="Yu Gothic"/>
                <a:cs typeface="Yu Gothic"/>
              </a:defRPr>
            </a:lvl2pPr>
            <a:lvl3pPr algn="l">
              <a:defRPr sz="2325" b="1">
                <a:solidFill>
                  <a:srgbClr val="52616A"/>
                </a:solidFill>
                <a:latin typeface="Yu Gothic"/>
                <a:ea typeface="Yu Gothic"/>
                <a:cs typeface="Yu Gothic"/>
              </a:defRPr>
            </a:lvl3pPr>
            <a:lvl4pPr algn="l">
              <a:defRPr sz="2325" b="1">
                <a:solidFill>
                  <a:srgbClr val="52616A"/>
                </a:solidFill>
                <a:latin typeface="Yu Gothic"/>
                <a:ea typeface="Yu Gothic"/>
                <a:cs typeface="Yu Gothic"/>
              </a:defRPr>
            </a:lvl4pPr>
            <a:lvl5pPr algn="l">
              <a:defRPr sz="2325" b="1">
                <a:solidFill>
                  <a:srgbClr val="52616A"/>
                </a:solidFill>
                <a:latin typeface="Yu Gothic"/>
                <a:ea typeface="Yu Gothic"/>
                <a:cs typeface="Yu Gothic"/>
              </a:defRPr>
            </a:lvl5pPr>
            <a:lvl6pPr algn="l">
              <a:defRPr sz="2325" b="1">
                <a:solidFill>
                  <a:srgbClr val="52616A"/>
                </a:solidFill>
                <a:latin typeface="Yu Gothic"/>
                <a:ea typeface="Yu Gothic"/>
                <a:cs typeface="Yu Gothic"/>
              </a:defRPr>
            </a:lvl6pPr>
            <a:lvl7pPr algn="l">
              <a:defRPr sz="2325" b="1">
                <a:solidFill>
                  <a:srgbClr val="52616A"/>
                </a:solidFill>
                <a:latin typeface="Yu Gothic"/>
                <a:ea typeface="Yu Gothic"/>
                <a:cs typeface="Yu Gothic"/>
              </a:defRPr>
            </a:lvl7pPr>
            <a:lvl8pPr algn="l">
              <a:defRPr sz="2325" b="1">
                <a:solidFill>
                  <a:srgbClr val="52616A"/>
                </a:solidFill>
                <a:latin typeface="Yu Gothic"/>
                <a:ea typeface="Yu Gothic"/>
                <a:cs typeface="Yu Gothic"/>
              </a:defRPr>
            </a:lvl8pPr>
            <a:lvl9pPr algn="l">
              <a:defRPr sz="2325" b="1">
                <a:solidFill>
                  <a:srgbClr val="52616A"/>
                </a:solidFill>
                <a:latin typeface="Yu Gothic"/>
                <a:ea typeface="Yu Gothic"/>
                <a:cs typeface="Yu Gothic"/>
              </a:defRPr>
            </a:lvl9pPr>
          </a:lstStyle>
          <a:p xmlns:a="http://schemas.openxmlformats.org/drawingml/2006/main">
            <a:pPr algn="l">
              <a:defRPr sz="2325" b="1">
                <a:solidFill>
                  <a:srgbClr val="52616A"/>
                </a:solidFill>
                <a:latin typeface="Yu Gothic"/>
                <a:ea typeface="Yu Gothic"/>
                <a:cs typeface="Yu Gothic"/>
              </a:defRPr>
            </a:pPr>
            <a:r>
              <a:rPr sz="2325" b="1">
                <a:solidFill>
                  <a:srgbClr val="52616A"/>
                </a:solidFill>
                <a:latin typeface="Yu Gothic"/>
                <a:ea typeface="Yu Gothic"/>
                <a:cs typeface="Yu Gothic"/>
              </a:rPr>
              <a:t>像と十字線が動いて見えたら、焦点面が不一致</a:t>
            </a:r>
          </a:p>
        </p:txBody>
      </p:sp>
      <p:sp>
        <p:nvSpPr>
          <p:cNvPr id="7" name="">
            <a:extLst xmlns:a="http://schemas.openxmlformats.org/drawingml/2006/main">
              <a:ext uri="{FF2B5EF4-FFF2-40B4-BE49-F238E27FC236}">
                <a16:creationId xmlns:a16="http://schemas.microsoft.com/office/drawing/2014/main" id="{0260725D-001E-44A8-85C5-C301A42ACF4F}"/>
              </a:ext>
            </a:extLst>
          </p:cNvPr>
          <p:cNvSpPr>
            <a:spLocks xmlns:a="http://schemas.openxmlformats.org/drawingml/2006/main" noGrp="1"/>
          </p:cNvSpPr>
          <p:nvPr/>
        </p:nvSpPr>
        <p:spPr>
          <a:xfrm xmlns:a="http://schemas.openxmlformats.org/drawingml/2006/main">
            <a:off x="723900" y="2428875"/>
            <a:ext cx="228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425" b="1">
                <a:solidFill>
                  <a:srgbClr val="166B68"/>
                </a:solidFill>
                <a:latin typeface="Yu Gothic"/>
                <a:ea typeface="Yu Gothic"/>
                <a:cs typeface="Yu Gothic"/>
              </a:defRPr>
            </a:defPPr>
            <a:lvl1pPr algn="ctr">
              <a:defRPr sz="1425" b="1">
                <a:solidFill>
                  <a:srgbClr val="166B68"/>
                </a:solidFill>
                <a:latin typeface="Yu Gothic"/>
                <a:ea typeface="Yu Gothic"/>
                <a:cs typeface="Yu Gothic"/>
              </a:defRPr>
            </a:lvl1pPr>
            <a:lvl2pPr algn="ctr">
              <a:defRPr sz="1425" b="1">
                <a:solidFill>
                  <a:srgbClr val="166B68"/>
                </a:solidFill>
                <a:latin typeface="Yu Gothic"/>
                <a:ea typeface="Yu Gothic"/>
                <a:cs typeface="Yu Gothic"/>
              </a:defRPr>
            </a:lvl2pPr>
            <a:lvl3pPr algn="ctr">
              <a:defRPr sz="1425" b="1">
                <a:solidFill>
                  <a:srgbClr val="166B68"/>
                </a:solidFill>
                <a:latin typeface="Yu Gothic"/>
                <a:ea typeface="Yu Gothic"/>
                <a:cs typeface="Yu Gothic"/>
              </a:defRPr>
            </a:lvl3pPr>
            <a:lvl4pPr algn="ctr">
              <a:defRPr sz="1425" b="1">
                <a:solidFill>
                  <a:srgbClr val="166B68"/>
                </a:solidFill>
                <a:latin typeface="Yu Gothic"/>
                <a:ea typeface="Yu Gothic"/>
                <a:cs typeface="Yu Gothic"/>
              </a:defRPr>
            </a:lvl4pPr>
            <a:lvl5pPr algn="ctr">
              <a:defRPr sz="1425" b="1">
                <a:solidFill>
                  <a:srgbClr val="166B68"/>
                </a:solidFill>
                <a:latin typeface="Yu Gothic"/>
                <a:ea typeface="Yu Gothic"/>
                <a:cs typeface="Yu Gothic"/>
              </a:defRPr>
            </a:lvl5pPr>
            <a:lvl6pPr algn="ctr">
              <a:defRPr sz="1425" b="1">
                <a:solidFill>
                  <a:srgbClr val="166B68"/>
                </a:solidFill>
                <a:latin typeface="Yu Gothic"/>
                <a:ea typeface="Yu Gothic"/>
                <a:cs typeface="Yu Gothic"/>
              </a:defRPr>
            </a:lvl6pPr>
            <a:lvl7pPr algn="ctr">
              <a:defRPr sz="1425" b="1">
                <a:solidFill>
                  <a:srgbClr val="166B68"/>
                </a:solidFill>
                <a:latin typeface="Yu Gothic"/>
                <a:ea typeface="Yu Gothic"/>
                <a:cs typeface="Yu Gothic"/>
              </a:defRPr>
            </a:lvl7pPr>
            <a:lvl8pPr algn="ctr">
              <a:defRPr sz="1425" b="1">
                <a:solidFill>
                  <a:srgbClr val="166B68"/>
                </a:solidFill>
                <a:latin typeface="Yu Gothic"/>
                <a:ea typeface="Yu Gothic"/>
                <a:cs typeface="Yu Gothic"/>
              </a:defRPr>
            </a:lvl8pPr>
            <a:lvl9pPr algn="ctr">
              <a:defRPr sz="1425" b="1">
                <a:solidFill>
                  <a:srgbClr val="166B68"/>
                </a:solidFill>
                <a:latin typeface="Yu Gothic"/>
                <a:ea typeface="Yu Gothic"/>
                <a:cs typeface="Yu Gothic"/>
              </a:defRPr>
            </a:lvl9pPr>
          </a:lstStyle>
          <a:p xmlns:a="http://schemas.openxmlformats.org/drawingml/2006/main">
            <a:pPr algn="ctr">
              <a:defRPr sz="1425" b="1">
                <a:solidFill>
                  <a:srgbClr val="166B68"/>
                </a:solidFill>
                <a:latin typeface="Yu Gothic"/>
                <a:ea typeface="Yu Gothic"/>
                <a:cs typeface="Yu Gothic"/>
              </a:defRPr>
            </a:pPr>
            <a:r>
              <a:rPr sz="1425" b="1">
                <a:solidFill>
                  <a:srgbClr val="166B68"/>
                </a:solidFill>
                <a:latin typeface="Yu Gothic"/>
                <a:ea typeface="Yu Gothic"/>
                <a:cs typeface="Yu Gothic"/>
              </a:rPr>
              <a:t>●</a:t>
            </a:r>
          </a:p>
        </p:txBody>
      </p:sp>
      <p:sp>
        <p:nvSpPr>
          <p:cNvPr id="8" name="">
            <a:extLst xmlns:a="http://schemas.openxmlformats.org/drawingml/2006/main">
              <a:ext uri="{FF2B5EF4-FFF2-40B4-BE49-F238E27FC236}">
                <a16:creationId xmlns:a16="http://schemas.microsoft.com/office/drawing/2014/main" id="{5C151647-379F-49A8-BCFE-CB53384286F5}"/>
              </a:ext>
            </a:extLst>
          </p:cNvPr>
          <p:cNvSpPr>
            <a:spLocks xmlns:a="http://schemas.openxmlformats.org/drawingml/2006/main" noGrp="1"/>
          </p:cNvSpPr>
          <p:nvPr/>
        </p:nvSpPr>
        <p:spPr>
          <a:xfrm xmlns:a="http://schemas.openxmlformats.org/drawingml/2006/main">
            <a:off x="1047750" y="242887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①十字線を鮮明にする</a:t>
            </a:r>
          </a:p>
        </p:txBody>
      </p:sp>
      <p:sp>
        <p:nvSpPr>
          <p:cNvPr id="9" name="">
            <a:extLst xmlns:a="http://schemas.openxmlformats.org/drawingml/2006/main">
              <a:ext uri="{FF2B5EF4-FFF2-40B4-BE49-F238E27FC236}">
                <a16:creationId xmlns:a16="http://schemas.microsoft.com/office/drawing/2014/main" id="{7237FDA2-3BE8-42E8-8603-A7FCB33CF8FB}"/>
              </a:ext>
            </a:extLst>
          </p:cNvPr>
          <p:cNvSpPr>
            <a:spLocks xmlns:a="http://schemas.openxmlformats.org/drawingml/2006/main" noGrp="1"/>
          </p:cNvSpPr>
          <p:nvPr/>
        </p:nvSpPr>
        <p:spPr>
          <a:xfrm xmlns:a="http://schemas.openxmlformats.org/drawingml/2006/main">
            <a:off x="723900" y="3019425"/>
            <a:ext cx="228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425" b="1">
                <a:solidFill>
                  <a:srgbClr val="166B68"/>
                </a:solidFill>
                <a:latin typeface="Yu Gothic"/>
                <a:ea typeface="Yu Gothic"/>
                <a:cs typeface="Yu Gothic"/>
              </a:defRPr>
            </a:defPPr>
            <a:lvl1pPr algn="ctr">
              <a:defRPr sz="1425" b="1">
                <a:solidFill>
                  <a:srgbClr val="166B68"/>
                </a:solidFill>
                <a:latin typeface="Yu Gothic"/>
                <a:ea typeface="Yu Gothic"/>
                <a:cs typeface="Yu Gothic"/>
              </a:defRPr>
            </a:lvl1pPr>
            <a:lvl2pPr algn="ctr">
              <a:defRPr sz="1425" b="1">
                <a:solidFill>
                  <a:srgbClr val="166B68"/>
                </a:solidFill>
                <a:latin typeface="Yu Gothic"/>
                <a:ea typeface="Yu Gothic"/>
                <a:cs typeface="Yu Gothic"/>
              </a:defRPr>
            </a:lvl2pPr>
            <a:lvl3pPr algn="ctr">
              <a:defRPr sz="1425" b="1">
                <a:solidFill>
                  <a:srgbClr val="166B68"/>
                </a:solidFill>
                <a:latin typeface="Yu Gothic"/>
                <a:ea typeface="Yu Gothic"/>
                <a:cs typeface="Yu Gothic"/>
              </a:defRPr>
            </a:lvl3pPr>
            <a:lvl4pPr algn="ctr">
              <a:defRPr sz="1425" b="1">
                <a:solidFill>
                  <a:srgbClr val="166B68"/>
                </a:solidFill>
                <a:latin typeface="Yu Gothic"/>
                <a:ea typeface="Yu Gothic"/>
                <a:cs typeface="Yu Gothic"/>
              </a:defRPr>
            </a:lvl4pPr>
            <a:lvl5pPr algn="ctr">
              <a:defRPr sz="1425" b="1">
                <a:solidFill>
                  <a:srgbClr val="166B68"/>
                </a:solidFill>
                <a:latin typeface="Yu Gothic"/>
                <a:ea typeface="Yu Gothic"/>
                <a:cs typeface="Yu Gothic"/>
              </a:defRPr>
            </a:lvl5pPr>
            <a:lvl6pPr algn="ctr">
              <a:defRPr sz="1425" b="1">
                <a:solidFill>
                  <a:srgbClr val="166B68"/>
                </a:solidFill>
                <a:latin typeface="Yu Gothic"/>
                <a:ea typeface="Yu Gothic"/>
                <a:cs typeface="Yu Gothic"/>
              </a:defRPr>
            </a:lvl6pPr>
            <a:lvl7pPr algn="ctr">
              <a:defRPr sz="1425" b="1">
                <a:solidFill>
                  <a:srgbClr val="166B68"/>
                </a:solidFill>
                <a:latin typeface="Yu Gothic"/>
                <a:ea typeface="Yu Gothic"/>
                <a:cs typeface="Yu Gothic"/>
              </a:defRPr>
            </a:lvl7pPr>
            <a:lvl8pPr algn="ctr">
              <a:defRPr sz="1425" b="1">
                <a:solidFill>
                  <a:srgbClr val="166B68"/>
                </a:solidFill>
                <a:latin typeface="Yu Gothic"/>
                <a:ea typeface="Yu Gothic"/>
                <a:cs typeface="Yu Gothic"/>
              </a:defRPr>
            </a:lvl8pPr>
            <a:lvl9pPr algn="ctr">
              <a:defRPr sz="1425" b="1">
                <a:solidFill>
                  <a:srgbClr val="166B68"/>
                </a:solidFill>
                <a:latin typeface="Yu Gothic"/>
                <a:ea typeface="Yu Gothic"/>
                <a:cs typeface="Yu Gothic"/>
              </a:defRPr>
            </a:lvl9pPr>
          </a:lstStyle>
          <a:p xmlns:a="http://schemas.openxmlformats.org/drawingml/2006/main">
            <a:pPr algn="ctr">
              <a:defRPr sz="1425" b="1">
                <a:solidFill>
                  <a:srgbClr val="166B68"/>
                </a:solidFill>
                <a:latin typeface="Yu Gothic"/>
                <a:ea typeface="Yu Gothic"/>
                <a:cs typeface="Yu Gothic"/>
              </a:defRPr>
            </a:pPr>
            <a:r>
              <a:rPr sz="1425" b="1">
                <a:solidFill>
                  <a:srgbClr val="166B68"/>
                </a:solidFill>
                <a:latin typeface="Yu Gothic"/>
                <a:ea typeface="Yu Gothic"/>
                <a:cs typeface="Yu Gothic"/>
              </a:rPr>
              <a:t>●</a:t>
            </a:r>
          </a:p>
        </p:txBody>
      </p:sp>
      <p:sp>
        <p:nvSpPr>
          <p:cNvPr id="10" name="">
            <a:extLst xmlns:a="http://schemas.openxmlformats.org/drawingml/2006/main">
              <a:ext uri="{FF2B5EF4-FFF2-40B4-BE49-F238E27FC236}">
                <a16:creationId xmlns:a16="http://schemas.microsoft.com/office/drawing/2014/main" id="{C0AAAED9-3F4E-4745-887E-5BA1E726DB11}"/>
              </a:ext>
            </a:extLst>
          </p:cNvPr>
          <p:cNvSpPr>
            <a:spLocks xmlns:a="http://schemas.openxmlformats.org/drawingml/2006/main" noGrp="1"/>
          </p:cNvSpPr>
          <p:nvPr/>
        </p:nvSpPr>
        <p:spPr>
          <a:xfrm xmlns:a="http://schemas.openxmlformats.org/drawingml/2006/main">
            <a:off x="1047750" y="301942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②目標へ合焦する</a:t>
            </a:r>
          </a:p>
        </p:txBody>
      </p:sp>
      <p:sp>
        <p:nvSpPr>
          <p:cNvPr id="11" name="">
            <a:extLst xmlns:a="http://schemas.openxmlformats.org/drawingml/2006/main">
              <a:ext uri="{FF2B5EF4-FFF2-40B4-BE49-F238E27FC236}">
                <a16:creationId xmlns:a16="http://schemas.microsoft.com/office/drawing/2014/main" id="{C4AD7DFD-19B8-4696-A2F6-9D81EB06C992}"/>
              </a:ext>
            </a:extLst>
          </p:cNvPr>
          <p:cNvSpPr>
            <a:spLocks xmlns:a="http://schemas.openxmlformats.org/drawingml/2006/main" noGrp="1"/>
          </p:cNvSpPr>
          <p:nvPr/>
        </p:nvSpPr>
        <p:spPr>
          <a:xfrm xmlns:a="http://schemas.openxmlformats.org/drawingml/2006/main">
            <a:off x="723900" y="3609975"/>
            <a:ext cx="228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425" b="1">
                <a:solidFill>
                  <a:srgbClr val="166B68"/>
                </a:solidFill>
                <a:latin typeface="Yu Gothic"/>
                <a:ea typeface="Yu Gothic"/>
                <a:cs typeface="Yu Gothic"/>
              </a:defRPr>
            </a:defPPr>
            <a:lvl1pPr algn="ctr">
              <a:defRPr sz="1425" b="1">
                <a:solidFill>
                  <a:srgbClr val="166B68"/>
                </a:solidFill>
                <a:latin typeface="Yu Gothic"/>
                <a:ea typeface="Yu Gothic"/>
                <a:cs typeface="Yu Gothic"/>
              </a:defRPr>
            </a:lvl1pPr>
            <a:lvl2pPr algn="ctr">
              <a:defRPr sz="1425" b="1">
                <a:solidFill>
                  <a:srgbClr val="166B68"/>
                </a:solidFill>
                <a:latin typeface="Yu Gothic"/>
                <a:ea typeface="Yu Gothic"/>
                <a:cs typeface="Yu Gothic"/>
              </a:defRPr>
            </a:lvl2pPr>
            <a:lvl3pPr algn="ctr">
              <a:defRPr sz="1425" b="1">
                <a:solidFill>
                  <a:srgbClr val="166B68"/>
                </a:solidFill>
                <a:latin typeface="Yu Gothic"/>
                <a:ea typeface="Yu Gothic"/>
                <a:cs typeface="Yu Gothic"/>
              </a:defRPr>
            </a:lvl3pPr>
            <a:lvl4pPr algn="ctr">
              <a:defRPr sz="1425" b="1">
                <a:solidFill>
                  <a:srgbClr val="166B68"/>
                </a:solidFill>
                <a:latin typeface="Yu Gothic"/>
                <a:ea typeface="Yu Gothic"/>
                <a:cs typeface="Yu Gothic"/>
              </a:defRPr>
            </a:lvl4pPr>
            <a:lvl5pPr algn="ctr">
              <a:defRPr sz="1425" b="1">
                <a:solidFill>
                  <a:srgbClr val="166B68"/>
                </a:solidFill>
                <a:latin typeface="Yu Gothic"/>
                <a:ea typeface="Yu Gothic"/>
                <a:cs typeface="Yu Gothic"/>
              </a:defRPr>
            </a:lvl5pPr>
            <a:lvl6pPr algn="ctr">
              <a:defRPr sz="1425" b="1">
                <a:solidFill>
                  <a:srgbClr val="166B68"/>
                </a:solidFill>
                <a:latin typeface="Yu Gothic"/>
                <a:ea typeface="Yu Gothic"/>
                <a:cs typeface="Yu Gothic"/>
              </a:defRPr>
            </a:lvl6pPr>
            <a:lvl7pPr algn="ctr">
              <a:defRPr sz="1425" b="1">
                <a:solidFill>
                  <a:srgbClr val="166B68"/>
                </a:solidFill>
                <a:latin typeface="Yu Gothic"/>
                <a:ea typeface="Yu Gothic"/>
                <a:cs typeface="Yu Gothic"/>
              </a:defRPr>
            </a:lvl7pPr>
            <a:lvl8pPr algn="ctr">
              <a:defRPr sz="1425" b="1">
                <a:solidFill>
                  <a:srgbClr val="166B68"/>
                </a:solidFill>
                <a:latin typeface="Yu Gothic"/>
                <a:ea typeface="Yu Gothic"/>
                <a:cs typeface="Yu Gothic"/>
              </a:defRPr>
            </a:lvl8pPr>
            <a:lvl9pPr algn="ctr">
              <a:defRPr sz="1425" b="1">
                <a:solidFill>
                  <a:srgbClr val="166B68"/>
                </a:solidFill>
                <a:latin typeface="Yu Gothic"/>
                <a:ea typeface="Yu Gothic"/>
                <a:cs typeface="Yu Gothic"/>
              </a:defRPr>
            </a:lvl9pPr>
          </a:lstStyle>
          <a:p xmlns:a="http://schemas.openxmlformats.org/drawingml/2006/main">
            <a:pPr algn="ctr">
              <a:defRPr sz="1425" b="1">
                <a:solidFill>
                  <a:srgbClr val="166B68"/>
                </a:solidFill>
                <a:latin typeface="Yu Gothic"/>
                <a:ea typeface="Yu Gothic"/>
                <a:cs typeface="Yu Gothic"/>
              </a:defRPr>
            </a:pPr>
            <a:r>
              <a:rPr sz="1425" b="1">
                <a:solidFill>
                  <a:srgbClr val="166B68"/>
                </a:solidFill>
                <a:latin typeface="Yu Gothic"/>
                <a:ea typeface="Yu Gothic"/>
                <a:cs typeface="Yu Gothic"/>
              </a:rPr>
              <a:t>●</a:t>
            </a:r>
          </a:p>
        </p:txBody>
      </p:sp>
      <p:sp>
        <p:nvSpPr>
          <p:cNvPr id="12" name="">
            <a:extLst xmlns:a="http://schemas.openxmlformats.org/drawingml/2006/main">
              <a:ext uri="{FF2B5EF4-FFF2-40B4-BE49-F238E27FC236}">
                <a16:creationId xmlns:a16="http://schemas.microsoft.com/office/drawing/2014/main" id="{3BB0E894-368D-49E3-978E-FD9FC3106C63}"/>
              </a:ext>
            </a:extLst>
          </p:cNvPr>
          <p:cNvSpPr>
            <a:spLocks xmlns:a="http://schemas.openxmlformats.org/drawingml/2006/main" noGrp="1"/>
          </p:cNvSpPr>
          <p:nvPr/>
        </p:nvSpPr>
        <p:spPr>
          <a:xfrm xmlns:a="http://schemas.openxmlformats.org/drawingml/2006/main">
            <a:off x="1047750" y="360997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③目を少し動かして確認</a:t>
            </a:r>
          </a:p>
        </p:txBody>
      </p:sp>
      <p:sp>
        <p:nvSpPr>
          <p:cNvPr id="13" name="">
            <a:extLst xmlns:a="http://schemas.openxmlformats.org/drawingml/2006/main">
              <a:ext uri="{FF2B5EF4-FFF2-40B4-BE49-F238E27FC236}">
                <a16:creationId xmlns:a16="http://schemas.microsoft.com/office/drawing/2014/main" id="{26315B43-8821-4F3A-A515-5ECADBB3D51C}"/>
              </a:ext>
            </a:extLst>
          </p:cNvPr>
          <p:cNvSpPr>
            <a:spLocks xmlns:a="http://schemas.openxmlformats.org/drawingml/2006/main" noGrp="1"/>
          </p:cNvSpPr>
          <p:nvPr/>
        </p:nvSpPr>
        <p:spPr>
          <a:xfrm xmlns:a="http://schemas.openxmlformats.org/drawingml/2006/main">
            <a:off x="6191250" y="1638300"/>
            <a:ext cx="1936433"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1">
                <a:solidFill>
                  <a:srgbClr val="182B33"/>
                </a:solidFill>
                <a:latin typeface="Yu Gothic"/>
                <a:ea typeface="Yu Gothic"/>
                <a:cs typeface="Yu Gothic"/>
              </a:defRPr>
            </a:defPPr>
            <a:lvl1pPr algn="ctr">
              <a:defRPr sz="1650" b="1">
                <a:solidFill>
                  <a:srgbClr val="182B33"/>
                </a:solidFill>
                <a:latin typeface="Yu Gothic"/>
                <a:ea typeface="Yu Gothic"/>
                <a:cs typeface="Yu Gothic"/>
              </a:defRPr>
            </a:lvl1pPr>
            <a:lvl2pPr algn="ctr">
              <a:defRPr sz="1650" b="1">
                <a:solidFill>
                  <a:srgbClr val="182B33"/>
                </a:solidFill>
                <a:latin typeface="Yu Gothic"/>
                <a:ea typeface="Yu Gothic"/>
                <a:cs typeface="Yu Gothic"/>
              </a:defRPr>
            </a:lvl2pPr>
            <a:lvl3pPr algn="ctr">
              <a:defRPr sz="1650" b="1">
                <a:solidFill>
                  <a:srgbClr val="182B33"/>
                </a:solidFill>
                <a:latin typeface="Yu Gothic"/>
                <a:ea typeface="Yu Gothic"/>
                <a:cs typeface="Yu Gothic"/>
              </a:defRPr>
            </a:lvl3pPr>
            <a:lvl4pPr algn="ctr">
              <a:defRPr sz="1650" b="1">
                <a:solidFill>
                  <a:srgbClr val="182B33"/>
                </a:solidFill>
                <a:latin typeface="Yu Gothic"/>
                <a:ea typeface="Yu Gothic"/>
                <a:cs typeface="Yu Gothic"/>
              </a:defRPr>
            </a:lvl4pPr>
            <a:lvl5pPr algn="ctr">
              <a:defRPr sz="1650" b="1">
                <a:solidFill>
                  <a:srgbClr val="182B33"/>
                </a:solidFill>
                <a:latin typeface="Yu Gothic"/>
                <a:ea typeface="Yu Gothic"/>
                <a:cs typeface="Yu Gothic"/>
              </a:defRPr>
            </a:lvl5pPr>
            <a:lvl6pPr algn="ctr">
              <a:defRPr sz="1650" b="1">
                <a:solidFill>
                  <a:srgbClr val="182B33"/>
                </a:solidFill>
                <a:latin typeface="Yu Gothic"/>
                <a:ea typeface="Yu Gothic"/>
                <a:cs typeface="Yu Gothic"/>
              </a:defRPr>
            </a:lvl6pPr>
            <a:lvl7pPr algn="ctr">
              <a:defRPr sz="1650" b="1">
                <a:solidFill>
                  <a:srgbClr val="182B33"/>
                </a:solidFill>
                <a:latin typeface="Yu Gothic"/>
                <a:ea typeface="Yu Gothic"/>
                <a:cs typeface="Yu Gothic"/>
              </a:defRPr>
            </a:lvl7pPr>
            <a:lvl8pPr algn="ctr">
              <a:defRPr sz="1650" b="1">
                <a:solidFill>
                  <a:srgbClr val="182B33"/>
                </a:solidFill>
                <a:latin typeface="Yu Gothic"/>
                <a:ea typeface="Yu Gothic"/>
                <a:cs typeface="Yu Gothic"/>
              </a:defRPr>
            </a:lvl8pPr>
            <a:lvl9pPr algn="ctr">
              <a:defRPr sz="1650" b="1">
                <a:solidFill>
                  <a:srgbClr val="182B33"/>
                </a:solidFill>
                <a:latin typeface="Yu Gothic"/>
                <a:ea typeface="Yu Gothic"/>
                <a:cs typeface="Yu Gothic"/>
              </a:defRPr>
            </a:lvl9pPr>
          </a:lstStyle>
          <a:p xmlns:a="http://schemas.openxmlformats.org/drawingml/2006/main">
            <a:pPr algn="ctr">
              <a:defRPr sz="1650" b="1">
                <a:solidFill>
                  <a:srgbClr val="182B33"/>
                </a:solidFill>
                <a:latin typeface="Yu Gothic"/>
                <a:ea typeface="Yu Gothic"/>
                <a:cs typeface="Yu Gothic"/>
              </a:defRPr>
            </a:pPr>
            <a:r>
              <a:rPr sz="1650" b="1">
                <a:solidFill>
                  <a:srgbClr val="182B33"/>
                </a:solidFill>
                <a:latin typeface="Yu Gothic"/>
                <a:ea typeface="Yu Gothic"/>
                <a:cs typeface="Yu Gothic"/>
              </a:rPr>
              <a:t>目位置 A</a:t>
            </a:r>
          </a:p>
        </p:txBody>
      </p:sp>
      <p:sp>
        <p:nvSpPr>
          <p:cNvPr id="14" name="">
            <a:extLst xmlns:a="http://schemas.openxmlformats.org/drawingml/2006/main">
              <a:ext uri="{FF2B5EF4-FFF2-40B4-BE49-F238E27FC236}">
                <a16:creationId xmlns:a16="http://schemas.microsoft.com/office/drawing/2014/main" id="{F2933626-4A4D-4040-B5E2-E6D5CDE55574}"/>
              </a:ext>
            </a:extLst>
          </p:cNvPr>
          <p:cNvSpPr>
            <a:spLocks xmlns:a="http://schemas.openxmlformats.org/drawingml/2006/main" noGrp="1"/>
          </p:cNvSpPr>
          <p:nvPr/>
        </p:nvSpPr>
        <p:spPr>
          <a:xfrm xmlns:a="http://schemas.openxmlformats.org/drawingml/2006/main">
            <a:off x="6446044" y="3085148"/>
            <a:ext cx="1426845" cy="1426845"/>
          </a:xfrm>
          <a:prstGeom xmlns:a="http://schemas.openxmlformats.org/drawingml/2006/main" prst="ellipse">
            <a:avLst/>
          </a:prstGeom>
          <a:noFill xmlns:a="http://schemas.openxmlformats.org/drawingml/2006/main"/>
          <a:ln xmlns:a="http://schemas.openxmlformats.org/drawingml/2006/main" w="28575">
            <a:solidFill>
              <a:srgbClr val="CFD9DD"/>
            </a:solidFill>
            <a:prstDash val="solid"/>
          </a:ln>
        </p:spPr>
      </p:sp>
      <p:sp>
        <p:nvSpPr>
          <p:cNvPr id="15" name="">
            <a:extLst xmlns:a="http://schemas.openxmlformats.org/drawingml/2006/main">
              <a:ext uri="{FF2B5EF4-FFF2-40B4-BE49-F238E27FC236}">
                <a16:creationId xmlns:a16="http://schemas.microsoft.com/office/drawing/2014/main" id="{90F25984-66AD-45DA-977F-DDB9F123604F}"/>
              </a:ext>
            </a:extLst>
          </p:cNvPr>
          <p:cNvSpPr>
            <a:spLocks xmlns:a="http://schemas.openxmlformats.org/drawingml/2006/main" noGrp="1"/>
          </p:cNvSpPr>
          <p:nvPr/>
        </p:nvSpPr>
        <p:spPr>
          <a:xfrm xmlns:a="http://schemas.openxmlformats.org/drawingml/2006/main">
            <a:off x="7159466" y="3085148"/>
            <a:ext cx="9525" cy="1426845"/>
          </a:xfrm>
          <a:custGeom xmlns:a="http://schemas.openxmlformats.org/drawingml/2006/main">
            <a:pathLst>
              <a:path w="9525" h="1426845">
                <a:moveTo>
                  <a:pt x="0" y="0"/>
                </a:moveTo>
                <a:lnTo>
                  <a:pt x="0" y="1426845"/>
                </a:lnTo>
              </a:path>
            </a:pathLst>
          </a:custGeom>
          <a:noFill xmlns:a="http://schemas.openxmlformats.org/drawingml/2006/main"/>
          <a:ln xmlns:a="http://schemas.openxmlformats.org/drawingml/2006/main" w="28575">
            <a:solidFill>
              <a:srgbClr val="182B33"/>
            </a:solidFill>
            <a:prstDash val="solid"/>
          </a:ln>
        </p:spPr>
      </p:sp>
      <p:sp>
        <p:nvSpPr>
          <p:cNvPr id="16" name="">
            <a:extLst xmlns:a="http://schemas.openxmlformats.org/drawingml/2006/main">
              <a:ext uri="{FF2B5EF4-FFF2-40B4-BE49-F238E27FC236}">
                <a16:creationId xmlns:a16="http://schemas.microsoft.com/office/drawing/2014/main" id="{7E9F9ACF-7503-4593-9DED-BB376DF0A8EF}"/>
              </a:ext>
            </a:extLst>
          </p:cNvPr>
          <p:cNvSpPr>
            <a:spLocks xmlns:a="http://schemas.openxmlformats.org/drawingml/2006/main" noGrp="1"/>
          </p:cNvSpPr>
          <p:nvPr/>
        </p:nvSpPr>
        <p:spPr>
          <a:xfrm xmlns:a="http://schemas.openxmlformats.org/drawingml/2006/main">
            <a:off x="6446044" y="3798570"/>
            <a:ext cx="1426845" cy="9525"/>
          </a:xfrm>
          <a:custGeom xmlns:a="http://schemas.openxmlformats.org/drawingml/2006/main">
            <a:pathLst>
              <a:path w="1426845" h="9525">
                <a:moveTo>
                  <a:pt x="0" y="0"/>
                </a:moveTo>
                <a:lnTo>
                  <a:pt x="1426845" y="0"/>
                </a:lnTo>
              </a:path>
            </a:pathLst>
          </a:custGeom>
          <a:noFill xmlns:a="http://schemas.openxmlformats.org/drawingml/2006/main"/>
          <a:ln xmlns:a="http://schemas.openxmlformats.org/drawingml/2006/main" w="28575">
            <a:solidFill>
              <a:srgbClr val="182B33"/>
            </a:solidFill>
            <a:prstDash val="solid"/>
          </a:ln>
        </p:spPr>
      </p:sp>
      <p:sp>
        <p:nvSpPr>
          <p:cNvPr id="17" name="">
            <a:extLst xmlns:a="http://schemas.openxmlformats.org/drawingml/2006/main">
              <a:ext uri="{FF2B5EF4-FFF2-40B4-BE49-F238E27FC236}">
                <a16:creationId xmlns:a16="http://schemas.microsoft.com/office/drawing/2014/main" id="{3D5CC60E-D886-4F4C-A223-84D0896FE1AC}"/>
              </a:ext>
            </a:extLst>
          </p:cNvPr>
          <p:cNvSpPr>
            <a:spLocks xmlns:a="http://schemas.openxmlformats.org/drawingml/2006/main" noGrp="1"/>
          </p:cNvSpPr>
          <p:nvPr/>
        </p:nvSpPr>
        <p:spPr>
          <a:xfrm xmlns:a="http://schemas.openxmlformats.org/drawingml/2006/main">
            <a:off x="7073741" y="3598545"/>
            <a:ext cx="171450" cy="171450"/>
          </a:xfrm>
          <a:prstGeom xmlns:a="http://schemas.openxmlformats.org/drawingml/2006/main" prst="ellipse">
            <a:avLst/>
          </a:prstGeom>
          <a:solidFill xmlns:a="http://schemas.openxmlformats.org/drawingml/2006/main">
            <a:srgbClr val="A94737"/>
          </a:solidFill>
          <a:ln xmlns:a="http://schemas.openxmlformats.org/drawingml/2006/main" w="9525">
            <a:solidFill>
              <a:srgbClr val="A94737"/>
            </a:solidFill>
          </a:ln>
        </p:spPr>
      </p:sp>
      <p:sp>
        <p:nvSpPr>
          <p:cNvPr id="18" name="">
            <a:extLst xmlns:a="http://schemas.openxmlformats.org/drawingml/2006/main">
              <a:ext uri="{FF2B5EF4-FFF2-40B4-BE49-F238E27FC236}">
                <a16:creationId xmlns:a16="http://schemas.microsoft.com/office/drawing/2014/main" id="{F6CC1D00-2F93-4422-8333-F225BFBC76D4}"/>
              </a:ext>
            </a:extLst>
          </p:cNvPr>
          <p:cNvSpPr>
            <a:spLocks xmlns:a="http://schemas.openxmlformats.org/drawingml/2006/main" noGrp="1"/>
          </p:cNvSpPr>
          <p:nvPr/>
        </p:nvSpPr>
        <p:spPr>
          <a:xfrm xmlns:a="http://schemas.openxmlformats.org/drawingml/2006/main">
            <a:off x="7254716" y="3446145"/>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A94737"/>
                </a:solidFill>
                <a:latin typeface="Yu Gothic"/>
                <a:ea typeface="Yu Gothic"/>
                <a:cs typeface="Yu Gothic"/>
              </a:defRPr>
            </a:defPPr>
            <a:lvl1pPr algn="l">
              <a:defRPr sz="1650" b="1">
                <a:solidFill>
                  <a:srgbClr val="A94737"/>
                </a:solidFill>
                <a:latin typeface="Yu Gothic"/>
                <a:ea typeface="Yu Gothic"/>
                <a:cs typeface="Yu Gothic"/>
              </a:defRPr>
            </a:lvl1pPr>
            <a:lvl2pPr algn="l">
              <a:defRPr sz="1650" b="1">
                <a:solidFill>
                  <a:srgbClr val="A94737"/>
                </a:solidFill>
                <a:latin typeface="Yu Gothic"/>
                <a:ea typeface="Yu Gothic"/>
                <a:cs typeface="Yu Gothic"/>
              </a:defRPr>
            </a:lvl2pPr>
            <a:lvl3pPr algn="l">
              <a:defRPr sz="1650" b="1">
                <a:solidFill>
                  <a:srgbClr val="A94737"/>
                </a:solidFill>
                <a:latin typeface="Yu Gothic"/>
                <a:ea typeface="Yu Gothic"/>
                <a:cs typeface="Yu Gothic"/>
              </a:defRPr>
            </a:lvl3pPr>
            <a:lvl4pPr algn="l">
              <a:defRPr sz="1650" b="1">
                <a:solidFill>
                  <a:srgbClr val="A94737"/>
                </a:solidFill>
                <a:latin typeface="Yu Gothic"/>
                <a:ea typeface="Yu Gothic"/>
                <a:cs typeface="Yu Gothic"/>
              </a:defRPr>
            </a:lvl4pPr>
            <a:lvl5pPr algn="l">
              <a:defRPr sz="1650" b="1">
                <a:solidFill>
                  <a:srgbClr val="A94737"/>
                </a:solidFill>
                <a:latin typeface="Yu Gothic"/>
                <a:ea typeface="Yu Gothic"/>
                <a:cs typeface="Yu Gothic"/>
              </a:defRPr>
            </a:lvl5pPr>
            <a:lvl6pPr algn="l">
              <a:defRPr sz="1650" b="1">
                <a:solidFill>
                  <a:srgbClr val="A94737"/>
                </a:solidFill>
                <a:latin typeface="Yu Gothic"/>
                <a:ea typeface="Yu Gothic"/>
                <a:cs typeface="Yu Gothic"/>
              </a:defRPr>
            </a:lvl6pPr>
            <a:lvl7pPr algn="l">
              <a:defRPr sz="1650" b="1">
                <a:solidFill>
                  <a:srgbClr val="A94737"/>
                </a:solidFill>
                <a:latin typeface="Yu Gothic"/>
                <a:ea typeface="Yu Gothic"/>
                <a:cs typeface="Yu Gothic"/>
              </a:defRPr>
            </a:lvl7pPr>
            <a:lvl8pPr algn="l">
              <a:defRPr sz="1650" b="1">
                <a:solidFill>
                  <a:srgbClr val="A94737"/>
                </a:solidFill>
                <a:latin typeface="Yu Gothic"/>
                <a:ea typeface="Yu Gothic"/>
                <a:cs typeface="Yu Gothic"/>
              </a:defRPr>
            </a:lvl8pPr>
            <a:lvl9pPr algn="l">
              <a:defRPr sz="1650" b="1">
                <a:solidFill>
                  <a:srgbClr val="A94737"/>
                </a:solidFill>
                <a:latin typeface="Yu Gothic"/>
                <a:ea typeface="Yu Gothic"/>
                <a:cs typeface="Yu Gothic"/>
              </a:defRPr>
            </a:lvl9pPr>
          </a:lstStyle>
          <a:p xmlns:a="http://schemas.openxmlformats.org/drawingml/2006/main">
            <a:pPr algn="l">
              <a:defRPr sz="1650" b="1">
                <a:solidFill>
                  <a:srgbClr val="A94737"/>
                </a:solidFill>
                <a:latin typeface="Yu Gothic"/>
                <a:ea typeface="Yu Gothic"/>
                <a:cs typeface="Yu Gothic"/>
              </a:defRPr>
            </a:pPr>
            <a:r>
              <a:rPr sz="1650" b="1">
                <a:solidFill>
                  <a:srgbClr val="A94737"/>
                </a:solidFill>
                <a:latin typeface="Yu Gothic"/>
                <a:ea typeface="Yu Gothic"/>
                <a:cs typeface="Yu Gothic"/>
              </a:rPr>
              <a:t>像</a:t>
            </a:r>
          </a:p>
        </p:txBody>
      </p:sp>
      <p:sp>
        <p:nvSpPr>
          <p:cNvPr id="19" name="">
            <a:extLst xmlns:a="http://schemas.openxmlformats.org/drawingml/2006/main">
              <a:ext uri="{FF2B5EF4-FFF2-40B4-BE49-F238E27FC236}">
                <a16:creationId xmlns:a16="http://schemas.microsoft.com/office/drawing/2014/main" id="{9D6BA50D-B32C-4602-82C2-94CEB6F547F4}"/>
              </a:ext>
            </a:extLst>
          </p:cNvPr>
          <p:cNvSpPr>
            <a:spLocks xmlns:a="http://schemas.openxmlformats.org/drawingml/2006/main" noGrp="1"/>
          </p:cNvSpPr>
          <p:nvPr/>
        </p:nvSpPr>
        <p:spPr>
          <a:xfrm xmlns:a="http://schemas.openxmlformats.org/drawingml/2006/main">
            <a:off x="8790146" y="1638300"/>
            <a:ext cx="1936433"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1">
                <a:solidFill>
                  <a:srgbClr val="182B33"/>
                </a:solidFill>
                <a:latin typeface="Yu Gothic"/>
                <a:ea typeface="Yu Gothic"/>
                <a:cs typeface="Yu Gothic"/>
              </a:defRPr>
            </a:defPPr>
            <a:lvl1pPr algn="ctr">
              <a:defRPr sz="1650" b="1">
                <a:solidFill>
                  <a:srgbClr val="182B33"/>
                </a:solidFill>
                <a:latin typeface="Yu Gothic"/>
                <a:ea typeface="Yu Gothic"/>
                <a:cs typeface="Yu Gothic"/>
              </a:defRPr>
            </a:lvl1pPr>
            <a:lvl2pPr algn="ctr">
              <a:defRPr sz="1650" b="1">
                <a:solidFill>
                  <a:srgbClr val="182B33"/>
                </a:solidFill>
                <a:latin typeface="Yu Gothic"/>
                <a:ea typeface="Yu Gothic"/>
                <a:cs typeface="Yu Gothic"/>
              </a:defRPr>
            </a:lvl2pPr>
            <a:lvl3pPr algn="ctr">
              <a:defRPr sz="1650" b="1">
                <a:solidFill>
                  <a:srgbClr val="182B33"/>
                </a:solidFill>
                <a:latin typeface="Yu Gothic"/>
                <a:ea typeface="Yu Gothic"/>
                <a:cs typeface="Yu Gothic"/>
              </a:defRPr>
            </a:lvl3pPr>
            <a:lvl4pPr algn="ctr">
              <a:defRPr sz="1650" b="1">
                <a:solidFill>
                  <a:srgbClr val="182B33"/>
                </a:solidFill>
                <a:latin typeface="Yu Gothic"/>
                <a:ea typeface="Yu Gothic"/>
                <a:cs typeface="Yu Gothic"/>
              </a:defRPr>
            </a:lvl4pPr>
            <a:lvl5pPr algn="ctr">
              <a:defRPr sz="1650" b="1">
                <a:solidFill>
                  <a:srgbClr val="182B33"/>
                </a:solidFill>
                <a:latin typeface="Yu Gothic"/>
                <a:ea typeface="Yu Gothic"/>
                <a:cs typeface="Yu Gothic"/>
              </a:defRPr>
            </a:lvl5pPr>
            <a:lvl6pPr algn="ctr">
              <a:defRPr sz="1650" b="1">
                <a:solidFill>
                  <a:srgbClr val="182B33"/>
                </a:solidFill>
                <a:latin typeface="Yu Gothic"/>
                <a:ea typeface="Yu Gothic"/>
                <a:cs typeface="Yu Gothic"/>
              </a:defRPr>
            </a:lvl6pPr>
            <a:lvl7pPr algn="ctr">
              <a:defRPr sz="1650" b="1">
                <a:solidFill>
                  <a:srgbClr val="182B33"/>
                </a:solidFill>
                <a:latin typeface="Yu Gothic"/>
                <a:ea typeface="Yu Gothic"/>
                <a:cs typeface="Yu Gothic"/>
              </a:defRPr>
            </a:lvl7pPr>
            <a:lvl8pPr algn="ctr">
              <a:defRPr sz="1650" b="1">
                <a:solidFill>
                  <a:srgbClr val="182B33"/>
                </a:solidFill>
                <a:latin typeface="Yu Gothic"/>
                <a:ea typeface="Yu Gothic"/>
                <a:cs typeface="Yu Gothic"/>
              </a:defRPr>
            </a:lvl8pPr>
            <a:lvl9pPr algn="ctr">
              <a:defRPr sz="1650" b="1">
                <a:solidFill>
                  <a:srgbClr val="182B33"/>
                </a:solidFill>
                <a:latin typeface="Yu Gothic"/>
                <a:ea typeface="Yu Gothic"/>
                <a:cs typeface="Yu Gothic"/>
              </a:defRPr>
            </a:lvl9pPr>
          </a:lstStyle>
          <a:p xmlns:a="http://schemas.openxmlformats.org/drawingml/2006/main">
            <a:pPr algn="ctr">
              <a:defRPr sz="1650" b="1">
                <a:solidFill>
                  <a:srgbClr val="182B33"/>
                </a:solidFill>
                <a:latin typeface="Yu Gothic"/>
                <a:ea typeface="Yu Gothic"/>
                <a:cs typeface="Yu Gothic"/>
              </a:defRPr>
            </a:pPr>
            <a:r>
              <a:rPr sz="1650" b="1">
                <a:solidFill>
                  <a:srgbClr val="182B33"/>
                </a:solidFill>
                <a:latin typeface="Yu Gothic"/>
                <a:ea typeface="Yu Gothic"/>
                <a:cs typeface="Yu Gothic"/>
              </a:rPr>
              <a:t>目位置 B</a:t>
            </a:r>
          </a:p>
        </p:txBody>
      </p:sp>
      <p:sp>
        <p:nvSpPr>
          <p:cNvPr id="20" name="">
            <a:extLst xmlns:a="http://schemas.openxmlformats.org/drawingml/2006/main">
              <a:ext uri="{FF2B5EF4-FFF2-40B4-BE49-F238E27FC236}">
                <a16:creationId xmlns:a16="http://schemas.microsoft.com/office/drawing/2014/main" id="{BC21C43E-A348-4EB3-B900-1CB1DE880E06}"/>
              </a:ext>
            </a:extLst>
          </p:cNvPr>
          <p:cNvSpPr>
            <a:spLocks xmlns:a="http://schemas.openxmlformats.org/drawingml/2006/main" noGrp="1"/>
          </p:cNvSpPr>
          <p:nvPr/>
        </p:nvSpPr>
        <p:spPr>
          <a:xfrm xmlns:a="http://schemas.openxmlformats.org/drawingml/2006/main">
            <a:off x="9044940" y="3085148"/>
            <a:ext cx="1426845" cy="1426845"/>
          </a:xfrm>
          <a:prstGeom xmlns:a="http://schemas.openxmlformats.org/drawingml/2006/main" prst="ellipse">
            <a:avLst/>
          </a:prstGeom>
          <a:noFill xmlns:a="http://schemas.openxmlformats.org/drawingml/2006/main"/>
          <a:ln xmlns:a="http://schemas.openxmlformats.org/drawingml/2006/main" w="28575">
            <a:solidFill>
              <a:srgbClr val="CFD9DD"/>
            </a:solidFill>
            <a:prstDash val="solid"/>
          </a:ln>
        </p:spPr>
      </p:sp>
      <p:sp>
        <p:nvSpPr>
          <p:cNvPr id="21" name="">
            <a:extLst xmlns:a="http://schemas.openxmlformats.org/drawingml/2006/main">
              <a:ext uri="{FF2B5EF4-FFF2-40B4-BE49-F238E27FC236}">
                <a16:creationId xmlns:a16="http://schemas.microsoft.com/office/drawing/2014/main" id="{42C5B78C-6EB8-48D8-8223-12F8C9C19F3D}"/>
              </a:ext>
            </a:extLst>
          </p:cNvPr>
          <p:cNvSpPr>
            <a:spLocks xmlns:a="http://schemas.openxmlformats.org/drawingml/2006/main" noGrp="1"/>
          </p:cNvSpPr>
          <p:nvPr/>
        </p:nvSpPr>
        <p:spPr>
          <a:xfrm xmlns:a="http://schemas.openxmlformats.org/drawingml/2006/main">
            <a:off x="9758363" y="3085148"/>
            <a:ext cx="9525" cy="1426845"/>
          </a:xfrm>
          <a:custGeom xmlns:a="http://schemas.openxmlformats.org/drawingml/2006/main">
            <a:pathLst>
              <a:path w="9525" h="1426845">
                <a:moveTo>
                  <a:pt x="0" y="0"/>
                </a:moveTo>
                <a:lnTo>
                  <a:pt x="0" y="1426845"/>
                </a:lnTo>
              </a:path>
            </a:pathLst>
          </a:custGeom>
          <a:noFill xmlns:a="http://schemas.openxmlformats.org/drawingml/2006/main"/>
          <a:ln xmlns:a="http://schemas.openxmlformats.org/drawingml/2006/main" w="28575">
            <a:solidFill>
              <a:srgbClr val="182B33"/>
            </a:solidFill>
            <a:prstDash val="solid"/>
          </a:ln>
        </p:spPr>
      </p:sp>
      <p:sp>
        <p:nvSpPr>
          <p:cNvPr id="22" name="">
            <a:extLst xmlns:a="http://schemas.openxmlformats.org/drawingml/2006/main">
              <a:ext uri="{FF2B5EF4-FFF2-40B4-BE49-F238E27FC236}">
                <a16:creationId xmlns:a16="http://schemas.microsoft.com/office/drawing/2014/main" id="{6BF4EBBD-5D93-4907-98DB-0C0D07AAFA54}"/>
              </a:ext>
            </a:extLst>
          </p:cNvPr>
          <p:cNvSpPr>
            <a:spLocks xmlns:a="http://schemas.openxmlformats.org/drawingml/2006/main" noGrp="1"/>
          </p:cNvSpPr>
          <p:nvPr/>
        </p:nvSpPr>
        <p:spPr>
          <a:xfrm xmlns:a="http://schemas.openxmlformats.org/drawingml/2006/main">
            <a:off x="9044940" y="3798570"/>
            <a:ext cx="1426845" cy="9525"/>
          </a:xfrm>
          <a:custGeom xmlns:a="http://schemas.openxmlformats.org/drawingml/2006/main">
            <a:pathLst>
              <a:path w="1426845" h="9525">
                <a:moveTo>
                  <a:pt x="0" y="0"/>
                </a:moveTo>
                <a:lnTo>
                  <a:pt x="1426845" y="0"/>
                </a:lnTo>
              </a:path>
            </a:pathLst>
          </a:custGeom>
          <a:noFill xmlns:a="http://schemas.openxmlformats.org/drawingml/2006/main"/>
          <a:ln xmlns:a="http://schemas.openxmlformats.org/drawingml/2006/main" w="28575">
            <a:solidFill>
              <a:srgbClr val="182B33"/>
            </a:solidFill>
            <a:prstDash val="solid"/>
          </a:ln>
        </p:spPr>
      </p:sp>
      <p:sp>
        <p:nvSpPr>
          <p:cNvPr id="23" name="">
            <a:extLst xmlns:a="http://schemas.openxmlformats.org/drawingml/2006/main">
              <a:ext uri="{FF2B5EF4-FFF2-40B4-BE49-F238E27FC236}">
                <a16:creationId xmlns:a16="http://schemas.microsoft.com/office/drawing/2014/main" id="{5FD6EA69-6E3E-4AA3-A590-43AE5349D297}"/>
              </a:ext>
            </a:extLst>
          </p:cNvPr>
          <p:cNvSpPr>
            <a:spLocks xmlns:a="http://schemas.openxmlformats.org/drawingml/2006/main" noGrp="1"/>
          </p:cNvSpPr>
          <p:nvPr/>
        </p:nvSpPr>
        <p:spPr>
          <a:xfrm xmlns:a="http://schemas.openxmlformats.org/drawingml/2006/main">
            <a:off x="9910763" y="3598545"/>
            <a:ext cx="171450" cy="171450"/>
          </a:xfrm>
          <a:prstGeom xmlns:a="http://schemas.openxmlformats.org/drawingml/2006/main" prst="ellipse">
            <a:avLst/>
          </a:prstGeom>
          <a:solidFill xmlns:a="http://schemas.openxmlformats.org/drawingml/2006/main">
            <a:srgbClr val="A94737"/>
          </a:solidFill>
          <a:ln xmlns:a="http://schemas.openxmlformats.org/drawingml/2006/main" w="9525">
            <a:solidFill>
              <a:srgbClr val="A94737"/>
            </a:solidFill>
          </a:ln>
        </p:spPr>
      </p:sp>
      <p:sp>
        <p:nvSpPr>
          <p:cNvPr id="24" name="">
            <a:extLst xmlns:a="http://schemas.openxmlformats.org/drawingml/2006/main">
              <a:ext uri="{FF2B5EF4-FFF2-40B4-BE49-F238E27FC236}">
                <a16:creationId xmlns:a16="http://schemas.microsoft.com/office/drawing/2014/main" id="{A89C242E-84D6-4272-ADCE-D54C757A1329}"/>
              </a:ext>
            </a:extLst>
          </p:cNvPr>
          <p:cNvSpPr>
            <a:spLocks xmlns:a="http://schemas.openxmlformats.org/drawingml/2006/main" noGrp="1"/>
          </p:cNvSpPr>
          <p:nvPr/>
        </p:nvSpPr>
        <p:spPr>
          <a:xfrm xmlns:a="http://schemas.openxmlformats.org/drawingml/2006/main">
            <a:off x="10091738" y="3446145"/>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A94737"/>
                </a:solidFill>
                <a:latin typeface="Yu Gothic"/>
                <a:ea typeface="Yu Gothic"/>
                <a:cs typeface="Yu Gothic"/>
              </a:defRPr>
            </a:defPPr>
            <a:lvl1pPr algn="l">
              <a:defRPr sz="1650" b="1">
                <a:solidFill>
                  <a:srgbClr val="A94737"/>
                </a:solidFill>
                <a:latin typeface="Yu Gothic"/>
                <a:ea typeface="Yu Gothic"/>
                <a:cs typeface="Yu Gothic"/>
              </a:defRPr>
            </a:lvl1pPr>
            <a:lvl2pPr algn="l">
              <a:defRPr sz="1650" b="1">
                <a:solidFill>
                  <a:srgbClr val="A94737"/>
                </a:solidFill>
                <a:latin typeface="Yu Gothic"/>
                <a:ea typeface="Yu Gothic"/>
                <a:cs typeface="Yu Gothic"/>
              </a:defRPr>
            </a:lvl2pPr>
            <a:lvl3pPr algn="l">
              <a:defRPr sz="1650" b="1">
                <a:solidFill>
                  <a:srgbClr val="A94737"/>
                </a:solidFill>
                <a:latin typeface="Yu Gothic"/>
                <a:ea typeface="Yu Gothic"/>
                <a:cs typeface="Yu Gothic"/>
              </a:defRPr>
            </a:lvl3pPr>
            <a:lvl4pPr algn="l">
              <a:defRPr sz="1650" b="1">
                <a:solidFill>
                  <a:srgbClr val="A94737"/>
                </a:solidFill>
                <a:latin typeface="Yu Gothic"/>
                <a:ea typeface="Yu Gothic"/>
                <a:cs typeface="Yu Gothic"/>
              </a:defRPr>
            </a:lvl4pPr>
            <a:lvl5pPr algn="l">
              <a:defRPr sz="1650" b="1">
                <a:solidFill>
                  <a:srgbClr val="A94737"/>
                </a:solidFill>
                <a:latin typeface="Yu Gothic"/>
                <a:ea typeface="Yu Gothic"/>
                <a:cs typeface="Yu Gothic"/>
              </a:defRPr>
            </a:lvl5pPr>
            <a:lvl6pPr algn="l">
              <a:defRPr sz="1650" b="1">
                <a:solidFill>
                  <a:srgbClr val="A94737"/>
                </a:solidFill>
                <a:latin typeface="Yu Gothic"/>
                <a:ea typeface="Yu Gothic"/>
                <a:cs typeface="Yu Gothic"/>
              </a:defRPr>
            </a:lvl6pPr>
            <a:lvl7pPr algn="l">
              <a:defRPr sz="1650" b="1">
                <a:solidFill>
                  <a:srgbClr val="A94737"/>
                </a:solidFill>
                <a:latin typeface="Yu Gothic"/>
                <a:ea typeface="Yu Gothic"/>
                <a:cs typeface="Yu Gothic"/>
              </a:defRPr>
            </a:lvl7pPr>
            <a:lvl8pPr algn="l">
              <a:defRPr sz="1650" b="1">
                <a:solidFill>
                  <a:srgbClr val="A94737"/>
                </a:solidFill>
                <a:latin typeface="Yu Gothic"/>
                <a:ea typeface="Yu Gothic"/>
                <a:cs typeface="Yu Gothic"/>
              </a:defRPr>
            </a:lvl8pPr>
            <a:lvl9pPr algn="l">
              <a:defRPr sz="1650" b="1">
                <a:solidFill>
                  <a:srgbClr val="A94737"/>
                </a:solidFill>
                <a:latin typeface="Yu Gothic"/>
                <a:ea typeface="Yu Gothic"/>
                <a:cs typeface="Yu Gothic"/>
              </a:defRPr>
            </a:lvl9pPr>
          </a:lstStyle>
          <a:p xmlns:a="http://schemas.openxmlformats.org/drawingml/2006/main">
            <a:pPr algn="l">
              <a:defRPr sz="1650" b="1">
                <a:solidFill>
                  <a:srgbClr val="A94737"/>
                </a:solidFill>
                <a:latin typeface="Yu Gothic"/>
                <a:ea typeface="Yu Gothic"/>
                <a:cs typeface="Yu Gothic"/>
              </a:defRPr>
            </a:pPr>
            <a:r>
              <a:rPr sz="1650" b="1">
                <a:solidFill>
                  <a:srgbClr val="A94737"/>
                </a:solidFill>
                <a:latin typeface="Yu Gothic"/>
                <a:ea typeface="Yu Gothic"/>
                <a:cs typeface="Yu Gothic"/>
              </a:rPr>
              <a:t>像</a:t>
            </a:r>
          </a:p>
        </p:txBody>
      </p:sp>
      <p:sp>
        <p:nvSpPr>
          <p:cNvPr id="25" name="">
            <a:extLst xmlns:a="http://schemas.openxmlformats.org/drawingml/2006/main">
              <a:ext uri="{FF2B5EF4-FFF2-40B4-BE49-F238E27FC236}">
                <a16:creationId xmlns:a16="http://schemas.microsoft.com/office/drawing/2014/main" id="{D2508C45-99C8-46EB-83F2-205B2D5643E6}"/>
              </a:ext>
            </a:extLst>
          </p:cNvPr>
          <p:cNvSpPr>
            <a:spLocks xmlns:a="http://schemas.openxmlformats.org/drawingml/2006/main" noGrp="1"/>
          </p:cNvSpPr>
          <p:nvPr/>
        </p:nvSpPr>
        <p:spPr>
          <a:xfrm xmlns:a="http://schemas.openxmlformats.org/drawingml/2006/main">
            <a:off x="6229350" y="5534025"/>
            <a:ext cx="50196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1">
                <a:solidFill>
                  <a:srgbClr val="A94737"/>
                </a:solidFill>
                <a:latin typeface="Yu Gothic"/>
                <a:ea typeface="Yu Gothic"/>
                <a:cs typeface="Yu Gothic"/>
              </a:defRPr>
            </a:defPPr>
            <a:lvl1pPr algn="ctr">
              <a:defRPr sz="1650" b="1">
                <a:solidFill>
                  <a:srgbClr val="A94737"/>
                </a:solidFill>
                <a:latin typeface="Yu Gothic"/>
                <a:ea typeface="Yu Gothic"/>
                <a:cs typeface="Yu Gothic"/>
              </a:defRPr>
            </a:lvl1pPr>
            <a:lvl2pPr algn="ctr">
              <a:defRPr sz="1650" b="1">
                <a:solidFill>
                  <a:srgbClr val="A94737"/>
                </a:solidFill>
                <a:latin typeface="Yu Gothic"/>
                <a:ea typeface="Yu Gothic"/>
                <a:cs typeface="Yu Gothic"/>
              </a:defRPr>
            </a:lvl2pPr>
            <a:lvl3pPr algn="ctr">
              <a:defRPr sz="1650" b="1">
                <a:solidFill>
                  <a:srgbClr val="A94737"/>
                </a:solidFill>
                <a:latin typeface="Yu Gothic"/>
                <a:ea typeface="Yu Gothic"/>
                <a:cs typeface="Yu Gothic"/>
              </a:defRPr>
            </a:lvl3pPr>
            <a:lvl4pPr algn="ctr">
              <a:defRPr sz="1650" b="1">
                <a:solidFill>
                  <a:srgbClr val="A94737"/>
                </a:solidFill>
                <a:latin typeface="Yu Gothic"/>
                <a:ea typeface="Yu Gothic"/>
                <a:cs typeface="Yu Gothic"/>
              </a:defRPr>
            </a:lvl4pPr>
            <a:lvl5pPr algn="ctr">
              <a:defRPr sz="1650" b="1">
                <a:solidFill>
                  <a:srgbClr val="A94737"/>
                </a:solidFill>
                <a:latin typeface="Yu Gothic"/>
                <a:ea typeface="Yu Gothic"/>
                <a:cs typeface="Yu Gothic"/>
              </a:defRPr>
            </a:lvl5pPr>
            <a:lvl6pPr algn="ctr">
              <a:defRPr sz="1650" b="1">
                <a:solidFill>
                  <a:srgbClr val="A94737"/>
                </a:solidFill>
                <a:latin typeface="Yu Gothic"/>
                <a:ea typeface="Yu Gothic"/>
                <a:cs typeface="Yu Gothic"/>
              </a:defRPr>
            </a:lvl6pPr>
            <a:lvl7pPr algn="ctr">
              <a:defRPr sz="1650" b="1">
                <a:solidFill>
                  <a:srgbClr val="A94737"/>
                </a:solidFill>
                <a:latin typeface="Yu Gothic"/>
                <a:ea typeface="Yu Gothic"/>
                <a:cs typeface="Yu Gothic"/>
              </a:defRPr>
            </a:lvl7pPr>
            <a:lvl8pPr algn="ctr">
              <a:defRPr sz="1650" b="1">
                <a:solidFill>
                  <a:srgbClr val="A94737"/>
                </a:solidFill>
                <a:latin typeface="Yu Gothic"/>
                <a:ea typeface="Yu Gothic"/>
                <a:cs typeface="Yu Gothic"/>
              </a:defRPr>
            </a:lvl8pPr>
            <a:lvl9pPr algn="ctr">
              <a:defRPr sz="1650" b="1">
                <a:solidFill>
                  <a:srgbClr val="A94737"/>
                </a:solidFill>
                <a:latin typeface="Yu Gothic"/>
                <a:ea typeface="Yu Gothic"/>
                <a:cs typeface="Yu Gothic"/>
              </a:defRPr>
            </a:lvl9pPr>
          </a:lstStyle>
          <a:p xmlns:a="http://schemas.openxmlformats.org/drawingml/2006/main">
            <a:pPr algn="ctr">
              <a:defRPr sz="1650" b="1">
                <a:solidFill>
                  <a:srgbClr val="A94737"/>
                </a:solidFill>
                <a:latin typeface="Yu Gothic"/>
                <a:ea typeface="Yu Gothic"/>
                <a:cs typeface="Yu Gothic"/>
              </a:defRPr>
            </a:pPr>
            <a:r>
              <a:rPr sz="1650" b="1">
                <a:solidFill>
                  <a:srgbClr val="A94737"/>
                </a:solidFill>
                <a:latin typeface="Yu Gothic"/>
                <a:ea typeface="Yu Gothic"/>
                <a:cs typeface="Yu Gothic"/>
              </a:rPr>
              <a:t>十字線に対する像の位置が変化 → 視差あり</a:t>
            </a:r>
          </a:p>
        </p:txBody>
      </p:sp>
    </p:spTree>
    <p:extLst>
      <p:ext uri="{BB962C8B-B14F-4D97-AF65-F5344CB8AC3E}">
        <p14:creationId xmlns:p14="http://schemas.microsoft.com/office/powerpoint/2010/main" val="134780154"/>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31002FE1-DB96-407E-89AA-F496575FF4F1}"/>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C78C8174-6A71-4546-9DC2-3787BA5DDE60}"/>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正反観測</a:t>
            </a:r>
          </a:p>
        </p:txBody>
      </p:sp>
      <p:sp>
        <p:nvSpPr>
          <p:cNvPr id="3" name="">
            <a:extLst xmlns:a="http://schemas.openxmlformats.org/drawingml/2006/main">
              <a:ext uri="{FF2B5EF4-FFF2-40B4-BE49-F238E27FC236}">
                <a16:creationId xmlns:a16="http://schemas.microsoft.com/office/drawing/2014/main" id="{1636378A-B9E0-417F-BAFF-9A6CEB926844}"/>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正位と反位で、同じ目標を二度見る</a:t>
            </a:r>
          </a:p>
        </p:txBody>
      </p:sp>
      <p:sp>
        <p:nvSpPr>
          <p:cNvPr id="4" name="">
            <a:extLst xmlns:a="http://schemas.openxmlformats.org/drawingml/2006/main">
              <a:ext uri="{FF2B5EF4-FFF2-40B4-BE49-F238E27FC236}">
                <a16:creationId xmlns:a16="http://schemas.microsoft.com/office/drawing/2014/main" id="{9C7B7047-EDC5-49E8-85BA-AFF300D198C6}"/>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A72CC958-A49C-441B-A13F-40BD19962871}"/>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15</a:t>
            </a:r>
          </a:p>
        </p:txBody>
      </p:sp>
      <p:sp>
        <p:nvSpPr>
          <p:cNvPr id="6" name="">
            <a:extLst xmlns:a="http://schemas.openxmlformats.org/drawingml/2006/main">
              <a:ext uri="{FF2B5EF4-FFF2-40B4-BE49-F238E27FC236}">
                <a16:creationId xmlns:a16="http://schemas.microsoft.com/office/drawing/2014/main" id="{851D2B39-0D3E-4B11-AF7F-36599F861715}"/>
              </a:ext>
            </a:extLst>
          </p:cNvPr>
          <p:cNvSpPr>
            <a:spLocks xmlns:a="http://schemas.openxmlformats.org/drawingml/2006/main" noGrp="1"/>
          </p:cNvSpPr>
          <p:nvPr/>
        </p:nvSpPr>
        <p:spPr>
          <a:xfrm xmlns:a="http://schemas.openxmlformats.org/drawingml/2006/main">
            <a:off x="723900" y="1562100"/>
            <a:ext cx="5286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325" b="1">
                <a:solidFill>
                  <a:srgbClr val="52616A"/>
                </a:solidFill>
                <a:latin typeface="Yu Gothic"/>
                <a:ea typeface="Yu Gothic"/>
                <a:cs typeface="Yu Gothic"/>
              </a:defRPr>
            </a:defPPr>
            <a:lvl1pPr algn="l">
              <a:defRPr sz="2325" b="1">
                <a:solidFill>
                  <a:srgbClr val="52616A"/>
                </a:solidFill>
                <a:latin typeface="Yu Gothic"/>
                <a:ea typeface="Yu Gothic"/>
                <a:cs typeface="Yu Gothic"/>
              </a:defRPr>
            </a:lvl1pPr>
            <a:lvl2pPr algn="l">
              <a:defRPr sz="2325" b="1">
                <a:solidFill>
                  <a:srgbClr val="52616A"/>
                </a:solidFill>
                <a:latin typeface="Yu Gothic"/>
                <a:ea typeface="Yu Gothic"/>
                <a:cs typeface="Yu Gothic"/>
              </a:defRPr>
            </a:lvl2pPr>
            <a:lvl3pPr algn="l">
              <a:defRPr sz="2325" b="1">
                <a:solidFill>
                  <a:srgbClr val="52616A"/>
                </a:solidFill>
                <a:latin typeface="Yu Gothic"/>
                <a:ea typeface="Yu Gothic"/>
                <a:cs typeface="Yu Gothic"/>
              </a:defRPr>
            </a:lvl3pPr>
            <a:lvl4pPr algn="l">
              <a:defRPr sz="2325" b="1">
                <a:solidFill>
                  <a:srgbClr val="52616A"/>
                </a:solidFill>
                <a:latin typeface="Yu Gothic"/>
                <a:ea typeface="Yu Gothic"/>
                <a:cs typeface="Yu Gothic"/>
              </a:defRPr>
            </a:lvl4pPr>
            <a:lvl5pPr algn="l">
              <a:defRPr sz="2325" b="1">
                <a:solidFill>
                  <a:srgbClr val="52616A"/>
                </a:solidFill>
                <a:latin typeface="Yu Gothic"/>
                <a:ea typeface="Yu Gothic"/>
                <a:cs typeface="Yu Gothic"/>
              </a:defRPr>
            </a:lvl5pPr>
            <a:lvl6pPr algn="l">
              <a:defRPr sz="2325" b="1">
                <a:solidFill>
                  <a:srgbClr val="52616A"/>
                </a:solidFill>
                <a:latin typeface="Yu Gothic"/>
                <a:ea typeface="Yu Gothic"/>
                <a:cs typeface="Yu Gothic"/>
              </a:defRPr>
            </a:lvl6pPr>
            <a:lvl7pPr algn="l">
              <a:defRPr sz="2325" b="1">
                <a:solidFill>
                  <a:srgbClr val="52616A"/>
                </a:solidFill>
                <a:latin typeface="Yu Gothic"/>
                <a:ea typeface="Yu Gothic"/>
                <a:cs typeface="Yu Gothic"/>
              </a:defRPr>
            </a:lvl7pPr>
            <a:lvl8pPr algn="l">
              <a:defRPr sz="2325" b="1">
                <a:solidFill>
                  <a:srgbClr val="52616A"/>
                </a:solidFill>
                <a:latin typeface="Yu Gothic"/>
                <a:ea typeface="Yu Gothic"/>
                <a:cs typeface="Yu Gothic"/>
              </a:defRPr>
            </a:lvl8pPr>
            <a:lvl9pPr algn="l">
              <a:defRPr sz="2325" b="1">
                <a:solidFill>
                  <a:srgbClr val="52616A"/>
                </a:solidFill>
                <a:latin typeface="Yu Gothic"/>
                <a:ea typeface="Yu Gothic"/>
                <a:cs typeface="Yu Gothic"/>
              </a:defRPr>
            </a:lvl9pPr>
          </a:lstStyle>
          <a:p xmlns:a="http://schemas.openxmlformats.org/drawingml/2006/main">
            <a:pPr algn="l">
              <a:defRPr sz="2325" b="1">
                <a:solidFill>
                  <a:srgbClr val="52616A"/>
                </a:solidFill>
                <a:latin typeface="Yu Gothic"/>
                <a:ea typeface="Yu Gothic"/>
                <a:cs typeface="Yu Gothic"/>
              </a:defRPr>
            </a:pPr>
            <a:r>
              <a:rPr sz="2325" b="1">
                <a:solidFill>
                  <a:srgbClr val="52616A"/>
                </a:solidFill>
                <a:latin typeface="Yu Gothic"/>
                <a:ea typeface="Yu Gothic"/>
                <a:cs typeface="Yu Gothic"/>
              </a:rPr>
              <a:t>望遠鏡を反転し、本体を180°回す</a:t>
            </a:r>
          </a:p>
        </p:txBody>
      </p:sp>
      <p:sp>
        <p:nvSpPr>
          <p:cNvPr id="7" name="">
            <a:extLst xmlns:a="http://schemas.openxmlformats.org/drawingml/2006/main">
              <a:ext uri="{FF2B5EF4-FFF2-40B4-BE49-F238E27FC236}">
                <a16:creationId xmlns:a16="http://schemas.microsoft.com/office/drawing/2014/main" id="{A148DA64-5C12-42DC-B15C-F234613CECDA}"/>
              </a:ext>
            </a:extLst>
          </p:cNvPr>
          <p:cNvSpPr>
            <a:spLocks xmlns:a="http://schemas.openxmlformats.org/drawingml/2006/main" noGrp="1"/>
          </p:cNvSpPr>
          <p:nvPr/>
        </p:nvSpPr>
        <p:spPr>
          <a:xfrm xmlns:a="http://schemas.openxmlformats.org/drawingml/2006/main">
            <a:off x="723900" y="2428875"/>
            <a:ext cx="228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425" b="1">
                <a:solidFill>
                  <a:srgbClr val="166B68"/>
                </a:solidFill>
                <a:latin typeface="Yu Gothic"/>
                <a:ea typeface="Yu Gothic"/>
                <a:cs typeface="Yu Gothic"/>
              </a:defRPr>
            </a:defPPr>
            <a:lvl1pPr algn="ctr">
              <a:defRPr sz="1425" b="1">
                <a:solidFill>
                  <a:srgbClr val="166B68"/>
                </a:solidFill>
                <a:latin typeface="Yu Gothic"/>
                <a:ea typeface="Yu Gothic"/>
                <a:cs typeface="Yu Gothic"/>
              </a:defRPr>
            </a:lvl1pPr>
            <a:lvl2pPr algn="ctr">
              <a:defRPr sz="1425" b="1">
                <a:solidFill>
                  <a:srgbClr val="166B68"/>
                </a:solidFill>
                <a:latin typeface="Yu Gothic"/>
                <a:ea typeface="Yu Gothic"/>
                <a:cs typeface="Yu Gothic"/>
              </a:defRPr>
            </a:lvl2pPr>
            <a:lvl3pPr algn="ctr">
              <a:defRPr sz="1425" b="1">
                <a:solidFill>
                  <a:srgbClr val="166B68"/>
                </a:solidFill>
                <a:latin typeface="Yu Gothic"/>
                <a:ea typeface="Yu Gothic"/>
                <a:cs typeface="Yu Gothic"/>
              </a:defRPr>
            </a:lvl3pPr>
            <a:lvl4pPr algn="ctr">
              <a:defRPr sz="1425" b="1">
                <a:solidFill>
                  <a:srgbClr val="166B68"/>
                </a:solidFill>
                <a:latin typeface="Yu Gothic"/>
                <a:ea typeface="Yu Gothic"/>
                <a:cs typeface="Yu Gothic"/>
              </a:defRPr>
            </a:lvl4pPr>
            <a:lvl5pPr algn="ctr">
              <a:defRPr sz="1425" b="1">
                <a:solidFill>
                  <a:srgbClr val="166B68"/>
                </a:solidFill>
                <a:latin typeface="Yu Gothic"/>
                <a:ea typeface="Yu Gothic"/>
                <a:cs typeface="Yu Gothic"/>
              </a:defRPr>
            </a:lvl5pPr>
            <a:lvl6pPr algn="ctr">
              <a:defRPr sz="1425" b="1">
                <a:solidFill>
                  <a:srgbClr val="166B68"/>
                </a:solidFill>
                <a:latin typeface="Yu Gothic"/>
                <a:ea typeface="Yu Gothic"/>
                <a:cs typeface="Yu Gothic"/>
              </a:defRPr>
            </a:lvl6pPr>
            <a:lvl7pPr algn="ctr">
              <a:defRPr sz="1425" b="1">
                <a:solidFill>
                  <a:srgbClr val="166B68"/>
                </a:solidFill>
                <a:latin typeface="Yu Gothic"/>
                <a:ea typeface="Yu Gothic"/>
                <a:cs typeface="Yu Gothic"/>
              </a:defRPr>
            </a:lvl7pPr>
            <a:lvl8pPr algn="ctr">
              <a:defRPr sz="1425" b="1">
                <a:solidFill>
                  <a:srgbClr val="166B68"/>
                </a:solidFill>
                <a:latin typeface="Yu Gothic"/>
                <a:ea typeface="Yu Gothic"/>
                <a:cs typeface="Yu Gothic"/>
              </a:defRPr>
            </a:lvl8pPr>
            <a:lvl9pPr algn="ctr">
              <a:defRPr sz="1425" b="1">
                <a:solidFill>
                  <a:srgbClr val="166B68"/>
                </a:solidFill>
                <a:latin typeface="Yu Gothic"/>
                <a:ea typeface="Yu Gothic"/>
                <a:cs typeface="Yu Gothic"/>
              </a:defRPr>
            </a:lvl9pPr>
          </a:lstStyle>
          <a:p xmlns:a="http://schemas.openxmlformats.org/drawingml/2006/main">
            <a:pPr algn="ctr">
              <a:defRPr sz="1425" b="1">
                <a:solidFill>
                  <a:srgbClr val="166B68"/>
                </a:solidFill>
                <a:latin typeface="Yu Gothic"/>
                <a:ea typeface="Yu Gothic"/>
                <a:cs typeface="Yu Gothic"/>
              </a:defRPr>
            </a:pPr>
            <a:r>
              <a:rPr sz="1425" b="1">
                <a:solidFill>
                  <a:srgbClr val="166B68"/>
                </a:solidFill>
                <a:latin typeface="Yu Gothic"/>
                <a:ea typeface="Yu Gothic"/>
                <a:cs typeface="Yu Gothic"/>
              </a:rPr>
              <a:t>●</a:t>
            </a:r>
          </a:p>
        </p:txBody>
      </p:sp>
      <p:sp>
        <p:nvSpPr>
          <p:cNvPr id="8" name="">
            <a:extLst xmlns:a="http://schemas.openxmlformats.org/drawingml/2006/main">
              <a:ext uri="{FF2B5EF4-FFF2-40B4-BE49-F238E27FC236}">
                <a16:creationId xmlns:a16="http://schemas.microsoft.com/office/drawing/2014/main" id="{E9FB3841-2603-4EE7-8420-4455E37AEB62}"/>
              </a:ext>
            </a:extLst>
          </p:cNvPr>
          <p:cNvSpPr>
            <a:spLocks xmlns:a="http://schemas.openxmlformats.org/drawingml/2006/main" noGrp="1"/>
          </p:cNvSpPr>
          <p:nvPr/>
        </p:nvSpPr>
        <p:spPr>
          <a:xfrm xmlns:a="http://schemas.openxmlformats.org/drawingml/2006/main">
            <a:off x="1047750" y="242887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生読定は 正L・反R</a:t>
            </a:r>
          </a:p>
        </p:txBody>
      </p:sp>
      <p:sp>
        <p:nvSpPr>
          <p:cNvPr id="9" name="">
            <a:extLst xmlns:a="http://schemas.openxmlformats.org/drawingml/2006/main">
              <a:ext uri="{FF2B5EF4-FFF2-40B4-BE49-F238E27FC236}">
                <a16:creationId xmlns:a16="http://schemas.microsoft.com/office/drawing/2014/main" id="{B16E3132-6F7C-4F21-AADF-E93C9FD37C68}"/>
              </a:ext>
            </a:extLst>
          </p:cNvPr>
          <p:cNvSpPr>
            <a:spLocks xmlns:a="http://schemas.openxmlformats.org/drawingml/2006/main" noGrp="1"/>
          </p:cNvSpPr>
          <p:nvPr/>
        </p:nvSpPr>
        <p:spPr>
          <a:xfrm xmlns:a="http://schemas.openxmlformats.org/drawingml/2006/main">
            <a:off x="723900" y="3019425"/>
            <a:ext cx="228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425" b="1">
                <a:solidFill>
                  <a:srgbClr val="166B68"/>
                </a:solidFill>
                <a:latin typeface="Yu Gothic"/>
                <a:ea typeface="Yu Gothic"/>
                <a:cs typeface="Yu Gothic"/>
              </a:defRPr>
            </a:defPPr>
            <a:lvl1pPr algn="ctr">
              <a:defRPr sz="1425" b="1">
                <a:solidFill>
                  <a:srgbClr val="166B68"/>
                </a:solidFill>
                <a:latin typeface="Yu Gothic"/>
                <a:ea typeface="Yu Gothic"/>
                <a:cs typeface="Yu Gothic"/>
              </a:defRPr>
            </a:lvl1pPr>
            <a:lvl2pPr algn="ctr">
              <a:defRPr sz="1425" b="1">
                <a:solidFill>
                  <a:srgbClr val="166B68"/>
                </a:solidFill>
                <a:latin typeface="Yu Gothic"/>
                <a:ea typeface="Yu Gothic"/>
                <a:cs typeface="Yu Gothic"/>
              </a:defRPr>
            </a:lvl2pPr>
            <a:lvl3pPr algn="ctr">
              <a:defRPr sz="1425" b="1">
                <a:solidFill>
                  <a:srgbClr val="166B68"/>
                </a:solidFill>
                <a:latin typeface="Yu Gothic"/>
                <a:ea typeface="Yu Gothic"/>
                <a:cs typeface="Yu Gothic"/>
              </a:defRPr>
            </a:lvl3pPr>
            <a:lvl4pPr algn="ctr">
              <a:defRPr sz="1425" b="1">
                <a:solidFill>
                  <a:srgbClr val="166B68"/>
                </a:solidFill>
                <a:latin typeface="Yu Gothic"/>
                <a:ea typeface="Yu Gothic"/>
                <a:cs typeface="Yu Gothic"/>
              </a:defRPr>
            </a:lvl4pPr>
            <a:lvl5pPr algn="ctr">
              <a:defRPr sz="1425" b="1">
                <a:solidFill>
                  <a:srgbClr val="166B68"/>
                </a:solidFill>
                <a:latin typeface="Yu Gothic"/>
                <a:ea typeface="Yu Gothic"/>
                <a:cs typeface="Yu Gothic"/>
              </a:defRPr>
            </a:lvl5pPr>
            <a:lvl6pPr algn="ctr">
              <a:defRPr sz="1425" b="1">
                <a:solidFill>
                  <a:srgbClr val="166B68"/>
                </a:solidFill>
                <a:latin typeface="Yu Gothic"/>
                <a:ea typeface="Yu Gothic"/>
                <a:cs typeface="Yu Gothic"/>
              </a:defRPr>
            </a:lvl6pPr>
            <a:lvl7pPr algn="ctr">
              <a:defRPr sz="1425" b="1">
                <a:solidFill>
                  <a:srgbClr val="166B68"/>
                </a:solidFill>
                <a:latin typeface="Yu Gothic"/>
                <a:ea typeface="Yu Gothic"/>
                <a:cs typeface="Yu Gothic"/>
              </a:defRPr>
            </a:lvl7pPr>
            <a:lvl8pPr algn="ctr">
              <a:defRPr sz="1425" b="1">
                <a:solidFill>
                  <a:srgbClr val="166B68"/>
                </a:solidFill>
                <a:latin typeface="Yu Gothic"/>
                <a:ea typeface="Yu Gothic"/>
                <a:cs typeface="Yu Gothic"/>
              </a:defRPr>
            </a:lvl8pPr>
            <a:lvl9pPr algn="ctr">
              <a:defRPr sz="1425" b="1">
                <a:solidFill>
                  <a:srgbClr val="166B68"/>
                </a:solidFill>
                <a:latin typeface="Yu Gothic"/>
                <a:ea typeface="Yu Gothic"/>
                <a:cs typeface="Yu Gothic"/>
              </a:defRPr>
            </a:lvl9pPr>
          </a:lstStyle>
          <a:p xmlns:a="http://schemas.openxmlformats.org/drawingml/2006/main">
            <a:pPr algn="ctr">
              <a:defRPr sz="1425" b="1">
                <a:solidFill>
                  <a:srgbClr val="166B68"/>
                </a:solidFill>
                <a:latin typeface="Yu Gothic"/>
                <a:ea typeface="Yu Gothic"/>
                <a:cs typeface="Yu Gothic"/>
              </a:defRPr>
            </a:pPr>
            <a:r>
              <a:rPr sz="1425" b="1">
                <a:solidFill>
                  <a:srgbClr val="166B68"/>
                </a:solidFill>
                <a:latin typeface="Yu Gothic"/>
                <a:ea typeface="Yu Gothic"/>
                <a:cs typeface="Yu Gothic"/>
              </a:rPr>
              <a:t>●</a:t>
            </a:r>
          </a:p>
        </p:txBody>
      </p:sp>
      <p:sp>
        <p:nvSpPr>
          <p:cNvPr id="10" name="">
            <a:extLst xmlns:a="http://schemas.openxmlformats.org/drawingml/2006/main">
              <a:ext uri="{FF2B5EF4-FFF2-40B4-BE49-F238E27FC236}">
                <a16:creationId xmlns:a16="http://schemas.microsoft.com/office/drawing/2014/main" id="{F0A9E5FA-19AD-4631-B0E7-FD8CD204BA1C}"/>
              </a:ext>
            </a:extLst>
          </p:cNvPr>
          <p:cNvSpPr>
            <a:spLocks xmlns:a="http://schemas.openxmlformats.org/drawingml/2006/main" noGrp="1"/>
          </p:cNvSpPr>
          <p:nvPr/>
        </p:nvSpPr>
        <p:spPr>
          <a:xfrm xmlns:a="http://schemas.openxmlformats.org/drawingml/2006/main">
            <a:off x="1047750" y="301942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同じ目標・同じ器械設置で観測</a:t>
            </a:r>
          </a:p>
        </p:txBody>
      </p:sp>
      <p:sp>
        <p:nvSpPr>
          <p:cNvPr id="11" name="">
            <a:extLst xmlns:a="http://schemas.openxmlformats.org/drawingml/2006/main">
              <a:ext uri="{FF2B5EF4-FFF2-40B4-BE49-F238E27FC236}">
                <a16:creationId xmlns:a16="http://schemas.microsoft.com/office/drawing/2014/main" id="{45054428-1F2C-4978-9E82-1443B521D9FC}"/>
              </a:ext>
            </a:extLst>
          </p:cNvPr>
          <p:cNvSpPr>
            <a:spLocks xmlns:a="http://schemas.openxmlformats.org/drawingml/2006/main" noGrp="1"/>
          </p:cNvSpPr>
          <p:nvPr/>
        </p:nvSpPr>
        <p:spPr>
          <a:xfrm xmlns:a="http://schemas.openxmlformats.org/drawingml/2006/main">
            <a:off x="6229350" y="1628775"/>
            <a:ext cx="50196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1">
                <a:solidFill>
                  <a:srgbClr val="182B33"/>
                </a:solidFill>
                <a:latin typeface="Yu Gothic"/>
                <a:ea typeface="Yu Gothic"/>
                <a:cs typeface="Yu Gothic"/>
              </a:defRPr>
            </a:defPPr>
            <a:lvl1pPr algn="ctr">
              <a:defRPr sz="1650" b="1">
                <a:solidFill>
                  <a:srgbClr val="182B33"/>
                </a:solidFill>
                <a:latin typeface="Yu Gothic"/>
                <a:ea typeface="Yu Gothic"/>
                <a:cs typeface="Yu Gothic"/>
              </a:defRPr>
            </a:lvl1pPr>
            <a:lvl2pPr algn="ctr">
              <a:defRPr sz="1650" b="1">
                <a:solidFill>
                  <a:srgbClr val="182B33"/>
                </a:solidFill>
                <a:latin typeface="Yu Gothic"/>
                <a:ea typeface="Yu Gothic"/>
                <a:cs typeface="Yu Gothic"/>
              </a:defRPr>
            </a:lvl2pPr>
            <a:lvl3pPr algn="ctr">
              <a:defRPr sz="1650" b="1">
                <a:solidFill>
                  <a:srgbClr val="182B33"/>
                </a:solidFill>
                <a:latin typeface="Yu Gothic"/>
                <a:ea typeface="Yu Gothic"/>
                <a:cs typeface="Yu Gothic"/>
              </a:defRPr>
            </a:lvl3pPr>
            <a:lvl4pPr algn="ctr">
              <a:defRPr sz="1650" b="1">
                <a:solidFill>
                  <a:srgbClr val="182B33"/>
                </a:solidFill>
                <a:latin typeface="Yu Gothic"/>
                <a:ea typeface="Yu Gothic"/>
                <a:cs typeface="Yu Gothic"/>
              </a:defRPr>
            </a:lvl4pPr>
            <a:lvl5pPr algn="ctr">
              <a:defRPr sz="1650" b="1">
                <a:solidFill>
                  <a:srgbClr val="182B33"/>
                </a:solidFill>
                <a:latin typeface="Yu Gothic"/>
                <a:ea typeface="Yu Gothic"/>
                <a:cs typeface="Yu Gothic"/>
              </a:defRPr>
            </a:lvl5pPr>
            <a:lvl6pPr algn="ctr">
              <a:defRPr sz="1650" b="1">
                <a:solidFill>
                  <a:srgbClr val="182B33"/>
                </a:solidFill>
                <a:latin typeface="Yu Gothic"/>
                <a:ea typeface="Yu Gothic"/>
                <a:cs typeface="Yu Gothic"/>
              </a:defRPr>
            </a:lvl6pPr>
            <a:lvl7pPr algn="ctr">
              <a:defRPr sz="1650" b="1">
                <a:solidFill>
                  <a:srgbClr val="182B33"/>
                </a:solidFill>
                <a:latin typeface="Yu Gothic"/>
                <a:ea typeface="Yu Gothic"/>
                <a:cs typeface="Yu Gothic"/>
              </a:defRPr>
            </a:lvl7pPr>
            <a:lvl8pPr algn="ctr">
              <a:defRPr sz="1650" b="1">
                <a:solidFill>
                  <a:srgbClr val="182B33"/>
                </a:solidFill>
                <a:latin typeface="Yu Gothic"/>
                <a:ea typeface="Yu Gothic"/>
                <a:cs typeface="Yu Gothic"/>
              </a:defRPr>
            </a:lvl8pPr>
            <a:lvl9pPr algn="ctr">
              <a:defRPr sz="1650" b="1">
                <a:solidFill>
                  <a:srgbClr val="182B33"/>
                </a:solidFill>
                <a:latin typeface="Yu Gothic"/>
                <a:ea typeface="Yu Gothic"/>
                <a:cs typeface="Yu Gothic"/>
              </a:defRPr>
            </a:lvl9pPr>
          </a:lstStyle>
          <a:p xmlns:a="http://schemas.openxmlformats.org/drawingml/2006/main">
            <a:pPr algn="ctr">
              <a:defRPr sz="1650" b="1">
                <a:solidFill>
                  <a:srgbClr val="182B33"/>
                </a:solidFill>
                <a:latin typeface="Yu Gothic"/>
                <a:ea typeface="Yu Gothic"/>
                <a:cs typeface="Yu Gothic"/>
              </a:defRPr>
            </a:pPr>
            <a:r>
              <a:rPr sz="1650" b="1">
                <a:solidFill>
                  <a:srgbClr val="182B33"/>
                </a:solidFill>
                <a:latin typeface="Yu Gothic"/>
                <a:ea typeface="Yu Gothic"/>
                <a:cs typeface="Yu Gothic"/>
              </a:rPr>
              <a:t>器械は移動しない：同じ器械点 O・同じ目標</a:t>
            </a:r>
          </a:p>
        </p:txBody>
      </p:sp>
      <p:sp>
        <p:nvSpPr>
          <p:cNvPr id="12" name="">
            <a:extLst xmlns:a="http://schemas.openxmlformats.org/drawingml/2006/main">
              <a:ext uri="{FF2B5EF4-FFF2-40B4-BE49-F238E27FC236}">
                <a16:creationId xmlns:a16="http://schemas.microsoft.com/office/drawing/2014/main" id="{F40CA974-D0B6-4793-A7AF-CDF3B5513FAD}"/>
              </a:ext>
            </a:extLst>
          </p:cNvPr>
          <p:cNvSpPr>
            <a:spLocks xmlns:a="http://schemas.openxmlformats.org/drawingml/2006/main" noGrp="1"/>
          </p:cNvSpPr>
          <p:nvPr/>
        </p:nvSpPr>
        <p:spPr>
          <a:xfrm xmlns:a="http://schemas.openxmlformats.org/drawingml/2006/main">
            <a:off x="6191250" y="1981200"/>
            <a:ext cx="2462213" cy="3790950"/>
          </a:xfrm>
          <a:prstGeom xmlns:a="http://schemas.openxmlformats.org/drawingml/2006/main" prst="roundRect">
            <a:avLst>
              <a:gd name="adj" fmla="val 3095"/>
            </a:avLst>
          </a:prstGeom>
          <a:solidFill xmlns:a="http://schemas.openxmlformats.org/drawingml/2006/main">
            <a:srgbClr val="EEF5F4"/>
          </a:solidFill>
          <a:ln xmlns:a="http://schemas.openxmlformats.org/drawingml/2006/main" w="19050">
            <a:solidFill>
              <a:srgbClr val="CFD9DD"/>
            </a:solidFill>
          </a:ln>
        </p:spPr>
      </p:sp>
      <p:sp>
        <p:nvSpPr>
          <p:cNvPr id="13" name="">
            <a:extLst xmlns:a="http://schemas.openxmlformats.org/drawingml/2006/main">
              <a:ext uri="{FF2B5EF4-FFF2-40B4-BE49-F238E27FC236}">
                <a16:creationId xmlns:a16="http://schemas.microsoft.com/office/drawing/2014/main" id="{4D06BDFA-B322-4423-8CF9-F1DC374788AC}"/>
              </a:ext>
            </a:extLst>
          </p:cNvPr>
          <p:cNvSpPr>
            <a:spLocks xmlns:a="http://schemas.openxmlformats.org/drawingml/2006/main" noGrp="1"/>
          </p:cNvSpPr>
          <p:nvPr/>
        </p:nvSpPr>
        <p:spPr>
          <a:xfrm xmlns:a="http://schemas.openxmlformats.org/drawingml/2006/main">
            <a:off x="7422356" y="2667000"/>
            <a:ext cx="9525" cy="1969770"/>
          </a:xfrm>
          <a:custGeom xmlns:a="http://schemas.openxmlformats.org/drawingml/2006/main">
            <a:pathLst>
              <a:path w="9525" h="1969770">
                <a:moveTo>
                  <a:pt x="0" y="1969770"/>
                </a:moveTo>
                <a:lnTo>
                  <a:pt x="0" y="0"/>
                </a:lnTo>
              </a:path>
            </a:pathLst>
          </a:custGeom>
          <a:noFill xmlns:a="http://schemas.openxmlformats.org/drawingml/2006/main"/>
          <a:ln xmlns:a="http://schemas.openxmlformats.org/drawingml/2006/main" w="38100">
            <a:solidFill>
              <a:srgbClr val="166B68"/>
            </a:solidFill>
            <a:prstDash val="solid"/>
          </a:ln>
        </p:spPr>
      </p:sp>
      <p:sp>
        <p:nvSpPr>
          <p:cNvPr id="14" name="">
            <a:extLst xmlns:a="http://schemas.openxmlformats.org/drawingml/2006/main">
              <a:ext uri="{FF2B5EF4-FFF2-40B4-BE49-F238E27FC236}">
                <a16:creationId xmlns:a16="http://schemas.microsoft.com/office/drawing/2014/main" id="{D450AB17-10C2-44D0-B6EA-A01B8E0C7F4B}"/>
              </a:ext>
            </a:extLst>
          </p:cNvPr>
          <p:cNvSpPr>
            <a:spLocks xmlns:a="http://schemas.openxmlformats.org/drawingml/2006/main" noGrp="1"/>
          </p:cNvSpPr>
          <p:nvPr/>
        </p:nvSpPr>
        <p:spPr>
          <a:xfrm xmlns:a="http://schemas.openxmlformats.org/drawingml/2006/main">
            <a:off x="7346156" y="4560570"/>
            <a:ext cx="152400" cy="152400"/>
          </a:xfrm>
          <a:prstGeom xmlns:a="http://schemas.openxmlformats.org/drawingml/2006/main" prst="ellipse">
            <a:avLst/>
          </a:prstGeom>
          <a:solidFill xmlns:a="http://schemas.openxmlformats.org/drawingml/2006/main">
            <a:srgbClr val="166B68"/>
          </a:solidFill>
          <a:ln xmlns:a="http://schemas.openxmlformats.org/drawingml/2006/main" w="9525">
            <a:solidFill>
              <a:srgbClr val="166B68"/>
            </a:solidFill>
          </a:ln>
        </p:spPr>
      </p:sp>
      <p:sp>
        <p:nvSpPr>
          <p:cNvPr id="15" name="">
            <a:extLst xmlns:a="http://schemas.openxmlformats.org/drawingml/2006/main">
              <a:ext uri="{FF2B5EF4-FFF2-40B4-BE49-F238E27FC236}">
                <a16:creationId xmlns:a16="http://schemas.microsoft.com/office/drawing/2014/main" id="{A444EABC-79B7-4E78-846B-757236BD79B1}"/>
              </a:ext>
            </a:extLst>
          </p:cNvPr>
          <p:cNvSpPr>
            <a:spLocks xmlns:a="http://schemas.openxmlformats.org/drawingml/2006/main" noGrp="1"/>
          </p:cNvSpPr>
          <p:nvPr/>
        </p:nvSpPr>
        <p:spPr>
          <a:xfrm xmlns:a="http://schemas.openxmlformats.org/drawingml/2006/main">
            <a:off x="7355681" y="2600325"/>
            <a:ext cx="133350" cy="133350"/>
          </a:xfrm>
          <a:prstGeom xmlns:a="http://schemas.openxmlformats.org/drawingml/2006/main" prst="ellipse">
            <a:avLst/>
          </a:prstGeom>
          <a:solidFill xmlns:a="http://schemas.openxmlformats.org/drawingml/2006/main">
            <a:srgbClr val="182B33"/>
          </a:solidFill>
          <a:ln xmlns:a="http://schemas.openxmlformats.org/drawingml/2006/main" w="9525">
            <a:solidFill>
              <a:srgbClr val="182B33"/>
            </a:solidFill>
          </a:ln>
        </p:spPr>
      </p:sp>
      <p:sp>
        <p:nvSpPr>
          <p:cNvPr id="16" name="">
            <a:extLst xmlns:a="http://schemas.openxmlformats.org/drawingml/2006/main">
              <a:ext uri="{FF2B5EF4-FFF2-40B4-BE49-F238E27FC236}">
                <a16:creationId xmlns:a16="http://schemas.microsoft.com/office/drawing/2014/main" id="{EBA65670-34A6-4E6B-8C9A-FC25868D9E9B}"/>
              </a:ext>
            </a:extLst>
          </p:cNvPr>
          <p:cNvSpPr>
            <a:spLocks xmlns:a="http://schemas.openxmlformats.org/drawingml/2006/main" noGrp="1"/>
          </p:cNvSpPr>
          <p:nvPr/>
        </p:nvSpPr>
        <p:spPr>
          <a:xfrm xmlns:a="http://schemas.openxmlformats.org/drawingml/2006/main">
            <a:off x="6267450" y="2066925"/>
            <a:ext cx="2309813"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1">
                <a:solidFill>
                  <a:srgbClr val="166B68"/>
                </a:solidFill>
                <a:latin typeface="Yu Gothic"/>
                <a:ea typeface="Yu Gothic"/>
                <a:cs typeface="Yu Gothic"/>
              </a:defRPr>
            </a:defPPr>
            <a:lvl1pPr algn="ctr">
              <a:defRPr sz="1650" b="1">
                <a:solidFill>
                  <a:srgbClr val="166B68"/>
                </a:solidFill>
                <a:latin typeface="Yu Gothic"/>
                <a:ea typeface="Yu Gothic"/>
                <a:cs typeface="Yu Gothic"/>
              </a:defRPr>
            </a:lvl1pPr>
            <a:lvl2pPr algn="ctr">
              <a:defRPr sz="1650" b="1">
                <a:solidFill>
                  <a:srgbClr val="166B68"/>
                </a:solidFill>
                <a:latin typeface="Yu Gothic"/>
                <a:ea typeface="Yu Gothic"/>
                <a:cs typeface="Yu Gothic"/>
              </a:defRPr>
            </a:lvl2pPr>
            <a:lvl3pPr algn="ctr">
              <a:defRPr sz="1650" b="1">
                <a:solidFill>
                  <a:srgbClr val="166B68"/>
                </a:solidFill>
                <a:latin typeface="Yu Gothic"/>
                <a:ea typeface="Yu Gothic"/>
                <a:cs typeface="Yu Gothic"/>
              </a:defRPr>
            </a:lvl3pPr>
            <a:lvl4pPr algn="ctr">
              <a:defRPr sz="1650" b="1">
                <a:solidFill>
                  <a:srgbClr val="166B68"/>
                </a:solidFill>
                <a:latin typeface="Yu Gothic"/>
                <a:ea typeface="Yu Gothic"/>
                <a:cs typeface="Yu Gothic"/>
              </a:defRPr>
            </a:lvl4pPr>
            <a:lvl5pPr algn="ctr">
              <a:defRPr sz="1650" b="1">
                <a:solidFill>
                  <a:srgbClr val="166B68"/>
                </a:solidFill>
                <a:latin typeface="Yu Gothic"/>
                <a:ea typeface="Yu Gothic"/>
                <a:cs typeface="Yu Gothic"/>
              </a:defRPr>
            </a:lvl5pPr>
            <a:lvl6pPr algn="ctr">
              <a:defRPr sz="1650" b="1">
                <a:solidFill>
                  <a:srgbClr val="166B68"/>
                </a:solidFill>
                <a:latin typeface="Yu Gothic"/>
                <a:ea typeface="Yu Gothic"/>
                <a:cs typeface="Yu Gothic"/>
              </a:defRPr>
            </a:lvl6pPr>
            <a:lvl7pPr algn="ctr">
              <a:defRPr sz="1650" b="1">
                <a:solidFill>
                  <a:srgbClr val="166B68"/>
                </a:solidFill>
                <a:latin typeface="Yu Gothic"/>
                <a:ea typeface="Yu Gothic"/>
                <a:cs typeface="Yu Gothic"/>
              </a:defRPr>
            </a:lvl7pPr>
            <a:lvl8pPr algn="ctr">
              <a:defRPr sz="1650" b="1">
                <a:solidFill>
                  <a:srgbClr val="166B68"/>
                </a:solidFill>
                <a:latin typeface="Yu Gothic"/>
                <a:ea typeface="Yu Gothic"/>
                <a:cs typeface="Yu Gothic"/>
              </a:defRPr>
            </a:lvl8pPr>
            <a:lvl9pPr algn="ctr">
              <a:defRPr sz="1650" b="1">
                <a:solidFill>
                  <a:srgbClr val="166B68"/>
                </a:solidFill>
                <a:latin typeface="Yu Gothic"/>
                <a:ea typeface="Yu Gothic"/>
                <a:cs typeface="Yu Gothic"/>
              </a:defRPr>
            </a:lvl9pPr>
          </a:lstStyle>
          <a:p xmlns:a="http://schemas.openxmlformats.org/drawingml/2006/main">
            <a:pPr algn="ctr">
              <a:defRPr sz="1650" b="1">
                <a:solidFill>
                  <a:srgbClr val="166B68"/>
                </a:solidFill>
                <a:latin typeface="Yu Gothic"/>
                <a:ea typeface="Yu Gothic"/>
                <a:cs typeface="Yu Gothic"/>
              </a:defRPr>
            </a:pPr>
            <a:r>
              <a:rPr sz="1650" b="1">
                <a:solidFill>
                  <a:srgbClr val="166B68"/>
                </a:solidFill>
                <a:latin typeface="Yu Gothic"/>
                <a:ea typeface="Yu Gothic"/>
                <a:cs typeface="Yu Gothic"/>
              </a:rPr>
              <a:t>正 L</a:t>
            </a:r>
          </a:p>
        </p:txBody>
      </p:sp>
      <p:sp>
        <p:nvSpPr>
          <p:cNvPr id="17" name="">
            <a:extLst xmlns:a="http://schemas.openxmlformats.org/drawingml/2006/main">
              <a:ext uri="{FF2B5EF4-FFF2-40B4-BE49-F238E27FC236}">
                <a16:creationId xmlns:a16="http://schemas.microsoft.com/office/drawing/2014/main" id="{CB30454D-19AE-43E3-A358-343385A86FAC}"/>
              </a:ext>
            </a:extLst>
          </p:cNvPr>
          <p:cNvSpPr>
            <a:spLocks xmlns:a="http://schemas.openxmlformats.org/drawingml/2006/main" noGrp="1"/>
          </p:cNvSpPr>
          <p:nvPr/>
        </p:nvSpPr>
        <p:spPr>
          <a:xfrm xmlns:a="http://schemas.openxmlformats.org/drawingml/2006/main">
            <a:off x="7060406" y="2409825"/>
            <a:ext cx="723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1">
                <a:solidFill>
                  <a:srgbClr val="182B33"/>
                </a:solidFill>
                <a:latin typeface="Yu Gothic"/>
                <a:ea typeface="Yu Gothic"/>
                <a:cs typeface="Yu Gothic"/>
              </a:defRPr>
            </a:defPPr>
            <a:lvl1pPr algn="ctr">
              <a:defRPr sz="1650" b="1">
                <a:solidFill>
                  <a:srgbClr val="182B33"/>
                </a:solidFill>
                <a:latin typeface="Yu Gothic"/>
                <a:ea typeface="Yu Gothic"/>
                <a:cs typeface="Yu Gothic"/>
              </a:defRPr>
            </a:lvl1pPr>
            <a:lvl2pPr algn="ctr">
              <a:defRPr sz="1650" b="1">
                <a:solidFill>
                  <a:srgbClr val="182B33"/>
                </a:solidFill>
                <a:latin typeface="Yu Gothic"/>
                <a:ea typeface="Yu Gothic"/>
                <a:cs typeface="Yu Gothic"/>
              </a:defRPr>
            </a:lvl2pPr>
            <a:lvl3pPr algn="ctr">
              <a:defRPr sz="1650" b="1">
                <a:solidFill>
                  <a:srgbClr val="182B33"/>
                </a:solidFill>
                <a:latin typeface="Yu Gothic"/>
                <a:ea typeface="Yu Gothic"/>
                <a:cs typeface="Yu Gothic"/>
              </a:defRPr>
            </a:lvl3pPr>
            <a:lvl4pPr algn="ctr">
              <a:defRPr sz="1650" b="1">
                <a:solidFill>
                  <a:srgbClr val="182B33"/>
                </a:solidFill>
                <a:latin typeface="Yu Gothic"/>
                <a:ea typeface="Yu Gothic"/>
                <a:cs typeface="Yu Gothic"/>
              </a:defRPr>
            </a:lvl4pPr>
            <a:lvl5pPr algn="ctr">
              <a:defRPr sz="1650" b="1">
                <a:solidFill>
                  <a:srgbClr val="182B33"/>
                </a:solidFill>
                <a:latin typeface="Yu Gothic"/>
                <a:ea typeface="Yu Gothic"/>
                <a:cs typeface="Yu Gothic"/>
              </a:defRPr>
            </a:lvl5pPr>
            <a:lvl6pPr algn="ctr">
              <a:defRPr sz="1650" b="1">
                <a:solidFill>
                  <a:srgbClr val="182B33"/>
                </a:solidFill>
                <a:latin typeface="Yu Gothic"/>
                <a:ea typeface="Yu Gothic"/>
                <a:cs typeface="Yu Gothic"/>
              </a:defRPr>
            </a:lvl6pPr>
            <a:lvl7pPr algn="ctr">
              <a:defRPr sz="1650" b="1">
                <a:solidFill>
                  <a:srgbClr val="182B33"/>
                </a:solidFill>
                <a:latin typeface="Yu Gothic"/>
                <a:ea typeface="Yu Gothic"/>
                <a:cs typeface="Yu Gothic"/>
              </a:defRPr>
            </a:lvl7pPr>
            <a:lvl8pPr algn="ctr">
              <a:defRPr sz="1650" b="1">
                <a:solidFill>
                  <a:srgbClr val="182B33"/>
                </a:solidFill>
                <a:latin typeface="Yu Gothic"/>
                <a:ea typeface="Yu Gothic"/>
                <a:cs typeface="Yu Gothic"/>
              </a:defRPr>
            </a:lvl8pPr>
            <a:lvl9pPr algn="ctr">
              <a:defRPr sz="1650" b="1">
                <a:solidFill>
                  <a:srgbClr val="182B33"/>
                </a:solidFill>
                <a:latin typeface="Yu Gothic"/>
                <a:ea typeface="Yu Gothic"/>
                <a:cs typeface="Yu Gothic"/>
              </a:defRPr>
            </a:lvl9pPr>
          </a:lstStyle>
          <a:p xmlns:a="http://schemas.openxmlformats.org/drawingml/2006/main">
            <a:pPr algn="ctr">
              <a:defRPr sz="1650" b="1">
                <a:solidFill>
                  <a:srgbClr val="182B33"/>
                </a:solidFill>
                <a:latin typeface="Yu Gothic"/>
                <a:ea typeface="Yu Gothic"/>
                <a:cs typeface="Yu Gothic"/>
              </a:defRPr>
            </a:pPr>
            <a:r>
              <a:rPr sz="1650" b="1">
                <a:solidFill>
                  <a:srgbClr val="182B33"/>
                </a:solidFill>
                <a:latin typeface="Yu Gothic"/>
                <a:ea typeface="Yu Gothic"/>
                <a:cs typeface="Yu Gothic"/>
              </a:rPr>
              <a:t>目標</a:t>
            </a:r>
          </a:p>
        </p:txBody>
      </p:sp>
      <p:sp>
        <p:nvSpPr>
          <p:cNvPr id="18" name="">
            <a:extLst xmlns:a="http://schemas.openxmlformats.org/drawingml/2006/main">
              <a:ext uri="{FF2B5EF4-FFF2-40B4-BE49-F238E27FC236}">
                <a16:creationId xmlns:a16="http://schemas.microsoft.com/office/drawing/2014/main" id="{696B5EBC-C548-4171-BA1E-500C6DD30464}"/>
              </a:ext>
            </a:extLst>
          </p:cNvPr>
          <p:cNvSpPr>
            <a:spLocks xmlns:a="http://schemas.openxmlformats.org/drawingml/2006/main" noGrp="1"/>
          </p:cNvSpPr>
          <p:nvPr/>
        </p:nvSpPr>
        <p:spPr>
          <a:xfrm xmlns:a="http://schemas.openxmlformats.org/drawingml/2006/main">
            <a:off x="7250906" y="4712970"/>
            <a:ext cx="342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1">
                <a:solidFill>
                  <a:srgbClr val="182B33"/>
                </a:solidFill>
                <a:latin typeface="Yu Gothic"/>
                <a:ea typeface="Yu Gothic"/>
                <a:cs typeface="Yu Gothic"/>
              </a:defRPr>
            </a:defPPr>
            <a:lvl1pPr algn="ctr">
              <a:defRPr sz="1650" b="1">
                <a:solidFill>
                  <a:srgbClr val="182B33"/>
                </a:solidFill>
                <a:latin typeface="Yu Gothic"/>
                <a:ea typeface="Yu Gothic"/>
                <a:cs typeface="Yu Gothic"/>
              </a:defRPr>
            </a:lvl1pPr>
            <a:lvl2pPr algn="ctr">
              <a:defRPr sz="1650" b="1">
                <a:solidFill>
                  <a:srgbClr val="182B33"/>
                </a:solidFill>
                <a:latin typeface="Yu Gothic"/>
                <a:ea typeface="Yu Gothic"/>
                <a:cs typeface="Yu Gothic"/>
              </a:defRPr>
            </a:lvl2pPr>
            <a:lvl3pPr algn="ctr">
              <a:defRPr sz="1650" b="1">
                <a:solidFill>
                  <a:srgbClr val="182B33"/>
                </a:solidFill>
                <a:latin typeface="Yu Gothic"/>
                <a:ea typeface="Yu Gothic"/>
                <a:cs typeface="Yu Gothic"/>
              </a:defRPr>
            </a:lvl3pPr>
            <a:lvl4pPr algn="ctr">
              <a:defRPr sz="1650" b="1">
                <a:solidFill>
                  <a:srgbClr val="182B33"/>
                </a:solidFill>
                <a:latin typeface="Yu Gothic"/>
                <a:ea typeface="Yu Gothic"/>
                <a:cs typeface="Yu Gothic"/>
              </a:defRPr>
            </a:lvl4pPr>
            <a:lvl5pPr algn="ctr">
              <a:defRPr sz="1650" b="1">
                <a:solidFill>
                  <a:srgbClr val="182B33"/>
                </a:solidFill>
                <a:latin typeface="Yu Gothic"/>
                <a:ea typeface="Yu Gothic"/>
                <a:cs typeface="Yu Gothic"/>
              </a:defRPr>
            </a:lvl5pPr>
            <a:lvl6pPr algn="ctr">
              <a:defRPr sz="1650" b="1">
                <a:solidFill>
                  <a:srgbClr val="182B33"/>
                </a:solidFill>
                <a:latin typeface="Yu Gothic"/>
                <a:ea typeface="Yu Gothic"/>
                <a:cs typeface="Yu Gothic"/>
              </a:defRPr>
            </a:lvl6pPr>
            <a:lvl7pPr algn="ctr">
              <a:defRPr sz="1650" b="1">
                <a:solidFill>
                  <a:srgbClr val="182B33"/>
                </a:solidFill>
                <a:latin typeface="Yu Gothic"/>
                <a:ea typeface="Yu Gothic"/>
                <a:cs typeface="Yu Gothic"/>
              </a:defRPr>
            </a:lvl7pPr>
            <a:lvl8pPr algn="ctr">
              <a:defRPr sz="1650" b="1">
                <a:solidFill>
                  <a:srgbClr val="182B33"/>
                </a:solidFill>
                <a:latin typeface="Yu Gothic"/>
                <a:ea typeface="Yu Gothic"/>
                <a:cs typeface="Yu Gothic"/>
              </a:defRPr>
            </a:lvl8pPr>
            <a:lvl9pPr algn="ctr">
              <a:defRPr sz="1650" b="1">
                <a:solidFill>
                  <a:srgbClr val="182B33"/>
                </a:solidFill>
                <a:latin typeface="Yu Gothic"/>
                <a:ea typeface="Yu Gothic"/>
                <a:cs typeface="Yu Gothic"/>
              </a:defRPr>
            </a:lvl9pPr>
          </a:lstStyle>
          <a:p xmlns:a="http://schemas.openxmlformats.org/drawingml/2006/main">
            <a:pPr algn="ctr">
              <a:defRPr sz="1650" b="1">
                <a:solidFill>
                  <a:srgbClr val="182B33"/>
                </a:solidFill>
                <a:latin typeface="Yu Gothic"/>
                <a:ea typeface="Yu Gothic"/>
                <a:cs typeface="Yu Gothic"/>
              </a:defRPr>
            </a:pPr>
            <a:r>
              <a:rPr sz="1650" b="1">
                <a:solidFill>
                  <a:srgbClr val="182B33"/>
                </a:solidFill>
                <a:latin typeface="Yu Gothic"/>
                <a:ea typeface="Yu Gothic"/>
                <a:cs typeface="Yu Gothic"/>
              </a:rPr>
              <a:t>O</a:t>
            </a:r>
          </a:p>
        </p:txBody>
      </p:sp>
      <p:sp>
        <p:nvSpPr>
          <p:cNvPr id="19" name="">
            <a:extLst xmlns:a="http://schemas.openxmlformats.org/drawingml/2006/main">
              <a:ext uri="{FF2B5EF4-FFF2-40B4-BE49-F238E27FC236}">
                <a16:creationId xmlns:a16="http://schemas.microsoft.com/office/drawing/2014/main" id="{231364C0-E973-49CC-9370-F8A77669EFB5}"/>
              </a:ext>
            </a:extLst>
          </p:cNvPr>
          <p:cNvSpPr>
            <a:spLocks xmlns:a="http://schemas.openxmlformats.org/drawingml/2006/main" noGrp="1"/>
          </p:cNvSpPr>
          <p:nvPr/>
        </p:nvSpPr>
        <p:spPr>
          <a:xfrm xmlns:a="http://schemas.openxmlformats.org/drawingml/2006/main">
            <a:off x="7098506" y="4408170"/>
            <a:ext cx="647700" cy="9525"/>
          </a:xfrm>
          <a:custGeom xmlns:a="http://schemas.openxmlformats.org/drawingml/2006/main">
            <a:pathLst>
              <a:path w="647700" h="9525">
                <a:moveTo>
                  <a:pt x="0" y="0"/>
                </a:moveTo>
                <a:lnTo>
                  <a:pt x="647700" y="0"/>
                </a:lnTo>
              </a:path>
            </a:pathLst>
          </a:custGeom>
          <a:noFill xmlns:a="http://schemas.openxmlformats.org/drawingml/2006/main"/>
          <a:ln xmlns:a="http://schemas.openxmlformats.org/drawingml/2006/main" w="57150">
            <a:solidFill>
              <a:srgbClr val="166B68"/>
            </a:solidFill>
            <a:prstDash val="solid"/>
          </a:ln>
        </p:spPr>
      </p:sp>
      <p:sp>
        <p:nvSpPr>
          <p:cNvPr id="20" name="">
            <a:extLst xmlns:a="http://schemas.openxmlformats.org/drawingml/2006/main">
              <a:ext uri="{FF2B5EF4-FFF2-40B4-BE49-F238E27FC236}">
                <a16:creationId xmlns:a16="http://schemas.microsoft.com/office/drawing/2014/main" id="{00AE7D1D-7576-4708-A500-7551634A749E}"/>
              </a:ext>
            </a:extLst>
          </p:cNvPr>
          <p:cNvSpPr>
            <a:spLocks xmlns:a="http://schemas.openxmlformats.org/drawingml/2006/main" noGrp="1"/>
          </p:cNvSpPr>
          <p:nvPr/>
        </p:nvSpPr>
        <p:spPr>
          <a:xfrm xmlns:a="http://schemas.openxmlformats.org/drawingml/2006/main">
            <a:off x="8824913" y="1981200"/>
            <a:ext cx="2462213" cy="3790950"/>
          </a:xfrm>
          <a:prstGeom xmlns:a="http://schemas.openxmlformats.org/drawingml/2006/main" prst="roundRect">
            <a:avLst>
              <a:gd name="adj" fmla="val 3095"/>
            </a:avLst>
          </a:prstGeom>
          <a:solidFill xmlns:a="http://schemas.openxmlformats.org/drawingml/2006/main">
            <a:srgbClr val="EEF5F4"/>
          </a:solidFill>
          <a:ln xmlns:a="http://schemas.openxmlformats.org/drawingml/2006/main" w="19050">
            <a:solidFill>
              <a:srgbClr val="CFD9DD"/>
            </a:solidFill>
          </a:ln>
        </p:spPr>
      </p:sp>
      <p:sp>
        <p:nvSpPr>
          <p:cNvPr id="21" name="">
            <a:extLst xmlns:a="http://schemas.openxmlformats.org/drawingml/2006/main">
              <a:ext uri="{FF2B5EF4-FFF2-40B4-BE49-F238E27FC236}">
                <a16:creationId xmlns:a16="http://schemas.microsoft.com/office/drawing/2014/main" id="{9D61D08C-D961-4DE2-ABD5-ED20553A8E80}"/>
              </a:ext>
            </a:extLst>
          </p:cNvPr>
          <p:cNvSpPr>
            <a:spLocks xmlns:a="http://schemas.openxmlformats.org/drawingml/2006/main" noGrp="1"/>
          </p:cNvSpPr>
          <p:nvPr/>
        </p:nvSpPr>
        <p:spPr>
          <a:xfrm xmlns:a="http://schemas.openxmlformats.org/drawingml/2006/main">
            <a:off x="10056019" y="2667000"/>
            <a:ext cx="9525" cy="1969770"/>
          </a:xfrm>
          <a:custGeom xmlns:a="http://schemas.openxmlformats.org/drawingml/2006/main">
            <a:pathLst>
              <a:path w="9525" h="1969770">
                <a:moveTo>
                  <a:pt x="0" y="1969770"/>
                </a:moveTo>
                <a:lnTo>
                  <a:pt x="0" y="0"/>
                </a:lnTo>
              </a:path>
            </a:pathLst>
          </a:custGeom>
          <a:noFill xmlns:a="http://schemas.openxmlformats.org/drawingml/2006/main"/>
          <a:ln xmlns:a="http://schemas.openxmlformats.org/drawingml/2006/main" w="38100">
            <a:solidFill>
              <a:srgbClr val="A94737"/>
            </a:solidFill>
            <a:prstDash val="solid"/>
          </a:ln>
        </p:spPr>
      </p:sp>
      <p:sp>
        <p:nvSpPr>
          <p:cNvPr id="22" name="">
            <a:extLst xmlns:a="http://schemas.openxmlformats.org/drawingml/2006/main">
              <a:ext uri="{FF2B5EF4-FFF2-40B4-BE49-F238E27FC236}">
                <a16:creationId xmlns:a16="http://schemas.microsoft.com/office/drawing/2014/main" id="{5B343F80-2092-41B1-8632-9CE7E716A51D}"/>
              </a:ext>
            </a:extLst>
          </p:cNvPr>
          <p:cNvSpPr>
            <a:spLocks xmlns:a="http://schemas.openxmlformats.org/drawingml/2006/main" noGrp="1"/>
          </p:cNvSpPr>
          <p:nvPr/>
        </p:nvSpPr>
        <p:spPr>
          <a:xfrm xmlns:a="http://schemas.openxmlformats.org/drawingml/2006/main">
            <a:off x="9979819" y="4560570"/>
            <a:ext cx="152400" cy="152400"/>
          </a:xfrm>
          <a:prstGeom xmlns:a="http://schemas.openxmlformats.org/drawingml/2006/main" prst="ellipse">
            <a:avLst/>
          </a:prstGeom>
          <a:solidFill xmlns:a="http://schemas.openxmlformats.org/drawingml/2006/main">
            <a:srgbClr val="A94737"/>
          </a:solidFill>
          <a:ln xmlns:a="http://schemas.openxmlformats.org/drawingml/2006/main" w="9525">
            <a:solidFill>
              <a:srgbClr val="A94737"/>
            </a:solidFill>
          </a:ln>
        </p:spPr>
      </p:sp>
      <p:sp>
        <p:nvSpPr>
          <p:cNvPr id="23" name="">
            <a:extLst xmlns:a="http://schemas.openxmlformats.org/drawingml/2006/main">
              <a:ext uri="{FF2B5EF4-FFF2-40B4-BE49-F238E27FC236}">
                <a16:creationId xmlns:a16="http://schemas.microsoft.com/office/drawing/2014/main" id="{2801D705-B2DE-40CB-9A47-41A46ED66E05}"/>
              </a:ext>
            </a:extLst>
          </p:cNvPr>
          <p:cNvSpPr>
            <a:spLocks xmlns:a="http://schemas.openxmlformats.org/drawingml/2006/main" noGrp="1"/>
          </p:cNvSpPr>
          <p:nvPr/>
        </p:nvSpPr>
        <p:spPr>
          <a:xfrm xmlns:a="http://schemas.openxmlformats.org/drawingml/2006/main">
            <a:off x="9989344" y="2600325"/>
            <a:ext cx="133350" cy="133350"/>
          </a:xfrm>
          <a:prstGeom xmlns:a="http://schemas.openxmlformats.org/drawingml/2006/main" prst="ellipse">
            <a:avLst/>
          </a:prstGeom>
          <a:solidFill xmlns:a="http://schemas.openxmlformats.org/drawingml/2006/main">
            <a:srgbClr val="182B33"/>
          </a:solidFill>
          <a:ln xmlns:a="http://schemas.openxmlformats.org/drawingml/2006/main" w="9525">
            <a:solidFill>
              <a:srgbClr val="182B33"/>
            </a:solidFill>
          </a:ln>
        </p:spPr>
      </p:sp>
      <p:sp>
        <p:nvSpPr>
          <p:cNvPr id="24" name="">
            <a:extLst xmlns:a="http://schemas.openxmlformats.org/drawingml/2006/main">
              <a:ext uri="{FF2B5EF4-FFF2-40B4-BE49-F238E27FC236}">
                <a16:creationId xmlns:a16="http://schemas.microsoft.com/office/drawing/2014/main" id="{04468501-8558-4541-B543-76B68592E6D5}"/>
              </a:ext>
            </a:extLst>
          </p:cNvPr>
          <p:cNvSpPr>
            <a:spLocks xmlns:a="http://schemas.openxmlformats.org/drawingml/2006/main" noGrp="1"/>
          </p:cNvSpPr>
          <p:nvPr/>
        </p:nvSpPr>
        <p:spPr>
          <a:xfrm xmlns:a="http://schemas.openxmlformats.org/drawingml/2006/main">
            <a:off x="8901113" y="2066925"/>
            <a:ext cx="2309813"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1">
                <a:solidFill>
                  <a:srgbClr val="A94737"/>
                </a:solidFill>
                <a:latin typeface="Yu Gothic"/>
                <a:ea typeface="Yu Gothic"/>
                <a:cs typeface="Yu Gothic"/>
              </a:defRPr>
            </a:defPPr>
            <a:lvl1pPr algn="ctr">
              <a:defRPr sz="1650" b="1">
                <a:solidFill>
                  <a:srgbClr val="A94737"/>
                </a:solidFill>
                <a:latin typeface="Yu Gothic"/>
                <a:ea typeface="Yu Gothic"/>
                <a:cs typeface="Yu Gothic"/>
              </a:defRPr>
            </a:lvl1pPr>
            <a:lvl2pPr algn="ctr">
              <a:defRPr sz="1650" b="1">
                <a:solidFill>
                  <a:srgbClr val="A94737"/>
                </a:solidFill>
                <a:latin typeface="Yu Gothic"/>
                <a:ea typeface="Yu Gothic"/>
                <a:cs typeface="Yu Gothic"/>
              </a:defRPr>
            </a:lvl2pPr>
            <a:lvl3pPr algn="ctr">
              <a:defRPr sz="1650" b="1">
                <a:solidFill>
                  <a:srgbClr val="A94737"/>
                </a:solidFill>
                <a:latin typeface="Yu Gothic"/>
                <a:ea typeface="Yu Gothic"/>
                <a:cs typeface="Yu Gothic"/>
              </a:defRPr>
            </a:lvl3pPr>
            <a:lvl4pPr algn="ctr">
              <a:defRPr sz="1650" b="1">
                <a:solidFill>
                  <a:srgbClr val="A94737"/>
                </a:solidFill>
                <a:latin typeface="Yu Gothic"/>
                <a:ea typeface="Yu Gothic"/>
                <a:cs typeface="Yu Gothic"/>
              </a:defRPr>
            </a:lvl4pPr>
            <a:lvl5pPr algn="ctr">
              <a:defRPr sz="1650" b="1">
                <a:solidFill>
                  <a:srgbClr val="A94737"/>
                </a:solidFill>
                <a:latin typeface="Yu Gothic"/>
                <a:ea typeface="Yu Gothic"/>
                <a:cs typeface="Yu Gothic"/>
              </a:defRPr>
            </a:lvl5pPr>
            <a:lvl6pPr algn="ctr">
              <a:defRPr sz="1650" b="1">
                <a:solidFill>
                  <a:srgbClr val="A94737"/>
                </a:solidFill>
                <a:latin typeface="Yu Gothic"/>
                <a:ea typeface="Yu Gothic"/>
                <a:cs typeface="Yu Gothic"/>
              </a:defRPr>
            </a:lvl6pPr>
            <a:lvl7pPr algn="ctr">
              <a:defRPr sz="1650" b="1">
                <a:solidFill>
                  <a:srgbClr val="A94737"/>
                </a:solidFill>
                <a:latin typeface="Yu Gothic"/>
                <a:ea typeface="Yu Gothic"/>
                <a:cs typeface="Yu Gothic"/>
              </a:defRPr>
            </a:lvl7pPr>
            <a:lvl8pPr algn="ctr">
              <a:defRPr sz="1650" b="1">
                <a:solidFill>
                  <a:srgbClr val="A94737"/>
                </a:solidFill>
                <a:latin typeface="Yu Gothic"/>
                <a:ea typeface="Yu Gothic"/>
                <a:cs typeface="Yu Gothic"/>
              </a:defRPr>
            </a:lvl8pPr>
            <a:lvl9pPr algn="ctr">
              <a:defRPr sz="1650" b="1">
                <a:solidFill>
                  <a:srgbClr val="A94737"/>
                </a:solidFill>
                <a:latin typeface="Yu Gothic"/>
                <a:ea typeface="Yu Gothic"/>
                <a:cs typeface="Yu Gothic"/>
              </a:defRPr>
            </a:lvl9pPr>
          </a:lstStyle>
          <a:p xmlns:a="http://schemas.openxmlformats.org/drawingml/2006/main">
            <a:pPr algn="ctr">
              <a:defRPr sz="1650" b="1">
                <a:solidFill>
                  <a:srgbClr val="A94737"/>
                </a:solidFill>
                <a:latin typeface="Yu Gothic"/>
                <a:ea typeface="Yu Gothic"/>
                <a:cs typeface="Yu Gothic"/>
              </a:defRPr>
            </a:pPr>
            <a:r>
              <a:rPr sz="1650" b="1">
                <a:solidFill>
                  <a:srgbClr val="A94737"/>
                </a:solidFill>
                <a:latin typeface="Yu Gothic"/>
                <a:ea typeface="Yu Gothic"/>
                <a:cs typeface="Yu Gothic"/>
              </a:rPr>
              <a:t>反 R</a:t>
            </a:r>
          </a:p>
        </p:txBody>
      </p:sp>
      <p:sp>
        <p:nvSpPr>
          <p:cNvPr id="25" name="">
            <a:extLst xmlns:a="http://schemas.openxmlformats.org/drawingml/2006/main">
              <a:ext uri="{FF2B5EF4-FFF2-40B4-BE49-F238E27FC236}">
                <a16:creationId xmlns:a16="http://schemas.microsoft.com/office/drawing/2014/main" id="{83926A78-DEFF-4236-9E3C-77CDE72EAF81}"/>
              </a:ext>
            </a:extLst>
          </p:cNvPr>
          <p:cNvSpPr>
            <a:spLocks xmlns:a="http://schemas.openxmlformats.org/drawingml/2006/main" noGrp="1"/>
          </p:cNvSpPr>
          <p:nvPr/>
        </p:nvSpPr>
        <p:spPr>
          <a:xfrm xmlns:a="http://schemas.openxmlformats.org/drawingml/2006/main">
            <a:off x="9694069" y="2409825"/>
            <a:ext cx="723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1">
                <a:solidFill>
                  <a:srgbClr val="182B33"/>
                </a:solidFill>
                <a:latin typeface="Yu Gothic"/>
                <a:ea typeface="Yu Gothic"/>
                <a:cs typeface="Yu Gothic"/>
              </a:defRPr>
            </a:defPPr>
            <a:lvl1pPr algn="ctr">
              <a:defRPr sz="1650" b="1">
                <a:solidFill>
                  <a:srgbClr val="182B33"/>
                </a:solidFill>
                <a:latin typeface="Yu Gothic"/>
                <a:ea typeface="Yu Gothic"/>
                <a:cs typeface="Yu Gothic"/>
              </a:defRPr>
            </a:lvl1pPr>
            <a:lvl2pPr algn="ctr">
              <a:defRPr sz="1650" b="1">
                <a:solidFill>
                  <a:srgbClr val="182B33"/>
                </a:solidFill>
                <a:latin typeface="Yu Gothic"/>
                <a:ea typeface="Yu Gothic"/>
                <a:cs typeface="Yu Gothic"/>
              </a:defRPr>
            </a:lvl2pPr>
            <a:lvl3pPr algn="ctr">
              <a:defRPr sz="1650" b="1">
                <a:solidFill>
                  <a:srgbClr val="182B33"/>
                </a:solidFill>
                <a:latin typeface="Yu Gothic"/>
                <a:ea typeface="Yu Gothic"/>
                <a:cs typeface="Yu Gothic"/>
              </a:defRPr>
            </a:lvl3pPr>
            <a:lvl4pPr algn="ctr">
              <a:defRPr sz="1650" b="1">
                <a:solidFill>
                  <a:srgbClr val="182B33"/>
                </a:solidFill>
                <a:latin typeface="Yu Gothic"/>
                <a:ea typeface="Yu Gothic"/>
                <a:cs typeface="Yu Gothic"/>
              </a:defRPr>
            </a:lvl4pPr>
            <a:lvl5pPr algn="ctr">
              <a:defRPr sz="1650" b="1">
                <a:solidFill>
                  <a:srgbClr val="182B33"/>
                </a:solidFill>
                <a:latin typeface="Yu Gothic"/>
                <a:ea typeface="Yu Gothic"/>
                <a:cs typeface="Yu Gothic"/>
              </a:defRPr>
            </a:lvl5pPr>
            <a:lvl6pPr algn="ctr">
              <a:defRPr sz="1650" b="1">
                <a:solidFill>
                  <a:srgbClr val="182B33"/>
                </a:solidFill>
                <a:latin typeface="Yu Gothic"/>
                <a:ea typeface="Yu Gothic"/>
                <a:cs typeface="Yu Gothic"/>
              </a:defRPr>
            </a:lvl6pPr>
            <a:lvl7pPr algn="ctr">
              <a:defRPr sz="1650" b="1">
                <a:solidFill>
                  <a:srgbClr val="182B33"/>
                </a:solidFill>
                <a:latin typeface="Yu Gothic"/>
                <a:ea typeface="Yu Gothic"/>
                <a:cs typeface="Yu Gothic"/>
              </a:defRPr>
            </a:lvl7pPr>
            <a:lvl8pPr algn="ctr">
              <a:defRPr sz="1650" b="1">
                <a:solidFill>
                  <a:srgbClr val="182B33"/>
                </a:solidFill>
                <a:latin typeface="Yu Gothic"/>
                <a:ea typeface="Yu Gothic"/>
                <a:cs typeface="Yu Gothic"/>
              </a:defRPr>
            </a:lvl8pPr>
            <a:lvl9pPr algn="ctr">
              <a:defRPr sz="1650" b="1">
                <a:solidFill>
                  <a:srgbClr val="182B33"/>
                </a:solidFill>
                <a:latin typeface="Yu Gothic"/>
                <a:ea typeface="Yu Gothic"/>
                <a:cs typeface="Yu Gothic"/>
              </a:defRPr>
            </a:lvl9pPr>
          </a:lstStyle>
          <a:p xmlns:a="http://schemas.openxmlformats.org/drawingml/2006/main">
            <a:pPr algn="ctr">
              <a:defRPr sz="1650" b="1">
                <a:solidFill>
                  <a:srgbClr val="182B33"/>
                </a:solidFill>
                <a:latin typeface="Yu Gothic"/>
                <a:ea typeface="Yu Gothic"/>
                <a:cs typeface="Yu Gothic"/>
              </a:defRPr>
            </a:pPr>
            <a:r>
              <a:rPr sz="1650" b="1">
                <a:solidFill>
                  <a:srgbClr val="182B33"/>
                </a:solidFill>
                <a:latin typeface="Yu Gothic"/>
                <a:ea typeface="Yu Gothic"/>
                <a:cs typeface="Yu Gothic"/>
              </a:rPr>
              <a:t>目標</a:t>
            </a:r>
          </a:p>
        </p:txBody>
      </p:sp>
      <p:sp>
        <p:nvSpPr>
          <p:cNvPr id="26" name="">
            <a:extLst xmlns:a="http://schemas.openxmlformats.org/drawingml/2006/main">
              <a:ext uri="{FF2B5EF4-FFF2-40B4-BE49-F238E27FC236}">
                <a16:creationId xmlns:a16="http://schemas.microsoft.com/office/drawing/2014/main" id="{128FBE1E-48D3-4C4C-BAC5-9E75E7DB1C47}"/>
              </a:ext>
            </a:extLst>
          </p:cNvPr>
          <p:cNvSpPr>
            <a:spLocks xmlns:a="http://schemas.openxmlformats.org/drawingml/2006/main" noGrp="1"/>
          </p:cNvSpPr>
          <p:nvPr/>
        </p:nvSpPr>
        <p:spPr>
          <a:xfrm xmlns:a="http://schemas.openxmlformats.org/drawingml/2006/main">
            <a:off x="9884569" y="4712970"/>
            <a:ext cx="342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1">
                <a:solidFill>
                  <a:srgbClr val="182B33"/>
                </a:solidFill>
                <a:latin typeface="Yu Gothic"/>
                <a:ea typeface="Yu Gothic"/>
                <a:cs typeface="Yu Gothic"/>
              </a:defRPr>
            </a:defPPr>
            <a:lvl1pPr algn="ctr">
              <a:defRPr sz="1650" b="1">
                <a:solidFill>
                  <a:srgbClr val="182B33"/>
                </a:solidFill>
                <a:latin typeface="Yu Gothic"/>
                <a:ea typeface="Yu Gothic"/>
                <a:cs typeface="Yu Gothic"/>
              </a:defRPr>
            </a:lvl1pPr>
            <a:lvl2pPr algn="ctr">
              <a:defRPr sz="1650" b="1">
                <a:solidFill>
                  <a:srgbClr val="182B33"/>
                </a:solidFill>
                <a:latin typeface="Yu Gothic"/>
                <a:ea typeface="Yu Gothic"/>
                <a:cs typeface="Yu Gothic"/>
              </a:defRPr>
            </a:lvl2pPr>
            <a:lvl3pPr algn="ctr">
              <a:defRPr sz="1650" b="1">
                <a:solidFill>
                  <a:srgbClr val="182B33"/>
                </a:solidFill>
                <a:latin typeface="Yu Gothic"/>
                <a:ea typeface="Yu Gothic"/>
                <a:cs typeface="Yu Gothic"/>
              </a:defRPr>
            </a:lvl3pPr>
            <a:lvl4pPr algn="ctr">
              <a:defRPr sz="1650" b="1">
                <a:solidFill>
                  <a:srgbClr val="182B33"/>
                </a:solidFill>
                <a:latin typeface="Yu Gothic"/>
                <a:ea typeface="Yu Gothic"/>
                <a:cs typeface="Yu Gothic"/>
              </a:defRPr>
            </a:lvl4pPr>
            <a:lvl5pPr algn="ctr">
              <a:defRPr sz="1650" b="1">
                <a:solidFill>
                  <a:srgbClr val="182B33"/>
                </a:solidFill>
                <a:latin typeface="Yu Gothic"/>
                <a:ea typeface="Yu Gothic"/>
                <a:cs typeface="Yu Gothic"/>
              </a:defRPr>
            </a:lvl5pPr>
            <a:lvl6pPr algn="ctr">
              <a:defRPr sz="1650" b="1">
                <a:solidFill>
                  <a:srgbClr val="182B33"/>
                </a:solidFill>
                <a:latin typeface="Yu Gothic"/>
                <a:ea typeface="Yu Gothic"/>
                <a:cs typeface="Yu Gothic"/>
              </a:defRPr>
            </a:lvl6pPr>
            <a:lvl7pPr algn="ctr">
              <a:defRPr sz="1650" b="1">
                <a:solidFill>
                  <a:srgbClr val="182B33"/>
                </a:solidFill>
                <a:latin typeface="Yu Gothic"/>
                <a:ea typeface="Yu Gothic"/>
                <a:cs typeface="Yu Gothic"/>
              </a:defRPr>
            </a:lvl7pPr>
            <a:lvl8pPr algn="ctr">
              <a:defRPr sz="1650" b="1">
                <a:solidFill>
                  <a:srgbClr val="182B33"/>
                </a:solidFill>
                <a:latin typeface="Yu Gothic"/>
                <a:ea typeface="Yu Gothic"/>
                <a:cs typeface="Yu Gothic"/>
              </a:defRPr>
            </a:lvl8pPr>
            <a:lvl9pPr algn="ctr">
              <a:defRPr sz="1650" b="1">
                <a:solidFill>
                  <a:srgbClr val="182B33"/>
                </a:solidFill>
                <a:latin typeface="Yu Gothic"/>
                <a:ea typeface="Yu Gothic"/>
                <a:cs typeface="Yu Gothic"/>
              </a:defRPr>
            </a:lvl9pPr>
          </a:lstStyle>
          <a:p xmlns:a="http://schemas.openxmlformats.org/drawingml/2006/main">
            <a:pPr algn="ctr">
              <a:defRPr sz="1650" b="1">
                <a:solidFill>
                  <a:srgbClr val="182B33"/>
                </a:solidFill>
                <a:latin typeface="Yu Gothic"/>
                <a:ea typeface="Yu Gothic"/>
                <a:cs typeface="Yu Gothic"/>
              </a:defRPr>
            </a:pPr>
            <a:r>
              <a:rPr sz="1650" b="1">
                <a:solidFill>
                  <a:srgbClr val="182B33"/>
                </a:solidFill>
                <a:latin typeface="Yu Gothic"/>
                <a:ea typeface="Yu Gothic"/>
                <a:cs typeface="Yu Gothic"/>
              </a:rPr>
              <a:t>O</a:t>
            </a:r>
          </a:p>
        </p:txBody>
      </p:sp>
      <p:sp>
        <p:nvSpPr>
          <p:cNvPr id="27" name="">
            <a:extLst xmlns:a="http://schemas.openxmlformats.org/drawingml/2006/main">
              <a:ext uri="{FF2B5EF4-FFF2-40B4-BE49-F238E27FC236}">
                <a16:creationId xmlns:a16="http://schemas.microsoft.com/office/drawing/2014/main" id="{F33686C3-7594-45DA-8366-4A3AC187600F}"/>
              </a:ext>
            </a:extLst>
          </p:cNvPr>
          <p:cNvSpPr>
            <a:spLocks xmlns:a="http://schemas.openxmlformats.org/drawingml/2006/main" noGrp="1"/>
          </p:cNvSpPr>
          <p:nvPr/>
        </p:nvSpPr>
        <p:spPr>
          <a:xfrm xmlns:a="http://schemas.openxmlformats.org/drawingml/2006/main">
            <a:off x="9732169" y="4408170"/>
            <a:ext cx="647700" cy="9525"/>
          </a:xfrm>
          <a:custGeom xmlns:a="http://schemas.openxmlformats.org/drawingml/2006/main">
            <a:pathLst>
              <a:path w="647700" h="9525">
                <a:moveTo>
                  <a:pt x="0" y="0"/>
                </a:moveTo>
                <a:lnTo>
                  <a:pt x="647700" y="0"/>
                </a:lnTo>
              </a:path>
            </a:pathLst>
          </a:custGeom>
          <a:noFill xmlns:a="http://schemas.openxmlformats.org/drawingml/2006/main"/>
          <a:ln xmlns:a="http://schemas.openxmlformats.org/drawingml/2006/main" w="57150">
            <a:solidFill>
              <a:srgbClr val="A94737"/>
            </a:solidFill>
            <a:prstDash val="solid"/>
          </a:ln>
        </p:spPr>
      </p:sp>
      <p:sp>
        <p:nvSpPr>
          <p:cNvPr id="28" name="">
            <a:extLst xmlns:a="http://schemas.openxmlformats.org/drawingml/2006/main">
              <a:ext uri="{FF2B5EF4-FFF2-40B4-BE49-F238E27FC236}">
                <a16:creationId xmlns:a16="http://schemas.microsoft.com/office/drawing/2014/main" id="{9BE76ADB-07A3-4719-9FC0-22EB63FD10FE}"/>
              </a:ext>
            </a:extLst>
          </p:cNvPr>
          <p:cNvSpPr>
            <a:spLocks xmlns:a="http://schemas.openxmlformats.org/drawingml/2006/main" noGrp="1"/>
          </p:cNvSpPr>
          <p:nvPr/>
        </p:nvSpPr>
        <p:spPr>
          <a:xfrm xmlns:a="http://schemas.openxmlformats.org/drawingml/2006/main">
            <a:off x="9808369" y="4408170"/>
            <a:ext cx="495300" cy="247650"/>
          </a:xfrm>
          <a:custGeom xmlns:a="http://schemas.openxmlformats.org/drawingml/2006/main">
            <a:pathLst>
              <a:path w="495300" h="247650">
                <a:moveTo>
                  <a:pt x="495300" y="0"/>
                </a:moveTo>
                <a:lnTo>
                  <a:pt x="494358" y="21584"/>
                </a:lnTo>
                <a:lnTo>
                  <a:pt x="491538" y="43004"/>
                </a:lnTo>
                <a:lnTo>
                  <a:pt x="486862" y="64097"/>
                </a:lnTo>
                <a:lnTo>
                  <a:pt x="480365" y="84701"/>
                </a:lnTo>
                <a:lnTo>
                  <a:pt x="472097" y="104661"/>
                </a:lnTo>
                <a:lnTo>
                  <a:pt x="462121" y="123825"/>
                </a:lnTo>
                <a:lnTo>
                  <a:pt x="450513" y="142046"/>
                </a:lnTo>
                <a:lnTo>
                  <a:pt x="437361" y="159186"/>
                </a:lnTo>
                <a:lnTo>
                  <a:pt x="422765" y="175115"/>
                </a:lnTo>
                <a:lnTo>
                  <a:pt x="406836" y="189711"/>
                </a:lnTo>
                <a:lnTo>
                  <a:pt x="389696" y="202863"/>
                </a:lnTo>
                <a:lnTo>
                  <a:pt x="371475" y="214471"/>
                </a:lnTo>
                <a:lnTo>
                  <a:pt x="352311" y="224447"/>
                </a:lnTo>
                <a:lnTo>
                  <a:pt x="332351" y="232715"/>
                </a:lnTo>
                <a:lnTo>
                  <a:pt x="311747" y="239212"/>
                </a:lnTo>
                <a:lnTo>
                  <a:pt x="290654" y="243888"/>
                </a:lnTo>
                <a:lnTo>
                  <a:pt x="269234" y="246708"/>
                </a:lnTo>
                <a:lnTo>
                  <a:pt x="247650" y="247650"/>
                </a:lnTo>
                <a:lnTo>
                  <a:pt x="226066" y="246708"/>
                </a:lnTo>
                <a:lnTo>
                  <a:pt x="204646" y="243888"/>
                </a:lnTo>
                <a:lnTo>
                  <a:pt x="183553" y="239212"/>
                </a:lnTo>
                <a:lnTo>
                  <a:pt x="162949" y="232715"/>
                </a:lnTo>
                <a:lnTo>
                  <a:pt x="142989" y="224447"/>
                </a:lnTo>
                <a:lnTo>
                  <a:pt x="123825" y="214471"/>
                </a:lnTo>
                <a:lnTo>
                  <a:pt x="105604" y="202863"/>
                </a:lnTo>
                <a:lnTo>
                  <a:pt x="88464" y="189711"/>
                </a:lnTo>
                <a:lnTo>
                  <a:pt x="72535" y="175115"/>
                </a:lnTo>
                <a:lnTo>
                  <a:pt x="57939" y="159186"/>
                </a:lnTo>
                <a:lnTo>
                  <a:pt x="44787" y="142046"/>
                </a:lnTo>
                <a:lnTo>
                  <a:pt x="33179" y="123825"/>
                </a:lnTo>
                <a:lnTo>
                  <a:pt x="23203" y="104661"/>
                </a:lnTo>
                <a:lnTo>
                  <a:pt x="14935" y="84701"/>
                </a:lnTo>
                <a:lnTo>
                  <a:pt x="8438" y="64097"/>
                </a:lnTo>
                <a:lnTo>
                  <a:pt x="3762" y="43004"/>
                </a:lnTo>
                <a:lnTo>
                  <a:pt x="942" y="21584"/>
                </a:lnTo>
                <a:lnTo>
                  <a:pt x="0" y="0"/>
                </a:lnTo>
              </a:path>
            </a:pathLst>
          </a:custGeom>
          <a:noFill xmlns:a="http://schemas.openxmlformats.org/drawingml/2006/main"/>
          <a:ln xmlns:a="http://schemas.openxmlformats.org/drawingml/2006/main" w="28575">
            <a:solidFill>
              <a:srgbClr val="A94737"/>
            </a:solidFill>
            <a:prstDash val="solid"/>
          </a:ln>
        </p:spPr>
      </p:sp>
    </p:spTree>
    <p:extLst>
      <p:ext uri="{BB962C8B-B14F-4D97-AF65-F5344CB8AC3E}">
        <p14:creationId xmlns:p14="http://schemas.microsoft.com/office/powerpoint/2010/main" val="905701446"/>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13AF482A-3217-47FD-AFB7-D291BB9F8896}"/>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12C87FAD-CF0F-4EDE-94FE-7CC514C9EF3A}"/>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正反観測</a:t>
            </a:r>
          </a:p>
        </p:txBody>
      </p:sp>
      <p:sp>
        <p:nvSpPr>
          <p:cNvPr id="3" name="">
            <a:extLst xmlns:a="http://schemas.openxmlformats.org/drawingml/2006/main">
              <a:ext uri="{FF2B5EF4-FFF2-40B4-BE49-F238E27FC236}">
                <a16:creationId xmlns:a16="http://schemas.microsoft.com/office/drawing/2014/main" id="{AED3A9AE-CF90-43DD-BF61-809ECD52A5D7}"/>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反Rを180°換算して、同じ半周へそろえる</a:t>
            </a:r>
          </a:p>
        </p:txBody>
      </p:sp>
      <p:sp>
        <p:nvSpPr>
          <p:cNvPr id="4" name="">
            <a:extLst xmlns:a="http://schemas.openxmlformats.org/drawingml/2006/main">
              <a:ext uri="{FF2B5EF4-FFF2-40B4-BE49-F238E27FC236}">
                <a16:creationId xmlns:a16="http://schemas.microsoft.com/office/drawing/2014/main" id="{E870FCEB-FAF5-484F-BE90-7B050409F22D}"/>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F88D492B-CDE0-4BEF-9AC6-64BB44FD9DD7}"/>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16</a:t>
            </a:r>
          </a:p>
        </p:txBody>
      </p:sp>
      <p:sp>
        <p:nvSpPr>
          <p:cNvPr id="6" name="">
            <a:extLst xmlns:a="http://schemas.openxmlformats.org/drawingml/2006/main">
              <a:ext uri="{FF2B5EF4-FFF2-40B4-BE49-F238E27FC236}">
                <a16:creationId xmlns:a16="http://schemas.microsoft.com/office/drawing/2014/main" id="{88E1DAD1-ACE2-4B49-BB73-D67C640EEC54}"/>
              </a:ext>
            </a:extLst>
          </p:cNvPr>
          <p:cNvSpPr>
            <a:spLocks xmlns:a="http://schemas.openxmlformats.org/drawingml/2006/main" noGrp="1"/>
          </p:cNvSpPr>
          <p:nvPr/>
        </p:nvSpPr>
        <p:spPr>
          <a:xfrm xmlns:a="http://schemas.openxmlformats.org/drawingml/2006/main">
            <a:off x="819150" y="1714500"/>
            <a:ext cx="228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425" b="1">
                <a:solidFill>
                  <a:srgbClr val="166B68"/>
                </a:solidFill>
                <a:latin typeface="Yu Gothic"/>
                <a:ea typeface="Yu Gothic"/>
                <a:cs typeface="Yu Gothic"/>
              </a:defRPr>
            </a:defPPr>
            <a:lvl1pPr algn="ctr">
              <a:defRPr sz="1425" b="1">
                <a:solidFill>
                  <a:srgbClr val="166B68"/>
                </a:solidFill>
                <a:latin typeface="Yu Gothic"/>
                <a:ea typeface="Yu Gothic"/>
                <a:cs typeface="Yu Gothic"/>
              </a:defRPr>
            </a:lvl1pPr>
            <a:lvl2pPr algn="ctr">
              <a:defRPr sz="1425" b="1">
                <a:solidFill>
                  <a:srgbClr val="166B68"/>
                </a:solidFill>
                <a:latin typeface="Yu Gothic"/>
                <a:ea typeface="Yu Gothic"/>
                <a:cs typeface="Yu Gothic"/>
              </a:defRPr>
            </a:lvl2pPr>
            <a:lvl3pPr algn="ctr">
              <a:defRPr sz="1425" b="1">
                <a:solidFill>
                  <a:srgbClr val="166B68"/>
                </a:solidFill>
                <a:latin typeface="Yu Gothic"/>
                <a:ea typeface="Yu Gothic"/>
                <a:cs typeface="Yu Gothic"/>
              </a:defRPr>
            </a:lvl3pPr>
            <a:lvl4pPr algn="ctr">
              <a:defRPr sz="1425" b="1">
                <a:solidFill>
                  <a:srgbClr val="166B68"/>
                </a:solidFill>
                <a:latin typeface="Yu Gothic"/>
                <a:ea typeface="Yu Gothic"/>
                <a:cs typeface="Yu Gothic"/>
              </a:defRPr>
            </a:lvl4pPr>
            <a:lvl5pPr algn="ctr">
              <a:defRPr sz="1425" b="1">
                <a:solidFill>
                  <a:srgbClr val="166B68"/>
                </a:solidFill>
                <a:latin typeface="Yu Gothic"/>
                <a:ea typeface="Yu Gothic"/>
                <a:cs typeface="Yu Gothic"/>
              </a:defRPr>
            </a:lvl5pPr>
            <a:lvl6pPr algn="ctr">
              <a:defRPr sz="1425" b="1">
                <a:solidFill>
                  <a:srgbClr val="166B68"/>
                </a:solidFill>
                <a:latin typeface="Yu Gothic"/>
                <a:ea typeface="Yu Gothic"/>
                <a:cs typeface="Yu Gothic"/>
              </a:defRPr>
            </a:lvl6pPr>
            <a:lvl7pPr algn="ctr">
              <a:defRPr sz="1425" b="1">
                <a:solidFill>
                  <a:srgbClr val="166B68"/>
                </a:solidFill>
                <a:latin typeface="Yu Gothic"/>
                <a:ea typeface="Yu Gothic"/>
                <a:cs typeface="Yu Gothic"/>
              </a:defRPr>
            </a:lvl7pPr>
            <a:lvl8pPr algn="ctr">
              <a:defRPr sz="1425" b="1">
                <a:solidFill>
                  <a:srgbClr val="166B68"/>
                </a:solidFill>
                <a:latin typeface="Yu Gothic"/>
                <a:ea typeface="Yu Gothic"/>
                <a:cs typeface="Yu Gothic"/>
              </a:defRPr>
            </a:lvl8pPr>
            <a:lvl9pPr algn="ctr">
              <a:defRPr sz="1425" b="1">
                <a:solidFill>
                  <a:srgbClr val="166B68"/>
                </a:solidFill>
                <a:latin typeface="Yu Gothic"/>
                <a:ea typeface="Yu Gothic"/>
                <a:cs typeface="Yu Gothic"/>
              </a:defRPr>
            </a:lvl9pPr>
          </a:lstStyle>
          <a:p xmlns:a="http://schemas.openxmlformats.org/drawingml/2006/main">
            <a:pPr algn="ctr">
              <a:defRPr sz="1425" b="1">
                <a:solidFill>
                  <a:srgbClr val="166B68"/>
                </a:solidFill>
                <a:latin typeface="Yu Gothic"/>
                <a:ea typeface="Yu Gothic"/>
                <a:cs typeface="Yu Gothic"/>
              </a:defRPr>
            </a:pPr>
            <a:r>
              <a:rPr sz="1425" b="1">
                <a:solidFill>
                  <a:srgbClr val="166B68"/>
                </a:solidFill>
                <a:latin typeface="Yu Gothic"/>
                <a:ea typeface="Yu Gothic"/>
                <a:cs typeface="Yu Gothic"/>
              </a:rPr>
              <a:t>●</a:t>
            </a:r>
          </a:p>
        </p:txBody>
      </p:sp>
      <p:sp>
        <p:nvSpPr>
          <p:cNvPr id="7" name="">
            <a:extLst xmlns:a="http://schemas.openxmlformats.org/drawingml/2006/main">
              <a:ext uri="{FF2B5EF4-FFF2-40B4-BE49-F238E27FC236}">
                <a16:creationId xmlns:a16="http://schemas.microsoft.com/office/drawing/2014/main" id="{EDA4AFA8-341C-444E-8244-BF1537CF5A00}"/>
              </a:ext>
            </a:extLst>
          </p:cNvPr>
          <p:cNvSpPr>
            <a:spLocks xmlns:a="http://schemas.openxmlformats.org/drawingml/2006/main" noGrp="1"/>
          </p:cNvSpPr>
          <p:nvPr/>
        </p:nvSpPr>
        <p:spPr>
          <a:xfrm xmlns:a="http://schemas.openxmlformats.org/drawingml/2006/main">
            <a:off x="1143000" y="1714500"/>
            <a:ext cx="4819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正 L＝40°00′06″</a:t>
            </a:r>
          </a:p>
        </p:txBody>
      </p:sp>
      <p:sp>
        <p:nvSpPr>
          <p:cNvPr id="8" name="">
            <a:extLst xmlns:a="http://schemas.openxmlformats.org/drawingml/2006/main">
              <a:ext uri="{FF2B5EF4-FFF2-40B4-BE49-F238E27FC236}">
                <a16:creationId xmlns:a16="http://schemas.microsoft.com/office/drawing/2014/main" id="{7DBBE8D9-F46B-4922-9DBE-C24B60D735E9}"/>
              </a:ext>
            </a:extLst>
          </p:cNvPr>
          <p:cNvSpPr>
            <a:spLocks xmlns:a="http://schemas.openxmlformats.org/drawingml/2006/main" noGrp="1"/>
          </p:cNvSpPr>
          <p:nvPr/>
        </p:nvSpPr>
        <p:spPr>
          <a:xfrm xmlns:a="http://schemas.openxmlformats.org/drawingml/2006/main">
            <a:off x="819150" y="2286000"/>
            <a:ext cx="228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425" b="1">
                <a:solidFill>
                  <a:srgbClr val="166B68"/>
                </a:solidFill>
                <a:latin typeface="Yu Gothic"/>
                <a:ea typeface="Yu Gothic"/>
                <a:cs typeface="Yu Gothic"/>
              </a:defRPr>
            </a:defPPr>
            <a:lvl1pPr algn="ctr">
              <a:defRPr sz="1425" b="1">
                <a:solidFill>
                  <a:srgbClr val="166B68"/>
                </a:solidFill>
                <a:latin typeface="Yu Gothic"/>
                <a:ea typeface="Yu Gothic"/>
                <a:cs typeface="Yu Gothic"/>
              </a:defRPr>
            </a:lvl1pPr>
            <a:lvl2pPr algn="ctr">
              <a:defRPr sz="1425" b="1">
                <a:solidFill>
                  <a:srgbClr val="166B68"/>
                </a:solidFill>
                <a:latin typeface="Yu Gothic"/>
                <a:ea typeface="Yu Gothic"/>
                <a:cs typeface="Yu Gothic"/>
              </a:defRPr>
            </a:lvl2pPr>
            <a:lvl3pPr algn="ctr">
              <a:defRPr sz="1425" b="1">
                <a:solidFill>
                  <a:srgbClr val="166B68"/>
                </a:solidFill>
                <a:latin typeface="Yu Gothic"/>
                <a:ea typeface="Yu Gothic"/>
                <a:cs typeface="Yu Gothic"/>
              </a:defRPr>
            </a:lvl3pPr>
            <a:lvl4pPr algn="ctr">
              <a:defRPr sz="1425" b="1">
                <a:solidFill>
                  <a:srgbClr val="166B68"/>
                </a:solidFill>
                <a:latin typeface="Yu Gothic"/>
                <a:ea typeface="Yu Gothic"/>
                <a:cs typeface="Yu Gothic"/>
              </a:defRPr>
            </a:lvl4pPr>
            <a:lvl5pPr algn="ctr">
              <a:defRPr sz="1425" b="1">
                <a:solidFill>
                  <a:srgbClr val="166B68"/>
                </a:solidFill>
                <a:latin typeface="Yu Gothic"/>
                <a:ea typeface="Yu Gothic"/>
                <a:cs typeface="Yu Gothic"/>
              </a:defRPr>
            </a:lvl5pPr>
            <a:lvl6pPr algn="ctr">
              <a:defRPr sz="1425" b="1">
                <a:solidFill>
                  <a:srgbClr val="166B68"/>
                </a:solidFill>
                <a:latin typeface="Yu Gothic"/>
                <a:ea typeface="Yu Gothic"/>
                <a:cs typeface="Yu Gothic"/>
              </a:defRPr>
            </a:lvl6pPr>
            <a:lvl7pPr algn="ctr">
              <a:defRPr sz="1425" b="1">
                <a:solidFill>
                  <a:srgbClr val="166B68"/>
                </a:solidFill>
                <a:latin typeface="Yu Gothic"/>
                <a:ea typeface="Yu Gothic"/>
                <a:cs typeface="Yu Gothic"/>
              </a:defRPr>
            </a:lvl7pPr>
            <a:lvl8pPr algn="ctr">
              <a:defRPr sz="1425" b="1">
                <a:solidFill>
                  <a:srgbClr val="166B68"/>
                </a:solidFill>
                <a:latin typeface="Yu Gothic"/>
                <a:ea typeface="Yu Gothic"/>
                <a:cs typeface="Yu Gothic"/>
              </a:defRPr>
            </a:lvl8pPr>
            <a:lvl9pPr algn="ctr">
              <a:defRPr sz="1425" b="1">
                <a:solidFill>
                  <a:srgbClr val="166B68"/>
                </a:solidFill>
                <a:latin typeface="Yu Gothic"/>
                <a:ea typeface="Yu Gothic"/>
                <a:cs typeface="Yu Gothic"/>
              </a:defRPr>
            </a:lvl9pPr>
          </a:lstStyle>
          <a:p xmlns:a="http://schemas.openxmlformats.org/drawingml/2006/main">
            <a:pPr algn="ctr">
              <a:defRPr sz="1425" b="1">
                <a:solidFill>
                  <a:srgbClr val="166B68"/>
                </a:solidFill>
                <a:latin typeface="Yu Gothic"/>
                <a:ea typeface="Yu Gothic"/>
                <a:cs typeface="Yu Gothic"/>
              </a:defRPr>
            </a:pPr>
            <a:r>
              <a:rPr sz="1425" b="1">
                <a:solidFill>
                  <a:srgbClr val="166B68"/>
                </a:solidFill>
                <a:latin typeface="Yu Gothic"/>
                <a:ea typeface="Yu Gothic"/>
                <a:cs typeface="Yu Gothic"/>
              </a:rPr>
              <a:t>●</a:t>
            </a:r>
          </a:p>
        </p:txBody>
      </p:sp>
      <p:sp>
        <p:nvSpPr>
          <p:cNvPr id="9" name="">
            <a:extLst xmlns:a="http://schemas.openxmlformats.org/drawingml/2006/main">
              <a:ext uri="{FF2B5EF4-FFF2-40B4-BE49-F238E27FC236}">
                <a16:creationId xmlns:a16="http://schemas.microsoft.com/office/drawing/2014/main" id="{5D2244EE-FFBF-4866-BB31-0E090E1D86E3}"/>
              </a:ext>
            </a:extLst>
          </p:cNvPr>
          <p:cNvSpPr>
            <a:spLocks xmlns:a="http://schemas.openxmlformats.org/drawingml/2006/main" noGrp="1"/>
          </p:cNvSpPr>
          <p:nvPr/>
        </p:nvSpPr>
        <p:spPr>
          <a:xfrm xmlns:a="http://schemas.openxmlformats.org/drawingml/2006/main">
            <a:off x="1143000" y="2286000"/>
            <a:ext cx="4819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反 R＝220°00′00″</a:t>
            </a:r>
          </a:p>
        </p:txBody>
      </p:sp>
      <p:sp>
        <p:nvSpPr>
          <p:cNvPr id="10" name="">
            <a:extLst xmlns:a="http://schemas.openxmlformats.org/drawingml/2006/main">
              <a:ext uri="{FF2B5EF4-FFF2-40B4-BE49-F238E27FC236}">
                <a16:creationId xmlns:a16="http://schemas.microsoft.com/office/drawing/2014/main" id="{453F5A3C-D96D-46EB-B781-EE8F9499DBD6}"/>
              </a:ext>
            </a:extLst>
          </p:cNvPr>
          <p:cNvSpPr>
            <a:spLocks xmlns:a="http://schemas.openxmlformats.org/drawingml/2006/main" noGrp="1"/>
          </p:cNvSpPr>
          <p:nvPr/>
        </p:nvSpPr>
        <p:spPr>
          <a:xfrm xmlns:a="http://schemas.openxmlformats.org/drawingml/2006/main">
            <a:off x="819150" y="2857500"/>
            <a:ext cx="228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425" b="1">
                <a:solidFill>
                  <a:srgbClr val="166B68"/>
                </a:solidFill>
                <a:latin typeface="Yu Gothic"/>
                <a:ea typeface="Yu Gothic"/>
                <a:cs typeface="Yu Gothic"/>
              </a:defRPr>
            </a:defPPr>
            <a:lvl1pPr algn="ctr">
              <a:defRPr sz="1425" b="1">
                <a:solidFill>
                  <a:srgbClr val="166B68"/>
                </a:solidFill>
                <a:latin typeface="Yu Gothic"/>
                <a:ea typeface="Yu Gothic"/>
                <a:cs typeface="Yu Gothic"/>
              </a:defRPr>
            </a:lvl1pPr>
            <a:lvl2pPr algn="ctr">
              <a:defRPr sz="1425" b="1">
                <a:solidFill>
                  <a:srgbClr val="166B68"/>
                </a:solidFill>
                <a:latin typeface="Yu Gothic"/>
                <a:ea typeface="Yu Gothic"/>
                <a:cs typeface="Yu Gothic"/>
              </a:defRPr>
            </a:lvl2pPr>
            <a:lvl3pPr algn="ctr">
              <a:defRPr sz="1425" b="1">
                <a:solidFill>
                  <a:srgbClr val="166B68"/>
                </a:solidFill>
                <a:latin typeface="Yu Gothic"/>
                <a:ea typeface="Yu Gothic"/>
                <a:cs typeface="Yu Gothic"/>
              </a:defRPr>
            </a:lvl3pPr>
            <a:lvl4pPr algn="ctr">
              <a:defRPr sz="1425" b="1">
                <a:solidFill>
                  <a:srgbClr val="166B68"/>
                </a:solidFill>
                <a:latin typeface="Yu Gothic"/>
                <a:ea typeface="Yu Gothic"/>
                <a:cs typeface="Yu Gothic"/>
              </a:defRPr>
            </a:lvl4pPr>
            <a:lvl5pPr algn="ctr">
              <a:defRPr sz="1425" b="1">
                <a:solidFill>
                  <a:srgbClr val="166B68"/>
                </a:solidFill>
                <a:latin typeface="Yu Gothic"/>
                <a:ea typeface="Yu Gothic"/>
                <a:cs typeface="Yu Gothic"/>
              </a:defRPr>
            </a:lvl5pPr>
            <a:lvl6pPr algn="ctr">
              <a:defRPr sz="1425" b="1">
                <a:solidFill>
                  <a:srgbClr val="166B68"/>
                </a:solidFill>
                <a:latin typeface="Yu Gothic"/>
                <a:ea typeface="Yu Gothic"/>
                <a:cs typeface="Yu Gothic"/>
              </a:defRPr>
            </a:lvl6pPr>
            <a:lvl7pPr algn="ctr">
              <a:defRPr sz="1425" b="1">
                <a:solidFill>
                  <a:srgbClr val="166B68"/>
                </a:solidFill>
                <a:latin typeface="Yu Gothic"/>
                <a:ea typeface="Yu Gothic"/>
                <a:cs typeface="Yu Gothic"/>
              </a:defRPr>
            </a:lvl7pPr>
            <a:lvl8pPr algn="ctr">
              <a:defRPr sz="1425" b="1">
                <a:solidFill>
                  <a:srgbClr val="166B68"/>
                </a:solidFill>
                <a:latin typeface="Yu Gothic"/>
                <a:ea typeface="Yu Gothic"/>
                <a:cs typeface="Yu Gothic"/>
              </a:defRPr>
            </a:lvl8pPr>
            <a:lvl9pPr algn="ctr">
              <a:defRPr sz="1425" b="1">
                <a:solidFill>
                  <a:srgbClr val="166B68"/>
                </a:solidFill>
                <a:latin typeface="Yu Gothic"/>
                <a:ea typeface="Yu Gothic"/>
                <a:cs typeface="Yu Gothic"/>
              </a:defRPr>
            </a:lvl9pPr>
          </a:lstStyle>
          <a:p xmlns:a="http://schemas.openxmlformats.org/drawingml/2006/main">
            <a:pPr algn="ctr">
              <a:defRPr sz="1425" b="1">
                <a:solidFill>
                  <a:srgbClr val="166B68"/>
                </a:solidFill>
                <a:latin typeface="Yu Gothic"/>
                <a:ea typeface="Yu Gothic"/>
                <a:cs typeface="Yu Gothic"/>
              </a:defRPr>
            </a:pPr>
            <a:r>
              <a:rPr sz="1425" b="1">
                <a:solidFill>
                  <a:srgbClr val="166B68"/>
                </a:solidFill>
                <a:latin typeface="Yu Gothic"/>
                <a:ea typeface="Yu Gothic"/>
                <a:cs typeface="Yu Gothic"/>
              </a:rPr>
              <a:t>●</a:t>
            </a:r>
          </a:p>
        </p:txBody>
      </p:sp>
      <p:sp>
        <p:nvSpPr>
          <p:cNvPr id="11" name="">
            <a:extLst xmlns:a="http://schemas.openxmlformats.org/drawingml/2006/main">
              <a:ext uri="{FF2B5EF4-FFF2-40B4-BE49-F238E27FC236}">
                <a16:creationId xmlns:a16="http://schemas.microsoft.com/office/drawing/2014/main" id="{146BB7AE-DE5B-4D84-8482-B8154564DB0C}"/>
              </a:ext>
            </a:extLst>
          </p:cNvPr>
          <p:cNvSpPr>
            <a:spLocks xmlns:a="http://schemas.openxmlformats.org/drawingml/2006/main" noGrp="1"/>
          </p:cNvSpPr>
          <p:nvPr/>
        </p:nvSpPr>
        <p:spPr>
          <a:xfrm xmlns:a="http://schemas.openxmlformats.org/drawingml/2006/main">
            <a:off x="1143000" y="2857500"/>
            <a:ext cx="4819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R′＝R−180°＝40°00′00″</a:t>
            </a:r>
          </a:p>
        </p:txBody>
      </p:sp>
      <p:sp>
        <p:nvSpPr>
          <p:cNvPr id="12" name="">
            <a:extLst xmlns:a="http://schemas.openxmlformats.org/drawingml/2006/main">
              <a:ext uri="{FF2B5EF4-FFF2-40B4-BE49-F238E27FC236}">
                <a16:creationId xmlns:a16="http://schemas.microsoft.com/office/drawing/2014/main" id="{389B76A3-5C64-4A9E-B6B1-3390FE6318B1}"/>
              </a:ext>
            </a:extLst>
          </p:cNvPr>
          <p:cNvSpPr>
            <a:spLocks xmlns:a="http://schemas.openxmlformats.org/drawingml/2006/main" noGrp="1"/>
          </p:cNvSpPr>
          <p:nvPr/>
        </p:nvSpPr>
        <p:spPr>
          <a:xfrm xmlns:a="http://schemas.openxmlformats.org/drawingml/2006/main">
            <a:off x="781050" y="5219700"/>
            <a:ext cx="519112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625" b="1">
                <a:solidFill>
                  <a:srgbClr val="166B68"/>
                </a:solidFill>
                <a:latin typeface="Yu Gothic"/>
                <a:ea typeface="Yu Gothic"/>
                <a:cs typeface="Yu Gothic"/>
              </a:defRPr>
            </a:defPPr>
            <a:lvl1pPr algn="l">
              <a:defRPr sz="2625" b="1">
                <a:solidFill>
                  <a:srgbClr val="166B68"/>
                </a:solidFill>
                <a:latin typeface="Yu Gothic"/>
                <a:ea typeface="Yu Gothic"/>
                <a:cs typeface="Yu Gothic"/>
              </a:defRPr>
            </a:lvl1pPr>
            <a:lvl2pPr algn="l">
              <a:defRPr sz="2625" b="1">
                <a:solidFill>
                  <a:srgbClr val="166B68"/>
                </a:solidFill>
                <a:latin typeface="Yu Gothic"/>
                <a:ea typeface="Yu Gothic"/>
                <a:cs typeface="Yu Gothic"/>
              </a:defRPr>
            </a:lvl2pPr>
            <a:lvl3pPr algn="l">
              <a:defRPr sz="2625" b="1">
                <a:solidFill>
                  <a:srgbClr val="166B68"/>
                </a:solidFill>
                <a:latin typeface="Yu Gothic"/>
                <a:ea typeface="Yu Gothic"/>
                <a:cs typeface="Yu Gothic"/>
              </a:defRPr>
            </a:lvl3pPr>
            <a:lvl4pPr algn="l">
              <a:defRPr sz="2625" b="1">
                <a:solidFill>
                  <a:srgbClr val="166B68"/>
                </a:solidFill>
                <a:latin typeface="Yu Gothic"/>
                <a:ea typeface="Yu Gothic"/>
                <a:cs typeface="Yu Gothic"/>
              </a:defRPr>
            </a:lvl4pPr>
            <a:lvl5pPr algn="l">
              <a:defRPr sz="2625" b="1">
                <a:solidFill>
                  <a:srgbClr val="166B68"/>
                </a:solidFill>
                <a:latin typeface="Yu Gothic"/>
                <a:ea typeface="Yu Gothic"/>
                <a:cs typeface="Yu Gothic"/>
              </a:defRPr>
            </a:lvl5pPr>
            <a:lvl6pPr algn="l">
              <a:defRPr sz="2625" b="1">
                <a:solidFill>
                  <a:srgbClr val="166B68"/>
                </a:solidFill>
                <a:latin typeface="Yu Gothic"/>
                <a:ea typeface="Yu Gothic"/>
                <a:cs typeface="Yu Gothic"/>
              </a:defRPr>
            </a:lvl6pPr>
            <a:lvl7pPr algn="l">
              <a:defRPr sz="2625" b="1">
                <a:solidFill>
                  <a:srgbClr val="166B68"/>
                </a:solidFill>
                <a:latin typeface="Yu Gothic"/>
                <a:ea typeface="Yu Gothic"/>
                <a:cs typeface="Yu Gothic"/>
              </a:defRPr>
            </a:lvl7pPr>
            <a:lvl8pPr algn="l">
              <a:defRPr sz="2625" b="1">
                <a:solidFill>
                  <a:srgbClr val="166B68"/>
                </a:solidFill>
                <a:latin typeface="Yu Gothic"/>
                <a:ea typeface="Yu Gothic"/>
                <a:cs typeface="Yu Gothic"/>
              </a:defRPr>
            </a:lvl8pPr>
            <a:lvl9pPr algn="l">
              <a:defRPr sz="2625" b="1">
                <a:solidFill>
                  <a:srgbClr val="166B68"/>
                </a:solidFill>
                <a:latin typeface="Yu Gothic"/>
                <a:ea typeface="Yu Gothic"/>
                <a:cs typeface="Yu Gothic"/>
              </a:defRPr>
            </a:lvl9pPr>
          </a:lstStyle>
          <a:p xmlns:a="http://schemas.openxmlformats.org/drawingml/2006/main">
            <a:pPr algn="l">
              <a:defRPr sz="2625" b="1">
                <a:solidFill>
                  <a:srgbClr val="166B68"/>
                </a:solidFill>
                <a:latin typeface="Yu Gothic"/>
                <a:ea typeface="Yu Gothic"/>
                <a:cs typeface="Yu Gothic"/>
              </a:defRPr>
            </a:pPr>
            <a:r>
              <a:rPr sz="2625" b="1">
                <a:solidFill>
                  <a:srgbClr val="166B68"/>
                </a:solidFill>
                <a:latin typeface="Yu Gothic"/>
                <a:ea typeface="Yu Gothic"/>
                <a:cs typeface="Yu Gothic"/>
              </a:rPr>
              <a:t>LとR′を比較できる</a:t>
            </a:r>
          </a:p>
        </p:txBody>
      </p:sp>
      <p:sp>
        <p:nvSpPr>
          <p:cNvPr id="13" name="">
            <a:extLst xmlns:a="http://schemas.openxmlformats.org/drawingml/2006/main">
              <a:ext uri="{FF2B5EF4-FFF2-40B4-BE49-F238E27FC236}">
                <a16:creationId xmlns:a16="http://schemas.microsoft.com/office/drawing/2014/main" id="{EA3E2374-4111-4322-A6A7-C94C333D96DB}"/>
              </a:ext>
            </a:extLst>
          </p:cNvPr>
          <p:cNvSpPr>
            <a:spLocks xmlns:a="http://schemas.openxmlformats.org/drawingml/2006/main" noGrp="1"/>
          </p:cNvSpPr>
          <p:nvPr/>
        </p:nvSpPr>
        <p:spPr>
          <a:xfrm xmlns:a="http://schemas.openxmlformats.org/drawingml/2006/main">
            <a:off x="6324600" y="1724025"/>
            <a:ext cx="4876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1">
                <a:solidFill>
                  <a:srgbClr val="182B33"/>
                </a:solidFill>
                <a:latin typeface="Yu Gothic"/>
                <a:ea typeface="Yu Gothic"/>
                <a:cs typeface="Yu Gothic"/>
              </a:defRPr>
            </a:defPPr>
            <a:lvl1pPr algn="ctr">
              <a:defRPr sz="1650" b="1">
                <a:solidFill>
                  <a:srgbClr val="182B33"/>
                </a:solidFill>
                <a:latin typeface="Yu Gothic"/>
                <a:ea typeface="Yu Gothic"/>
                <a:cs typeface="Yu Gothic"/>
              </a:defRPr>
            </a:lvl1pPr>
            <a:lvl2pPr algn="ctr">
              <a:defRPr sz="1650" b="1">
                <a:solidFill>
                  <a:srgbClr val="182B33"/>
                </a:solidFill>
                <a:latin typeface="Yu Gothic"/>
                <a:ea typeface="Yu Gothic"/>
                <a:cs typeface="Yu Gothic"/>
              </a:defRPr>
            </a:lvl2pPr>
            <a:lvl3pPr algn="ctr">
              <a:defRPr sz="1650" b="1">
                <a:solidFill>
                  <a:srgbClr val="182B33"/>
                </a:solidFill>
                <a:latin typeface="Yu Gothic"/>
                <a:ea typeface="Yu Gothic"/>
                <a:cs typeface="Yu Gothic"/>
              </a:defRPr>
            </a:lvl3pPr>
            <a:lvl4pPr algn="ctr">
              <a:defRPr sz="1650" b="1">
                <a:solidFill>
                  <a:srgbClr val="182B33"/>
                </a:solidFill>
                <a:latin typeface="Yu Gothic"/>
                <a:ea typeface="Yu Gothic"/>
                <a:cs typeface="Yu Gothic"/>
              </a:defRPr>
            </a:lvl4pPr>
            <a:lvl5pPr algn="ctr">
              <a:defRPr sz="1650" b="1">
                <a:solidFill>
                  <a:srgbClr val="182B33"/>
                </a:solidFill>
                <a:latin typeface="Yu Gothic"/>
                <a:ea typeface="Yu Gothic"/>
                <a:cs typeface="Yu Gothic"/>
              </a:defRPr>
            </a:lvl5pPr>
            <a:lvl6pPr algn="ctr">
              <a:defRPr sz="1650" b="1">
                <a:solidFill>
                  <a:srgbClr val="182B33"/>
                </a:solidFill>
                <a:latin typeface="Yu Gothic"/>
                <a:ea typeface="Yu Gothic"/>
                <a:cs typeface="Yu Gothic"/>
              </a:defRPr>
            </a:lvl6pPr>
            <a:lvl7pPr algn="ctr">
              <a:defRPr sz="1650" b="1">
                <a:solidFill>
                  <a:srgbClr val="182B33"/>
                </a:solidFill>
                <a:latin typeface="Yu Gothic"/>
                <a:ea typeface="Yu Gothic"/>
                <a:cs typeface="Yu Gothic"/>
              </a:defRPr>
            </a:lvl7pPr>
            <a:lvl8pPr algn="ctr">
              <a:defRPr sz="1650" b="1">
                <a:solidFill>
                  <a:srgbClr val="182B33"/>
                </a:solidFill>
                <a:latin typeface="Yu Gothic"/>
                <a:ea typeface="Yu Gothic"/>
                <a:cs typeface="Yu Gothic"/>
              </a:defRPr>
            </a:lvl8pPr>
            <a:lvl9pPr algn="ctr">
              <a:defRPr sz="1650" b="1">
                <a:solidFill>
                  <a:srgbClr val="182B33"/>
                </a:solidFill>
                <a:latin typeface="Yu Gothic"/>
                <a:ea typeface="Yu Gothic"/>
                <a:cs typeface="Yu Gothic"/>
              </a:defRPr>
            </a:lvl9pPr>
          </a:lstStyle>
          <a:p xmlns:a="http://schemas.openxmlformats.org/drawingml/2006/main">
            <a:pPr algn="ctr">
              <a:defRPr sz="1650" b="1">
                <a:solidFill>
                  <a:srgbClr val="182B33"/>
                </a:solidFill>
                <a:latin typeface="Yu Gothic"/>
                <a:ea typeface="Yu Gothic"/>
                <a:cs typeface="Yu Gothic"/>
              </a:defRPr>
            </a:pPr>
            <a:r>
              <a:rPr sz="1650" b="1">
                <a:solidFill>
                  <a:srgbClr val="182B33"/>
                </a:solidFill>
                <a:latin typeface="Yu Gothic"/>
                <a:ea typeface="Yu Gothic"/>
                <a:cs typeface="Yu Gothic"/>
              </a:rPr>
              <a:t>器械は移動しない：同じ器械点 O・同じ目標</a:t>
            </a:r>
          </a:p>
        </p:txBody>
      </p:sp>
      <p:sp>
        <p:nvSpPr>
          <p:cNvPr id="14" name="">
            <a:extLst xmlns:a="http://schemas.openxmlformats.org/drawingml/2006/main">
              <a:ext uri="{FF2B5EF4-FFF2-40B4-BE49-F238E27FC236}">
                <a16:creationId xmlns:a16="http://schemas.microsoft.com/office/drawing/2014/main" id="{EE44CFF1-0C7F-40A0-8AC5-E9A6843F1003}"/>
              </a:ext>
            </a:extLst>
          </p:cNvPr>
          <p:cNvSpPr>
            <a:spLocks xmlns:a="http://schemas.openxmlformats.org/drawingml/2006/main" noGrp="1"/>
          </p:cNvSpPr>
          <p:nvPr/>
        </p:nvSpPr>
        <p:spPr>
          <a:xfrm xmlns:a="http://schemas.openxmlformats.org/drawingml/2006/main">
            <a:off x="6286500" y="2076450"/>
            <a:ext cx="2390775" cy="3600450"/>
          </a:xfrm>
          <a:prstGeom xmlns:a="http://schemas.openxmlformats.org/drawingml/2006/main" prst="roundRect">
            <a:avLst>
              <a:gd name="adj" fmla="val 3187"/>
            </a:avLst>
          </a:prstGeom>
          <a:solidFill xmlns:a="http://schemas.openxmlformats.org/drawingml/2006/main">
            <a:srgbClr val="EEF5F4"/>
          </a:solidFill>
          <a:ln xmlns:a="http://schemas.openxmlformats.org/drawingml/2006/main" w="19050">
            <a:solidFill>
              <a:srgbClr val="CFD9DD"/>
            </a:solidFill>
          </a:ln>
        </p:spPr>
      </p:sp>
      <p:sp>
        <p:nvSpPr>
          <p:cNvPr id="15" name="">
            <a:extLst xmlns:a="http://schemas.openxmlformats.org/drawingml/2006/main">
              <a:ext uri="{FF2B5EF4-FFF2-40B4-BE49-F238E27FC236}">
                <a16:creationId xmlns:a16="http://schemas.microsoft.com/office/drawing/2014/main" id="{F8B5DCDA-87D7-4430-AEED-3B8B21C4B54B}"/>
              </a:ext>
            </a:extLst>
          </p:cNvPr>
          <p:cNvSpPr>
            <a:spLocks xmlns:a="http://schemas.openxmlformats.org/drawingml/2006/main" noGrp="1"/>
          </p:cNvSpPr>
          <p:nvPr/>
        </p:nvSpPr>
        <p:spPr>
          <a:xfrm xmlns:a="http://schemas.openxmlformats.org/drawingml/2006/main">
            <a:off x="7481888" y="2714625"/>
            <a:ext cx="9525" cy="1880235"/>
          </a:xfrm>
          <a:custGeom xmlns:a="http://schemas.openxmlformats.org/drawingml/2006/main">
            <a:pathLst>
              <a:path w="9525" h="1880235">
                <a:moveTo>
                  <a:pt x="0" y="1880235"/>
                </a:moveTo>
                <a:lnTo>
                  <a:pt x="0" y="0"/>
                </a:lnTo>
              </a:path>
            </a:pathLst>
          </a:custGeom>
          <a:noFill xmlns:a="http://schemas.openxmlformats.org/drawingml/2006/main"/>
          <a:ln xmlns:a="http://schemas.openxmlformats.org/drawingml/2006/main" w="38100">
            <a:solidFill>
              <a:srgbClr val="166B68"/>
            </a:solidFill>
            <a:prstDash val="solid"/>
          </a:ln>
        </p:spPr>
      </p:sp>
      <p:sp>
        <p:nvSpPr>
          <p:cNvPr id="16" name="">
            <a:extLst xmlns:a="http://schemas.openxmlformats.org/drawingml/2006/main">
              <a:ext uri="{FF2B5EF4-FFF2-40B4-BE49-F238E27FC236}">
                <a16:creationId xmlns:a16="http://schemas.microsoft.com/office/drawing/2014/main" id="{DDFE102D-1D88-4F07-8919-BA61155FC256}"/>
              </a:ext>
            </a:extLst>
          </p:cNvPr>
          <p:cNvSpPr>
            <a:spLocks xmlns:a="http://schemas.openxmlformats.org/drawingml/2006/main" noGrp="1"/>
          </p:cNvSpPr>
          <p:nvPr/>
        </p:nvSpPr>
        <p:spPr>
          <a:xfrm xmlns:a="http://schemas.openxmlformats.org/drawingml/2006/main">
            <a:off x="7405688" y="4518660"/>
            <a:ext cx="152400" cy="152400"/>
          </a:xfrm>
          <a:prstGeom xmlns:a="http://schemas.openxmlformats.org/drawingml/2006/main" prst="ellipse">
            <a:avLst/>
          </a:prstGeom>
          <a:solidFill xmlns:a="http://schemas.openxmlformats.org/drawingml/2006/main">
            <a:srgbClr val="166B68"/>
          </a:solidFill>
          <a:ln xmlns:a="http://schemas.openxmlformats.org/drawingml/2006/main" w="9525">
            <a:solidFill>
              <a:srgbClr val="166B68"/>
            </a:solidFill>
          </a:ln>
        </p:spPr>
      </p:sp>
      <p:sp>
        <p:nvSpPr>
          <p:cNvPr id="17" name="">
            <a:extLst xmlns:a="http://schemas.openxmlformats.org/drawingml/2006/main">
              <a:ext uri="{FF2B5EF4-FFF2-40B4-BE49-F238E27FC236}">
                <a16:creationId xmlns:a16="http://schemas.microsoft.com/office/drawing/2014/main" id="{1FE7E041-AA0C-4C38-9492-6C85B08BFC77}"/>
              </a:ext>
            </a:extLst>
          </p:cNvPr>
          <p:cNvSpPr>
            <a:spLocks xmlns:a="http://schemas.openxmlformats.org/drawingml/2006/main" noGrp="1"/>
          </p:cNvSpPr>
          <p:nvPr/>
        </p:nvSpPr>
        <p:spPr>
          <a:xfrm xmlns:a="http://schemas.openxmlformats.org/drawingml/2006/main">
            <a:off x="7415213" y="2647950"/>
            <a:ext cx="133350" cy="133350"/>
          </a:xfrm>
          <a:prstGeom xmlns:a="http://schemas.openxmlformats.org/drawingml/2006/main" prst="ellipse">
            <a:avLst/>
          </a:prstGeom>
          <a:solidFill xmlns:a="http://schemas.openxmlformats.org/drawingml/2006/main">
            <a:srgbClr val="182B33"/>
          </a:solidFill>
          <a:ln xmlns:a="http://schemas.openxmlformats.org/drawingml/2006/main" w="9525">
            <a:solidFill>
              <a:srgbClr val="182B33"/>
            </a:solidFill>
          </a:ln>
        </p:spPr>
      </p:sp>
      <p:sp>
        <p:nvSpPr>
          <p:cNvPr id="18" name="">
            <a:extLst xmlns:a="http://schemas.openxmlformats.org/drawingml/2006/main">
              <a:ext uri="{FF2B5EF4-FFF2-40B4-BE49-F238E27FC236}">
                <a16:creationId xmlns:a16="http://schemas.microsoft.com/office/drawing/2014/main" id="{51120D22-CFBC-4120-BC41-E56CD68B6279}"/>
              </a:ext>
            </a:extLst>
          </p:cNvPr>
          <p:cNvSpPr>
            <a:spLocks xmlns:a="http://schemas.openxmlformats.org/drawingml/2006/main" noGrp="1"/>
          </p:cNvSpPr>
          <p:nvPr/>
        </p:nvSpPr>
        <p:spPr>
          <a:xfrm xmlns:a="http://schemas.openxmlformats.org/drawingml/2006/main">
            <a:off x="6362700" y="2162175"/>
            <a:ext cx="2238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1">
                <a:solidFill>
                  <a:srgbClr val="166B68"/>
                </a:solidFill>
                <a:latin typeface="Yu Gothic"/>
                <a:ea typeface="Yu Gothic"/>
                <a:cs typeface="Yu Gothic"/>
              </a:defRPr>
            </a:defPPr>
            <a:lvl1pPr algn="ctr">
              <a:defRPr sz="1650" b="1">
                <a:solidFill>
                  <a:srgbClr val="166B68"/>
                </a:solidFill>
                <a:latin typeface="Yu Gothic"/>
                <a:ea typeface="Yu Gothic"/>
                <a:cs typeface="Yu Gothic"/>
              </a:defRPr>
            </a:lvl1pPr>
            <a:lvl2pPr algn="ctr">
              <a:defRPr sz="1650" b="1">
                <a:solidFill>
                  <a:srgbClr val="166B68"/>
                </a:solidFill>
                <a:latin typeface="Yu Gothic"/>
                <a:ea typeface="Yu Gothic"/>
                <a:cs typeface="Yu Gothic"/>
              </a:defRPr>
            </a:lvl2pPr>
            <a:lvl3pPr algn="ctr">
              <a:defRPr sz="1650" b="1">
                <a:solidFill>
                  <a:srgbClr val="166B68"/>
                </a:solidFill>
                <a:latin typeface="Yu Gothic"/>
                <a:ea typeface="Yu Gothic"/>
                <a:cs typeface="Yu Gothic"/>
              </a:defRPr>
            </a:lvl3pPr>
            <a:lvl4pPr algn="ctr">
              <a:defRPr sz="1650" b="1">
                <a:solidFill>
                  <a:srgbClr val="166B68"/>
                </a:solidFill>
                <a:latin typeface="Yu Gothic"/>
                <a:ea typeface="Yu Gothic"/>
                <a:cs typeface="Yu Gothic"/>
              </a:defRPr>
            </a:lvl4pPr>
            <a:lvl5pPr algn="ctr">
              <a:defRPr sz="1650" b="1">
                <a:solidFill>
                  <a:srgbClr val="166B68"/>
                </a:solidFill>
                <a:latin typeface="Yu Gothic"/>
                <a:ea typeface="Yu Gothic"/>
                <a:cs typeface="Yu Gothic"/>
              </a:defRPr>
            </a:lvl5pPr>
            <a:lvl6pPr algn="ctr">
              <a:defRPr sz="1650" b="1">
                <a:solidFill>
                  <a:srgbClr val="166B68"/>
                </a:solidFill>
                <a:latin typeface="Yu Gothic"/>
                <a:ea typeface="Yu Gothic"/>
                <a:cs typeface="Yu Gothic"/>
              </a:defRPr>
            </a:lvl6pPr>
            <a:lvl7pPr algn="ctr">
              <a:defRPr sz="1650" b="1">
                <a:solidFill>
                  <a:srgbClr val="166B68"/>
                </a:solidFill>
                <a:latin typeface="Yu Gothic"/>
                <a:ea typeface="Yu Gothic"/>
                <a:cs typeface="Yu Gothic"/>
              </a:defRPr>
            </a:lvl7pPr>
            <a:lvl8pPr algn="ctr">
              <a:defRPr sz="1650" b="1">
                <a:solidFill>
                  <a:srgbClr val="166B68"/>
                </a:solidFill>
                <a:latin typeface="Yu Gothic"/>
                <a:ea typeface="Yu Gothic"/>
                <a:cs typeface="Yu Gothic"/>
              </a:defRPr>
            </a:lvl8pPr>
            <a:lvl9pPr algn="ctr">
              <a:defRPr sz="1650" b="1">
                <a:solidFill>
                  <a:srgbClr val="166B68"/>
                </a:solidFill>
                <a:latin typeface="Yu Gothic"/>
                <a:ea typeface="Yu Gothic"/>
                <a:cs typeface="Yu Gothic"/>
              </a:defRPr>
            </a:lvl9pPr>
          </a:lstStyle>
          <a:p xmlns:a="http://schemas.openxmlformats.org/drawingml/2006/main">
            <a:pPr algn="ctr">
              <a:defRPr sz="1650" b="1">
                <a:solidFill>
                  <a:srgbClr val="166B68"/>
                </a:solidFill>
                <a:latin typeface="Yu Gothic"/>
                <a:ea typeface="Yu Gothic"/>
                <a:cs typeface="Yu Gothic"/>
              </a:defRPr>
            </a:pPr>
            <a:r>
              <a:rPr sz="1650" b="1">
                <a:solidFill>
                  <a:srgbClr val="166B68"/>
                </a:solidFill>
                <a:latin typeface="Yu Gothic"/>
                <a:ea typeface="Yu Gothic"/>
                <a:cs typeface="Yu Gothic"/>
              </a:rPr>
              <a:t>正 L</a:t>
            </a:r>
          </a:p>
        </p:txBody>
      </p:sp>
      <p:sp>
        <p:nvSpPr>
          <p:cNvPr id="19" name="">
            <a:extLst xmlns:a="http://schemas.openxmlformats.org/drawingml/2006/main">
              <a:ext uri="{FF2B5EF4-FFF2-40B4-BE49-F238E27FC236}">
                <a16:creationId xmlns:a16="http://schemas.microsoft.com/office/drawing/2014/main" id="{E6BACFB7-90D4-4281-ABEF-A2F63FC2D5D8}"/>
              </a:ext>
            </a:extLst>
          </p:cNvPr>
          <p:cNvSpPr>
            <a:spLocks xmlns:a="http://schemas.openxmlformats.org/drawingml/2006/main" noGrp="1"/>
          </p:cNvSpPr>
          <p:nvPr/>
        </p:nvSpPr>
        <p:spPr>
          <a:xfrm xmlns:a="http://schemas.openxmlformats.org/drawingml/2006/main">
            <a:off x="7119938" y="2457450"/>
            <a:ext cx="723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1">
                <a:solidFill>
                  <a:srgbClr val="182B33"/>
                </a:solidFill>
                <a:latin typeface="Yu Gothic"/>
                <a:ea typeface="Yu Gothic"/>
                <a:cs typeface="Yu Gothic"/>
              </a:defRPr>
            </a:defPPr>
            <a:lvl1pPr algn="ctr">
              <a:defRPr sz="1650" b="1">
                <a:solidFill>
                  <a:srgbClr val="182B33"/>
                </a:solidFill>
                <a:latin typeface="Yu Gothic"/>
                <a:ea typeface="Yu Gothic"/>
                <a:cs typeface="Yu Gothic"/>
              </a:defRPr>
            </a:lvl1pPr>
            <a:lvl2pPr algn="ctr">
              <a:defRPr sz="1650" b="1">
                <a:solidFill>
                  <a:srgbClr val="182B33"/>
                </a:solidFill>
                <a:latin typeface="Yu Gothic"/>
                <a:ea typeface="Yu Gothic"/>
                <a:cs typeface="Yu Gothic"/>
              </a:defRPr>
            </a:lvl2pPr>
            <a:lvl3pPr algn="ctr">
              <a:defRPr sz="1650" b="1">
                <a:solidFill>
                  <a:srgbClr val="182B33"/>
                </a:solidFill>
                <a:latin typeface="Yu Gothic"/>
                <a:ea typeface="Yu Gothic"/>
                <a:cs typeface="Yu Gothic"/>
              </a:defRPr>
            </a:lvl3pPr>
            <a:lvl4pPr algn="ctr">
              <a:defRPr sz="1650" b="1">
                <a:solidFill>
                  <a:srgbClr val="182B33"/>
                </a:solidFill>
                <a:latin typeface="Yu Gothic"/>
                <a:ea typeface="Yu Gothic"/>
                <a:cs typeface="Yu Gothic"/>
              </a:defRPr>
            </a:lvl4pPr>
            <a:lvl5pPr algn="ctr">
              <a:defRPr sz="1650" b="1">
                <a:solidFill>
                  <a:srgbClr val="182B33"/>
                </a:solidFill>
                <a:latin typeface="Yu Gothic"/>
                <a:ea typeface="Yu Gothic"/>
                <a:cs typeface="Yu Gothic"/>
              </a:defRPr>
            </a:lvl5pPr>
            <a:lvl6pPr algn="ctr">
              <a:defRPr sz="1650" b="1">
                <a:solidFill>
                  <a:srgbClr val="182B33"/>
                </a:solidFill>
                <a:latin typeface="Yu Gothic"/>
                <a:ea typeface="Yu Gothic"/>
                <a:cs typeface="Yu Gothic"/>
              </a:defRPr>
            </a:lvl6pPr>
            <a:lvl7pPr algn="ctr">
              <a:defRPr sz="1650" b="1">
                <a:solidFill>
                  <a:srgbClr val="182B33"/>
                </a:solidFill>
                <a:latin typeface="Yu Gothic"/>
                <a:ea typeface="Yu Gothic"/>
                <a:cs typeface="Yu Gothic"/>
              </a:defRPr>
            </a:lvl7pPr>
            <a:lvl8pPr algn="ctr">
              <a:defRPr sz="1650" b="1">
                <a:solidFill>
                  <a:srgbClr val="182B33"/>
                </a:solidFill>
                <a:latin typeface="Yu Gothic"/>
                <a:ea typeface="Yu Gothic"/>
                <a:cs typeface="Yu Gothic"/>
              </a:defRPr>
            </a:lvl8pPr>
            <a:lvl9pPr algn="ctr">
              <a:defRPr sz="1650" b="1">
                <a:solidFill>
                  <a:srgbClr val="182B33"/>
                </a:solidFill>
                <a:latin typeface="Yu Gothic"/>
                <a:ea typeface="Yu Gothic"/>
                <a:cs typeface="Yu Gothic"/>
              </a:defRPr>
            </a:lvl9pPr>
          </a:lstStyle>
          <a:p xmlns:a="http://schemas.openxmlformats.org/drawingml/2006/main">
            <a:pPr algn="ctr">
              <a:defRPr sz="1650" b="1">
                <a:solidFill>
                  <a:srgbClr val="182B33"/>
                </a:solidFill>
                <a:latin typeface="Yu Gothic"/>
                <a:ea typeface="Yu Gothic"/>
                <a:cs typeface="Yu Gothic"/>
              </a:defRPr>
            </a:pPr>
            <a:r>
              <a:rPr sz="1650" b="1">
                <a:solidFill>
                  <a:srgbClr val="182B33"/>
                </a:solidFill>
                <a:latin typeface="Yu Gothic"/>
                <a:ea typeface="Yu Gothic"/>
                <a:cs typeface="Yu Gothic"/>
              </a:rPr>
              <a:t>目標</a:t>
            </a:r>
          </a:p>
        </p:txBody>
      </p:sp>
      <p:sp>
        <p:nvSpPr>
          <p:cNvPr id="20" name="">
            <a:extLst xmlns:a="http://schemas.openxmlformats.org/drawingml/2006/main">
              <a:ext uri="{FF2B5EF4-FFF2-40B4-BE49-F238E27FC236}">
                <a16:creationId xmlns:a16="http://schemas.microsoft.com/office/drawing/2014/main" id="{EB8582A8-58C3-4E81-9D9A-7D34AC4AF5F5}"/>
              </a:ext>
            </a:extLst>
          </p:cNvPr>
          <p:cNvSpPr>
            <a:spLocks xmlns:a="http://schemas.openxmlformats.org/drawingml/2006/main" noGrp="1"/>
          </p:cNvSpPr>
          <p:nvPr/>
        </p:nvSpPr>
        <p:spPr>
          <a:xfrm xmlns:a="http://schemas.openxmlformats.org/drawingml/2006/main">
            <a:off x="7310438" y="4671060"/>
            <a:ext cx="342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1">
                <a:solidFill>
                  <a:srgbClr val="182B33"/>
                </a:solidFill>
                <a:latin typeface="Yu Gothic"/>
                <a:ea typeface="Yu Gothic"/>
                <a:cs typeface="Yu Gothic"/>
              </a:defRPr>
            </a:defPPr>
            <a:lvl1pPr algn="ctr">
              <a:defRPr sz="1650" b="1">
                <a:solidFill>
                  <a:srgbClr val="182B33"/>
                </a:solidFill>
                <a:latin typeface="Yu Gothic"/>
                <a:ea typeface="Yu Gothic"/>
                <a:cs typeface="Yu Gothic"/>
              </a:defRPr>
            </a:lvl1pPr>
            <a:lvl2pPr algn="ctr">
              <a:defRPr sz="1650" b="1">
                <a:solidFill>
                  <a:srgbClr val="182B33"/>
                </a:solidFill>
                <a:latin typeface="Yu Gothic"/>
                <a:ea typeface="Yu Gothic"/>
                <a:cs typeface="Yu Gothic"/>
              </a:defRPr>
            </a:lvl2pPr>
            <a:lvl3pPr algn="ctr">
              <a:defRPr sz="1650" b="1">
                <a:solidFill>
                  <a:srgbClr val="182B33"/>
                </a:solidFill>
                <a:latin typeface="Yu Gothic"/>
                <a:ea typeface="Yu Gothic"/>
                <a:cs typeface="Yu Gothic"/>
              </a:defRPr>
            </a:lvl3pPr>
            <a:lvl4pPr algn="ctr">
              <a:defRPr sz="1650" b="1">
                <a:solidFill>
                  <a:srgbClr val="182B33"/>
                </a:solidFill>
                <a:latin typeface="Yu Gothic"/>
                <a:ea typeface="Yu Gothic"/>
                <a:cs typeface="Yu Gothic"/>
              </a:defRPr>
            </a:lvl4pPr>
            <a:lvl5pPr algn="ctr">
              <a:defRPr sz="1650" b="1">
                <a:solidFill>
                  <a:srgbClr val="182B33"/>
                </a:solidFill>
                <a:latin typeface="Yu Gothic"/>
                <a:ea typeface="Yu Gothic"/>
                <a:cs typeface="Yu Gothic"/>
              </a:defRPr>
            </a:lvl5pPr>
            <a:lvl6pPr algn="ctr">
              <a:defRPr sz="1650" b="1">
                <a:solidFill>
                  <a:srgbClr val="182B33"/>
                </a:solidFill>
                <a:latin typeface="Yu Gothic"/>
                <a:ea typeface="Yu Gothic"/>
                <a:cs typeface="Yu Gothic"/>
              </a:defRPr>
            </a:lvl6pPr>
            <a:lvl7pPr algn="ctr">
              <a:defRPr sz="1650" b="1">
                <a:solidFill>
                  <a:srgbClr val="182B33"/>
                </a:solidFill>
                <a:latin typeface="Yu Gothic"/>
                <a:ea typeface="Yu Gothic"/>
                <a:cs typeface="Yu Gothic"/>
              </a:defRPr>
            </a:lvl7pPr>
            <a:lvl8pPr algn="ctr">
              <a:defRPr sz="1650" b="1">
                <a:solidFill>
                  <a:srgbClr val="182B33"/>
                </a:solidFill>
                <a:latin typeface="Yu Gothic"/>
                <a:ea typeface="Yu Gothic"/>
                <a:cs typeface="Yu Gothic"/>
              </a:defRPr>
            </a:lvl8pPr>
            <a:lvl9pPr algn="ctr">
              <a:defRPr sz="1650" b="1">
                <a:solidFill>
                  <a:srgbClr val="182B33"/>
                </a:solidFill>
                <a:latin typeface="Yu Gothic"/>
                <a:ea typeface="Yu Gothic"/>
                <a:cs typeface="Yu Gothic"/>
              </a:defRPr>
            </a:lvl9pPr>
          </a:lstStyle>
          <a:p xmlns:a="http://schemas.openxmlformats.org/drawingml/2006/main">
            <a:pPr algn="ctr">
              <a:defRPr sz="1650" b="1">
                <a:solidFill>
                  <a:srgbClr val="182B33"/>
                </a:solidFill>
                <a:latin typeface="Yu Gothic"/>
                <a:ea typeface="Yu Gothic"/>
                <a:cs typeface="Yu Gothic"/>
              </a:defRPr>
            </a:pPr>
            <a:r>
              <a:rPr sz="1650" b="1">
                <a:solidFill>
                  <a:srgbClr val="182B33"/>
                </a:solidFill>
                <a:latin typeface="Yu Gothic"/>
                <a:ea typeface="Yu Gothic"/>
                <a:cs typeface="Yu Gothic"/>
              </a:rPr>
              <a:t>O</a:t>
            </a:r>
          </a:p>
        </p:txBody>
      </p:sp>
      <p:sp>
        <p:nvSpPr>
          <p:cNvPr id="21" name="">
            <a:extLst xmlns:a="http://schemas.openxmlformats.org/drawingml/2006/main">
              <a:ext uri="{FF2B5EF4-FFF2-40B4-BE49-F238E27FC236}">
                <a16:creationId xmlns:a16="http://schemas.microsoft.com/office/drawing/2014/main" id="{D59461C5-1D74-4A74-BEAA-56A01047847A}"/>
              </a:ext>
            </a:extLst>
          </p:cNvPr>
          <p:cNvSpPr>
            <a:spLocks xmlns:a="http://schemas.openxmlformats.org/drawingml/2006/main" noGrp="1"/>
          </p:cNvSpPr>
          <p:nvPr/>
        </p:nvSpPr>
        <p:spPr>
          <a:xfrm xmlns:a="http://schemas.openxmlformats.org/drawingml/2006/main">
            <a:off x="7158038" y="4366260"/>
            <a:ext cx="647700" cy="9525"/>
          </a:xfrm>
          <a:custGeom xmlns:a="http://schemas.openxmlformats.org/drawingml/2006/main">
            <a:pathLst>
              <a:path w="647700" h="9525">
                <a:moveTo>
                  <a:pt x="0" y="0"/>
                </a:moveTo>
                <a:lnTo>
                  <a:pt x="647700" y="0"/>
                </a:lnTo>
              </a:path>
            </a:pathLst>
          </a:custGeom>
          <a:noFill xmlns:a="http://schemas.openxmlformats.org/drawingml/2006/main"/>
          <a:ln xmlns:a="http://schemas.openxmlformats.org/drawingml/2006/main" w="57150">
            <a:solidFill>
              <a:srgbClr val="166B68"/>
            </a:solidFill>
            <a:prstDash val="solid"/>
          </a:ln>
        </p:spPr>
      </p:sp>
      <p:sp>
        <p:nvSpPr>
          <p:cNvPr id="22" name="">
            <a:extLst xmlns:a="http://schemas.openxmlformats.org/drawingml/2006/main">
              <a:ext uri="{FF2B5EF4-FFF2-40B4-BE49-F238E27FC236}">
                <a16:creationId xmlns:a16="http://schemas.microsoft.com/office/drawing/2014/main" id="{A211770B-9BCB-49DC-9A04-5825CBAA68BE}"/>
              </a:ext>
            </a:extLst>
          </p:cNvPr>
          <p:cNvSpPr>
            <a:spLocks xmlns:a="http://schemas.openxmlformats.org/drawingml/2006/main" noGrp="1"/>
          </p:cNvSpPr>
          <p:nvPr/>
        </p:nvSpPr>
        <p:spPr>
          <a:xfrm xmlns:a="http://schemas.openxmlformats.org/drawingml/2006/main">
            <a:off x="8848725" y="2076450"/>
            <a:ext cx="2390775" cy="3600450"/>
          </a:xfrm>
          <a:prstGeom xmlns:a="http://schemas.openxmlformats.org/drawingml/2006/main" prst="roundRect">
            <a:avLst>
              <a:gd name="adj" fmla="val 3187"/>
            </a:avLst>
          </a:prstGeom>
          <a:solidFill xmlns:a="http://schemas.openxmlformats.org/drawingml/2006/main">
            <a:srgbClr val="EEF5F4"/>
          </a:solidFill>
          <a:ln xmlns:a="http://schemas.openxmlformats.org/drawingml/2006/main" w="19050">
            <a:solidFill>
              <a:srgbClr val="CFD9DD"/>
            </a:solidFill>
          </a:ln>
        </p:spPr>
      </p:sp>
      <p:sp>
        <p:nvSpPr>
          <p:cNvPr id="23" name="">
            <a:extLst xmlns:a="http://schemas.openxmlformats.org/drawingml/2006/main">
              <a:ext uri="{FF2B5EF4-FFF2-40B4-BE49-F238E27FC236}">
                <a16:creationId xmlns:a16="http://schemas.microsoft.com/office/drawing/2014/main" id="{8F22DA13-8790-44C3-A5C7-79F069FD5830}"/>
              </a:ext>
            </a:extLst>
          </p:cNvPr>
          <p:cNvSpPr>
            <a:spLocks xmlns:a="http://schemas.openxmlformats.org/drawingml/2006/main" noGrp="1"/>
          </p:cNvSpPr>
          <p:nvPr/>
        </p:nvSpPr>
        <p:spPr>
          <a:xfrm xmlns:a="http://schemas.openxmlformats.org/drawingml/2006/main">
            <a:off x="10044113" y="2714625"/>
            <a:ext cx="9525" cy="1880235"/>
          </a:xfrm>
          <a:custGeom xmlns:a="http://schemas.openxmlformats.org/drawingml/2006/main">
            <a:pathLst>
              <a:path w="9525" h="1880235">
                <a:moveTo>
                  <a:pt x="0" y="1880235"/>
                </a:moveTo>
                <a:lnTo>
                  <a:pt x="0" y="0"/>
                </a:lnTo>
              </a:path>
            </a:pathLst>
          </a:custGeom>
          <a:noFill xmlns:a="http://schemas.openxmlformats.org/drawingml/2006/main"/>
          <a:ln xmlns:a="http://schemas.openxmlformats.org/drawingml/2006/main" w="38100">
            <a:solidFill>
              <a:srgbClr val="A94737"/>
            </a:solidFill>
            <a:prstDash val="solid"/>
          </a:ln>
        </p:spPr>
      </p:sp>
      <p:sp>
        <p:nvSpPr>
          <p:cNvPr id="24" name="">
            <a:extLst xmlns:a="http://schemas.openxmlformats.org/drawingml/2006/main">
              <a:ext uri="{FF2B5EF4-FFF2-40B4-BE49-F238E27FC236}">
                <a16:creationId xmlns:a16="http://schemas.microsoft.com/office/drawing/2014/main" id="{8900B412-3926-4204-86D9-8B5D0EFAB845}"/>
              </a:ext>
            </a:extLst>
          </p:cNvPr>
          <p:cNvSpPr>
            <a:spLocks xmlns:a="http://schemas.openxmlformats.org/drawingml/2006/main" noGrp="1"/>
          </p:cNvSpPr>
          <p:nvPr/>
        </p:nvSpPr>
        <p:spPr>
          <a:xfrm xmlns:a="http://schemas.openxmlformats.org/drawingml/2006/main">
            <a:off x="9967913" y="4518660"/>
            <a:ext cx="152400" cy="152400"/>
          </a:xfrm>
          <a:prstGeom xmlns:a="http://schemas.openxmlformats.org/drawingml/2006/main" prst="ellipse">
            <a:avLst/>
          </a:prstGeom>
          <a:solidFill xmlns:a="http://schemas.openxmlformats.org/drawingml/2006/main">
            <a:srgbClr val="A94737"/>
          </a:solidFill>
          <a:ln xmlns:a="http://schemas.openxmlformats.org/drawingml/2006/main" w="9525">
            <a:solidFill>
              <a:srgbClr val="A94737"/>
            </a:solidFill>
          </a:ln>
        </p:spPr>
      </p:sp>
      <p:sp>
        <p:nvSpPr>
          <p:cNvPr id="25" name="">
            <a:extLst xmlns:a="http://schemas.openxmlformats.org/drawingml/2006/main">
              <a:ext uri="{FF2B5EF4-FFF2-40B4-BE49-F238E27FC236}">
                <a16:creationId xmlns:a16="http://schemas.microsoft.com/office/drawing/2014/main" id="{2FC23C2F-F182-4ED4-BB40-D24E0ADC6C78}"/>
              </a:ext>
            </a:extLst>
          </p:cNvPr>
          <p:cNvSpPr>
            <a:spLocks xmlns:a="http://schemas.openxmlformats.org/drawingml/2006/main" noGrp="1"/>
          </p:cNvSpPr>
          <p:nvPr/>
        </p:nvSpPr>
        <p:spPr>
          <a:xfrm xmlns:a="http://schemas.openxmlformats.org/drawingml/2006/main">
            <a:off x="9977438" y="2647950"/>
            <a:ext cx="133350" cy="133350"/>
          </a:xfrm>
          <a:prstGeom xmlns:a="http://schemas.openxmlformats.org/drawingml/2006/main" prst="ellipse">
            <a:avLst/>
          </a:prstGeom>
          <a:solidFill xmlns:a="http://schemas.openxmlformats.org/drawingml/2006/main">
            <a:srgbClr val="182B33"/>
          </a:solidFill>
          <a:ln xmlns:a="http://schemas.openxmlformats.org/drawingml/2006/main" w="9525">
            <a:solidFill>
              <a:srgbClr val="182B33"/>
            </a:solidFill>
          </a:ln>
        </p:spPr>
      </p:sp>
      <p:sp>
        <p:nvSpPr>
          <p:cNvPr id="26" name="">
            <a:extLst xmlns:a="http://schemas.openxmlformats.org/drawingml/2006/main">
              <a:ext uri="{FF2B5EF4-FFF2-40B4-BE49-F238E27FC236}">
                <a16:creationId xmlns:a16="http://schemas.microsoft.com/office/drawing/2014/main" id="{E54952C5-05B1-4AF1-ADA6-ECDFD45A0CD1}"/>
              </a:ext>
            </a:extLst>
          </p:cNvPr>
          <p:cNvSpPr>
            <a:spLocks xmlns:a="http://schemas.openxmlformats.org/drawingml/2006/main" noGrp="1"/>
          </p:cNvSpPr>
          <p:nvPr/>
        </p:nvSpPr>
        <p:spPr>
          <a:xfrm xmlns:a="http://schemas.openxmlformats.org/drawingml/2006/main">
            <a:off x="8924925" y="2162175"/>
            <a:ext cx="2238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1">
                <a:solidFill>
                  <a:srgbClr val="A94737"/>
                </a:solidFill>
                <a:latin typeface="Yu Gothic"/>
                <a:ea typeface="Yu Gothic"/>
                <a:cs typeface="Yu Gothic"/>
              </a:defRPr>
            </a:defPPr>
            <a:lvl1pPr algn="ctr">
              <a:defRPr sz="1650" b="1">
                <a:solidFill>
                  <a:srgbClr val="A94737"/>
                </a:solidFill>
                <a:latin typeface="Yu Gothic"/>
                <a:ea typeface="Yu Gothic"/>
                <a:cs typeface="Yu Gothic"/>
              </a:defRPr>
            </a:lvl1pPr>
            <a:lvl2pPr algn="ctr">
              <a:defRPr sz="1650" b="1">
                <a:solidFill>
                  <a:srgbClr val="A94737"/>
                </a:solidFill>
                <a:latin typeface="Yu Gothic"/>
                <a:ea typeface="Yu Gothic"/>
                <a:cs typeface="Yu Gothic"/>
              </a:defRPr>
            </a:lvl2pPr>
            <a:lvl3pPr algn="ctr">
              <a:defRPr sz="1650" b="1">
                <a:solidFill>
                  <a:srgbClr val="A94737"/>
                </a:solidFill>
                <a:latin typeface="Yu Gothic"/>
                <a:ea typeface="Yu Gothic"/>
                <a:cs typeface="Yu Gothic"/>
              </a:defRPr>
            </a:lvl3pPr>
            <a:lvl4pPr algn="ctr">
              <a:defRPr sz="1650" b="1">
                <a:solidFill>
                  <a:srgbClr val="A94737"/>
                </a:solidFill>
                <a:latin typeface="Yu Gothic"/>
                <a:ea typeface="Yu Gothic"/>
                <a:cs typeface="Yu Gothic"/>
              </a:defRPr>
            </a:lvl4pPr>
            <a:lvl5pPr algn="ctr">
              <a:defRPr sz="1650" b="1">
                <a:solidFill>
                  <a:srgbClr val="A94737"/>
                </a:solidFill>
                <a:latin typeface="Yu Gothic"/>
                <a:ea typeface="Yu Gothic"/>
                <a:cs typeface="Yu Gothic"/>
              </a:defRPr>
            </a:lvl5pPr>
            <a:lvl6pPr algn="ctr">
              <a:defRPr sz="1650" b="1">
                <a:solidFill>
                  <a:srgbClr val="A94737"/>
                </a:solidFill>
                <a:latin typeface="Yu Gothic"/>
                <a:ea typeface="Yu Gothic"/>
                <a:cs typeface="Yu Gothic"/>
              </a:defRPr>
            </a:lvl6pPr>
            <a:lvl7pPr algn="ctr">
              <a:defRPr sz="1650" b="1">
                <a:solidFill>
                  <a:srgbClr val="A94737"/>
                </a:solidFill>
                <a:latin typeface="Yu Gothic"/>
                <a:ea typeface="Yu Gothic"/>
                <a:cs typeface="Yu Gothic"/>
              </a:defRPr>
            </a:lvl7pPr>
            <a:lvl8pPr algn="ctr">
              <a:defRPr sz="1650" b="1">
                <a:solidFill>
                  <a:srgbClr val="A94737"/>
                </a:solidFill>
                <a:latin typeface="Yu Gothic"/>
                <a:ea typeface="Yu Gothic"/>
                <a:cs typeface="Yu Gothic"/>
              </a:defRPr>
            </a:lvl8pPr>
            <a:lvl9pPr algn="ctr">
              <a:defRPr sz="1650" b="1">
                <a:solidFill>
                  <a:srgbClr val="A94737"/>
                </a:solidFill>
                <a:latin typeface="Yu Gothic"/>
                <a:ea typeface="Yu Gothic"/>
                <a:cs typeface="Yu Gothic"/>
              </a:defRPr>
            </a:lvl9pPr>
          </a:lstStyle>
          <a:p xmlns:a="http://schemas.openxmlformats.org/drawingml/2006/main">
            <a:pPr algn="ctr">
              <a:defRPr sz="1650" b="1">
                <a:solidFill>
                  <a:srgbClr val="A94737"/>
                </a:solidFill>
                <a:latin typeface="Yu Gothic"/>
                <a:ea typeface="Yu Gothic"/>
                <a:cs typeface="Yu Gothic"/>
              </a:defRPr>
            </a:pPr>
            <a:r>
              <a:rPr sz="1650" b="1">
                <a:solidFill>
                  <a:srgbClr val="A94737"/>
                </a:solidFill>
                <a:latin typeface="Yu Gothic"/>
                <a:ea typeface="Yu Gothic"/>
                <a:cs typeface="Yu Gothic"/>
              </a:rPr>
              <a:t>反 R</a:t>
            </a:r>
          </a:p>
        </p:txBody>
      </p:sp>
      <p:sp>
        <p:nvSpPr>
          <p:cNvPr id="27" name="">
            <a:extLst xmlns:a="http://schemas.openxmlformats.org/drawingml/2006/main">
              <a:ext uri="{FF2B5EF4-FFF2-40B4-BE49-F238E27FC236}">
                <a16:creationId xmlns:a16="http://schemas.microsoft.com/office/drawing/2014/main" id="{68A0E4F2-BF4C-4013-9B0B-AE58899E5F25}"/>
              </a:ext>
            </a:extLst>
          </p:cNvPr>
          <p:cNvSpPr>
            <a:spLocks xmlns:a="http://schemas.openxmlformats.org/drawingml/2006/main" noGrp="1"/>
          </p:cNvSpPr>
          <p:nvPr/>
        </p:nvSpPr>
        <p:spPr>
          <a:xfrm xmlns:a="http://schemas.openxmlformats.org/drawingml/2006/main">
            <a:off x="9682163" y="2457450"/>
            <a:ext cx="723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1">
                <a:solidFill>
                  <a:srgbClr val="182B33"/>
                </a:solidFill>
                <a:latin typeface="Yu Gothic"/>
                <a:ea typeface="Yu Gothic"/>
                <a:cs typeface="Yu Gothic"/>
              </a:defRPr>
            </a:defPPr>
            <a:lvl1pPr algn="ctr">
              <a:defRPr sz="1650" b="1">
                <a:solidFill>
                  <a:srgbClr val="182B33"/>
                </a:solidFill>
                <a:latin typeface="Yu Gothic"/>
                <a:ea typeface="Yu Gothic"/>
                <a:cs typeface="Yu Gothic"/>
              </a:defRPr>
            </a:lvl1pPr>
            <a:lvl2pPr algn="ctr">
              <a:defRPr sz="1650" b="1">
                <a:solidFill>
                  <a:srgbClr val="182B33"/>
                </a:solidFill>
                <a:latin typeface="Yu Gothic"/>
                <a:ea typeface="Yu Gothic"/>
                <a:cs typeface="Yu Gothic"/>
              </a:defRPr>
            </a:lvl2pPr>
            <a:lvl3pPr algn="ctr">
              <a:defRPr sz="1650" b="1">
                <a:solidFill>
                  <a:srgbClr val="182B33"/>
                </a:solidFill>
                <a:latin typeface="Yu Gothic"/>
                <a:ea typeface="Yu Gothic"/>
                <a:cs typeface="Yu Gothic"/>
              </a:defRPr>
            </a:lvl3pPr>
            <a:lvl4pPr algn="ctr">
              <a:defRPr sz="1650" b="1">
                <a:solidFill>
                  <a:srgbClr val="182B33"/>
                </a:solidFill>
                <a:latin typeface="Yu Gothic"/>
                <a:ea typeface="Yu Gothic"/>
                <a:cs typeface="Yu Gothic"/>
              </a:defRPr>
            </a:lvl4pPr>
            <a:lvl5pPr algn="ctr">
              <a:defRPr sz="1650" b="1">
                <a:solidFill>
                  <a:srgbClr val="182B33"/>
                </a:solidFill>
                <a:latin typeface="Yu Gothic"/>
                <a:ea typeface="Yu Gothic"/>
                <a:cs typeface="Yu Gothic"/>
              </a:defRPr>
            </a:lvl5pPr>
            <a:lvl6pPr algn="ctr">
              <a:defRPr sz="1650" b="1">
                <a:solidFill>
                  <a:srgbClr val="182B33"/>
                </a:solidFill>
                <a:latin typeface="Yu Gothic"/>
                <a:ea typeface="Yu Gothic"/>
                <a:cs typeface="Yu Gothic"/>
              </a:defRPr>
            </a:lvl6pPr>
            <a:lvl7pPr algn="ctr">
              <a:defRPr sz="1650" b="1">
                <a:solidFill>
                  <a:srgbClr val="182B33"/>
                </a:solidFill>
                <a:latin typeface="Yu Gothic"/>
                <a:ea typeface="Yu Gothic"/>
                <a:cs typeface="Yu Gothic"/>
              </a:defRPr>
            </a:lvl7pPr>
            <a:lvl8pPr algn="ctr">
              <a:defRPr sz="1650" b="1">
                <a:solidFill>
                  <a:srgbClr val="182B33"/>
                </a:solidFill>
                <a:latin typeface="Yu Gothic"/>
                <a:ea typeface="Yu Gothic"/>
                <a:cs typeface="Yu Gothic"/>
              </a:defRPr>
            </a:lvl8pPr>
            <a:lvl9pPr algn="ctr">
              <a:defRPr sz="1650" b="1">
                <a:solidFill>
                  <a:srgbClr val="182B33"/>
                </a:solidFill>
                <a:latin typeface="Yu Gothic"/>
                <a:ea typeface="Yu Gothic"/>
                <a:cs typeface="Yu Gothic"/>
              </a:defRPr>
            </a:lvl9pPr>
          </a:lstStyle>
          <a:p xmlns:a="http://schemas.openxmlformats.org/drawingml/2006/main">
            <a:pPr algn="ctr">
              <a:defRPr sz="1650" b="1">
                <a:solidFill>
                  <a:srgbClr val="182B33"/>
                </a:solidFill>
                <a:latin typeface="Yu Gothic"/>
                <a:ea typeface="Yu Gothic"/>
                <a:cs typeface="Yu Gothic"/>
              </a:defRPr>
            </a:pPr>
            <a:r>
              <a:rPr sz="1650" b="1">
                <a:solidFill>
                  <a:srgbClr val="182B33"/>
                </a:solidFill>
                <a:latin typeface="Yu Gothic"/>
                <a:ea typeface="Yu Gothic"/>
                <a:cs typeface="Yu Gothic"/>
              </a:rPr>
              <a:t>目標</a:t>
            </a:r>
          </a:p>
        </p:txBody>
      </p:sp>
      <p:sp>
        <p:nvSpPr>
          <p:cNvPr id="28" name="">
            <a:extLst xmlns:a="http://schemas.openxmlformats.org/drawingml/2006/main">
              <a:ext uri="{FF2B5EF4-FFF2-40B4-BE49-F238E27FC236}">
                <a16:creationId xmlns:a16="http://schemas.microsoft.com/office/drawing/2014/main" id="{2052A1AA-77C4-4E2D-ADE1-B8BCAEC91EF7}"/>
              </a:ext>
            </a:extLst>
          </p:cNvPr>
          <p:cNvSpPr>
            <a:spLocks xmlns:a="http://schemas.openxmlformats.org/drawingml/2006/main" noGrp="1"/>
          </p:cNvSpPr>
          <p:nvPr/>
        </p:nvSpPr>
        <p:spPr>
          <a:xfrm xmlns:a="http://schemas.openxmlformats.org/drawingml/2006/main">
            <a:off x="9872663" y="4671060"/>
            <a:ext cx="342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1">
                <a:solidFill>
                  <a:srgbClr val="182B33"/>
                </a:solidFill>
                <a:latin typeface="Yu Gothic"/>
                <a:ea typeface="Yu Gothic"/>
                <a:cs typeface="Yu Gothic"/>
              </a:defRPr>
            </a:defPPr>
            <a:lvl1pPr algn="ctr">
              <a:defRPr sz="1650" b="1">
                <a:solidFill>
                  <a:srgbClr val="182B33"/>
                </a:solidFill>
                <a:latin typeface="Yu Gothic"/>
                <a:ea typeface="Yu Gothic"/>
                <a:cs typeface="Yu Gothic"/>
              </a:defRPr>
            </a:lvl1pPr>
            <a:lvl2pPr algn="ctr">
              <a:defRPr sz="1650" b="1">
                <a:solidFill>
                  <a:srgbClr val="182B33"/>
                </a:solidFill>
                <a:latin typeface="Yu Gothic"/>
                <a:ea typeface="Yu Gothic"/>
                <a:cs typeface="Yu Gothic"/>
              </a:defRPr>
            </a:lvl2pPr>
            <a:lvl3pPr algn="ctr">
              <a:defRPr sz="1650" b="1">
                <a:solidFill>
                  <a:srgbClr val="182B33"/>
                </a:solidFill>
                <a:latin typeface="Yu Gothic"/>
                <a:ea typeface="Yu Gothic"/>
                <a:cs typeface="Yu Gothic"/>
              </a:defRPr>
            </a:lvl3pPr>
            <a:lvl4pPr algn="ctr">
              <a:defRPr sz="1650" b="1">
                <a:solidFill>
                  <a:srgbClr val="182B33"/>
                </a:solidFill>
                <a:latin typeface="Yu Gothic"/>
                <a:ea typeface="Yu Gothic"/>
                <a:cs typeface="Yu Gothic"/>
              </a:defRPr>
            </a:lvl4pPr>
            <a:lvl5pPr algn="ctr">
              <a:defRPr sz="1650" b="1">
                <a:solidFill>
                  <a:srgbClr val="182B33"/>
                </a:solidFill>
                <a:latin typeface="Yu Gothic"/>
                <a:ea typeface="Yu Gothic"/>
                <a:cs typeface="Yu Gothic"/>
              </a:defRPr>
            </a:lvl5pPr>
            <a:lvl6pPr algn="ctr">
              <a:defRPr sz="1650" b="1">
                <a:solidFill>
                  <a:srgbClr val="182B33"/>
                </a:solidFill>
                <a:latin typeface="Yu Gothic"/>
                <a:ea typeface="Yu Gothic"/>
                <a:cs typeface="Yu Gothic"/>
              </a:defRPr>
            </a:lvl6pPr>
            <a:lvl7pPr algn="ctr">
              <a:defRPr sz="1650" b="1">
                <a:solidFill>
                  <a:srgbClr val="182B33"/>
                </a:solidFill>
                <a:latin typeface="Yu Gothic"/>
                <a:ea typeface="Yu Gothic"/>
                <a:cs typeface="Yu Gothic"/>
              </a:defRPr>
            </a:lvl7pPr>
            <a:lvl8pPr algn="ctr">
              <a:defRPr sz="1650" b="1">
                <a:solidFill>
                  <a:srgbClr val="182B33"/>
                </a:solidFill>
                <a:latin typeface="Yu Gothic"/>
                <a:ea typeface="Yu Gothic"/>
                <a:cs typeface="Yu Gothic"/>
              </a:defRPr>
            </a:lvl8pPr>
            <a:lvl9pPr algn="ctr">
              <a:defRPr sz="1650" b="1">
                <a:solidFill>
                  <a:srgbClr val="182B33"/>
                </a:solidFill>
                <a:latin typeface="Yu Gothic"/>
                <a:ea typeface="Yu Gothic"/>
                <a:cs typeface="Yu Gothic"/>
              </a:defRPr>
            </a:lvl9pPr>
          </a:lstStyle>
          <a:p xmlns:a="http://schemas.openxmlformats.org/drawingml/2006/main">
            <a:pPr algn="ctr">
              <a:defRPr sz="1650" b="1">
                <a:solidFill>
                  <a:srgbClr val="182B33"/>
                </a:solidFill>
                <a:latin typeface="Yu Gothic"/>
                <a:ea typeface="Yu Gothic"/>
                <a:cs typeface="Yu Gothic"/>
              </a:defRPr>
            </a:pPr>
            <a:r>
              <a:rPr sz="1650" b="1">
                <a:solidFill>
                  <a:srgbClr val="182B33"/>
                </a:solidFill>
                <a:latin typeface="Yu Gothic"/>
                <a:ea typeface="Yu Gothic"/>
                <a:cs typeface="Yu Gothic"/>
              </a:rPr>
              <a:t>O</a:t>
            </a:r>
          </a:p>
        </p:txBody>
      </p:sp>
      <p:sp>
        <p:nvSpPr>
          <p:cNvPr id="29" name="">
            <a:extLst xmlns:a="http://schemas.openxmlformats.org/drawingml/2006/main">
              <a:ext uri="{FF2B5EF4-FFF2-40B4-BE49-F238E27FC236}">
                <a16:creationId xmlns:a16="http://schemas.microsoft.com/office/drawing/2014/main" id="{7E787707-F917-4DDF-9100-01729BA3310D}"/>
              </a:ext>
            </a:extLst>
          </p:cNvPr>
          <p:cNvSpPr>
            <a:spLocks xmlns:a="http://schemas.openxmlformats.org/drawingml/2006/main" noGrp="1"/>
          </p:cNvSpPr>
          <p:nvPr/>
        </p:nvSpPr>
        <p:spPr>
          <a:xfrm xmlns:a="http://schemas.openxmlformats.org/drawingml/2006/main">
            <a:off x="9720263" y="4366260"/>
            <a:ext cx="647700" cy="9525"/>
          </a:xfrm>
          <a:custGeom xmlns:a="http://schemas.openxmlformats.org/drawingml/2006/main">
            <a:pathLst>
              <a:path w="647700" h="9525">
                <a:moveTo>
                  <a:pt x="0" y="0"/>
                </a:moveTo>
                <a:lnTo>
                  <a:pt x="647700" y="0"/>
                </a:lnTo>
              </a:path>
            </a:pathLst>
          </a:custGeom>
          <a:noFill xmlns:a="http://schemas.openxmlformats.org/drawingml/2006/main"/>
          <a:ln xmlns:a="http://schemas.openxmlformats.org/drawingml/2006/main" w="57150">
            <a:solidFill>
              <a:srgbClr val="A94737"/>
            </a:solidFill>
            <a:prstDash val="solid"/>
          </a:ln>
        </p:spPr>
      </p:sp>
      <p:sp>
        <p:nvSpPr>
          <p:cNvPr id="30" name="">
            <a:extLst xmlns:a="http://schemas.openxmlformats.org/drawingml/2006/main">
              <a:ext uri="{FF2B5EF4-FFF2-40B4-BE49-F238E27FC236}">
                <a16:creationId xmlns:a16="http://schemas.microsoft.com/office/drawing/2014/main" id="{DD80DEAD-AD72-484F-8BB6-F7CD2F6AF535}"/>
              </a:ext>
            </a:extLst>
          </p:cNvPr>
          <p:cNvSpPr>
            <a:spLocks xmlns:a="http://schemas.openxmlformats.org/drawingml/2006/main" noGrp="1"/>
          </p:cNvSpPr>
          <p:nvPr/>
        </p:nvSpPr>
        <p:spPr>
          <a:xfrm xmlns:a="http://schemas.openxmlformats.org/drawingml/2006/main">
            <a:off x="9796463" y="4366260"/>
            <a:ext cx="495300" cy="247650"/>
          </a:xfrm>
          <a:custGeom xmlns:a="http://schemas.openxmlformats.org/drawingml/2006/main">
            <a:pathLst>
              <a:path w="495300" h="247650">
                <a:moveTo>
                  <a:pt x="495300" y="0"/>
                </a:moveTo>
                <a:lnTo>
                  <a:pt x="494358" y="21584"/>
                </a:lnTo>
                <a:lnTo>
                  <a:pt x="491538" y="43004"/>
                </a:lnTo>
                <a:lnTo>
                  <a:pt x="486862" y="64097"/>
                </a:lnTo>
                <a:lnTo>
                  <a:pt x="480365" y="84701"/>
                </a:lnTo>
                <a:lnTo>
                  <a:pt x="472097" y="104661"/>
                </a:lnTo>
                <a:lnTo>
                  <a:pt x="462121" y="123825"/>
                </a:lnTo>
                <a:lnTo>
                  <a:pt x="450513" y="142046"/>
                </a:lnTo>
                <a:lnTo>
                  <a:pt x="437361" y="159186"/>
                </a:lnTo>
                <a:lnTo>
                  <a:pt x="422765" y="175115"/>
                </a:lnTo>
                <a:lnTo>
                  <a:pt x="406836" y="189711"/>
                </a:lnTo>
                <a:lnTo>
                  <a:pt x="389696" y="202863"/>
                </a:lnTo>
                <a:lnTo>
                  <a:pt x="371475" y="214471"/>
                </a:lnTo>
                <a:lnTo>
                  <a:pt x="352311" y="224447"/>
                </a:lnTo>
                <a:lnTo>
                  <a:pt x="332351" y="232715"/>
                </a:lnTo>
                <a:lnTo>
                  <a:pt x="311747" y="239212"/>
                </a:lnTo>
                <a:lnTo>
                  <a:pt x="290654" y="243888"/>
                </a:lnTo>
                <a:lnTo>
                  <a:pt x="269234" y="246708"/>
                </a:lnTo>
                <a:lnTo>
                  <a:pt x="247650" y="247650"/>
                </a:lnTo>
                <a:lnTo>
                  <a:pt x="226066" y="246708"/>
                </a:lnTo>
                <a:lnTo>
                  <a:pt x="204646" y="243888"/>
                </a:lnTo>
                <a:lnTo>
                  <a:pt x="183553" y="239212"/>
                </a:lnTo>
                <a:lnTo>
                  <a:pt x="162949" y="232715"/>
                </a:lnTo>
                <a:lnTo>
                  <a:pt x="142989" y="224447"/>
                </a:lnTo>
                <a:lnTo>
                  <a:pt x="123825" y="214471"/>
                </a:lnTo>
                <a:lnTo>
                  <a:pt x="105604" y="202863"/>
                </a:lnTo>
                <a:lnTo>
                  <a:pt x="88464" y="189711"/>
                </a:lnTo>
                <a:lnTo>
                  <a:pt x="72535" y="175115"/>
                </a:lnTo>
                <a:lnTo>
                  <a:pt x="57939" y="159186"/>
                </a:lnTo>
                <a:lnTo>
                  <a:pt x="44787" y="142046"/>
                </a:lnTo>
                <a:lnTo>
                  <a:pt x="33179" y="123825"/>
                </a:lnTo>
                <a:lnTo>
                  <a:pt x="23203" y="104661"/>
                </a:lnTo>
                <a:lnTo>
                  <a:pt x="14935" y="84701"/>
                </a:lnTo>
                <a:lnTo>
                  <a:pt x="8438" y="64097"/>
                </a:lnTo>
                <a:lnTo>
                  <a:pt x="3762" y="43004"/>
                </a:lnTo>
                <a:lnTo>
                  <a:pt x="942" y="21584"/>
                </a:lnTo>
                <a:lnTo>
                  <a:pt x="0" y="0"/>
                </a:lnTo>
              </a:path>
            </a:pathLst>
          </a:custGeom>
          <a:noFill xmlns:a="http://schemas.openxmlformats.org/drawingml/2006/main"/>
          <a:ln xmlns:a="http://schemas.openxmlformats.org/drawingml/2006/main" w="28575">
            <a:solidFill>
              <a:srgbClr val="A94737"/>
            </a:solidFill>
            <a:prstDash val="solid"/>
          </a:ln>
        </p:spPr>
      </p:sp>
    </p:spTree>
    <p:extLst>
      <p:ext uri="{BB962C8B-B14F-4D97-AF65-F5344CB8AC3E}">
        <p14:creationId xmlns:p14="http://schemas.microsoft.com/office/powerpoint/2010/main" val="694334010"/>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498F03F5-A150-4177-8384-222335377AB1}"/>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7412D7FD-348E-4F35-B9EC-3D402B684FBE}"/>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正反観測</a:t>
            </a:r>
          </a:p>
        </p:txBody>
      </p:sp>
      <p:sp>
        <p:nvSpPr>
          <p:cNvPr id="3" name="">
            <a:extLst xmlns:a="http://schemas.openxmlformats.org/drawingml/2006/main">
              <a:ext uri="{FF2B5EF4-FFF2-40B4-BE49-F238E27FC236}">
                <a16:creationId xmlns:a16="http://schemas.microsoft.com/office/drawing/2014/main" id="{B6A9BDF1-FBE4-4FE0-9822-B34121D5178A}"/>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符号が反転するずれは、平均で小さくなる</a:t>
            </a:r>
          </a:p>
        </p:txBody>
      </p:sp>
      <p:sp>
        <p:nvSpPr>
          <p:cNvPr id="4" name="">
            <a:extLst xmlns:a="http://schemas.openxmlformats.org/drawingml/2006/main">
              <a:ext uri="{FF2B5EF4-FFF2-40B4-BE49-F238E27FC236}">
                <a16:creationId xmlns:a16="http://schemas.microsoft.com/office/drawing/2014/main" id="{15CB9E4B-1EC5-4FEC-AAA1-0144D3A7317D}"/>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7C5409F8-7D09-4A3F-B653-EA935C60AD4A}"/>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17</a:t>
            </a:r>
          </a:p>
        </p:txBody>
      </p:sp>
      <p:sp>
        <p:nvSpPr>
          <p:cNvPr id="6" name="">
            <a:extLst xmlns:a="http://schemas.openxmlformats.org/drawingml/2006/main">
              <a:ext uri="{FF2B5EF4-FFF2-40B4-BE49-F238E27FC236}">
                <a16:creationId xmlns:a16="http://schemas.microsoft.com/office/drawing/2014/main" id="{A8EB9880-4150-465E-8BEE-5488A859DC2C}"/>
              </a:ext>
            </a:extLst>
          </p:cNvPr>
          <p:cNvSpPr>
            <a:spLocks xmlns:a="http://schemas.openxmlformats.org/drawingml/2006/main" noGrp="1"/>
          </p:cNvSpPr>
          <p:nvPr/>
        </p:nvSpPr>
        <p:spPr>
          <a:xfrm xmlns:a="http://schemas.openxmlformats.org/drawingml/2006/main">
            <a:off x="819150" y="1714500"/>
            <a:ext cx="228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425" b="1">
                <a:solidFill>
                  <a:srgbClr val="166B68"/>
                </a:solidFill>
                <a:latin typeface="Yu Gothic"/>
                <a:ea typeface="Yu Gothic"/>
                <a:cs typeface="Yu Gothic"/>
              </a:defRPr>
            </a:defPPr>
            <a:lvl1pPr algn="ctr">
              <a:defRPr sz="1425" b="1">
                <a:solidFill>
                  <a:srgbClr val="166B68"/>
                </a:solidFill>
                <a:latin typeface="Yu Gothic"/>
                <a:ea typeface="Yu Gothic"/>
                <a:cs typeface="Yu Gothic"/>
              </a:defRPr>
            </a:lvl1pPr>
            <a:lvl2pPr algn="ctr">
              <a:defRPr sz="1425" b="1">
                <a:solidFill>
                  <a:srgbClr val="166B68"/>
                </a:solidFill>
                <a:latin typeface="Yu Gothic"/>
                <a:ea typeface="Yu Gothic"/>
                <a:cs typeface="Yu Gothic"/>
              </a:defRPr>
            </a:lvl2pPr>
            <a:lvl3pPr algn="ctr">
              <a:defRPr sz="1425" b="1">
                <a:solidFill>
                  <a:srgbClr val="166B68"/>
                </a:solidFill>
                <a:latin typeface="Yu Gothic"/>
                <a:ea typeface="Yu Gothic"/>
                <a:cs typeface="Yu Gothic"/>
              </a:defRPr>
            </a:lvl3pPr>
            <a:lvl4pPr algn="ctr">
              <a:defRPr sz="1425" b="1">
                <a:solidFill>
                  <a:srgbClr val="166B68"/>
                </a:solidFill>
                <a:latin typeface="Yu Gothic"/>
                <a:ea typeface="Yu Gothic"/>
                <a:cs typeface="Yu Gothic"/>
              </a:defRPr>
            </a:lvl4pPr>
            <a:lvl5pPr algn="ctr">
              <a:defRPr sz="1425" b="1">
                <a:solidFill>
                  <a:srgbClr val="166B68"/>
                </a:solidFill>
                <a:latin typeface="Yu Gothic"/>
                <a:ea typeface="Yu Gothic"/>
                <a:cs typeface="Yu Gothic"/>
              </a:defRPr>
            </a:lvl5pPr>
            <a:lvl6pPr algn="ctr">
              <a:defRPr sz="1425" b="1">
                <a:solidFill>
                  <a:srgbClr val="166B68"/>
                </a:solidFill>
                <a:latin typeface="Yu Gothic"/>
                <a:ea typeface="Yu Gothic"/>
                <a:cs typeface="Yu Gothic"/>
              </a:defRPr>
            </a:lvl6pPr>
            <a:lvl7pPr algn="ctr">
              <a:defRPr sz="1425" b="1">
                <a:solidFill>
                  <a:srgbClr val="166B68"/>
                </a:solidFill>
                <a:latin typeface="Yu Gothic"/>
                <a:ea typeface="Yu Gothic"/>
                <a:cs typeface="Yu Gothic"/>
              </a:defRPr>
            </a:lvl7pPr>
            <a:lvl8pPr algn="ctr">
              <a:defRPr sz="1425" b="1">
                <a:solidFill>
                  <a:srgbClr val="166B68"/>
                </a:solidFill>
                <a:latin typeface="Yu Gothic"/>
                <a:ea typeface="Yu Gothic"/>
                <a:cs typeface="Yu Gothic"/>
              </a:defRPr>
            </a:lvl8pPr>
            <a:lvl9pPr algn="ctr">
              <a:defRPr sz="1425" b="1">
                <a:solidFill>
                  <a:srgbClr val="166B68"/>
                </a:solidFill>
                <a:latin typeface="Yu Gothic"/>
                <a:ea typeface="Yu Gothic"/>
                <a:cs typeface="Yu Gothic"/>
              </a:defRPr>
            </a:lvl9pPr>
          </a:lstStyle>
          <a:p xmlns:a="http://schemas.openxmlformats.org/drawingml/2006/main">
            <a:pPr algn="ctr">
              <a:defRPr sz="1425" b="1">
                <a:solidFill>
                  <a:srgbClr val="166B68"/>
                </a:solidFill>
                <a:latin typeface="Yu Gothic"/>
                <a:ea typeface="Yu Gothic"/>
                <a:cs typeface="Yu Gothic"/>
              </a:defRPr>
            </a:pPr>
            <a:r>
              <a:rPr sz="1425" b="1">
                <a:solidFill>
                  <a:srgbClr val="166B68"/>
                </a:solidFill>
                <a:latin typeface="Yu Gothic"/>
                <a:ea typeface="Yu Gothic"/>
                <a:cs typeface="Yu Gothic"/>
              </a:rPr>
              <a:t>●</a:t>
            </a:r>
          </a:p>
        </p:txBody>
      </p:sp>
      <p:sp>
        <p:nvSpPr>
          <p:cNvPr id="7" name="">
            <a:extLst xmlns:a="http://schemas.openxmlformats.org/drawingml/2006/main">
              <a:ext uri="{FF2B5EF4-FFF2-40B4-BE49-F238E27FC236}">
                <a16:creationId xmlns:a16="http://schemas.microsoft.com/office/drawing/2014/main" id="{6292947E-8C24-468D-96F8-0FC712B646AA}"/>
              </a:ext>
            </a:extLst>
          </p:cNvPr>
          <p:cNvSpPr>
            <a:spLocks xmlns:a="http://schemas.openxmlformats.org/drawingml/2006/main" noGrp="1"/>
          </p:cNvSpPr>
          <p:nvPr/>
        </p:nvSpPr>
        <p:spPr>
          <a:xfrm xmlns:a="http://schemas.openxmlformats.org/drawingml/2006/main">
            <a:off x="1143000" y="1714500"/>
            <a:ext cx="4819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L＝40°00′06″</a:t>
            </a:r>
          </a:p>
        </p:txBody>
      </p:sp>
      <p:sp>
        <p:nvSpPr>
          <p:cNvPr id="8" name="">
            <a:extLst xmlns:a="http://schemas.openxmlformats.org/drawingml/2006/main">
              <a:ext uri="{FF2B5EF4-FFF2-40B4-BE49-F238E27FC236}">
                <a16:creationId xmlns:a16="http://schemas.microsoft.com/office/drawing/2014/main" id="{1A593A6C-D459-435F-AECD-739F077F8C16}"/>
              </a:ext>
            </a:extLst>
          </p:cNvPr>
          <p:cNvSpPr>
            <a:spLocks xmlns:a="http://schemas.openxmlformats.org/drawingml/2006/main" noGrp="1"/>
          </p:cNvSpPr>
          <p:nvPr/>
        </p:nvSpPr>
        <p:spPr>
          <a:xfrm xmlns:a="http://schemas.openxmlformats.org/drawingml/2006/main">
            <a:off x="819150" y="2286000"/>
            <a:ext cx="228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425" b="1">
                <a:solidFill>
                  <a:srgbClr val="166B68"/>
                </a:solidFill>
                <a:latin typeface="Yu Gothic"/>
                <a:ea typeface="Yu Gothic"/>
                <a:cs typeface="Yu Gothic"/>
              </a:defRPr>
            </a:defPPr>
            <a:lvl1pPr algn="ctr">
              <a:defRPr sz="1425" b="1">
                <a:solidFill>
                  <a:srgbClr val="166B68"/>
                </a:solidFill>
                <a:latin typeface="Yu Gothic"/>
                <a:ea typeface="Yu Gothic"/>
                <a:cs typeface="Yu Gothic"/>
              </a:defRPr>
            </a:lvl1pPr>
            <a:lvl2pPr algn="ctr">
              <a:defRPr sz="1425" b="1">
                <a:solidFill>
                  <a:srgbClr val="166B68"/>
                </a:solidFill>
                <a:latin typeface="Yu Gothic"/>
                <a:ea typeface="Yu Gothic"/>
                <a:cs typeface="Yu Gothic"/>
              </a:defRPr>
            </a:lvl2pPr>
            <a:lvl3pPr algn="ctr">
              <a:defRPr sz="1425" b="1">
                <a:solidFill>
                  <a:srgbClr val="166B68"/>
                </a:solidFill>
                <a:latin typeface="Yu Gothic"/>
                <a:ea typeface="Yu Gothic"/>
                <a:cs typeface="Yu Gothic"/>
              </a:defRPr>
            </a:lvl3pPr>
            <a:lvl4pPr algn="ctr">
              <a:defRPr sz="1425" b="1">
                <a:solidFill>
                  <a:srgbClr val="166B68"/>
                </a:solidFill>
                <a:latin typeface="Yu Gothic"/>
                <a:ea typeface="Yu Gothic"/>
                <a:cs typeface="Yu Gothic"/>
              </a:defRPr>
            </a:lvl4pPr>
            <a:lvl5pPr algn="ctr">
              <a:defRPr sz="1425" b="1">
                <a:solidFill>
                  <a:srgbClr val="166B68"/>
                </a:solidFill>
                <a:latin typeface="Yu Gothic"/>
                <a:ea typeface="Yu Gothic"/>
                <a:cs typeface="Yu Gothic"/>
              </a:defRPr>
            </a:lvl5pPr>
            <a:lvl6pPr algn="ctr">
              <a:defRPr sz="1425" b="1">
                <a:solidFill>
                  <a:srgbClr val="166B68"/>
                </a:solidFill>
                <a:latin typeface="Yu Gothic"/>
                <a:ea typeface="Yu Gothic"/>
                <a:cs typeface="Yu Gothic"/>
              </a:defRPr>
            </a:lvl6pPr>
            <a:lvl7pPr algn="ctr">
              <a:defRPr sz="1425" b="1">
                <a:solidFill>
                  <a:srgbClr val="166B68"/>
                </a:solidFill>
                <a:latin typeface="Yu Gothic"/>
                <a:ea typeface="Yu Gothic"/>
                <a:cs typeface="Yu Gothic"/>
              </a:defRPr>
            </a:lvl7pPr>
            <a:lvl8pPr algn="ctr">
              <a:defRPr sz="1425" b="1">
                <a:solidFill>
                  <a:srgbClr val="166B68"/>
                </a:solidFill>
                <a:latin typeface="Yu Gothic"/>
                <a:ea typeface="Yu Gothic"/>
                <a:cs typeface="Yu Gothic"/>
              </a:defRPr>
            </a:lvl8pPr>
            <a:lvl9pPr algn="ctr">
              <a:defRPr sz="1425" b="1">
                <a:solidFill>
                  <a:srgbClr val="166B68"/>
                </a:solidFill>
                <a:latin typeface="Yu Gothic"/>
                <a:ea typeface="Yu Gothic"/>
                <a:cs typeface="Yu Gothic"/>
              </a:defRPr>
            </a:lvl9pPr>
          </a:lstStyle>
          <a:p xmlns:a="http://schemas.openxmlformats.org/drawingml/2006/main">
            <a:pPr algn="ctr">
              <a:defRPr sz="1425" b="1">
                <a:solidFill>
                  <a:srgbClr val="166B68"/>
                </a:solidFill>
                <a:latin typeface="Yu Gothic"/>
                <a:ea typeface="Yu Gothic"/>
                <a:cs typeface="Yu Gothic"/>
              </a:defRPr>
            </a:pPr>
            <a:r>
              <a:rPr sz="1425" b="1">
                <a:solidFill>
                  <a:srgbClr val="166B68"/>
                </a:solidFill>
                <a:latin typeface="Yu Gothic"/>
                <a:ea typeface="Yu Gothic"/>
                <a:cs typeface="Yu Gothic"/>
              </a:rPr>
              <a:t>●</a:t>
            </a:r>
          </a:p>
        </p:txBody>
      </p:sp>
      <p:sp>
        <p:nvSpPr>
          <p:cNvPr id="9" name="">
            <a:extLst xmlns:a="http://schemas.openxmlformats.org/drawingml/2006/main">
              <a:ext uri="{FF2B5EF4-FFF2-40B4-BE49-F238E27FC236}">
                <a16:creationId xmlns:a16="http://schemas.microsoft.com/office/drawing/2014/main" id="{F3345B43-FF16-4D3E-B574-6936BF9305F1}"/>
              </a:ext>
            </a:extLst>
          </p:cNvPr>
          <p:cNvSpPr>
            <a:spLocks xmlns:a="http://schemas.openxmlformats.org/drawingml/2006/main" noGrp="1"/>
          </p:cNvSpPr>
          <p:nvPr/>
        </p:nvSpPr>
        <p:spPr>
          <a:xfrm xmlns:a="http://schemas.openxmlformats.org/drawingml/2006/main">
            <a:off x="1143000" y="2286000"/>
            <a:ext cx="4819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R′＝40°00′00″</a:t>
            </a:r>
          </a:p>
        </p:txBody>
      </p:sp>
      <p:sp>
        <p:nvSpPr>
          <p:cNvPr id="10" name="">
            <a:extLst xmlns:a="http://schemas.openxmlformats.org/drawingml/2006/main">
              <a:ext uri="{FF2B5EF4-FFF2-40B4-BE49-F238E27FC236}">
                <a16:creationId xmlns:a16="http://schemas.microsoft.com/office/drawing/2014/main" id="{44E4F4B1-A17E-4656-922C-E92818E57C5E}"/>
              </a:ext>
            </a:extLst>
          </p:cNvPr>
          <p:cNvSpPr>
            <a:spLocks xmlns:a="http://schemas.openxmlformats.org/drawingml/2006/main" noGrp="1"/>
          </p:cNvSpPr>
          <p:nvPr/>
        </p:nvSpPr>
        <p:spPr>
          <a:xfrm xmlns:a="http://schemas.openxmlformats.org/drawingml/2006/main">
            <a:off x="819150" y="2857500"/>
            <a:ext cx="228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425" b="1">
                <a:solidFill>
                  <a:srgbClr val="166B68"/>
                </a:solidFill>
                <a:latin typeface="Yu Gothic"/>
                <a:ea typeface="Yu Gothic"/>
                <a:cs typeface="Yu Gothic"/>
              </a:defRPr>
            </a:defPPr>
            <a:lvl1pPr algn="ctr">
              <a:defRPr sz="1425" b="1">
                <a:solidFill>
                  <a:srgbClr val="166B68"/>
                </a:solidFill>
                <a:latin typeface="Yu Gothic"/>
                <a:ea typeface="Yu Gothic"/>
                <a:cs typeface="Yu Gothic"/>
              </a:defRPr>
            </a:lvl1pPr>
            <a:lvl2pPr algn="ctr">
              <a:defRPr sz="1425" b="1">
                <a:solidFill>
                  <a:srgbClr val="166B68"/>
                </a:solidFill>
                <a:latin typeface="Yu Gothic"/>
                <a:ea typeface="Yu Gothic"/>
                <a:cs typeface="Yu Gothic"/>
              </a:defRPr>
            </a:lvl2pPr>
            <a:lvl3pPr algn="ctr">
              <a:defRPr sz="1425" b="1">
                <a:solidFill>
                  <a:srgbClr val="166B68"/>
                </a:solidFill>
                <a:latin typeface="Yu Gothic"/>
                <a:ea typeface="Yu Gothic"/>
                <a:cs typeface="Yu Gothic"/>
              </a:defRPr>
            </a:lvl3pPr>
            <a:lvl4pPr algn="ctr">
              <a:defRPr sz="1425" b="1">
                <a:solidFill>
                  <a:srgbClr val="166B68"/>
                </a:solidFill>
                <a:latin typeface="Yu Gothic"/>
                <a:ea typeface="Yu Gothic"/>
                <a:cs typeface="Yu Gothic"/>
              </a:defRPr>
            </a:lvl4pPr>
            <a:lvl5pPr algn="ctr">
              <a:defRPr sz="1425" b="1">
                <a:solidFill>
                  <a:srgbClr val="166B68"/>
                </a:solidFill>
                <a:latin typeface="Yu Gothic"/>
                <a:ea typeface="Yu Gothic"/>
                <a:cs typeface="Yu Gothic"/>
              </a:defRPr>
            </a:lvl5pPr>
            <a:lvl6pPr algn="ctr">
              <a:defRPr sz="1425" b="1">
                <a:solidFill>
                  <a:srgbClr val="166B68"/>
                </a:solidFill>
                <a:latin typeface="Yu Gothic"/>
                <a:ea typeface="Yu Gothic"/>
                <a:cs typeface="Yu Gothic"/>
              </a:defRPr>
            </a:lvl6pPr>
            <a:lvl7pPr algn="ctr">
              <a:defRPr sz="1425" b="1">
                <a:solidFill>
                  <a:srgbClr val="166B68"/>
                </a:solidFill>
                <a:latin typeface="Yu Gothic"/>
                <a:ea typeface="Yu Gothic"/>
                <a:cs typeface="Yu Gothic"/>
              </a:defRPr>
            </a:lvl7pPr>
            <a:lvl8pPr algn="ctr">
              <a:defRPr sz="1425" b="1">
                <a:solidFill>
                  <a:srgbClr val="166B68"/>
                </a:solidFill>
                <a:latin typeface="Yu Gothic"/>
                <a:ea typeface="Yu Gothic"/>
                <a:cs typeface="Yu Gothic"/>
              </a:defRPr>
            </a:lvl8pPr>
            <a:lvl9pPr algn="ctr">
              <a:defRPr sz="1425" b="1">
                <a:solidFill>
                  <a:srgbClr val="166B68"/>
                </a:solidFill>
                <a:latin typeface="Yu Gothic"/>
                <a:ea typeface="Yu Gothic"/>
                <a:cs typeface="Yu Gothic"/>
              </a:defRPr>
            </a:lvl9pPr>
          </a:lstStyle>
          <a:p xmlns:a="http://schemas.openxmlformats.org/drawingml/2006/main">
            <a:pPr algn="ctr">
              <a:defRPr sz="1425" b="1">
                <a:solidFill>
                  <a:srgbClr val="166B68"/>
                </a:solidFill>
                <a:latin typeface="Yu Gothic"/>
                <a:ea typeface="Yu Gothic"/>
                <a:cs typeface="Yu Gothic"/>
              </a:defRPr>
            </a:pPr>
            <a:r>
              <a:rPr sz="1425" b="1">
                <a:solidFill>
                  <a:srgbClr val="166B68"/>
                </a:solidFill>
                <a:latin typeface="Yu Gothic"/>
                <a:ea typeface="Yu Gothic"/>
                <a:cs typeface="Yu Gothic"/>
              </a:rPr>
              <a:t>●</a:t>
            </a:r>
          </a:p>
        </p:txBody>
      </p:sp>
      <p:sp>
        <p:nvSpPr>
          <p:cNvPr id="11" name="">
            <a:extLst xmlns:a="http://schemas.openxmlformats.org/drawingml/2006/main">
              <a:ext uri="{FF2B5EF4-FFF2-40B4-BE49-F238E27FC236}">
                <a16:creationId xmlns:a16="http://schemas.microsoft.com/office/drawing/2014/main" id="{E217CC7A-A9F0-4223-A314-4FDC3425C7F4}"/>
              </a:ext>
            </a:extLst>
          </p:cNvPr>
          <p:cNvSpPr>
            <a:spLocks xmlns:a="http://schemas.openxmlformats.org/drawingml/2006/main" noGrp="1"/>
          </p:cNvSpPr>
          <p:nvPr/>
        </p:nvSpPr>
        <p:spPr>
          <a:xfrm xmlns:a="http://schemas.openxmlformats.org/drawingml/2006/main">
            <a:off x="1143000" y="2857500"/>
            <a:ext cx="4819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(L＋R′)÷2</a:t>
            </a:r>
          </a:p>
        </p:txBody>
      </p:sp>
      <p:sp>
        <p:nvSpPr>
          <p:cNvPr id="12" name="">
            <a:extLst xmlns:a="http://schemas.openxmlformats.org/drawingml/2006/main">
              <a:ext uri="{FF2B5EF4-FFF2-40B4-BE49-F238E27FC236}">
                <a16:creationId xmlns:a16="http://schemas.microsoft.com/office/drawing/2014/main" id="{582FE087-BDCA-4F1A-9A85-68FBD42113B0}"/>
              </a:ext>
            </a:extLst>
          </p:cNvPr>
          <p:cNvSpPr>
            <a:spLocks xmlns:a="http://schemas.openxmlformats.org/drawingml/2006/main" noGrp="1"/>
          </p:cNvSpPr>
          <p:nvPr/>
        </p:nvSpPr>
        <p:spPr>
          <a:xfrm xmlns:a="http://schemas.openxmlformats.org/drawingml/2006/main">
            <a:off x="781050" y="5219700"/>
            <a:ext cx="519112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625" b="1">
                <a:solidFill>
                  <a:srgbClr val="166B68"/>
                </a:solidFill>
                <a:latin typeface="Yu Gothic"/>
                <a:ea typeface="Yu Gothic"/>
                <a:cs typeface="Yu Gothic"/>
              </a:defRPr>
            </a:defPPr>
            <a:lvl1pPr algn="l">
              <a:defRPr sz="2625" b="1">
                <a:solidFill>
                  <a:srgbClr val="166B68"/>
                </a:solidFill>
                <a:latin typeface="Yu Gothic"/>
                <a:ea typeface="Yu Gothic"/>
                <a:cs typeface="Yu Gothic"/>
              </a:defRPr>
            </a:lvl1pPr>
            <a:lvl2pPr algn="l">
              <a:defRPr sz="2625" b="1">
                <a:solidFill>
                  <a:srgbClr val="166B68"/>
                </a:solidFill>
                <a:latin typeface="Yu Gothic"/>
                <a:ea typeface="Yu Gothic"/>
                <a:cs typeface="Yu Gothic"/>
              </a:defRPr>
            </a:lvl2pPr>
            <a:lvl3pPr algn="l">
              <a:defRPr sz="2625" b="1">
                <a:solidFill>
                  <a:srgbClr val="166B68"/>
                </a:solidFill>
                <a:latin typeface="Yu Gothic"/>
                <a:ea typeface="Yu Gothic"/>
                <a:cs typeface="Yu Gothic"/>
              </a:defRPr>
            </a:lvl3pPr>
            <a:lvl4pPr algn="l">
              <a:defRPr sz="2625" b="1">
                <a:solidFill>
                  <a:srgbClr val="166B68"/>
                </a:solidFill>
                <a:latin typeface="Yu Gothic"/>
                <a:ea typeface="Yu Gothic"/>
                <a:cs typeface="Yu Gothic"/>
              </a:defRPr>
            </a:lvl4pPr>
            <a:lvl5pPr algn="l">
              <a:defRPr sz="2625" b="1">
                <a:solidFill>
                  <a:srgbClr val="166B68"/>
                </a:solidFill>
                <a:latin typeface="Yu Gothic"/>
                <a:ea typeface="Yu Gothic"/>
                <a:cs typeface="Yu Gothic"/>
              </a:defRPr>
            </a:lvl5pPr>
            <a:lvl6pPr algn="l">
              <a:defRPr sz="2625" b="1">
                <a:solidFill>
                  <a:srgbClr val="166B68"/>
                </a:solidFill>
                <a:latin typeface="Yu Gothic"/>
                <a:ea typeface="Yu Gothic"/>
                <a:cs typeface="Yu Gothic"/>
              </a:defRPr>
            </a:lvl6pPr>
            <a:lvl7pPr algn="l">
              <a:defRPr sz="2625" b="1">
                <a:solidFill>
                  <a:srgbClr val="166B68"/>
                </a:solidFill>
                <a:latin typeface="Yu Gothic"/>
                <a:ea typeface="Yu Gothic"/>
                <a:cs typeface="Yu Gothic"/>
              </a:defRPr>
            </a:lvl7pPr>
            <a:lvl8pPr algn="l">
              <a:defRPr sz="2625" b="1">
                <a:solidFill>
                  <a:srgbClr val="166B68"/>
                </a:solidFill>
                <a:latin typeface="Yu Gothic"/>
                <a:ea typeface="Yu Gothic"/>
                <a:cs typeface="Yu Gothic"/>
              </a:defRPr>
            </a:lvl8pPr>
            <a:lvl9pPr algn="l">
              <a:defRPr sz="2625" b="1">
                <a:solidFill>
                  <a:srgbClr val="166B68"/>
                </a:solidFill>
                <a:latin typeface="Yu Gothic"/>
                <a:ea typeface="Yu Gothic"/>
                <a:cs typeface="Yu Gothic"/>
              </a:defRPr>
            </a:lvl9pPr>
          </a:lstStyle>
          <a:p xmlns:a="http://schemas.openxmlformats.org/drawingml/2006/main">
            <a:pPr algn="l">
              <a:defRPr sz="2625" b="1">
                <a:solidFill>
                  <a:srgbClr val="166B68"/>
                </a:solidFill>
                <a:latin typeface="Yu Gothic"/>
                <a:ea typeface="Yu Gothic"/>
                <a:cs typeface="Yu Gothic"/>
              </a:defRPr>
            </a:pPr>
            <a:r>
              <a:rPr sz="2625" b="1">
                <a:solidFill>
                  <a:srgbClr val="166B68"/>
                </a:solidFill>
                <a:latin typeface="Yu Gothic"/>
                <a:ea typeface="Yu Gothic"/>
                <a:cs typeface="Yu Gothic"/>
              </a:rPr>
              <a:t>40°00′03″</a:t>
            </a:r>
          </a:p>
        </p:txBody>
      </p:sp>
      <p:sp>
        <p:nvSpPr>
          <p:cNvPr id="13" name="">
            <a:extLst xmlns:a="http://schemas.openxmlformats.org/drawingml/2006/main">
              <a:ext uri="{FF2B5EF4-FFF2-40B4-BE49-F238E27FC236}">
                <a16:creationId xmlns:a16="http://schemas.microsoft.com/office/drawing/2014/main" id="{8D34794C-058C-4D6B-B7C7-CD24E501348D}"/>
              </a:ext>
            </a:extLst>
          </p:cNvPr>
          <p:cNvSpPr>
            <a:spLocks xmlns:a="http://schemas.openxmlformats.org/drawingml/2006/main" noGrp="1"/>
          </p:cNvSpPr>
          <p:nvPr/>
        </p:nvSpPr>
        <p:spPr>
          <a:xfrm xmlns:a="http://schemas.openxmlformats.org/drawingml/2006/main">
            <a:off x="6880860" y="3994785"/>
            <a:ext cx="3764280" cy="9525"/>
          </a:xfrm>
          <a:custGeom xmlns:a="http://schemas.openxmlformats.org/drawingml/2006/main">
            <a:pathLst>
              <a:path w="3764280" h="9525">
                <a:moveTo>
                  <a:pt x="0" y="0"/>
                </a:moveTo>
                <a:lnTo>
                  <a:pt x="3764280" y="0"/>
                </a:lnTo>
              </a:path>
            </a:pathLst>
          </a:custGeom>
          <a:noFill xmlns:a="http://schemas.openxmlformats.org/drawingml/2006/main"/>
          <a:ln xmlns:a="http://schemas.openxmlformats.org/drawingml/2006/main" w="28575">
            <a:solidFill>
              <a:srgbClr val="182B33"/>
            </a:solidFill>
            <a:prstDash val="solid"/>
          </a:ln>
        </p:spPr>
      </p:sp>
      <p:sp>
        <p:nvSpPr>
          <p:cNvPr id="14" name="">
            <a:extLst xmlns:a="http://schemas.openxmlformats.org/drawingml/2006/main">
              <a:ext uri="{FF2B5EF4-FFF2-40B4-BE49-F238E27FC236}">
                <a16:creationId xmlns:a16="http://schemas.microsoft.com/office/drawing/2014/main" id="{7787AA16-DBDD-4E24-BF5C-AE5696184362}"/>
              </a:ext>
            </a:extLst>
          </p:cNvPr>
          <p:cNvSpPr>
            <a:spLocks xmlns:a="http://schemas.openxmlformats.org/drawingml/2006/main" noGrp="1"/>
          </p:cNvSpPr>
          <p:nvPr/>
        </p:nvSpPr>
        <p:spPr>
          <a:xfrm xmlns:a="http://schemas.openxmlformats.org/drawingml/2006/main">
            <a:off x="10563937" y="3944999"/>
            <a:ext cx="81203" cy="99572"/>
          </a:xfrm>
          <a:custGeom xmlns:a="http://schemas.openxmlformats.org/drawingml/2006/main">
            <a:pathLst>
              <a:path w="81203" h="99572">
                <a:moveTo>
                  <a:pt x="0" y="99572"/>
                </a:moveTo>
                <a:lnTo>
                  <a:pt x="81203" y="49786"/>
                </a:lnTo>
                <a:lnTo>
                  <a:pt x="0" y="0"/>
                </a:lnTo>
              </a:path>
            </a:pathLst>
          </a:custGeom>
          <a:noFill xmlns:a="http://schemas.openxmlformats.org/drawingml/2006/main"/>
          <a:ln xmlns:a="http://schemas.openxmlformats.org/drawingml/2006/main" w="28575">
            <a:solidFill>
              <a:srgbClr val="182B33"/>
            </a:solidFill>
            <a:prstDash val="solid"/>
          </a:ln>
        </p:spPr>
      </p:sp>
      <p:sp>
        <p:nvSpPr>
          <p:cNvPr id="15" name="">
            <a:extLst xmlns:a="http://schemas.openxmlformats.org/drawingml/2006/main">
              <a:ext uri="{FF2B5EF4-FFF2-40B4-BE49-F238E27FC236}">
                <a16:creationId xmlns:a16="http://schemas.microsoft.com/office/drawing/2014/main" id="{26A5C373-E768-46E3-9486-BAADB8CA6F59}"/>
              </a:ext>
            </a:extLst>
          </p:cNvPr>
          <p:cNvSpPr>
            <a:spLocks xmlns:a="http://schemas.openxmlformats.org/drawingml/2006/main" noGrp="1"/>
          </p:cNvSpPr>
          <p:nvPr/>
        </p:nvSpPr>
        <p:spPr>
          <a:xfrm xmlns:a="http://schemas.openxmlformats.org/drawingml/2006/main">
            <a:off x="8763000" y="3670935"/>
            <a:ext cx="9525" cy="647700"/>
          </a:xfrm>
          <a:custGeom xmlns:a="http://schemas.openxmlformats.org/drawingml/2006/main">
            <a:pathLst>
              <a:path w="9525" h="647700">
                <a:moveTo>
                  <a:pt x="0" y="0"/>
                </a:moveTo>
                <a:lnTo>
                  <a:pt x="0" y="647700"/>
                </a:lnTo>
              </a:path>
            </a:pathLst>
          </a:custGeom>
          <a:noFill xmlns:a="http://schemas.openxmlformats.org/drawingml/2006/main"/>
          <a:ln xmlns:a="http://schemas.openxmlformats.org/drawingml/2006/main" w="28575">
            <a:solidFill>
              <a:srgbClr val="182B33"/>
            </a:solidFill>
            <a:prstDash val="solid"/>
          </a:ln>
        </p:spPr>
      </p:sp>
      <p:sp>
        <p:nvSpPr>
          <p:cNvPr id="16" name="">
            <a:extLst xmlns:a="http://schemas.openxmlformats.org/drawingml/2006/main">
              <a:ext uri="{FF2B5EF4-FFF2-40B4-BE49-F238E27FC236}">
                <a16:creationId xmlns:a16="http://schemas.microsoft.com/office/drawing/2014/main" id="{03AE4966-58D8-420C-8A10-A0A5DD284FBA}"/>
              </a:ext>
            </a:extLst>
          </p:cNvPr>
          <p:cNvSpPr>
            <a:spLocks xmlns:a="http://schemas.openxmlformats.org/drawingml/2006/main" noGrp="1"/>
          </p:cNvSpPr>
          <p:nvPr/>
        </p:nvSpPr>
        <p:spPr>
          <a:xfrm xmlns:a="http://schemas.openxmlformats.org/drawingml/2006/main">
            <a:off x="7524750" y="3851910"/>
            <a:ext cx="9525" cy="285750"/>
          </a:xfrm>
          <a:custGeom xmlns:a="http://schemas.openxmlformats.org/drawingml/2006/main">
            <a:pathLst>
              <a:path w="9525" h="285750">
                <a:moveTo>
                  <a:pt x="0" y="0"/>
                </a:moveTo>
                <a:lnTo>
                  <a:pt x="0" y="285750"/>
                </a:lnTo>
              </a:path>
            </a:pathLst>
          </a:custGeom>
          <a:noFill xmlns:a="http://schemas.openxmlformats.org/drawingml/2006/main"/>
          <a:ln xmlns:a="http://schemas.openxmlformats.org/drawingml/2006/main" w="38100">
            <a:solidFill>
              <a:srgbClr val="A94737"/>
            </a:solidFill>
            <a:prstDash val="solid"/>
          </a:ln>
        </p:spPr>
      </p:sp>
      <p:sp>
        <p:nvSpPr>
          <p:cNvPr id="17" name="">
            <a:extLst xmlns:a="http://schemas.openxmlformats.org/drawingml/2006/main">
              <a:ext uri="{FF2B5EF4-FFF2-40B4-BE49-F238E27FC236}">
                <a16:creationId xmlns:a16="http://schemas.microsoft.com/office/drawing/2014/main" id="{E9D6262B-CB8D-4641-9F17-DC8CBEBC62B7}"/>
              </a:ext>
            </a:extLst>
          </p:cNvPr>
          <p:cNvSpPr>
            <a:spLocks xmlns:a="http://schemas.openxmlformats.org/drawingml/2006/main" noGrp="1"/>
          </p:cNvSpPr>
          <p:nvPr/>
        </p:nvSpPr>
        <p:spPr>
          <a:xfrm xmlns:a="http://schemas.openxmlformats.org/drawingml/2006/main">
            <a:off x="10001250" y="3851910"/>
            <a:ext cx="9525" cy="285750"/>
          </a:xfrm>
          <a:custGeom xmlns:a="http://schemas.openxmlformats.org/drawingml/2006/main">
            <a:pathLst>
              <a:path w="9525" h="285750">
                <a:moveTo>
                  <a:pt x="0" y="0"/>
                </a:moveTo>
                <a:lnTo>
                  <a:pt x="0" y="285750"/>
                </a:lnTo>
              </a:path>
            </a:pathLst>
          </a:custGeom>
          <a:noFill xmlns:a="http://schemas.openxmlformats.org/drawingml/2006/main"/>
          <a:ln xmlns:a="http://schemas.openxmlformats.org/drawingml/2006/main" w="38100">
            <a:solidFill>
              <a:srgbClr val="166B68"/>
            </a:solidFill>
            <a:prstDash val="solid"/>
          </a:ln>
        </p:spPr>
      </p:sp>
      <p:sp>
        <p:nvSpPr>
          <p:cNvPr id="18" name="">
            <a:extLst xmlns:a="http://schemas.openxmlformats.org/drawingml/2006/main">
              <a:ext uri="{FF2B5EF4-FFF2-40B4-BE49-F238E27FC236}">
                <a16:creationId xmlns:a16="http://schemas.microsoft.com/office/drawing/2014/main" id="{A42807B5-0205-40AC-96A2-E2A1BD427E3A}"/>
              </a:ext>
            </a:extLst>
          </p:cNvPr>
          <p:cNvSpPr>
            <a:spLocks xmlns:a="http://schemas.openxmlformats.org/drawingml/2006/main" noGrp="1"/>
          </p:cNvSpPr>
          <p:nvPr/>
        </p:nvSpPr>
        <p:spPr>
          <a:xfrm xmlns:a="http://schemas.openxmlformats.org/drawingml/2006/main">
            <a:off x="7000875" y="3499485"/>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1">
                <a:solidFill>
                  <a:srgbClr val="A94737"/>
                </a:solidFill>
                <a:latin typeface="Yu Gothic"/>
                <a:ea typeface="Yu Gothic"/>
                <a:cs typeface="Yu Gothic"/>
              </a:defRPr>
            </a:defPPr>
            <a:lvl1pPr algn="ctr">
              <a:defRPr sz="1650" b="1">
                <a:solidFill>
                  <a:srgbClr val="A94737"/>
                </a:solidFill>
                <a:latin typeface="Yu Gothic"/>
                <a:ea typeface="Yu Gothic"/>
                <a:cs typeface="Yu Gothic"/>
              </a:defRPr>
            </a:lvl1pPr>
            <a:lvl2pPr algn="ctr">
              <a:defRPr sz="1650" b="1">
                <a:solidFill>
                  <a:srgbClr val="A94737"/>
                </a:solidFill>
                <a:latin typeface="Yu Gothic"/>
                <a:ea typeface="Yu Gothic"/>
                <a:cs typeface="Yu Gothic"/>
              </a:defRPr>
            </a:lvl2pPr>
            <a:lvl3pPr algn="ctr">
              <a:defRPr sz="1650" b="1">
                <a:solidFill>
                  <a:srgbClr val="A94737"/>
                </a:solidFill>
                <a:latin typeface="Yu Gothic"/>
                <a:ea typeface="Yu Gothic"/>
                <a:cs typeface="Yu Gothic"/>
              </a:defRPr>
            </a:lvl3pPr>
            <a:lvl4pPr algn="ctr">
              <a:defRPr sz="1650" b="1">
                <a:solidFill>
                  <a:srgbClr val="A94737"/>
                </a:solidFill>
                <a:latin typeface="Yu Gothic"/>
                <a:ea typeface="Yu Gothic"/>
                <a:cs typeface="Yu Gothic"/>
              </a:defRPr>
            </a:lvl4pPr>
            <a:lvl5pPr algn="ctr">
              <a:defRPr sz="1650" b="1">
                <a:solidFill>
                  <a:srgbClr val="A94737"/>
                </a:solidFill>
                <a:latin typeface="Yu Gothic"/>
                <a:ea typeface="Yu Gothic"/>
                <a:cs typeface="Yu Gothic"/>
              </a:defRPr>
            </a:lvl5pPr>
            <a:lvl6pPr algn="ctr">
              <a:defRPr sz="1650" b="1">
                <a:solidFill>
                  <a:srgbClr val="A94737"/>
                </a:solidFill>
                <a:latin typeface="Yu Gothic"/>
                <a:ea typeface="Yu Gothic"/>
                <a:cs typeface="Yu Gothic"/>
              </a:defRPr>
            </a:lvl6pPr>
            <a:lvl7pPr algn="ctr">
              <a:defRPr sz="1650" b="1">
                <a:solidFill>
                  <a:srgbClr val="A94737"/>
                </a:solidFill>
                <a:latin typeface="Yu Gothic"/>
                <a:ea typeface="Yu Gothic"/>
                <a:cs typeface="Yu Gothic"/>
              </a:defRPr>
            </a:lvl7pPr>
            <a:lvl8pPr algn="ctr">
              <a:defRPr sz="1650" b="1">
                <a:solidFill>
                  <a:srgbClr val="A94737"/>
                </a:solidFill>
                <a:latin typeface="Yu Gothic"/>
                <a:ea typeface="Yu Gothic"/>
                <a:cs typeface="Yu Gothic"/>
              </a:defRPr>
            </a:lvl8pPr>
            <a:lvl9pPr algn="ctr">
              <a:defRPr sz="1650" b="1">
                <a:solidFill>
                  <a:srgbClr val="A94737"/>
                </a:solidFill>
                <a:latin typeface="Yu Gothic"/>
                <a:ea typeface="Yu Gothic"/>
                <a:cs typeface="Yu Gothic"/>
              </a:defRPr>
            </a:lvl9pPr>
          </a:lstStyle>
          <a:p xmlns:a="http://schemas.openxmlformats.org/drawingml/2006/main">
            <a:pPr algn="ctr">
              <a:defRPr sz="1650" b="1">
                <a:solidFill>
                  <a:srgbClr val="A94737"/>
                </a:solidFill>
                <a:latin typeface="Yu Gothic"/>
                <a:ea typeface="Yu Gothic"/>
                <a:cs typeface="Yu Gothic"/>
              </a:defRPr>
            </a:pPr>
            <a:r>
              <a:rPr sz="1650" b="1">
                <a:solidFill>
                  <a:srgbClr val="A94737"/>
                </a:solidFill>
                <a:latin typeface="Yu Gothic"/>
                <a:ea typeface="Yu Gothic"/>
                <a:cs typeface="Yu Gothic"/>
              </a:rPr>
              <a:t>−誤差</a:t>
            </a:r>
          </a:p>
        </p:txBody>
      </p:sp>
      <p:sp>
        <p:nvSpPr>
          <p:cNvPr id="19" name="">
            <a:extLst xmlns:a="http://schemas.openxmlformats.org/drawingml/2006/main">
              <a:ext uri="{FF2B5EF4-FFF2-40B4-BE49-F238E27FC236}">
                <a16:creationId xmlns:a16="http://schemas.microsoft.com/office/drawing/2014/main" id="{AF8D2FB5-74F7-4912-80A7-C9F94E3F1811}"/>
              </a:ext>
            </a:extLst>
          </p:cNvPr>
          <p:cNvSpPr>
            <a:spLocks xmlns:a="http://schemas.openxmlformats.org/drawingml/2006/main" noGrp="1"/>
          </p:cNvSpPr>
          <p:nvPr/>
        </p:nvSpPr>
        <p:spPr>
          <a:xfrm xmlns:a="http://schemas.openxmlformats.org/drawingml/2006/main">
            <a:off x="9477375" y="3499485"/>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1">
                <a:solidFill>
                  <a:srgbClr val="166B68"/>
                </a:solidFill>
                <a:latin typeface="Yu Gothic"/>
                <a:ea typeface="Yu Gothic"/>
                <a:cs typeface="Yu Gothic"/>
              </a:defRPr>
            </a:defPPr>
            <a:lvl1pPr algn="ctr">
              <a:defRPr sz="1650" b="1">
                <a:solidFill>
                  <a:srgbClr val="166B68"/>
                </a:solidFill>
                <a:latin typeface="Yu Gothic"/>
                <a:ea typeface="Yu Gothic"/>
                <a:cs typeface="Yu Gothic"/>
              </a:defRPr>
            </a:lvl1pPr>
            <a:lvl2pPr algn="ctr">
              <a:defRPr sz="1650" b="1">
                <a:solidFill>
                  <a:srgbClr val="166B68"/>
                </a:solidFill>
                <a:latin typeface="Yu Gothic"/>
                <a:ea typeface="Yu Gothic"/>
                <a:cs typeface="Yu Gothic"/>
              </a:defRPr>
            </a:lvl2pPr>
            <a:lvl3pPr algn="ctr">
              <a:defRPr sz="1650" b="1">
                <a:solidFill>
                  <a:srgbClr val="166B68"/>
                </a:solidFill>
                <a:latin typeface="Yu Gothic"/>
                <a:ea typeface="Yu Gothic"/>
                <a:cs typeface="Yu Gothic"/>
              </a:defRPr>
            </a:lvl3pPr>
            <a:lvl4pPr algn="ctr">
              <a:defRPr sz="1650" b="1">
                <a:solidFill>
                  <a:srgbClr val="166B68"/>
                </a:solidFill>
                <a:latin typeface="Yu Gothic"/>
                <a:ea typeface="Yu Gothic"/>
                <a:cs typeface="Yu Gothic"/>
              </a:defRPr>
            </a:lvl4pPr>
            <a:lvl5pPr algn="ctr">
              <a:defRPr sz="1650" b="1">
                <a:solidFill>
                  <a:srgbClr val="166B68"/>
                </a:solidFill>
                <a:latin typeface="Yu Gothic"/>
                <a:ea typeface="Yu Gothic"/>
                <a:cs typeface="Yu Gothic"/>
              </a:defRPr>
            </a:lvl5pPr>
            <a:lvl6pPr algn="ctr">
              <a:defRPr sz="1650" b="1">
                <a:solidFill>
                  <a:srgbClr val="166B68"/>
                </a:solidFill>
                <a:latin typeface="Yu Gothic"/>
                <a:ea typeface="Yu Gothic"/>
                <a:cs typeface="Yu Gothic"/>
              </a:defRPr>
            </a:lvl6pPr>
            <a:lvl7pPr algn="ctr">
              <a:defRPr sz="1650" b="1">
                <a:solidFill>
                  <a:srgbClr val="166B68"/>
                </a:solidFill>
                <a:latin typeface="Yu Gothic"/>
                <a:ea typeface="Yu Gothic"/>
                <a:cs typeface="Yu Gothic"/>
              </a:defRPr>
            </a:lvl7pPr>
            <a:lvl8pPr algn="ctr">
              <a:defRPr sz="1650" b="1">
                <a:solidFill>
                  <a:srgbClr val="166B68"/>
                </a:solidFill>
                <a:latin typeface="Yu Gothic"/>
                <a:ea typeface="Yu Gothic"/>
                <a:cs typeface="Yu Gothic"/>
              </a:defRPr>
            </a:lvl8pPr>
            <a:lvl9pPr algn="ctr">
              <a:defRPr sz="1650" b="1">
                <a:solidFill>
                  <a:srgbClr val="166B68"/>
                </a:solidFill>
                <a:latin typeface="Yu Gothic"/>
                <a:ea typeface="Yu Gothic"/>
                <a:cs typeface="Yu Gothic"/>
              </a:defRPr>
            </a:lvl9pPr>
          </a:lstStyle>
          <a:p xmlns:a="http://schemas.openxmlformats.org/drawingml/2006/main">
            <a:pPr algn="ctr">
              <a:defRPr sz="1650" b="1">
                <a:solidFill>
                  <a:srgbClr val="166B68"/>
                </a:solidFill>
                <a:latin typeface="Yu Gothic"/>
                <a:ea typeface="Yu Gothic"/>
                <a:cs typeface="Yu Gothic"/>
              </a:defRPr>
            </a:pPr>
            <a:r>
              <a:rPr sz="1650" b="1">
                <a:solidFill>
                  <a:srgbClr val="166B68"/>
                </a:solidFill>
                <a:latin typeface="Yu Gothic"/>
                <a:ea typeface="Yu Gothic"/>
                <a:cs typeface="Yu Gothic"/>
              </a:rPr>
              <a:t>＋誤差</a:t>
            </a:r>
          </a:p>
        </p:txBody>
      </p:sp>
      <p:sp>
        <p:nvSpPr>
          <p:cNvPr id="20" name="">
            <a:extLst xmlns:a="http://schemas.openxmlformats.org/drawingml/2006/main">
              <a:ext uri="{FF2B5EF4-FFF2-40B4-BE49-F238E27FC236}">
                <a16:creationId xmlns:a16="http://schemas.microsoft.com/office/drawing/2014/main" id="{59C39733-2F68-4A65-839E-4655A3D16B5D}"/>
              </a:ext>
            </a:extLst>
          </p:cNvPr>
          <p:cNvSpPr>
            <a:spLocks xmlns:a="http://schemas.openxmlformats.org/drawingml/2006/main" noGrp="1"/>
          </p:cNvSpPr>
          <p:nvPr/>
        </p:nvSpPr>
        <p:spPr>
          <a:xfrm xmlns:a="http://schemas.openxmlformats.org/drawingml/2006/main">
            <a:off x="8305800" y="4090035"/>
            <a:ext cx="914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1">
                <a:solidFill>
                  <a:srgbClr val="182B33"/>
                </a:solidFill>
                <a:latin typeface="Yu Gothic"/>
                <a:ea typeface="Yu Gothic"/>
                <a:cs typeface="Yu Gothic"/>
              </a:defRPr>
            </a:defPPr>
            <a:lvl1pPr algn="ctr">
              <a:defRPr sz="1650" b="1">
                <a:solidFill>
                  <a:srgbClr val="182B33"/>
                </a:solidFill>
                <a:latin typeface="Yu Gothic"/>
                <a:ea typeface="Yu Gothic"/>
                <a:cs typeface="Yu Gothic"/>
              </a:defRPr>
            </a:lvl1pPr>
            <a:lvl2pPr algn="ctr">
              <a:defRPr sz="1650" b="1">
                <a:solidFill>
                  <a:srgbClr val="182B33"/>
                </a:solidFill>
                <a:latin typeface="Yu Gothic"/>
                <a:ea typeface="Yu Gothic"/>
                <a:cs typeface="Yu Gothic"/>
              </a:defRPr>
            </a:lvl2pPr>
            <a:lvl3pPr algn="ctr">
              <a:defRPr sz="1650" b="1">
                <a:solidFill>
                  <a:srgbClr val="182B33"/>
                </a:solidFill>
                <a:latin typeface="Yu Gothic"/>
                <a:ea typeface="Yu Gothic"/>
                <a:cs typeface="Yu Gothic"/>
              </a:defRPr>
            </a:lvl3pPr>
            <a:lvl4pPr algn="ctr">
              <a:defRPr sz="1650" b="1">
                <a:solidFill>
                  <a:srgbClr val="182B33"/>
                </a:solidFill>
                <a:latin typeface="Yu Gothic"/>
                <a:ea typeface="Yu Gothic"/>
                <a:cs typeface="Yu Gothic"/>
              </a:defRPr>
            </a:lvl4pPr>
            <a:lvl5pPr algn="ctr">
              <a:defRPr sz="1650" b="1">
                <a:solidFill>
                  <a:srgbClr val="182B33"/>
                </a:solidFill>
                <a:latin typeface="Yu Gothic"/>
                <a:ea typeface="Yu Gothic"/>
                <a:cs typeface="Yu Gothic"/>
              </a:defRPr>
            </a:lvl5pPr>
            <a:lvl6pPr algn="ctr">
              <a:defRPr sz="1650" b="1">
                <a:solidFill>
                  <a:srgbClr val="182B33"/>
                </a:solidFill>
                <a:latin typeface="Yu Gothic"/>
                <a:ea typeface="Yu Gothic"/>
                <a:cs typeface="Yu Gothic"/>
              </a:defRPr>
            </a:lvl6pPr>
            <a:lvl7pPr algn="ctr">
              <a:defRPr sz="1650" b="1">
                <a:solidFill>
                  <a:srgbClr val="182B33"/>
                </a:solidFill>
                <a:latin typeface="Yu Gothic"/>
                <a:ea typeface="Yu Gothic"/>
                <a:cs typeface="Yu Gothic"/>
              </a:defRPr>
            </a:lvl7pPr>
            <a:lvl8pPr algn="ctr">
              <a:defRPr sz="1650" b="1">
                <a:solidFill>
                  <a:srgbClr val="182B33"/>
                </a:solidFill>
                <a:latin typeface="Yu Gothic"/>
                <a:ea typeface="Yu Gothic"/>
                <a:cs typeface="Yu Gothic"/>
              </a:defRPr>
            </a:lvl8pPr>
            <a:lvl9pPr algn="ctr">
              <a:defRPr sz="1650" b="1">
                <a:solidFill>
                  <a:srgbClr val="182B33"/>
                </a:solidFill>
                <a:latin typeface="Yu Gothic"/>
                <a:ea typeface="Yu Gothic"/>
                <a:cs typeface="Yu Gothic"/>
              </a:defRPr>
            </a:lvl9pPr>
          </a:lstStyle>
          <a:p xmlns:a="http://schemas.openxmlformats.org/drawingml/2006/main">
            <a:pPr algn="ctr">
              <a:defRPr sz="1650" b="1">
                <a:solidFill>
                  <a:srgbClr val="182B33"/>
                </a:solidFill>
                <a:latin typeface="Yu Gothic"/>
                <a:ea typeface="Yu Gothic"/>
                <a:cs typeface="Yu Gothic"/>
              </a:defRPr>
            </a:pPr>
            <a:r>
              <a:rPr sz="1650" b="1">
                <a:solidFill>
                  <a:srgbClr val="182B33"/>
                </a:solidFill>
                <a:latin typeface="Yu Gothic"/>
                <a:ea typeface="Yu Gothic"/>
                <a:cs typeface="Yu Gothic"/>
              </a:rPr>
              <a:t>40°00′03″</a:t>
            </a:r>
          </a:p>
        </p:txBody>
      </p:sp>
      <p:sp>
        <p:nvSpPr>
          <p:cNvPr id="21" name="">
            <a:extLst xmlns:a="http://schemas.openxmlformats.org/drawingml/2006/main">
              <a:ext uri="{FF2B5EF4-FFF2-40B4-BE49-F238E27FC236}">
                <a16:creationId xmlns:a16="http://schemas.microsoft.com/office/drawing/2014/main" id="{20150CEA-67CA-4E0A-BB9A-B27C85E29277}"/>
              </a:ext>
            </a:extLst>
          </p:cNvPr>
          <p:cNvSpPr>
            <a:spLocks xmlns:a="http://schemas.openxmlformats.org/drawingml/2006/main" noGrp="1"/>
          </p:cNvSpPr>
          <p:nvPr/>
        </p:nvSpPr>
        <p:spPr>
          <a:xfrm xmlns:a="http://schemas.openxmlformats.org/drawingml/2006/main">
            <a:off x="6305550" y="1733550"/>
            <a:ext cx="227838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00" b="1">
                <a:solidFill>
                  <a:srgbClr val="A94737"/>
                </a:solidFill>
                <a:latin typeface="Yu Gothic"/>
                <a:ea typeface="Yu Gothic"/>
                <a:cs typeface="Yu Gothic"/>
              </a:defRPr>
            </a:defPPr>
            <a:lvl1pPr algn="ctr">
              <a:defRPr sz="1500" b="1">
                <a:solidFill>
                  <a:srgbClr val="A94737"/>
                </a:solidFill>
                <a:latin typeface="Yu Gothic"/>
                <a:ea typeface="Yu Gothic"/>
                <a:cs typeface="Yu Gothic"/>
              </a:defRPr>
            </a:lvl1pPr>
            <a:lvl2pPr algn="ctr">
              <a:defRPr sz="1500" b="1">
                <a:solidFill>
                  <a:srgbClr val="A94737"/>
                </a:solidFill>
                <a:latin typeface="Yu Gothic"/>
                <a:ea typeface="Yu Gothic"/>
                <a:cs typeface="Yu Gothic"/>
              </a:defRPr>
            </a:lvl2pPr>
            <a:lvl3pPr algn="ctr">
              <a:defRPr sz="1500" b="1">
                <a:solidFill>
                  <a:srgbClr val="A94737"/>
                </a:solidFill>
                <a:latin typeface="Yu Gothic"/>
                <a:ea typeface="Yu Gothic"/>
                <a:cs typeface="Yu Gothic"/>
              </a:defRPr>
            </a:lvl3pPr>
            <a:lvl4pPr algn="ctr">
              <a:defRPr sz="1500" b="1">
                <a:solidFill>
                  <a:srgbClr val="A94737"/>
                </a:solidFill>
                <a:latin typeface="Yu Gothic"/>
                <a:ea typeface="Yu Gothic"/>
                <a:cs typeface="Yu Gothic"/>
              </a:defRPr>
            </a:lvl4pPr>
            <a:lvl5pPr algn="ctr">
              <a:defRPr sz="1500" b="1">
                <a:solidFill>
                  <a:srgbClr val="A94737"/>
                </a:solidFill>
                <a:latin typeface="Yu Gothic"/>
                <a:ea typeface="Yu Gothic"/>
                <a:cs typeface="Yu Gothic"/>
              </a:defRPr>
            </a:lvl5pPr>
            <a:lvl6pPr algn="ctr">
              <a:defRPr sz="1500" b="1">
                <a:solidFill>
                  <a:srgbClr val="A94737"/>
                </a:solidFill>
                <a:latin typeface="Yu Gothic"/>
                <a:ea typeface="Yu Gothic"/>
                <a:cs typeface="Yu Gothic"/>
              </a:defRPr>
            </a:lvl6pPr>
            <a:lvl7pPr algn="ctr">
              <a:defRPr sz="1500" b="1">
                <a:solidFill>
                  <a:srgbClr val="A94737"/>
                </a:solidFill>
                <a:latin typeface="Yu Gothic"/>
                <a:ea typeface="Yu Gothic"/>
                <a:cs typeface="Yu Gothic"/>
              </a:defRPr>
            </a:lvl7pPr>
            <a:lvl8pPr algn="ctr">
              <a:defRPr sz="1500" b="1">
                <a:solidFill>
                  <a:srgbClr val="A94737"/>
                </a:solidFill>
                <a:latin typeface="Yu Gothic"/>
                <a:ea typeface="Yu Gothic"/>
                <a:cs typeface="Yu Gothic"/>
              </a:defRPr>
            </a:lvl8pPr>
            <a:lvl9pPr algn="ctr">
              <a:defRPr sz="1500" b="1">
                <a:solidFill>
                  <a:srgbClr val="A94737"/>
                </a:solidFill>
                <a:latin typeface="Yu Gothic"/>
                <a:ea typeface="Yu Gothic"/>
                <a:cs typeface="Yu Gothic"/>
              </a:defRPr>
            </a:lvl9pPr>
          </a:lstStyle>
          <a:p xmlns:a="http://schemas.openxmlformats.org/drawingml/2006/main">
            <a:pPr algn="ctr">
              <a:defRPr sz="1500" b="1">
                <a:solidFill>
                  <a:srgbClr val="A94737"/>
                </a:solidFill>
                <a:latin typeface="Yu Gothic"/>
                <a:ea typeface="Yu Gothic"/>
                <a:cs typeface="Yu Gothic"/>
              </a:defRPr>
            </a:pPr>
            <a:r>
              <a:rPr sz="1500" b="1">
                <a:solidFill>
                  <a:srgbClr val="A94737"/>
                </a:solidFill>
                <a:latin typeface="Yu Gothic"/>
                <a:ea typeface="Yu Gothic"/>
                <a:cs typeface="Yu Gothic"/>
              </a:rPr>
              <a:t>換算R′ 40°00′00″</a:t>
            </a:r>
          </a:p>
        </p:txBody>
      </p:sp>
      <p:sp>
        <p:nvSpPr>
          <p:cNvPr id="22" name="">
            <a:extLst xmlns:a="http://schemas.openxmlformats.org/drawingml/2006/main">
              <a:ext uri="{FF2B5EF4-FFF2-40B4-BE49-F238E27FC236}">
                <a16:creationId xmlns:a16="http://schemas.microsoft.com/office/drawing/2014/main" id="{5C5FBFF6-A47C-4E41-8AEB-CEE6D91F347E}"/>
              </a:ext>
            </a:extLst>
          </p:cNvPr>
          <p:cNvSpPr>
            <a:spLocks xmlns:a="http://schemas.openxmlformats.org/drawingml/2006/main" noGrp="1"/>
          </p:cNvSpPr>
          <p:nvPr/>
        </p:nvSpPr>
        <p:spPr>
          <a:xfrm xmlns:a="http://schemas.openxmlformats.org/drawingml/2006/main">
            <a:off x="8862060" y="1733550"/>
            <a:ext cx="227838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00" b="1">
                <a:solidFill>
                  <a:srgbClr val="166B68"/>
                </a:solidFill>
                <a:latin typeface="Yu Gothic"/>
                <a:ea typeface="Yu Gothic"/>
                <a:cs typeface="Yu Gothic"/>
              </a:defRPr>
            </a:defPPr>
            <a:lvl1pPr algn="ctr">
              <a:defRPr sz="1500" b="1">
                <a:solidFill>
                  <a:srgbClr val="166B68"/>
                </a:solidFill>
                <a:latin typeface="Yu Gothic"/>
                <a:ea typeface="Yu Gothic"/>
                <a:cs typeface="Yu Gothic"/>
              </a:defRPr>
            </a:lvl1pPr>
            <a:lvl2pPr algn="ctr">
              <a:defRPr sz="1500" b="1">
                <a:solidFill>
                  <a:srgbClr val="166B68"/>
                </a:solidFill>
                <a:latin typeface="Yu Gothic"/>
                <a:ea typeface="Yu Gothic"/>
                <a:cs typeface="Yu Gothic"/>
              </a:defRPr>
            </a:lvl2pPr>
            <a:lvl3pPr algn="ctr">
              <a:defRPr sz="1500" b="1">
                <a:solidFill>
                  <a:srgbClr val="166B68"/>
                </a:solidFill>
                <a:latin typeface="Yu Gothic"/>
                <a:ea typeface="Yu Gothic"/>
                <a:cs typeface="Yu Gothic"/>
              </a:defRPr>
            </a:lvl3pPr>
            <a:lvl4pPr algn="ctr">
              <a:defRPr sz="1500" b="1">
                <a:solidFill>
                  <a:srgbClr val="166B68"/>
                </a:solidFill>
                <a:latin typeface="Yu Gothic"/>
                <a:ea typeface="Yu Gothic"/>
                <a:cs typeface="Yu Gothic"/>
              </a:defRPr>
            </a:lvl4pPr>
            <a:lvl5pPr algn="ctr">
              <a:defRPr sz="1500" b="1">
                <a:solidFill>
                  <a:srgbClr val="166B68"/>
                </a:solidFill>
                <a:latin typeface="Yu Gothic"/>
                <a:ea typeface="Yu Gothic"/>
                <a:cs typeface="Yu Gothic"/>
              </a:defRPr>
            </a:lvl5pPr>
            <a:lvl6pPr algn="ctr">
              <a:defRPr sz="1500" b="1">
                <a:solidFill>
                  <a:srgbClr val="166B68"/>
                </a:solidFill>
                <a:latin typeface="Yu Gothic"/>
                <a:ea typeface="Yu Gothic"/>
                <a:cs typeface="Yu Gothic"/>
              </a:defRPr>
            </a:lvl6pPr>
            <a:lvl7pPr algn="ctr">
              <a:defRPr sz="1500" b="1">
                <a:solidFill>
                  <a:srgbClr val="166B68"/>
                </a:solidFill>
                <a:latin typeface="Yu Gothic"/>
                <a:ea typeface="Yu Gothic"/>
                <a:cs typeface="Yu Gothic"/>
              </a:defRPr>
            </a:lvl7pPr>
            <a:lvl8pPr algn="ctr">
              <a:defRPr sz="1500" b="1">
                <a:solidFill>
                  <a:srgbClr val="166B68"/>
                </a:solidFill>
                <a:latin typeface="Yu Gothic"/>
                <a:ea typeface="Yu Gothic"/>
                <a:cs typeface="Yu Gothic"/>
              </a:defRPr>
            </a:lvl8pPr>
            <a:lvl9pPr algn="ctr">
              <a:defRPr sz="1500" b="1">
                <a:solidFill>
                  <a:srgbClr val="166B68"/>
                </a:solidFill>
                <a:latin typeface="Yu Gothic"/>
                <a:ea typeface="Yu Gothic"/>
                <a:cs typeface="Yu Gothic"/>
              </a:defRPr>
            </a:lvl9pPr>
          </a:lstStyle>
          <a:p xmlns:a="http://schemas.openxmlformats.org/drawingml/2006/main">
            <a:pPr algn="ctr">
              <a:defRPr sz="1500" b="1">
                <a:solidFill>
                  <a:srgbClr val="166B68"/>
                </a:solidFill>
                <a:latin typeface="Yu Gothic"/>
                <a:ea typeface="Yu Gothic"/>
                <a:cs typeface="Yu Gothic"/>
              </a:defRPr>
            </a:pPr>
            <a:r>
              <a:rPr sz="1500" b="1">
                <a:solidFill>
                  <a:srgbClr val="166B68"/>
                </a:solidFill>
                <a:latin typeface="Yu Gothic"/>
                <a:ea typeface="Yu Gothic"/>
                <a:cs typeface="Yu Gothic"/>
              </a:rPr>
              <a:t>正L 40°00′06″</a:t>
            </a:r>
          </a:p>
        </p:txBody>
      </p:sp>
    </p:spTree>
    <p:extLst>
      <p:ext uri="{BB962C8B-B14F-4D97-AF65-F5344CB8AC3E}">
        <p14:creationId xmlns:p14="http://schemas.microsoft.com/office/powerpoint/2010/main" val="1415822826"/>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504B41D9-65F3-4EEB-9557-E0D2DA96BE5A}"/>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DAF53BE1-06B9-4D76-8F96-BA478CD71AB4}"/>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正反観測</a:t>
            </a:r>
          </a:p>
        </p:txBody>
      </p:sp>
      <p:sp>
        <p:nvSpPr>
          <p:cNvPr id="3" name="">
            <a:extLst xmlns:a="http://schemas.openxmlformats.org/drawingml/2006/main">
              <a:ext uri="{FF2B5EF4-FFF2-40B4-BE49-F238E27FC236}">
                <a16:creationId xmlns:a16="http://schemas.microsoft.com/office/drawing/2014/main" id="{322E9380-7DBC-4941-8F3C-692D0245DE0B}"/>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正反平均で、すべての誤差は消えない</a:t>
            </a:r>
          </a:p>
        </p:txBody>
      </p:sp>
      <p:sp>
        <p:nvSpPr>
          <p:cNvPr id="4" name="">
            <a:extLst xmlns:a="http://schemas.openxmlformats.org/drawingml/2006/main">
              <a:ext uri="{FF2B5EF4-FFF2-40B4-BE49-F238E27FC236}">
                <a16:creationId xmlns:a16="http://schemas.microsoft.com/office/drawing/2014/main" id="{DE15274C-265A-4193-BB09-16BCCA8BFBCB}"/>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F315863D-8187-476C-BC05-9E24146F40C4}"/>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18</a:t>
            </a:r>
          </a:p>
        </p:txBody>
      </p:sp>
      <p:sp>
        <p:nvSpPr>
          <p:cNvPr id="6" name="">
            <a:extLst xmlns:a="http://schemas.openxmlformats.org/drawingml/2006/main">
              <a:ext uri="{FF2B5EF4-FFF2-40B4-BE49-F238E27FC236}">
                <a16:creationId xmlns:a16="http://schemas.microsoft.com/office/drawing/2014/main" id="{E98C4740-8FDB-4791-9B80-C0038AB1A9AF}"/>
              </a:ext>
            </a:extLst>
          </p:cNvPr>
          <p:cNvSpPr>
            <a:spLocks xmlns:a="http://schemas.openxmlformats.org/drawingml/2006/main" noGrp="1"/>
          </p:cNvSpPr>
          <p:nvPr/>
        </p:nvSpPr>
        <p:spPr>
          <a:xfrm xmlns:a="http://schemas.openxmlformats.org/drawingml/2006/main">
            <a:off x="6076950" y="1714500"/>
            <a:ext cx="0" cy="314325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7" name="">
            <a:extLst xmlns:a="http://schemas.openxmlformats.org/drawingml/2006/main">
              <a:ext uri="{FF2B5EF4-FFF2-40B4-BE49-F238E27FC236}">
                <a16:creationId xmlns:a16="http://schemas.microsoft.com/office/drawing/2014/main" id="{104F73E8-C952-4164-AD0B-57BD7D740613}"/>
              </a:ext>
            </a:extLst>
          </p:cNvPr>
          <p:cNvSpPr>
            <a:spLocks xmlns:a="http://schemas.openxmlformats.org/drawingml/2006/main" noGrp="1"/>
          </p:cNvSpPr>
          <p:nvPr/>
        </p:nvSpPr>
        <p:spPr>
          <a:xfrm xmlns:a="http://schemas.openxmlformats.org/drawingml/2006/main">
            <a:off x="742950" y="1714500"/>
            <a:ext cx="4953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550" b="1">
                <a:solidFill>
                  <a:srgbClr val="166B68"/>
                </a:solidFill>
                <a:latin typeface="Yu Gothic"/>
                <a:ea typeface="Yu Gothic"/>
                <a:cs typeface="Yu Gothic"/>
              </a:defRPr>
            </a:defPPr>
            <a:lvl1pPr algn="l">
              <a:defRPr sz="2550" b="1">
                <a:solidFill>
                  <a:srgbClr val="166B68"/>
                </a:solidFill>
                <a:latin typeface="Yu Gothic"/>
                <a:ea typeface="Yu Gothic"/>
                <a:cs typeface="Yu Gothic"/>
              </a:defRPr>
            </a:lvl1pPr>
            <a:lvl2pPr algn="l">
              <a:defRPr sz="2550" b="1">
                <a:solidFill>
                  <a:srgbClr val="166B68"/>
                </a:solidFill>
                <a:latin typeface="Yu Gothic"/>
                <a:ea typeface="Yu Gothic"/>
                <a:cs typeface="Yu Gothic"/>
              </a:defRPr>
            </a:lvl2pPr>
            <a:lvl3pPr algn="l">
              <a:defRPr sz="2550" b="1">
                <a:solidFill>
                  <a:srgbClr val="166B68"/>
                </a:solidFill>
                <a:latin typeface="Yu Gothic"/>
                <a:ea typeface="Yu Gothic"/>
                <a:cs typeface="Yu Gothic"/>
              </a:defRPr>
            </a:lvl3pPr>
            <a:lvl4pPr algn="l">
              <a:defRPr sz="2550" b="1">
                <a:solidFill>
                  <a:srgbClr val="166B68"/>
                </a:solidFill>
                <a:latin typeface="Yu Gothic"/>
                <a:ea typeface="Yu Gothic"/>
                <a:cs typeface="Yu Gothic"/>
              </a:defRPr>
            </a:lvl4pPr>
            <a:lvl5pPr algn="l">
              <a:defRPr sz="2550" b="1">
                <a:solidFill>
                  <a:srgbClr val="166B68"/>
                </a:solidFill>
                <a:latin typeface="Yu Gothic"/>
                <a:ea typeface="Yu Gothic"/>
                <a:cs typeface="Yu Gothic"/>
              </a:defRPr>
            </a:lvl5pPr>
            <a:lvl6pPr algn="l">
              <a:defRPr sz="2550" b="1">
                <a:solidFill>
                  <a:srgbClr val="166B68"/>
                </a:solidFill>
                <a:latin typeface="Yu Gothic"/>
                <a:ea typeface="Yu Gothic"/>
                <a:cs typeface="Yu Gothic"/>
              </a:defRPr>
            </a:lvl6pPr>
            <a:lvl7pPr algn="l">
              <a:defRPr sz="2550" b="1">
                <a:solidFill>
                  <a:srgbClr val="166B68"/>
                </a:solidFill>
                <a:latin typeface="Yu Gothic"/>
                <a:ea typeface="Yu Gothic"/>
                <a:cs typeface="Yu Gothic"/>
              </a:defRPr>
            </a:lvl7pPr>
            <a:lvl8pPr algn="l">
              <a:defRPr sz="2550" b="1">
                <a:solidFill>
                  <a:srgbClr val="166B68"/>
                </a:solidFill>
                <a:latin typeface="Yu Gothic"/>
                <a:ea typeface="Yu Gothic"/>
                <a:cs typeface="Yu Gothic"/>
              </a:defRPr>
            </a:lvl8pPr>
            <a:lvl9pPr algn="l">
              <a:defRPr sz="2550" b="1">
                <a:solidFill>
                  <a:srgbClr val="166B68"/>
                </a:solidFill>
                <a:latin typeface="Yu Gothic"/>
                <a:ea typeface="Yu Gothic"/>
                <a:cs typeface="Yu Gothic"/>
              </a:defRPr>
            </a:lvl9pPr>
          </a:lstStyle>
          <a:p xmlns:a="http://schemas.openxmlformats.org/drawingml/2006/main">
            <a:pPr algn="l">
              <a:defRPr sz="2550" b="1">
                <a:solidFill>
                  <a:srgbClr val="166B68"/>
                </a:solidFill>
                <a:latin typeface="Yu Gothic"/>
                <a:ea typeface="Yu Gothic"/>
                <a:cs typeface="Yu Gothic"/>
              </a:defRPr>
            </a:pPr>
            <a:r>
              <a:rPr sz="2550" b="1">
                <a:solidFill>
                  <a:srgbClr val="166B68"/>
                </a:solidFill>
                <a:latin typeface="Yu Gothic"/>
                <a:ea typeface="Yu Gothic"/>
                <a:cs typeface="Yu Gothic"/>
              </a:rPr>
              <a:t>小さくできる</a:t>
            </a:r>
          </a:p>
        </p:txBody>
      </p:sp>
      <p:sp>
        <p:nvSpPr>
          <p:cNvPr id="8" name="">
            <a:extLst xmlns:a="http://schemas.openxmlformats.org/drawingml/2006/main">
              <a:ext uri="{FF2B5EF4-FFF2-40B4-BE49-F238E27FC236}">
                <a16:creationId xmlns:a16="http://schemas.microsoft.com/office/drawing/2014/main" id="{71F58DCC-E6E3-481B-B561-358E5A6D1870}"/>
              </a:ext>
            </a:extLst>
          </p:cNvPr>
          <p:cNvSpPr>
            <a:spLocks xmlns:a="http://schemas.openxmlformats.org/drawingml/2006/main" noGrp="1"/>
          </p:cNvSpPr>
          <p:nvPr/>
        </p:nvSpPr>
        <p:spPr>
          <a:xfrm xmlns:a="http://schemas.openxmlformats.org/drawingml/2006/main">
            <a:off x="6477000" y="1714500"/>
            <a:ext cx="4953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550" b="1">
                <a:solidFill>
                  <a:srgbClr val="A94737"/>
                </a:solidFill>
                <a:latin typeface="Yu Gothic"/>
                <a:ea typeface="Yu Gothic"/>
                <a:cs typeface="Yu Gothic"/>
              </a:defRPr>
            </a:defPPr>
            <a:lvl1pPr algn="l">
              <a:defRPr sz="2550" b="1">
                <a:solidFill>
                  <a:srgbClr val="A94737"/>
                </a:solidFill>
                <a:latin typeface="Yu Gothic"/>
                <a:ea typeface="Yu Gothic"/>
                <a:cs typeface="Yu Gothic"/>
              </a:defRPr>
            </a:lvl1pPr>
            <a:lvl2pPr algn="l">
              <a:defRPr sz="2550" b="1">
                <a:solidFill>
                  <a:srgbClr val="A94737"/>
                </a:solidFill>
                <a:latin typeface="Yu Gothic"/>
                <a:ea typeface="Yu Gothic"/>
                <a:cs typeface="Yu Gothic"/>
              </a:defRPr>
            </a:lvl2pPr>
            <a:lvl3pPr algn="l">
              <a:defRPr sz="2550" b="1">
                <a:solidFill>
                  <a:srgbClr val="A94737"/>
                </a:solidFill>
                <a:latin typeface="Yu Gothic"/>
                <a:ea typeface="Yu Gothic"/>
                <a:cs typeface="Yu Gothic"/>
              </a:defRPr>
            </a:lvl3pPr>
            <a:lvl4pPr algn="l">
              <a:defRPr sz="2550" b="1">
                <a:solidFill>
                  <a:srgbClr val="A94737"/>
                </a:solidFill>
                <a:latin typeface="Yu Gothic"/>
                <a:ea typeface="Yu Gothic"/>
                <a:cs typeface="Yu Gothic"/>
              </a:defRPr>
            </a:lvl4pPr>
            <a:lvl5pPr algn="l">
              <a:defRPr sz="2550" b="1">
                <a:solidFill>
                  <a:srgbClr val="A94737"/>
                </a:solidFill>
                <a:latin typeface="Yu Gothic"/>
                <a:ea typeface="Yu Gothic"/>
                <a:cs typeface="Yu Gothic"/>
              </a:defRPr>
            </a:lvl5pPr>
            <a:lvl6pPr algn="l">
              <a:defRPr sz="2550" b="1">
                <a:solidFill>
                  <a:srgbClr val="A94737"/>
                </a:solidFill>
                <a:latin typeface="Yu Gothic"/>
                <a:ea typeface="Yu Gothic"/>
                <a:cs typeface="Yu Gothic"/>
              </a:defRPr>
            </a:lvl6pPr>
            <a:lvl7pPr algn="l">
              <a:defRPr sz="2550" b="1">
                <a:solidFill>
                  <a:srgbClr val="A94737"/>
                </a:solidFill>
                <a:latin typeface="Yu Gothic"/>
                <a:ea typeface="Yu Gothic"/>
                <a:cs typeface="Yu Gothic"/>
              </a:defRPr>
            </a:lvl7pPr>
            <a:lvl8pPr algn="l">
              <a:defRPr sz="2550" b="1">
                <a:solidFill>
                  <a:srgbClr val="A94737"/>
                </a:solidFill>
                <a:latin typeface="Yu Gothic"/>
                <a:ea typeface="Yu Gothic"/>
                <a:cs typeface="Yu Gothic"/>
              </a:defRPr>
            </a:lvl8pPr>
            <a:lvl9pPr algn="l">
              <a:defRPr sz="2550" b="1">
                <a:solidFill>
                  <a:srgbClr val="A94737"/>
                </a:solidFill>
                <a:latin typeface="Yu Gothic"/>
                <a:ea typeface="Yu Gothic"/>
                <a:cs typeface="Yu Gothic"/>
              </a:defRPr>
            </a:lvl9pPr>
          </a:lstStyle>
          <a:p xmlns:a="http://schemas.openxmlformats.org/drawingml/2006/main">
            <a:pPr algn="l">
              <a:defRPr sz="2550" b="1">
                <a:solidFill>
                  <a:srgbClr val="A94737"/>
                </a:solidFill>
                <a:latin typeface="Yu Gothic"/>
                <a:ea typeface="Yu Gothic"/>
                <a:cs typeface="Yu Gothic"/>
              </a:defRPr>
            </a:pPr>
            <a:r>
              <a:rPr sz="2550" b="1">
                <a:solidFill>
                  <a:srgbClr val="A94737"/>
                </a:solidFill>
                <a:latin typeface="Yu Gothic"/>
                <a:ea typeface="Yu Gothic"/>
                <a:cs typeface="Yu Gothic"/>
              </a:rPr>
              <a:t>残る・別に対処</a:t>
            </a:r>
          </a:p>
        </p:txBody>
      </p:sp>
      <p:sp>
        <p:nvSpPr>
          <p:cNvPr id="9" name="">
            <a:extLst xmlns:a="http://schemas.openxmlformats.org/drawingml/2006/main">
              <a:ext uri="{FF2B5EF4-FFF2-40B4-BE49-F238E27FC236}">
                <a16:creationId xmlns:a16="http://schemas.microsoft.com/office/drawing/2014/main" id="{B072F8CA-DF80-4F63-932A-7CD741DBF25B}"/>
              </a:ext>
            </a:extLst>
          </p:cNvPr>
          <p:cNvSpPr>
            <a:spLocks xmlns:a="http://schemas.openxmlformats.org/drawingml/2006/main" noGrp="1"/>
          </p:cNvSpPr>
          <p:nvPr/>
        </p:nvSpPr>
        <p:spPr>
          <a:xfrm xmlns:a="http://schemas.openxmlformats.org/drawingml/2006/main">
            <a:off x="781050" y="2305050"/>
            <a:ext cx="228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275" b="1">
                <a:solidFill>
                  <a:srgbClr val="166B68"/>
                </a:solidFill>
                <a:latin typeface="Yu Gothic"/>
                <a:ea typeface="Yu Gothic"/>
                <a:cs typeface="Yu Gothic"/>
              </a:defRPr>
            </a:defPPr>
            <a:lvl1pPr algn="ctr">
              <a:defRPr sz="1275" b="1">
                <a:solidFill>
                  <a:srgbClr val="166B68"/>
                </a:solidFill>
                <a:latin typeface="Yu Gothic"/>
                <a:ea typeface="Yu Gothic"/>
                <a:cs typeface="Yu Gothic"/>
              </a:defRPr>
            </a:lvl1pPr>
            <a:lvl2pPr algn="ctr">
              <a:defRPr sz="1275" b="1">
                <a:solidFill>
                  <a:srgbClr val="166B68"/>
                </a:solidFill>
                <a:latin typeface="Yu Gothic"/>
                <a:ea typeface="Yu Gothic"/>
                <a:cs typeface="Yu Gothic"/>
              </a:defRPr>
            </a:lvl2pPr>
            <a:lvl3pPr algn="ctr">
              <a:defRPr sz="1275" b="1">
                <a:solidFill>
                  <a:srgbClr val="166B68"/>
                </a:solidFill>
                <a:latin typeface="Yu Gothic"/>
                <a:ea typeface="Yu Gothic"/>
                <a:cs typeface="Yu Gothic"/>
              </a:defRPr>
            </a:lvl3pPr>
            <a:lvl4pPr algn="ctr">
              <a:defRPr sz="1275" b="1">
                <a:solidFill>
                  <a:srgbClr val="166B68"/>
                </a:solidFill>
                <a:latin typeface="Yu Gothic"/>
                <a:ea typeface="Yu Gothic"/>
                <a:cs typeface="Yu Gothic"/>
              </a:defRPr>
            </a:lvl4pPr>
            <a:lvl5pPr algn="ctr">
              <a:defRPr sz="1275" b="1">
                <a:solidFill>
                  <a:srgbClr val="166B68"/>
                </a:solidFill>
                <a:latin typeface="Yu Gothic"/>
                <a:ea typeface="Yu Gothic"/>
                <a:cs typeface="Yu Gothic"/>
              </a:defRPr>
            </a:lvl5pPr>
            <a:lvl6pPr algn="ctr">
              <a:defRPr sz="1275" b="1">
                <a:solidFill>
                  <a:srgbClr val="166B68"/>
                </a:solidFill>
                <a:latin typeface="Yu Gothic"/>
                <a:ea typeface="Yu Gothic"/>
                <a:cs typeface="Yu Gothic"/>
              </a:defRPr>
            </a:lvl6pPr>
            <a:lvl7pPr algn="ctr">
              <a:defRPr sz="1275" b="1">
                <a:solidFill>
                  <a:srgbClr val="166B68"/>
                </a:solidFill>
                <a:latin typeface="Yu Gothic"/>
                <a:ea typeface="Yu Gothic"/>
                <a:cs typeface="Yu Gothic"/>
              </a:defRPr>
            </a:lvl7pPr>
            <a:lvl8pPr algn="ctr">
              <a:defRPr sz="1275" b="1">
                <a:solidFill>
                  <a:srgbClr val="166B68"/>
                </a:solidFill>
                <a:latin typeface="Yu Gothic"/>
                <a:ea typeface="Yu Gothic"/>
                <a:cs typeface="Yu Gothic"/>
              </a:defRPr>
            </a:lvl8pPr>
            <a:lvl9pPr algn="ctr">
              <a:defRPr sz="1275" b="1">
                <a:solidFill>
                  <a:srgbClr val="166B68"/>
                </a:solidFill>
                <a:latin typeface="Yu Gothic"/>
                <a:ea typeface="Yu Gothic"/>
                <a:cs typeface="Yu Gothic"/>
              </a:defRPr>
            </a:lvl9pPr>
          </a:lstStyle>
          <a:p xmlns:a="http://schemas.openxmlformats.org/drawingml/2006/main">
            <a:pPr algn="ctr">
              <a:defRPr sz="1275" b="1">
                <a:solidFill>
                  <a:srgbClr val="166B68"/>
                </a:solidFill>
                <a:latin typeface="Yu Gothic"/>
                <a:ea typeface="Yu Gothic"/>
                <a:cs typeface="Yu Gothic"/>
              </a:defRPr>
            </a:pPr>
            <a:r>
              <a:rPr sz="1275" b="1">
                <a:solidFill>
                  <a:srgbClr val="166B68"/>
                </a:solidFill>
                <a:latin typeface="Yu Gothic"/>
                <a:ea typeface="Yu Gothic"/>
                <a:cs typeface="Yu Gothic"/>
              </a:rPr>
              <a:t>●</a:t>
            </a:r>
          </a:p>
        </p:txBody>
      </p:sp>
      <p:sp>
        <p:nvSpPr>
          <p:cNvPr id="10" name="">
            <a:extLst xmlns:a="http://schemas.openxmlformats.org/drawingml/2006/main">
              <a:ext uri="{FF2B5EF4-FFF2-40B4-BE49-F238E27FC236}">
                <a16:creationId xmlns:a16="http://schemas.microsoft.com/office/drawing/2014/main" id="{CADD1E1B-1A3F-4121-8419-7D716EC270D3}"/>
              </a:ext>
            </a:extLst>
          </p:cNvPr>
          <p:cNvSpPr>
            <a:spLocks xmlns:a="http://schemas.openxmlformats.org/drawingml/2006/main" noGrp="1"/>
          </p:cNvSpPr>
          <p:nvPr/>
        </p:nvSpPr>
        <p:spPr>
          <a:xfrm xmlns:a="http://schemas.openxmlformats.org/drawingml/2006/main">
            <a:off x="1104900" y="2305050"/>
            <a:ext cx="453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00" b="0">
                <a:solidFill>
                  <a:srgbClr val="182B33"/>
                </a:solidFill>
                <a:latin typeface="Yu Gothic"/>
                <a:ea typeface="Yu Gothic"/>
                <a:cs typeface="Yu Gothic"/>
              </a:defRPr>
            </a:defPPr>
            <a:lvl1pPr algn="l">
              <a:defRPr sz="2100" b="0">
                <a:solidFill>
                  <a:srgbClr val="182B33"/>
                </a:solidFill>
                <a:latin typeface="Yu Gothic"/>
                <a:ea typeface="Yu Gothic"/>
                <a:cs typeface="Yu Gothic"/>
              </a:defRPr>
            </a:lvl1pPr>
            <a:lvl2pPr algn="l">
              <a:defRPr sz="2100" b="0">
                <a:solidFill>
                  <a:srgbClr val="182B33"/>
                </a:solidFill>
                <a:latin typeface="Yu Gothic"/>
                <a:ea typeface="Yu Gothic"/>
                <a:cs typeface="Yu Gothic"/>
              </a:defRPr>
            </a:lvl2pPr>
            <a:lvl3pPr algn="l">
              <a:defRPr sz="2100" b="0">
                <a:solidFill>
                  <a:srgbClr val="182B33"/>
                </a:solidFill>
                <a:latin typeface="Yu Gothic"/>
                <a:ea typeface="Yu Gothic"/>
                <a:cs typeface="Yu Gothic"/>
              </a:defRPr>
            </a:lvl3pPr>
            <a:lvl4pPr algn="l">
              <a:defRPr sz="2100" b="0">
                <a:solidFill>
                  <a:srgbClr val="182B33"/>
                </a:solidFill>
                <a:latin typeface="Yu Gothic"/>
                <a:ea typeface="Yu Gothic"/>
                <a:cs typeface="Yu Gothic"/>
              </a:defRPr>
            </a:lvl4pPr>
            <a:lvl5pPr algn="l">
              <a:defRPr sz="2100" b="0">
                <a:solidFill>
                  <a:srgbClr val="182B33"/>
                </a:solidFill>
                <a:latin typeface="Yu Gothic"/>
                <a:ea typeface="Yu Gothic"/>
                <a:cs typeface="Yu Gothic"/>
              </a:defRPr>
            </a:lvl5pPr>
            <a:lvl6pPr algn="l">
              <a:defRPr sz="2100" b="0">
                <a:solidFill>
                  <a:srgbClr val="182B33"/>
                </a:solidFill>
                <a:latin typeface="Yu Gothic"/>
                <a:ea typeface="Yu Gothic"/>
                <a:cs typeface="Yu Gothic"/>
              </a:defRPr>
            </a:lvl6pPr>
            <a:lvl7pPr algn="l">
              <a:defRPr sz="2100" b="0">
                <a:solidFill>
                  <a:srgbClr val="182B33"/>
                </a:solidFill>
                <a:latin typeface="Yu Gothic"/>
                <a:ea typeface="Yu Gothic"/>
                <a:cs typeface="Yu Gothic"/>
              </a:defRPr>
            </a:lvl7pPr>
            <a:lvl8pPr algn="l">
              <a:defRPr sz="2100" b="0">
                <a:solidFill>
                  <a:srgbClr val="182B33"/>
                </a:solidFill>
                <a:latin typeface="Yu Gothic"/>
                <a:ea typeface="Yu Gothic"/>
                <a:cs typeface="Yu Gothic"/>
              </a:defRPr>
            </a:lvl8pPr>
            <a:lvl9pPr algn="l">
              <a:defRPr sz="2100" b="0">
                <a:solidFill>
                  <a:srgbClr val="182B33"/>
                </a:solidFill>
                <a:latin typeface="Yu Gothic"/>
                <a:ea typeface="Yu Gothic"/>
                <a:cs typeface="Yu Gothic"/>
              </a:defRPr>
            </a:lvl9pPr>
          </a:lstStyle>
          <a:p xmlns:a="http://schemas.openxmlformats.org/drawingml/2006/main">
            <a:pPr algn="l">
              <a:defRPr sz="2100" b="0">
                <a:solidFill>
                  <a:srgbClr val="182B33"/>
                </a:solidFill>
                <a:latin typeface="Yu Gothic"/>
                <a:ea typeface="Yu Gothic"/>
                <a:cs typeface="Yu Gothic"/>
              </a:defRPr>
            </a:pPr>
            <a:r>
              <a:rPr sz="2100" b="0">
                <a:solidFill>
                  <a:srgbClr val="182B33"/>
                </a:solidFill>
                <a:latin typeface="Yu Gothic"/>
                <a:ea typeface="Yu Gothic"/>
                <a:cs typeface="Yu Gothic"/>
              </a:rPr>
              <a:t>視準軸誤差</a:t>
            </a:r>
          </a:p>
        </p:txBody>
      </p:sp>
      <p:sp>
        <p:nvSpPr>
          <p:cNvPr id="11" name="">
            <a:extLst xmlns:a="http://schemas.openxmlformats.org/drawingml/2006/main">
              <a:ext uri="{FF2B5EF4-FFF2-40B4-BE49-F238E27FC236}">
                <a16:creationId xmlns:a16="http://schemas.microsoft.com/office/drawing/2014/main" id="{C40C82A5-0A90-4394-964C-036100876534}"/>
              </a:ext>
            </a:extLst>
          </p:cNvPr>
          <p:cNvSpPr>
            <a:spLocks xmlns:a="http://schemas.openxmlformats.org/drawingml/2006/main" noGrp="1"/>
          </p:cNvSpPr>
          <p:nvPr/>
        </p:nvSpPr>
        <p:spPr>
          <a:xfrm xmlns:a="http://schemas.openxmlformats.org/drawingml/2006/main">
            <a:off x="781050" y="2800350"/>
            <a:ext cx="228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275" b="1">
                <a:solidFill>
                  <a:srgbClr val="166B68"/>
                </a:solidFill>
                <a:latin typeface="Yu Gothic"/>
                <a:ea typeface="Yu Gothic"/>
                <a:cs typeface="Yu Gothic"/>
              </a:defRPr>
            </a:defPPr>
            <a:lvl1pPr algn="ctr">
              <a:defRPr sz="1275" b="1">
                <a:solidFill>
                  <a:srgbClr val="166B68"/>
                </a:solidFill>
                <a:latin typeface="Yu Gothic"/>
                <a:ea typeface="Yu Gothic"/>
                <a:cs typeface="Yu Gothic"/>
              </a:defRPr>
            </a:lvl1pPr>
            <a:lvl2pPr algn="ctr">
              <a:defRPr sz="1275" b="1">
                <a:solidFill>
                  <a:srgbClr val="166B68"/>
                </a:solidFill>
                <a:latin typeface="Yu Gothic"/>
                <a:ea typeface="Yu Gothic"/>
                <a:cs typeface="Yu Gothic"/>
              </a:defRPr>
            </a:lvl2pPr>
            <a:lvl3pPr algn="ctr">
              <a:defRPr sz="1275" b="1">
                <a:solidFill>
                  <a:srgbClr val="166B68"/>
                </a:solidFill>
                <a:latin typeface="Yu Gothic"/>
                <a:ea typeface="Yu Gothic"/>
                <a:cs typeface="Yu Gothic"/>
              </a:defRPr>
            </a:lvl3pPr>
            <a:lvl4pPr algn="ctr">
              <a:defRPr sz="1275" b="1">
                <a:solidFill>
                  <a:srgbClr val="166B68"/>
                </a:solidFill>
                <a:latin typeface="Yu Gothic"/>
                <a:ea typeface="Yu Gothic"/>
                <a:cs typeface="Yu Gothic"/>
              </a:defRPr>
            </a:lvl4pPr>
            <a:lvl5pPr algn="ctr">
              <a:defRPr sz="1275" b="1">
                <a:solidFill>
                  <a:srgbClr val="166B68"/>
                </a:solidFill>
                <a:latin typeface="Yu Gothic"/>
                <a:ea typeface="Yu Gothic"/>
                <a:cs typeface="Yu Gothic"/>
              </a:defRPr>
            </a:lvl5pPr>
            <a:lvl6pPr algn="ctr">
              <a:defRPr sz="1275" b="1">
                <a:solidFill>
                  <a:srgbClr val="166B68"/>
                </a:solidFill>
                <a:latin typeface="Yu Gothic"/>
                <a:ea typeface="Yu Gothic"/>
                <a:cs typeface="Yu Gothic"/>
              </a:defRPr>
            </a:lvl6pPr>
            <a:lvl7pPr algn="ctr">
              <a:defRPr sz="1275" b="1">
                <a:solidFill>
                  <a:srgbClr val="166B68"/>
                </a:solidFill>
                <a:latin typeface="Yu Gothic"/>
                <a:ea typeface="Yu Gothic"/>
                <a:cs typeface="Yu Gothic"/>
              </a:defRPr>
            </a:lvl7pPr>
            <a:lvl8pPr algn="ctr">
              <a:defRPr sz="1275" b="1">
                <a:solidFill>
                  <a:srgbClr val="166B68"/>
                </a:solidFill>
                <a:latin typeface="Yu Gothic"/>
                <a:ea typeface="Yu Gothic"/>
                <a:cs typeface="Yu Gothic"/>
              </a:defRPr>
            </a:lvl8pPr>
            <a:lvl9pPr algn="ctr">
              <a:defRPr sz="1275" b="1">
                <a:solidFill>
                  <a:srgbClr val="166B68"/>
                </a:solidFill>
                <a:latin typeface="Yu Gothic"/>
                <a:ea typeface="Yu Gothic"/>
                <a:cs typeface="Yu Gothic"/>
              </a:defRPr>
            </a:lvl9pPr>
          </a:lstStyle>
          <a:p xmlns:a="http://schemas.openxmlformats.org/drawingml/2006/main">
            <a:pPr algn="ctr">
              <a:defRPr sz="1275" b="1">
                <a:solidFill>
                  <a:srgbClr val="166B68"/>
                </a:solidFill>
                <a:latin typeface="Yu Gothic"/>
                <a:ea typeface="Yu Gothic"/>
                <a:cs typeface="Yu Gothic"/>
              </a:defRPr>
            </a:pPr>
            <a:r>
              <a:rPr sz="1275" b="1">
                <a:solidFill>
                  <a:srgbClr val="166B68"/>
                </a:solidFill>
                <a:latin typeface="Yu Gothic"/>
                <a:ea typeface="Yu Gothic"/>
                <a:cs typeface="Yu Gothic"/>
              </a:rPr>
              <a:t>●</a:t>
            </a:r>
          </a:p>
        </p:txBody>
      </p:sp>
      <p:sp>
        <p:nvSpPr>
          <p:cNvPr id="12" name="">
            <a:extLst xmlns:a="http://schemas.openxmlformats.org/drawingml/2006/main">
              <a:ext uri="{FF2B5EF4-FFF2-40B4-BE49-F238E27FC236}">
                <a16:creationId xmlns:a16="http://schemas.microsoft.com/office/drawing/2014/main" id="{D985816C-BC81-4D83-A0DA-85D6F2E4ACF5}"/>
              </a:ext>
            </a:extLst>
          </p:cNvPr>
          <p:cNvSpPr>
            <a:spLocks xmlns:a="http://schemas.openxmlformats.org/drawingml/2006/main" noGrp="1"/>
          </p:cNvSpPr>
          <p:nvPr/>
        </p:nvSpPr>
        <p:spPr>
          <a:xfrm xmlns:a="http://schemas.openxmlformats.org/drawingml/2006/main">
            <a:off x="1104900" y="2800350"/>
            <a:ext cx="453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00" b="0">
                <a:solidFill>
                  <a:srgbClr val="182B33"/>
                </a:solidFill>
                <a:latin typeface="Yu Gothic"/>
                <a:ea typeface="Yu Gothic"/>
                <a:cs typeface="Yu Gothic"/>
              </a:defRPr>
            </a:defPPr>
            <a:lvl1pPr algn="l">
              <a:defRPr sz="2100" b="0">
                <a:solidFill>
                  <a:srgbClr val="182B33"/>
                </a:solidFill>
                <a:latin typeface="Yu Gothic"/>
                <a:ea typeface="Yu Gothic"/>
                <a:cs typeface="Yu Gothic"/>
              </a:defRPr>
            </a:lvl1pPr>
            <a:lvl2pPr algn="l">
              <a:defRPr sz="2100" b="0">
                <a:solidFill>
                  <a:srgbClr val="182B33"/>
                </a:solidFill>
                <a:latin typeface="Yu Gothic"/>
                <a:ea typeface="Yu Gothic"/>
                <a:cs typeface="Yu Gothic"/>
              </a:defRPr>
            </a:lvl2pPr>
            <a:lvl3pPr algn="l">
              <a:defRPr sz="2100" b="0">
                <a:solidFill>
                  <a:srgbClr val="182B33"/>
                </a:solidFill>
                <a:latin typeface="Yu Gothic"/>
                <a:ea typeface="Yu Gothic"/>
                <a:cs typeface="Yu Gothic"/>
              </a:defRPr>
            </a:lvl3pPr>
            <a:lvl4pPr algn="l">
              <a:defRPr sz="2100" b="0">
                <a:solidFill>
                  <a:srgbClr val="182B33"/>
                </a:solidFill>
                <a:latin typeface="Yu Gothic"/>
                <a:ea typeface="Yu Gothic"/>
                <a:cs typeface="Yu Gothic"/>
              </a:defRPr>
            </a:lvl4pPr>
            <a:lvl5pPr algn="l">
              <a:defRPr sz="2100" b="0">
                <a:solidFill>
                  <a:srgbClr val="182B33"/>
                </a:solidFill>
                <a:latin typeface="Yu Gothic"/>
                <a:ea typeface="Yu Gothic"/>
                <a:cs typeface="Yu Gothic"/>
              </a:defRPr>
            </a:lvl5pPr>
            <a:lvl6pPr algn="l">
              <a:defRPr sz="2100" b="0">
                <a:solidFill>
                  <a:srgbClr val="182B33"/>
                </a:solidFill>
                <a:latin typeface="Yu Gothic"/>
                <a:ea typeface="Yu Gothic"/>
                <a:cs typeface="Yu Gothic"/>
              </a:defRPr>
            </a:lvl6pPr>
            <a:lvl7pPr algn="l">
              <a:defRPr sz="2100" b="0">
                <a:solidFill>
                  <a:srgbClr val="182B33"/>
                </a:solidFill>
                <a:latin typeface="Yu Gothic"/>
                <a:ea typeface="Yu Gothic"/>
                <a:cs typeface="Yu Gothic"/>
              </a:defRPr>
            </a:lvl7pPr>
            <a:lvl8pPr algn="l">
              <a:defRPr sz="2100" b="0">
                <a:solidFill>
                  <a:srgbClr val="182B33"/>
                </a:solidFill>
                <a:latin typeface="Yu Gothic"/>
                <a:ea typeface="Yu Gothic"/>
                <a:cs typeface="Yu Gothic"/>
              </a:defRPr>
            </a:lvl8pPr>
            <a:lvl9pPr algn="l">
              <a:defRPr sz="2100" b="0">
                <a:solidFill>
                  <a:srgbClr val="182B33"/>
                </a:solidFill>
                <a:latin typeface="Yu Gothic"/>
                <a:ea typeface="Yu Gothic"/>
                <a:cs typeface="Yu Gothic"/>
              </a:defRPr>
            </a:lvl9pPr>
          </a:lstStyle>
          <a:p xmlns:a="http://schemas.openxmlformats.org/drawingml/2006/main">
            <a:pPr algn="l">
              <a:defRPr sz="2100" b="0">
                <a:solidFill>
                  <a:srgbClr val="182B33"/>
                </a:solidFill>
                <a:latin typeface="Yu Gothic"/>
                <a:ea typeface="Yu Gothic"/>
                <a:cs typeface="Yu Gothic"/>
              </a:defRPr>
            </a:pPr>
            <a:r>
              <a:rPr sz="2100" b="0">
                <a:solidFill>
                  <a:srgbClr val="182B33"/>
                </a:solidFill>
                <a:latin typeface="Yu Gothic"/>
                <a:ea typeface="Yu Gothic"/>
                <a:cs typeface="Yu Gothic"/>
              </a:rPr>
              <a:t>水平軸誤差</a:t>
            </a:r>
          </a:p>
        </p:txBody>
      </p:sp>
      <p:sp>
        <p:nvSpPr>
          <p:cNvPr id="13" name="">
            <a:extLst xmlns:a="http://schemas.openxmlformats.org/drawingml/2006/main">
              <a:ext uri="{FF2B5EF4-FFF2-40B4-BE49-F238E27FC236}">
                <a16:creationId xmlns:a16="http://schemas.microsoft.com/office/drawing/2014/main" id="{8A014F3A-6DB1-4669-A17F-37D0874EAC56}"/>
              </a:ext>
            </a:extLst>
          </p:cNvPr>
          <p:cNvSpPr>
            <a:spLocks xmlns:a="http://schemas.openxmlformats.org/drawingml/2006/main" noGrp="1"/>
          </p:cNvSpPr>
          <p:nvPr/>
        </p:nvSpPr>
        <p:spPr>
          <a:xfrm xmlns:a="http://schemas.openxmlformats.org/drawingml/2006/main">
            <a:off x="781050" y="3295650"/>
            <a:ext cx="228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275" b="1">
                <a:solidFill>
                  <a:srgbClr val="166B68"/>
                </a:solidFill>
                <a:latin typeface="Yu Gothic"/>
                <a:ea typeface="Yu Gothic"/>
                <a:cs typeface="Yu Gothic"/>
              </a:defRPr>
            </a:defPPr>
            <a:lvl1pPr algn="ctr">
              <a:defRPr sz="1275" b="1">
                <a:solidFill>
                  <a:srgbClr val="166B68"/>
                </a:solidFill>
                <a:latin typeface="Yu Gothic"/>
                <a:ea typeface="Yu Gothic"/>
                <a:cs typeface="Yu Gothic"/>
              </a:defRPr>
            </a:lvl1pPr>
            <a:lvl2pPr algn="ctr">
              <a:defRPr sz="1275" b="1">
                <a:solidFill>
                  <a:srgbClr val="166B68"/>
                </a:solidFill>
                <a:latin typeface="Yu Gothic"/>
                <a:ea typeface="Yu Gothic"/>
                <a:cs typeface="Yu Gothic"/>
              </a:defRPr>
            </a:lvl2pPr>
            <a:lvl3pPr algn="ctr">
              <a:defRPr sz="1275" b="1">
                <a:solidFill>
                  <a:srgbClr val="166B68"/>
                </a:solidFill>
                <a:latin typeface="Yu Gothic"/>
                <a:ea typeface="Yu Gothic"/>
                <a:cs typeface="Yu Gothic"/>
              </a:defRPr>
            </a:lvl3pPr>
            <a:lvl4pPr algn="ctr">
              <a:defRPr sz="1275" b="1">
                <a:solidFill>
                  <a:srgbClr val="166B68"/>
                </a:solidFill>
                <a:latin typeface="Yu Gothic"/>
                <a:ea typeface="Yu Gothic"/>
                <a:cs typeface="Yu Gothic"/>
              </a:defRPr>
            </a:lvl4pPr>
            <a:lvl5pPr algn="ctr">
              <a:defRPr sz="1275" b="1">
                <a:solidFill>
                  <a:srgbClr val="166B68"/>
                </a:solidFill>
                <a:latin typeface="Yu Gothic"/>
                <a:ea typeface="Yu Gothic"/>
                <a:cs typeface="Yu Gothic"/>
              </a:defRPr>
            </a:lvl5pPr>
            <a:lvl6pPr algn="ctr">
              <a:defRPr sz="1275" b="1">
                <a:solidFill>
                  <a:srgbClr val="166B68"/>
                </a:solidFill>
                <a:latin typeface="Yu Gothic"/>
                <a:ea typeface="Yu Gothic"/>
                <a:cs typeface="Yu Gothic"/>
              </a:defRPr>
            </a:lvl6pPr>
            <a:lvl7pPr algn="ctr">
              <a:defRPr sz="1275" b="1">
                <a:solidFill>
                  <a:srgbClr val="166B68"/>
                </a:solidFill>
                <a:latin typeface="Yu Gothic"/>
                <a:ea typeface="Yu Gothic"/>
                <a:cs typeface="Yu Gothic"/>
              </a:defRPr>
            </a:lvl7pPr>
            <a:lvl8pPr algn="ctr">
              <a:defRPr sz="1275" b="1">
                <a:solidFill>
                  <a:srgbClr val="166B68"/>
                </a:solidFill>
                <a:latin typeface="Yu Gothic"/>
                <a:ea typeface="Yu Gothic"/>
                <a:cs typeface="Yu Gothic"/>
              </a:defRPr>
            </a:lvl8pPr>
            <a:lvl9pPr algn="ctr">
              <a:defRPr sz="1275" b="1">
                <a:solidFill>
                  <a:srgbClr val="166B68"/>
                </a:solidFill>
                <a:latin typeface="Yu Gothic"/>
                <a:ea typeface="Yu Gothic"/>
                <a:cs typeface="Yu Gothic"/>
              </a:defRPr>
            </a:lvl9pPr>
          </a:lstStyle>
          <a:p xmlns:a="http://schemas.openxmlformats.org/drawingml/2006/main">
            <a:pPr algn="ctr">
              <a:defRPr sz="1275" b="1">
                <a:solidFill>
                  <a:srgbClr val="166B68"/>
                </a:solidFill>
                <a:latin typeface="Yu Gothic"/>
                <a:ea typeface="Yu Gothic"/>
                <a:cs typeface="Yu Gothic"/>
              </a:defRPr>
            </a:pPr>
            <a:r>
              <a:rPr sz="1275" b="1">
                <a:solidFill>
                  <a:srgbClr val="166B68"/>
                </a:solidFill>
                <a:latin typeface="Yu Gothic"/>
                <a:ea typeface="Yu Gothic"/>
                <a:cs typeface="Yu Gothic"/>
              </a:rPr>
              <a:t>●</a:t>
            </a:r>
          </a:p>
        </p:txBody>
      </p:sp>
      <p:sp>
        <p:nvSpPr>
          <p:cNvPr id="14" name="">
            <a:extLst xmlns:a="http://schemas.openxmlformats.org/drawingml/2006/main">
              <a:ext uri="{FF2B5EF4-FFF2-40B4-BE49-F238E27FC236}">
                <a16:creationId xmlns:a16="http://schemas.microsoft.com/office/drawing/2014/main" id="{162FA259-A2E7-4D05-A889-BB0761939E31}"/>
              </a:ext>
            </a:extLst>
          </p:cNvPr>
          <p:cNvSpPr>
            <a:spLocks xmlns:a="http://schemas.openxmlformats.org/drawingml/2006/main" noGrp="1"/>
          </p:cNvSpPr>
          <p:nvPr/>
        </p:nvSpPr>
        <p:spPr>
          <a:xfrm xmlns:a="http://schemas.openxmlformats.org/drawingml/2006/main">
            <a:off x="1104900" y="3295650"/>
            <a:ext cx="453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00" b="0">
                <a:solidFill>
                  <a:srgbClr val="182B33"/>
                </a:solidFill>
                <a:latin typeface="Yu Gothic"/>
                <a:ea typeface="Yu Gothic"/>
                <a:cs typeface="Yu Gothic"/>
              </a:defRPr>
            </a:defPPr>
            <a:lvl1pPr algn="l">
              <a:defRPr sz="2100" b="0">
                <a:solidFill>
                  <a:srgbClr val="182B33"/>
                </a:solidFill>
                <a:latin typeface="Yu Gothic"/>
                <a:ea typeface="Yu Gothic"/>
                <a:cs typeface="Yu Gothic"/>
              </a:defRPr>
            </a:lvl1pPr>
            <a:lvl2pPr algn="l">
              <a:defRPr sz="2100" b="0">
                <a:solidFill>
                  <a:srgbClr val="182B33"/>
                </a:solidFill>
                <a:latin typeface="Yu Gothic"/>
                <a:ea typeface="Yu Gothic"/>
                <a:cs typeface="Yu Gothic"/>
              </a:defRPr>
            </a:lvl2pPr>
            <a:lvl3pPr algn="l">
              <a:defRPr sz="2100" b="0">
                <a:solidFill>
                  <a:srgbClr val="182B33"/>
                </a:solidFill>
                <a:latin typeface="Yu Gothic"/>
                <a:ea typeface="Yu Gothic"/>
                <a:cs typeface="Yu Gothic"/>
              </a:defRPr>
            </a:lvl3pPr>
            <a:lvl4pPr algn="l">
              <a:defRPr sz="2100" b="0">
                <a:solidFill>
                  <a:srgbClr val="182B33"/>
                </a:solidFill>
                <a:latin typeface="Yu Gothic"/>
                <a:ea typeface="Yu Gothic"/>
                <a:cs typeface="Yu Gothic"/>
              </a:defRPr>
            </a:lvl4pPr>
            <a:lvl5pPr algn="l">
              <a:defRPr sz="2100" b="0">
                <a:solidFill>
                  <a:srgbClr val="182B33"/>
                </a:solidFill>
                <a:latin typeface="Yu Gothic"/>
                <a:ea typeface="Yu Gothic"/>
                <a:cs typeface="Yu Gothic"/>
              </a:defRPr>
            </a:lvl5pPr>
            <a:lvl6pPr algn="l">
              <a:defRPr sz="2100" b="0">
                <a:solidFill>
                  <a:srgbClr val="182B33"/>
                </a:solidFill>
                <a:latin typeface="Yu Gothic"/>
                <a:ea typeface="Yu Gothic"/>
                <a:cs typeface="Yu Gothic"/>
              </a:defRPr>
            </a:lvl6pPr>
            <a:lvl7pPr algn="l">
              <a:defRPr sz="2100" b="0">
                <a:solidFill>
                  <a:srgbClr val="182B33"/>
                </a:solidFill>
                <a:latin typeface="Yu Gothic"/>
                <a:ea typeface="Yu Gothic"/>
                <a:cs typeface="Yu Gothic"/>
              </a:defRPr>
            </a:lvl7pPr>
            <a:lvl8pPr algn="l">
              <a:defRPr sz="2100" b="0">
                <a:solidFill>
                  <a:srgbClr val="182B33"/>
                </a:solidFill>
                <a:latin typeface="Yu Gothic"/>
                <a:ea typeface="Yu Gothic"/>
                <a:cs typeface="Yu Gothic"/>
              </a:defRPr>
            </a:lvl8pPr>
            <a:lvl9pPr algn="l">
              <a:defRPr sz="2100" b="0">
                <a:solidFill>
                  <a:srgbClr val="182B33"/>
                </a:solidFill>
                <a:latin typeface="Yu Gothic"/>
                <a:ea typeface="Yu Gothic"/>
                <a:cs typeface="Yu Gothic"/>
              </a:defRPr>
            </a:lvl9pPr>
          </a:lstStyle>
          <a:p xmlns:a="http://schemas.openxmlformats.org/drawingml/2006/main">
            <a:pPr algn="l">
              <a:defRPr sz="2100" b="0">
                <a:solidFill>
                  <a:srgbClr val="182B33"/>
                </a:solidFill>
                <a:latin typeface="Yu Gothic"/>
                <a:ea typeface="Yu Gothic"/>
                <a:cs typeface="Yu Gothic"/>
              </a:defRPr>
            </a:pPr>
            <a:r>
              <a:rPr sz="2100" b="0">
                <a:solidFill>
                  <a:srgbClr val="182B33"/>
                </a:solidFill>
                <a:latin typeface="Yu Gothic"/>
                <a:ea typeface="Yu Gothic"/>
                <a:cs typeface="Yu Gothic"/>
              </a:rPr>
              <a:t>鉛直目盛の指標誤差</a:t>
            </a:r>
          </a:p>
        </p:txBody>
      </p:sp>
      <p:sp>
        <p:nvSpPr>
          <p:cNvPr id="15" name="">
            <a:extLst xmlns:a="http://schemas.openxmlformats.org/drawingml/2006/main">
              <a:ext uri="{FF2B5EF4-FFF2-40B4-BE49-F238E27FC236}">
                <a16:creationId xmlns:a16="http://schemas.microsoft.com/office/drawing/2014/main" id="{BC08ED00-B0CE-4B24-82E2-17C6AB9559B8}"/>
              </a:ext>
            </a:extLst>
          </p:cNvPr>
          <p:cNvSpPr>
            <a:spLocks xmlns:a="http://schemas.openxmlformats.org/drawingml/2006/main" noGrp="1"/>
          </p:cNvSpPr>
          <p:nvPr/>
        </p:nvSpPr>
        <p:spPr>
          <a:xfrm xmlns:a="http://schemas.openxmlformats.org/drawingml/2006/main">
            <a:off x="6515100" y="2305050"/>
            <a:ext cx="228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275" b="1">
                <a:solidFill>
                  <a:srgbClr val="166B68"/>
                </a:solidFill>
                <a:latin typeface="Yu Gothic"/>
                <a:ea typeface="Yu Gothic"/>
                <a:cs typeface="Yu Gothic"/>
              </a:defRPr>
            </a:defPPr>
            <a:lvl1pPr algn="ctr">
              <a:defRPr sz="1275" b="1">
                <a:solidFill>
                  <a:srgbClr val="166B68"/>
                </a:solidFill>
                <a:latin typeface="Yu Gothic"/>
                <a:ea typeface="Yu Gothic"/>
                <a:cs typeface="Yu Gothic"/>
              </a:defRPr>
            </a:lvl1pPr>
            <a:lvl2pPr algn="ctr">
              <a:defRPr sz="1275" b="1">
                <a:solidFill>
                  <a:srgbClr val="166B68"/>
                </a:solidFill>
                <a:latin typeface="Yu Gothic"/>
                <a:ea typeface="Yu Gothic"/>
                <a:cs typeface="Yu Gothic"/>
              </a:defRPr>
            </a:lvl2pPr>
            <a:lvl3pPr algn="ctr">
              <a:defRPr sz="1275" b="1">
                <a:solidFill>
                  <a:srgbClr val="166B68"/>
                </a:solidFill>
                <a:latin typeface="Yu Gothic"/>
                <a:ea typeface="Yu Gothic"/>
                <a:cs typeface="Yu Gothic"/>
              </a:defRPr>
            </a:lvl3pPr>
            <a:lvl4pPr algn="ctr">
              <a:defRPr sz="1275" b="1">
                <a:solidFill>
                  <a:srgbClr val="166B68"/>
                </a:solidFill>
                <a:latin typeface="Yu Gothic"/>
                <a:ea typeface="Yu Gothic"/>
                <a:cs typeface="Yu Gothic"/>
              </a:defRPr>
            </a:lvl4pPr>
            <a:lvl5pPr algn="ctr">
              <a:defRPr sz="1275" b="1">
                <a:solidFill>
                  <a:srgbClr val="166B68"/>
                </a:solidFill>
                <a:latin typeface="Yu Gothic"/>
                <a:ea typeface="Yu Gothic"/>
                <a:cs typeface="Yu Gothic"/>
              </a:defRPr>
            </a:lvl5pPr>
            <a:lvl6pPr algn="ctr">
              <a:defRPr sz="1275" b="1">
                <a:solidFill>
                  <a:srgbClr val="166B68"/>
                </a:solidFill>
                <a:latin typeface="Yu Gothic"/>
                <a:ea typeface="Yu Gothic"/>
                <a:cs typeface="Yu Gothic"/>
              </a:defRPr>
            </a:lvl6pPr>
            <a:lvl7pPr algn="ctr">
              <a:defRPr sz="1275" b="1">
                <a:solidFill>
                  <a:srgbClr val="166B68"/>
                </a:solidFill>
                <a:latin typeface="Yu Gothic"/>
                <a:ea typeface="Yu Gothic"/>
                <a:cs typeface="Yu Gothic"/>
              </a:defRPr>
            </a:lvl7pPr>
            <a:lvl8pPr algn="ctr">
              <a:defRPr sz="1275" b="1">
                <a:solidFill>
                  <a:srgbClr val="166B68"/>
                </a:solidFill>
                <a:latin typeface="Yu Gothic"/>
                <a:ea typeface="Yu Gothic"/>
                <a:cs typeface="Yu Gothic"/>
              </a:defRPr>
            </a:lvl8pPr>
            <a:lvl9pPr algn="ctr">
              <a:defRPr sz="1275" b="1">
                <a:solidFill>
                  <a:srgbClr val="166B68"/>
                </a:solidFill>
                <a:latin typeface="Yu Gothic"/>
                <a:ea typeface="Yu Gothic"/>
                <a:cs typeface="Yu Gothic"/>
              </a:defRPr>
            </a:lvl9pPr>
          </a:lstStyle>
          <a:p xmlns:a="http://schemas.openxmlformats.org/drawingml/2006/main">
            <a:pPr algn="ctr">
              <a:defRPr sz="1275" b="1">
                <a:solidFill>
                  <a:srgbClr val="166B68"/>
                </a:solidFill>
                <a:latin typeface="Yu Gothic"/>
                <a:ea typeface="Yu Gothic"/>
                <a:cs typeface="Yu Gothic"/>
              </a:defRPr>
            </a:pPr>
            <a:r>
              <a:rPr sz="1275" b="1">
                <a:solidFill>
                  <a:srgbClr val="166B68"/>
                </a:solidFill>
                <a:latin typeface="Yu Gothic"/>
                <a:ea typeface="Yu Gothic"/>
                <a:cs typeface="Yu Gothic"/>
              </a:rPr>
              <a:t>●</a:t>
            </a:r>
          </a:p>
        </p:txBody>
      </p:sp>
      <p:sp>
        <p:nvSpPr>
          <p:cNvPr id="16" name="">
            <a:extLst xmlns:a="http://schemas.openxmlformats.org/drawingml/2006/main">
              <a:ext uri="{FF2B5EF4-FFF2-40B4-BE49-F238E27FC236}">
                <a16:creationId xmlns:a16="http://schemas.microsoft.com/office/drawing/2014/main" id="{F4C62932-CF54-449A-BB12-39BDABC0EA17}"/>
              </a:ext>
            </a:extLst>
          </p:cNvPr>
          <p:cNvSpPr>
            <a:spLocks xmlns:a="http://schemas.openxmlformats.org/drawingml/2006/main" noGrp="1"/>
          </p:cNvSpPr>
          <p:nvPr/>
        </p:nvSpPr>
        <p:spPr>
          <a:xfrm xmlns:a="http://schemas.openxmlformats.org/drawingml/2006/main">
            <a:off x="6838950" y="2305050"/>
            <a:ext cx="453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00" b="0">
                <a:solidFill>
                  <a:srgbClr val="182B33"/>
                </a:solidFill>
                <a:latin typeface="Yu Gothic"/>
                <a:ea typeface="Yu Gothic"/>
                <a:cs typeface="Yu Gothic"/>
              </a:defRPr>
            </a:defPPr>
            <a:lvl1pPr algn="l">
              <a:defRPr sz="2100" b="0">
                <a:solidFill>
                  <a:srgbClr val="182B33"/>
                </a:solidFill>
                <a:latin typeface="Yu Gothic"/>
                <a:ea typeface="Yu Gothic"/>
                <a:cs typeface="Yu Gothic"/>
              </a:defRPr>
            </a:lvl1pPr>
            <a:lvl2pPr algn="l">
              <a:defRPr sz="2100" b="0">
                <a:solidFill>
                  <a:srgbClr val="182B33"/>
                </a:solidFill>
                <a:latin typeface="Yu Gothic"/>
                <a:ea typeface="Yu Gothic"/>
                <a:cs typeface="Yu Gothic"/>
              </a:defRPr>
            </a:lvl2pPr>
            <a:lvl3pPr algn="l">
              <a:defRPr sz="2100" b="0">
                <a:solidFill>
                  <a:srgbClr val="182B33"/>
                </a:solidFill>
                <a:latin typeface="Yu Gothic"/>
                <a:ea typeface="Yu Gothic"/>
                <a:cs typeface="Yu Gothic"/>
              </a:defRPr>
            </a:lvl3pPr>
            <a:lvl4pPr algn="l">
              <a:defRPr sz="2100" b="0">
                <a:solidFill>
                  <a:srgbClr val="182B33"/>
                </a:solidFill>
                <a:latin typeface="Yu Gothic"/>
                <a:ea typeface="Yu Gothic"/>
                <a:cs typeface="Yu Gothic"/>
              </a:defRPr>
            </a:lvl4pPr>
            <a:lvl5pPr algn="l">
              <a:defRPr sz="2100" b="0">
                <a:solidFill>
                  <a:srgbClr val="182B33"/>
                </a:solidFill>
                <a:latin typeface="Yu Gothic"/>
                <a:ea typeface="Yu Gothic"/>
                <a:cs typeface="Yu Gothic"/>
              </a:defRPr>
            </a:lvl5pPr>
            <a:lvl6pPr algn="l">
              <a:defRPr sz="2100" b="0">
                <a:solidFill>
                  <a:srgbClr val="182B33"/>
                </a:solidFill>
                <a:latin typeface="Yu Gothic"/>
                <a:ea typeface="Yu Gothic"/>
                <a:cs typeface="Yu Gothic"/>
              </a:defRPr>
            </a:lvl6pPr>
            <a:lvl7pPr algn="l">
              <a:defRPr sz="2100" b="0">
                <a:solidFill>
                  <a:srgbClr val="182B33"/>
                </a:solidFill>
                <a:latin typeface="Yu Gothic"/>
                <a:ea typeface="Yu Gothic"/>
                <a:cs typeface="Yu Gothic"/>
              </a:defRPr>
            </a:lvl7pPr>
            <a:lvl8pPr algn="l">
              <a:defRPr sz="2100" b="0">
                <a:solidFill>
                  <a:srgbClr val="182B33"/>
                </a:solidFill>
                <a:latin typeface="Yu Gothic"/>
                <a:ea typeface="Yu Gothic"/>
                <a:cs typeface="Yu Gothic"/>
              </a:defRPr>
            </a:lvl8pPr>
            <a:lvl9pPr algn="l">
              <a:defRPr sz="2100" b="0">
                <a:solidFill>
                  <a:srgbClr val="182B33"/>
                </a:solidFill>
                <a:latin typeface="Yu Gothic"/>
                <a:ea typeface="Yu Gothic"/>
                <a:cs typeface="Yu Gothic"/>
              </a:defRPr>
            </a:lvl9pPr>
          </a:lstStyle>
          <a:p xmlns:a="http://schemas.openxmlformats.org/drawingml/2006/main">
            <a:pPr algn="l">
              <a:defRPr sz="2100" b="0">
                <a:solidFill>
                  <a:srgbClr val="182B33"/>
                </a:solidFill>
                <a:latin typeface="Yu Gothic"/>
                <a:ea typeface="Yu Gothic"/>
                <a:cs typeface="Yu Gothic"/>
              </a:defRPr>
            </a:pPr>
            <a:r>
              <a:rPr sz="2100" b="0">
                <a:solidFill>
                  <a:srgbClr val="182B33"/>
                </a:solidFill>
                <a:latin typeface="Yu Gothic"/>
                <a:ea typeface="Yu Gothic"/>
                <a:cs typeface="Yu Gothic"/>
              </a:rPr>
              <a:t>鉛直軸の傾き</a:t>
            </a:r>
          </a:p>
        </p:txBody>
      </p:sp>
      <p:sp>
        <p:nvSpPr>
          <p:cNvPr id="17" name="">
            <a:extLst xmlns:a="http://schemas.openxmlformats.org/drawingml/2006/main">
              <a:ext uri="{FF2B5EF4-FFF2-40B4-BE49-F238E27FC236}">
                <a16:creationId xmlns:a16="http://schemas.microsoft.com/office/drawing/2014/main" id="{A50403EF-BFC4-4E68-AE83-81E911A49354}"/>
              </a:ext>
            </a:extLst>
          </p:cNvPr>
          <p:cNvSpPr>
            <a:spLocks xmlns:a="http://schemas.openxmlformats.org/drawingml/2006/main" noGrp="1"/>
          </p:cNvSpPr>
          <p:nvPr/>
        </p:nvSpPr>
        <p:spPr>
          <a:xfrm xmlns:a="http://schemas.openxmlformats.org/drawingml/2006/main">
            <a:off x="6515100" y="2800350"/>
            <a:ext cx="228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275" b="1">
                <a:solidFill>
                  <a:srgbClr val="166B68"/>
                </a:solidFill>
                <a:latin typeface="Yu Gothic"/>
                <a:ea typeface="Yu Gothic"/>
                <a:cs typeface="Yu Gothic"/>
              </a:defRPr>
            </a:defPPr>
            <a:lvl1pPr algn="ctr">
              <a:defRPr sz="1275" b="1">
                <a:solidFill>
                  <a:srgbClr val="166B68"/>
                </a:solidFill>
                <a:latin typeface="Yu Gothic"/>
                <a:ea typeface="Yu Gothic"/>
                <a:cs typeface="Yu Gothic"/>
              </a:defRPr>
            </a:lvl1pPr>
            <a:lvl2pPr algn="ctr">
              <a:defRPr sz="1275" b="1">
                <a:solidFill>
                  <a:srgbClr val="166B68"/>
                </a:solidFill>
                <a:latin typeface="Yu Gothic"/>
                <a:ea typeface="Yu Gothic"/>
                <a:cs typeface="Yu Gothic"/>
              </a:defRPr>
            </a:lvl2pPr>
            <a:lvl3pPr algn="ctr">
              <a:defRPr sz="1275" b="1">
                <a:solidFill>
                  <a:srgbClr val="166B68"/>
                </a:solidFill>
                <a:latin typeface="Yu Gothic"/>
                <a:ea typeface="Yu Gothic"/>
                <a:cs typeface="Yu Gothic"/>
              </a:defRPr>
            </a:lvl3pPr>
            <a:lvl4pPr algn="ctr">
              <a:defRPr sz="1275" b="1">
                <a:solidFill>
                  <a:srgbClr val="166B68"/>
                </a:solidFill>
                <a:latin typeface="Yu Gothic"/>
                <a:ea typeface="Yu Gothic"/>
                <a:cs typeface="Yu Gothic"/>
              </a:defRPr>
            </a:lvl4pPr>
            <a:lvl5pPr algn="ctr">
              <a:defRPr sz="1275" b="1">
                <a:solidFill>
                  <a:srgbClr val="166B68"/>
                </a:solidFill>
                <a:latin typeface="Yu Gothic"/>
                <a:ea typeface="Yu Gothic"/>
                <a:cs typeface="Yu Gothic"/>
              </a:defRPr>
            </a:lvl5pPr>
            <a:lvl6pPr algn="ctr">
              <a:defRPr sz="1275" b="1">
                <a:solidFill>
                  <a:srgbClr val="166B68"/>
                </a:solidFill>
                <a:latin typeface="Yu Gothic"/>
                <a:ea typeface="Yu Gothic"/>
                <a:cs typeface="Yu Gothic"/>
              </a:defRPr>
            </a:lvl6pPr>
            <a:lvl7pPr algn="ctr">
              <a:defRPr sz="1275" b="1">
                <a:solidFill>
                  <a:srgbClr val="166B68"/>
                </a:solidFill>
                <a:latin typeface="Yu Gothic"/>
                <a:ea typeface="Yu Gothic"/>
                <a:cs typeface="Yu Gothic"/>
              </a:defRPr>
            </a:lvl7pPr>
            <a:lvl8pPr algn="ctr">
              <a:defRPr sz="1275" b="1">
                <a:solidFill>
                  <a:srgbClr val="166B68"/>
                </a:solidFill>
                <a:latin typeface="Yu Gothic"/>
                <a:ea typeface="Yu Gothic"/>
                <a:cs typeface="Yu Gothic"/>
              </a:defRPr>
            </a:lvl8pPr>
            <a:lvl9pPr algn="ctr">
              <a:defRPr sz="1275" b="1">
                <a:solidFill>
                  <a:srgbClr val="166B68"/>
                </a:solidFill>
                <a:latin typeface="Yu Gothic"/>
                <a:ea typeface="Yu Gothic"/>
                <a:cs typeface="Yu Gothic"/>
              </a:defRPr>
            </a:lvl9pPr>
          </a:lstStyle>
          <a:p xmlns:a="http://schemas.openxmlformats.org/drawingml/2006/main">
            <a:pPr algn="ctr">
              <a:defRPr sz="1275" b="1">
                <a:solidFill>
                  <a:srgbClr val="166B68"/>
                </a:solidFill>
                <a:latin typeface="Yu Gothic"/>
                <a:ea typeface="Yu Gothic"/>
                <a:cs typeface="Yu Gothic"/>
              </a:defRPr>
            </a:pPr>
            <a:r>
              <a:rPr sz="1275" b="1">
                <a:solidFill>
                  <a:srgbClr val="166B68"/>
                </a:solidFill>
                <a:latin typeface="Yu Gothic"/>
                <a:ea typeface="Yu Gothic"/>
                <a:cs typeface="Yu Gothic"/>
              </a:rPr>
              <a:t>●</a:t>
            </a:r>
          </a:p>
        </p:txBody>
      </p:sp>
      <p:sp>
        <p:nvSpPr>
          <p:cNvPr id="18" name="">
            <a:extLst xmlns:a="http://schemas.openxmlformats.org/drawingml/2006/main">
              <a:ext uri="{FF2B5EF4-FFF2-40B4-BE49-F238E27FC236}">
                <a16:creationId xmlns:a16="http://schemas.microsoft.com/office/drawing/2014/main" id="{1A8D5D2D-50A9-4FFF-A7A7-F8A1A499E362}"/>
              </a:ext>
            </a:extLst>
          </p:cNvPr>
          <p:cNvSpPr>
            <a:spLocks xmlns:a="http://schemas.openxmlformats.org/drawingml/2006/main" noGrp="1"/>
          </p:cNvSpPr>
          <p:nvPr/>
        </p:nvSpPr>
        <p:spPr>
          <a:xfrm xmlns:a="http://schemas.openxmlformats.org/drawingml/2006/main">
            <a:off x="6838950" y="2800350"/>
            <a:ext cx="453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00" b="0">
                <a:solidFill>
                  <a:srgbClr val="182B33"/>
                </a:solidFill>
                <a:latin typeface="Yu Gothic"/>
                <a:ea typeface="Yu Gothic"/>
                <a:cs typeface="Yu Gothic"/>
              </a:defRPr>
            </a:defPPr>
            <a:lvl1pPr algn="l">
              <a:defRPr sz="2100" b="0">
                <a:solidFill>
                  <a:srgbClr val="182B33"/>
                </a:solidFill>
                <a:latin typeface="Yu Gothic"/>
                <a:ea typeface="Yu Gothic"/>
                <a:cs typeface="Yu Gothic"/>
              </a:defRPr>
            </a:lvl1pPr>
            <a:lvl2pPr algn="l">
              <a:defRPr sz="2100" b="0">
                <a:solidFill>
                  <a:srgbClr val="182B33"/>
                </a:solidFill>
                <a:latin typeface="Yu Gothic"/>
                <a:ea typeface="Yu Gothic"/>
                <a:cs typeface="Yu Gothic"/>
              </a:defRPr>
            </a:lvl2pPr>
            <a:lvl3pPr algn="l">
              <a:defRPr sz="2100" b="0">
                <a:solidFill>
                  <a:srgbClr val="182B33"/>
                </a:solidFill>
                <a:latin typeface="Yu Gothic"/>
                <a:ea typeface="Yu Gothic"/>
                <a:cs typeface="Yu Gothic"/>
              </a:defRPr>
            </a:lvl3pPr>
            <a:lvl4pPr algn="l">
              <a:defRPr sz="2100" b="0">
                <a:solidFill>
                  <a:srgbClr val="182B33"/>
                </a:solidFill>
                <a:latin typeface="Yu Gothic"/>
                <a:ea typeface="Yu Gothic"/>
                <a:cs typeface="Yu Gothic"/>
              </a:defRPr>
            </a:lvl4pPr>
            <a:lvl5pPr algn="l">
              <a:defRPr sz="2100" b="0">
                <a:solidFill>
                  <a:srgbClr val="182B33"/>
                </a:solidFill>
                <a:latin typeface="Yu Gothic"/>
                <a:ea typeface="Yu Gothic"/>
                <a:cs typeface="Yu Gothic"/>
              </a:defRPr>
            </a:lvl5pPr>
            <a:lvl6pPr algn="l">
              <a:defRPr sz="2100" b="0">
                <a:solidFill>
                  <a:srgbClr val="182B33"/>
                </a:solidFill>
                <a:latin typeface="Yu Gothic"/>
                <a:ea typeface="Yu Gothic"/>
                <a:cs typeface="Yu Gothic"/>
              </a:defRPr>
            </a:lvl6pPr>
            <a:lvl7pPr algn="l">
              <a:defRPr sz="2100" b="0">
                <a:solidFill>
                  <a:srgbClr val="182B33"/>
                </a:solidFill>
                <a:latin typeface="Yu Gothic"/>
                <a:ea typeface="Yu Gothic"/>
                <a:cs typeface="Yu Gothic"/>
              </a:defRPr>
            </a:lvl7pPr>
            <a:lvl8pPr algn="l">
              <a:defRPr sz="2100" b="0">
                <a:solidFill>
                  <a:srgbClr val="182B33"/>
                </a:solidFill>
                <a:latin typeface="Yu Gothic"/>
                <a:ea typeface="Yu Gothic"/>
                <a:cs typeface="Yu Gothic"/>
              </a:defRPr>
            </a:lvl8pPr>
            <a:lvl9pPr algn="l">
              <a:defRPr sz="2100" b="0">
                <a:solidFill>
                  <a:srgbClr val="182B33"/>
                </a:solidFill>
                <a:latin typeface="Yu Gothic"/>
                <a:ea typeface="Yu Gothic"/>
                <a:cs typeface="Yu Gothic"/>
              </a:defRPr>
            </a:lvl9pPr>
          </a:lstStyle>
          <a:p xmlns:a="http://schemas.openxmlformats.org/drawingml/2006/main">
            <a:pPr algn="l">
              <a:defRPr sz="2100" b="0">
                <a:solidFill>
                  <a:srgbClr val="182B33"/>
                </a:solidFill>
                <a:latin typeface="Yu Gothic"/>
                <a:ea typeface="Yu Gothic"/>
                <a:cs typeface="Yu Gothic"/>
              </a:defRPr>
            </a:pPr>
            <a:r>
              <a:rPr sz="2100" b="0">
                <a:solidFill>
                  <a:srgbClr val="182B33"/>
                </a:solidFill>
                <a:latin typeface="Yu Gothic"/>
                <a:ea typeface="Yu Gothic"/>
                <a:cs typeface="Yu Gothic"/>
              </a:rPr>
              <a:t>求心・目標の偏心</a:t>
            </a:r>
          </a:p>
        </p:txBody>
      </p:sp>
      <p:sp>
        <p:nvSpPr>
          <p:cNvPr id="19" name="">
            <a:extLst xmlns:a="http://schemas.openxmlformats.org/drawingml/2006/main">
              <a:ext uri="{FF2B5EF4-FFF2-40B4-BE49-F238E27FC236}">
                <a16:creationId xmlns:a16="http://schemas.microsoft.com/office/drawing/2014/main" id="{A661D448-399B-4AE7-8F25-B9701A3BD420}"/>
              </a:ext>
            </a:extLst>
          </p:cNvPr>
          <p:cNvSpPr>
            <a:spLocks xmlns:a="http://schemas.openxmlformats.org/drawingml/2006/main" noGrp="1"/>
          </p:cNvSpPr>
          <p:nvPr/>
        </p:nvSpPr>
        <p:spPr>
          <a:xfrm xmlns:a="http://schemas.openxmlformats.org/drawingml/2006/main">
            <a:off x="6515100" y="3295650"/>
            <a:ext cx="228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275" b="1">
                <a:solidFill>
                  <a:srgbClr val="166B68"/>
                </a:solidFill>
                <a:latin typeface="Yu Gothic"/>
                <a:ea typeface="Yu Gothic"/>
                <a:cs typeface="Yu Gothic"/>
              </a:defRPr>
            </a:defPPr>
            <a:lvl1pPr algn="ctr">
              <a:defRPr sz="1275" b="1">
                <a:solidFill>
                  <a:srgbClr val="166B68"/>
                </a:solidFill>
                <a:latin typeface="Yu Gothic"/>
                <a:ea typeface="Yu Gothic"/>
                <a:cs typeface="Yu Gothic"/>
              </a:defRPr>
            </a:lvl1pPr>
            <a:lvl2pPr algn="ctr">
              <a:defRPr sz="1275" b="1">
                <a:solidFill>
                  <a:srgbClr val="166B68"/>
                </a:solidFill>
                <a:latin typeface="Yu Gothic"/>
                <a:ea typeface="Yu Gothic"/>
                <a:cs typeface="Yu Gothic"/>
              </a:defRPr>
            </a:lvl2pPr>
            <a:lvl3pPr algn="ctr">
              <a:defRPr sz="1275" b="1">
                <a:solidFill>
                  <a:srgbClr val="166B68"/>
                </a:solidFill>
                <a:latin typeface="Yu Gothic"/>
                <a:ea typeface="Yu Gothic"/>
                <a:cs typeface="Yu Gothic"/>
              </a:defRPr>
            </a:lvl3pPr>
            <a:lvl4pPr algn="ctr">
              <a:defRPr sz="1275" b="1">
                <a:solidFill>
                  <a:srgbClr val="166B68"/>
                </a:solidFill>
                <a:latin typeface="Yu Gothic"/>
                <a:ea typeface="Yu Gothic"/>
                <a:cs typeface="Yu Gothic"/>
              </a:defRPr>
            </a:lvl4pPr>
            <a:lvl5pPr algn="ctr">
              <a:defRPr sz="1275" b="1">
                <a:solidFill>
                  <a:srgbClr val="166B68"/>
                </a:solidFill>
                <a:latin typeface="Yu Gothic"/>
                <a:ea typeface="Yu Gothic"/>
                <a:cs typeface="Yu Gothic"/>
              </a:defRPr>
            </a:lvl5pPr>
            <a:lvl6pPr algn="ctr">
              <a:defRPr sz="1275" b="1">
                <a:solidFill>
                  <a:srgbClr val="166B68"/>
                </a:solidFill>
                <a:latin typeface="Yu Gothic"/>
                <a:ea typeface="Yu Gothic"/>
                <a:cs typeface="Yu Gothic"/>
              </a:defRPr>
            </a:lvl6pPr>
            <a:lvl7pPr algn="ctr">
              <a:defRPr sz="1275" b="1">
                <a:solidFill>
                  <a:srgbClr val="166B68"/>
                </a:solidFill>
                <a:latin typeface="Yu Gothic"/>
                <a:ea typeface="Yu Gothic"/>
                <a:cs typeface="Yu Gothic"/>
              </a:defRPr>
            </a:lvl7pPr>
            <a:lvl8pPr algn="ctr">
              <a:defRPr sz="1275" b="1">
                <a:solidFill>
                  <a:srgbClr val="166B68"/>
                </a:solidFill>
                <a:latin typeface="Yu Gothic"/>
                <a:ea typeface="Yu Gothic"/>
                <a:cs typeface="Yu Gothic"/>
              </a:defRPr>
            </a:lvl8pPr>
            <a:lvl9pPr algn="ctr">
              <a:defRPr sz="1275" b="1">
                <a:solidFill>
                  <a:srgbClr val="166B68"/>
                </a:solidFill>
                <a:latin typeface="Yu Gothic"/>
                <a:ea typeface="Yu Gothic"/>
                <a:cs typeface="Yu Gothic"/>
              </a:defRPr>
            </a:lvl9pPr>
          </a:lstStyle>
          <a:p xmlns:a="http://schemas.openxmlformats.org/drawingml/2006/main">
            <a:pPr algn="ctr">
              <a:defRPr sz="1275" b="1">
                <a:solidFill>
                  <a:srgbClr val="166B68"/>
                </a:solidFill>
                <a:latin typeface="Yu Gothic"/>
                <a:ea typeface="Yu Gothic"/>
                <a:cs typeface="Yu Gothic"/>
              </a:defRPr>
            </a:pPr>
            <a:r>
              <a:rPr sz="1275" b="1">
                <a:solidFill>
                  <a:srgbClr val="166B68"/>
                </a:solidFill>
                <a:latin typeface="Yu Gothic"/>
                <a:ea typeface="Yu Gothic"/>
                <a:cs typeface="Yu Gothic"/>
              </a:rPr>
              <a:t>●</a:t>
            </a:r>
          </a:p>
        </p:txBody>
      </p:sp>
      <p:sp>
        <p:nvSpPr>
          <p:cNvPr id="20" name="">
            <a:extLst xmlns:a="http://schemas.openxmlformats.org/drawingml/2006/main">
              <a:ext uri="{FF2B5EF4-FFF2-40B4-BE49-F238E27FC236}">
                <a16:creationId xmlns:a16="http://schemas.microsoft.com/office/drawing/2014/main" id="{6BE48B81-4D0F-4B4D-8498-5ED7721EC634}"/>
              </a:ext>
            </a:extLst>
          </p:cNvPr>
          <p:cNvSpPr>
            <a:spLocks xmlns:a="http://schemas.openxmlformats.org/drawingml/2006/main" noGrp="1"/>
          </p:cNvSpPr>
          <p:nvPr/>
        </p:nvSpPr>
        <p:spPr>
          <a:xfrm xmlns:a="http://schemas.openxmlformats.org/drawingml/2006/main">
            <a:off x="6838950" y="3295650"/>
            <a:ext cx="453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00" b="0">
                <a:solidFill>
                  <a:srgbClr val="182B33"/>
                </a:solidFill>
                <a:latin typeface="Yu Gothic"/>
                <a:ea typeface="Yu Gothic"/>
                <a:cs typeface="Yu Gothic"/>
              </a:defRPr>
            </a:defPPr>
            <a:lvl1pPr algn="l">
              <a:defRPr sz="2100" b="0">
                <a:solidFill>
                  <a:srgbClr val="182B33"/>
                </a:solidFill>
                <a:latin typeface="Yu Gothic"/>
                <a:ea typeface="Yu Gothic"/>
                <a:cs typeface="Yu Gothic"/>
              </a:defRPr>
            </a:lvl1pPr>
            <a:lvl2pPr algn="l">
              <a:defRPr sz="2100" b="0">
                <a:solidFill>
                  <a:srgbClr val="182B33"/>
                </a:solidFill>
                <a:latin typeface="Yu Gothic"/>
                <a:ea typeface="Yu Gothic"/>
                <a:cs typeface="Yu Gothic"/>
              </a:defRPr>
            </a:lvl2pPr>
            <a:lvl3pPr algn="l">
              <a:defRPr sz="2100" b="0">
                <a:solidFill>
                  <a:srgbClr val="182B33"/>
                </a:solidFill>
                <a:latin typeface="Yu Gothic"/>
                <a:ea typeface="Yu Gothic"/>
                <a:cs typeface="Yu Gothic"/>
              </a:defRPr>
            </a:lvl3pPr>
            <a:lvl4pPr algn="l">
              <a:defRPr sz="2100" b="0">
                <a:solidFill>
                  <a:srgbClr val="182B33"/>
                </a:solidFill>
                <a:latin typeface="Yu Gothic"/>
                <a:ea typeface="Yu Gothic"/>
                <a:cs typeface="Yu Gothic"/>
              </a:defRPr>
            </a:lvl4pPr>
            <a:lvl5pPr algn="l">
              <a:defRPr sz="2100" b="0">
                <a:solidFill>
                  <a:srgbClr val="182B33"/>
                </a:solidFill>
                <a:latin typeface="Yu Gothic"/>
                <a:ea typeface="Yu Gothic"/>
                <a:cs typeface="Yu Gothic"/>
              </a:defRPr>
            </a:lvl5pPr>
            <a:lvl6pPr algn="l">
              <a:defRPr sz="2100" b="0">
                <a:solidFill>
                  <a:srgbClr val="182B33"/>
                </a:solidFill>
                <a:latin typeface="Yu Gothic"/>
                <a:ea typeface="Yu Gothic"/>
                <a:cs typeface="Yu Gothic"/>
              </a:defRPr>
            </a:lvl6pPr>
            <a:lvl7pPr algn="l">
              <a:defRPr sz="2100" b="0">
                <a:solidFill>
                  <a:srgbClr val="182B33"/>
                </a:solidFill>
                <a:latin typeface="Yu Gothic"/>
                <a:ea typeface="Yu Gothic"/>
                <a:cs typeface="Yu Gothic"/>
              </a:defRPr>
            </a:lvl7pPr>
            <a:lvl8pPr algn="l">
              <a:defRPr sz="2100" b="0">
                <a:solidFill>
                  <a:srgbClr val="182B33"/>
                </a:solidFill>
                <a:latin typeface="Yu Gothic"/>
                <a:ea typeface="Yu Gothic"/>
                <a:cs typeface="Yu Gothic"/>
              </a:defRPr>
            </a:lvl8pPr>
            <a:lvl9pPr algn="l">
              <a:defRPr sz="2100" b="0">
                <a:solidFill>
                  <a:srgbClr val="182B33"/>
                </a:solidFill>
                <a:latin typeface="Yu Gothic"/>
                <a:ea typeface="Yu Gothic"/>
                <a:cs typeface="Yu Gothic"/>
              </a:defRPr>
            </a:lvl9pPr>
          </a:lstStyle>
          <a:p xmlns:a="http://schemas.openxmlformats.org/drawingml/2006/main">
            <a:pPr algn="l">
              <a:defRPr sz="2100" b="0">
                <a:solidFill>
                  <a:srgbClr val="182B33"/>
                </a:solidFill>
                <a:latin typeface="Yu Gothic"/>
                <a:ea typeface="Yu Gothic"/>
                <a:cs typeface="Yu Gothic"/>
              </a:defRPr>
            </a:pPr>
            <a:r>
              <a:rPr sz="2100" b="0">
                <a:solidFill>
                  <a:srgbClr val="182B33"/>
                </a:solidFill>
                <a:latin typeface="Yu Gothic"/>
                <a:ea typeface="Yu Gothic"/>
                <a:cs typeface="Yu Gothic"/>
              </a:rPr>
              <a:t>視準のばらつき・環境変化</a:t>
            </a:r>
          </a:p>
        </p:txBody>
      </p:sp>
    </p:spTree>
    <p:extLst>
      <p:ext uri="{BB962C8B-B14F-4D97-AF65-F5344CB8AC3E}">
        <p14:creationId xmlns:p14="http://schemas.microsoft.com/office/powerpoint/2010/main" val="1375127129"/>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2970C35A-47FE-40ED-BE77-0D19E6A6F760}"/>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6BF0BE86-7525-4E20-AE20-335699F32066}"/>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器械誤差</a:t>
            </a:r>
          </a:p>
        </p:txBody>
      </p:sp>
      <p:sp>
        <p:nvSpPr>
          <p:cNvPr id="3" name="">
            <a:extLst xmlns:a="http://schemas.openxmlformats.org/drawingml/2006/main">
              <a:ext uri="{FF2B5EF4-FFF2-40B4-BE49-F238E27FC236}">
                <a16:creationId xmlns:a16="http://schemas.microsoft.com/office/drawing/2014/main" id="{26E9CC83-BC62-46B3-BBFB-DC5B57FD363A}"/>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目盛盤偏心は、二つの中心のずれ</a:t>
            </a:r>
          </a:p>
        </p:txBody>
      </p:sp>
      <p:sp>
        <p:nvSpPr>
          <p:cNvPr id="4" name="">
            <a:extLst xmlns:a="http://schemas.openxmlformats.org/drawingml/2006/main">
              <a:ext uri="{FF2B5EF4-FFF2-40B4-BE49-F238E27FC236}">
                <a16:creationId xmlns:a16="http://schemas.microsoft.com/office/drawing/2014/main" id="{0B72FFE2-336D-4F43-BE5E-BF40C31EB1CB}"/>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FFDF9683-6337-42C5-8EA7-5EAD7BD96182}"/>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19</a:t>
            </a:r>
          </a:p>
        </p:txBody>
      </p:sp>
      <p:sp>
        <p:nvSpPr>
          <p:cNvPr id="6" name="">
            <a:extLst xmlns:a="http://schemas.openxmlformats.org/drawingml/2006/main">
              <a:ext uri="{FF2B5EF4-FFF2-40B4-BE49-F238E27FC236}">
                <a16:creationId xmlns:a16="http://schemas.microsoft.com/office/drawing/2014/main" id="{0FC1ECCC-2470-44E8-99D4-E8CC9EC0D232}"/>
              </a:ext>
            </a:extLst>
          </p:cNvPr>
          <p:cNvSpPr>
            <a:spLocks xmlns:a="http://schemas.openxmlformats.org/drawingml/2006/main" noGrp="1"/>
          </p:cNvSpPr>
          <p:nvPr/>
        </p:nvSpPr>
        <p:spPr>
          <a:xfrm xmlns:a="http://schemas.openxmlformats.org/drawingml/2006/main">
            <a:off x="723900" y="1562100"/>
            <a:ext cx="5286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325" b="1">
                <a:solidFill>
                  <a:srgbClr val="52616A"/>
                </a:solidFill>
                <a:latin typeface="Yu Gothic"/>
                <a:ea typeface="Yu Gothic"/>
                <a:cs typeface="Yu Gothic"/>
              </a:defRPr>
            </a:defPPr>
            <a:lvl1pPr algn="l">
              <a:defRPr sz="2325" b="1">
                <a:solidFill>
                  <a:srgbClr val="52616A"/>
                </a:solidFill>
                <a:latin typeface="Yu Gothic"/>
                <a:ea typeface="Yu Gothic"/>
                <a:cs typeface="Yu Gothic"/>
              </a:defRPr>
            </a:lvl1pPr>
            <a:lvl2pPr algn="l">
              <a:defRPr sz="2325" b="1">
                <a:solidFill>
                  <a:srgbClr val="52616A"/>
                </a:solidFill>
                <a:latin typeface="Yu Gothic"/>
                <a:ea typeface="Yu Gothic"/>
                <a:cs typeface="Yu Gothic"/>
              </a:defRPr>
            </a:lvl2pPr>
            <a:lvl3pPr algn="l">
              <a:defRPr sz="2325" b="1">
                <a:solidFill>
                  <a:srgbClr val="52616A"/>
                </a:solidFill>
                <a:latin typeface="Yu Gothic"/>
                <a:ea typeface="Yu Gothic"/>
                <a:cs typeface="Yu Gothic"/>
              </a:defRPr>
            </a:lvl3pPr>
            <a:lvl4pPr algn="l">
              <a:defRPr sz="2325" b="1">
                <a:solidFill>
                  <a:srgbClr val="52616A"/>
                </a:solidFill>
                <a:latin typeface="Yu Gothic"/>
                <a:ea typeface="Yu Gothic"/>
                <a:cs typeface="Yu Gothic"/>
              </a:defRPr>
            </a:lvl4pPr>
            <a:lvl5pPr algn="l">
              <a:defRPr sz="2325" b="1">
                <a:solidFill>
                  <a:srgbClr val="52616A"/>
                </a:solidFill>
                <a:latin typeface="Yu Gothic"/>
                <a:ea typeface="Yu Gothic"/>
                <a:cs typeface="Yu Gothic"/>
              </a:defRPr>
            </a:lvl5pPr>
            <a:lvl6pPr algn="l">
              <a:defRPr sz="2325" b="1">
                <a:solidFill>
                  <a:srgbClr val="52616A"/>
                </a:solidFill>
                <a:latin typeface="Yu Gothic"/>
                <a:ea typeface="Yu Gothic"/>
                <a:cs typeface="Yu Gothic"/>
              </a:defRPr>
            </a:lvl6pPr>
            <a:lvl7pPr algn="l">
              <a:defRPr sz="2325" b="1">
                <a:solidFill>
                  <a:srgbClr val="52616A"/>
                </a:solidFill>
                <a:latin typeface="Yu Gothic"/>
                <a:ea typeface="Yu Gothic"/>
                <a:cs typeface="Yu Gothic"/>
              </a:defRPr>
            </a:lvl7pPr>
            <a:lvl8pPr algn="l">
              <a:defRPr sz="2325" b="1">
                <a:solidFill>
                  <a:srgbClr val="52616A"/>
                </a:solidFill>
                <a:latin typeface="Yu Gothic"/>
                <a:ea typeface="Yu Gothic"/>
                <a:cs typeface="Yu Gothic"/>
              </a:defRPr>
            </a:lvl8pPr>
            <a:lvl9pPr algn="l">
              <a:defRPr sz="2325" b="1">
                <a:solidFill>
                  <a:srgbClr val="52616A"/>
                </a:solidFill>
                <a:latin typeface="Yu Gothic"/>
                <a:ea typeface="Yu Gothic"/>
                <a:cs typeface="Yu Gothic"/>
              </a:defRPr>
            </a:lvl9pPr>
          </a:lstStyle>
          <a:p xmlns:a="http://schemas.openxmlformats.org/drawingml/2006/main">
            <a:pPr algn="l">
              <a:defRPr sz="2325" b="1">
                <a:solidFill>
                  <a:srgbClr val="52616A"/>
                </a:solidFill>
                <a:latin typeface="Yu Gothic"/>
                <a:ea typeface="Yu Gothic"/>
                <a:cs typeface="Yu Gothic"/>
              </a:defRPr>
            </a:pPr>
            <a:r>
              <a:rPr sz="2325" b="1">
                <a:solidFill>
                  <a:srgbClr val="52616A"/>
                </a:solidFill>
                <a:latin typeface="Yu Gothic"/>
                <a:ea typeface="Yu Gothic"/>
                <a:cs typeface="Yu Gothic"/>
              </a:rPr>
              <a:t>目盛円の中心と回転中心が一致しない</a:t>
            </a:r>
          </a:p>
        </p:txBody>
      </p:sp>
      <p:sp>
        <p:nvSpPr>
          <p:cNvPr id="7" name="">
            <a:extLst xmlns:a="http://schemas.openxmlformats.org/drawingml/2006/main">
              <a:ext uri="{FF2B5EF4-FFF2-40B4-BE49-F238E27FC236}">
                <a16:creationId xmlns:a16="http://schemas.microsoft.com/office/drawing/2014/main" id="{B1CFA0CE-C918-49D9-A9B7-310526425321}"/>
              </a:ext>
            </a:extLst>
          </p:cNvPr>
          <p:cNvSpPr>
            <a:spLocks xmlns:a="http://schemas.openxmlformats.org/drawingml/2006/main" noGrp="1"/>
          </p:cNvSpPr>
          <p:nvPr/>
        </p:nvSpPr>
        <p:spPr>
          <a:xfrm xmlns:a="http://schemas.openxmlformats.org/drawingml/2006/main">
            <a:off x="723900" y="2428875"/>
            <a:ext cx="228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425" b="1">
                <a:solidFill>
                  <a:srgbClr val="166B68"/>
                </a:solidFill>
                <a:latin typeface="Yu Gothic"/>
                <a:ea typeface="Yu Gothic"/>
                <a:cs typeface="Yu Gothic"/>
              </a:defRPr>
            </a:defPPr>
            <a:lvl1pPr algn="ctr">
              <a:defRPr sz="1425" b="1">
                <a:solidFill>
                  <a:srgbClr val="166B68"/>
                </a:solidFill>
                <a:latin typeface="Yu Gothic"/>
                <a:ea typeface="Yu Gothic"/>
                <a:cs typeface="Yu Gothic"/>
              </a:defRPr>
            </a:lvl1pPr>
            <a:lvl2pPr algn="ctr">
              <a:defRPr sz="1425" b="1">
                <a:solidFill>
                  <a:srgbClr val="166B68"/>
                </a:solidFill>
                <a:latin typeface="Yu Gothic"/>
                <a:ea typeface="Yu Gothic"/>
                <a:cs typeface="Yu Gothic"/>
              </a:defRPr>
            </a:lvl2pPr>
            <a:lvl3pPr algn="ctr">
              <a:defRPr sz="1425" b="1">
                <a:solidFill>
                  <a:srgbClr val="166B68"/>
                </a:solidFill>
                <a:latin typeface="Yu Gothic"/>
                <a:ea typeface="Yu Gothic"/>
                <a:cs typeface="Yu Gothic"/>
              </a:defRPr>
            </a:lvl3pPr>
            <a:lvl4pPr algn="ctr">
              <a:defRPr sz="1425" b="1">
                <a:solidFill>
                  <a:srgbClr val="166B68"/>
                </a:solidFill>
                <a:latin typeface="Yu Gothic"/>
                <a:ea typeface="Yu Gothic"/>
                <a:cs typeface="Yu Gothic"/>
              </a:defRPr>
            </a:lvl4pPr>
            <a:lvl5pPr algn="ctr">
              <a:defRPr sz="1425" b="1">
                <a:solidFill>
                  <a:srgbClr val="166B68"/>
                </a:solidFill>
                <a:latin typeface="Yu Gothic"/>
                <a:ea typeface="Yu Gothic"/>
                <a:cs typeface="Yu Gothic"/>
              </a:defRPr>
            </a:lvl5pPr>
            <a:lvl6pPr algn="ctr">
              <a:defRPr sz="1425" b="1">
                <a:solidFill>
                  <a:srgbClr val="166B68"/>
                </a:solidFill>
                <a:latin typeface="Yu Gothic"/>
                <a:ea typeface="Yu Gothic"/>
                <a:cs typeface="Yu Gothic"/>
              </a:defRPr>
            </a:lvl6pPr>
            <a:lvl7pPr algn="ctr">
              <a:defRPr sz="1425" b="1">
                <a:solidFill>
                  <a:srgbClr val="166B68"/>
                </a:solidFill>
                <a:latin typeface="Yu Gothic"/>
                <a:ea typeface="Yu Gothic"/>
                <a:cs typeface="Yu Gothic"/>
              </a:defRPr>
            </a:lvl7pPr>
            <a:lvl8pPr algn="ctr">
              <a:defRPr sz="1425" b="1">
                <a:solidFill>
                  <a:srgbClr val="166B68"/>
                </a:solidFill>
                <a:latin typeface="Yu Gothic"/>
                <a:ea typeface="Yu Gothic"/>
                <a:cs typeface="Yu Gothic"/>
              </a:defRPr>
            </a:lvl8pPr>
            <a:lvl9pPr algn="ctr">
              <a:defRPr sz="1425" b="1">
                <a:solidFill>
                  <a:srgbClr val="166B68"/>
                </a:solidFill>
                <a:latin typeface="Yu Gothic"/>
                <a:ea typeface="Yu Gothic"/>
                <a:cs typeface="Yu Gothic"/>
              </a:defRPr>
            </a:lvl9pPr>
          </a:lstStyle>
          <a:p xmlns:a="http://schemas.openxmlformats.org/drawingml/2006/main">
            <a:pPr algn="ctr">
              <a:defRPr sz="1425" b="1">
                <a:solidFill>
                  <a:srgbClr val="166B68"/>
                </a:solidFill>
                <a:latin typeface="Yu Gothic"/>
                <a:ea typeface="Yu Gothic"/>
                <a:cs typeface="Yu Gothic"/>
              </a:defRPr>
            </a:pPr>
            <a:r>
              <a:rPr sz="1425" b="1">
                <a:solidFill>
                  <a:srgbClr val="166B68"/>
                </a:solidFill>
                <a:latin typeface="Yu Gothic"/>
                <a:ea typeface="Yu Gothic"/>
                <a:cs typeface="Yu Gothic"/>
              </a:rPr>
              <a:t>●</a:t>
            </a:r>
          </a:p>
        </p:txBody>
      </p:sp>
      <p:sp>
        <p:nvSpPr>
          <p:cNvPr id="8" name="">
            <a:extLst xmlns:a="http://schemas.openxmlformats.org/drawingml/2006/main">
              <a:ext uri="{FF2B5EF4-FFF2-40B4-BE49-F238E27FC236}">
                <a16:creationId xmlns:a16="http://schemas.microsoft.com/office/drawing/2014/main" id="{3780A094-746B-48FD-B139-4CAB7C7CDE0B}"/>
              </a:ext>
            </a:extLst>
          </p:cNvPr>
          <p:cNvSpPr>
            <a:spLocks xmlns:a="http://schemas.openxmlformats.org/drawingml/2006/main" noGrp="1"/>
          </p:cNvSpPr>
          <p:nvPr/>
        </p:nvSpPr>
        <p:spPr>
          <a:xfrm xmlns:a="http://schemas.openxmlformats.org/drawingml/2006/main">
            <a:off x="1047750" y="242887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古典器械：対向読取りを平均</a:t>
            </a:r>
          </a:p>
        </p:txBody>
      </p:sp>
      <p:sp>
        <p:nvSpPr>
          <p:cNvPr id="9" name="">
            <a:extLst xmlns:a="http://schemas.openxmlformats.org/drawingml/2006/main">
              <a:ext uri="{FF2B5EF4-FFF2-40B4-BE49-F238E27FC236}">
                <a16:creationId xmlns:a16="http://schemas.microsoft.com/office/drawing/2014/main" id="{78987FC5-6C37-42B6-B113-FFEECADE6562}"/>
              </a:ext>
            </a:extLst>
          </p:cNvPr>
          <p:cNvSpPr>
            <a:spLocks xmlns:a="http://schemas.openxmlformats.org/drawingml/2006/main" noGrp="1"/>
          </p:cNvSpPr>
          <p:nvPr/>
        </p:nvSpPr>
        <p:spPr>
          <a:xfrm xmlns:a="http://schemas.openxmlformats.org/drawingml/2006/main">
            <a:off x="723900" y="3019425"/>
            <a:ext cx="228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425" b="1">
                <a:solidFill>
                  <a:srgbClr val="166B68"/>
                </a:solidFill>
                <a:latin typeface="Yu Gothic"/>
                <a:ea typeface="Yu Gothic"/>
                <a:cs typeface="Yu Gothic"/>
              </a:defRPr>
            </a:defPPr>
            <a:lvl1pPr algn="ctr">
              <a:defRPr sz="1425" b="1">
                <a:solidFill>
                  <a:srgbClr val="166B68"/>
                </a:solidFill>
                <a:latin typeface="Yu Gothic"/>
                <a:ea typeface="Yu Gothic"/>
                <a:cs typeface="Yu Gothic"/>
              </a:defRPr>
            </a:lvl1pPr>
            <a:lvl2pPr algn="ctr">
              <a:defRPr sz="1425" b="1">
                <a:solidFill>
                  <a:srgbClr val="166B68"/>
                </a:solidFill>
                <a:latin typeface="Yu Gothic"/>
                <a:ea typeface="Yu Gothic"/>
                <a:cs typeface="Yu Gothic"/>
              </a:defRPr>
            </a:lvl2pPr>
            <a:lvl3pPr algn="ctr">
              <a:defRPr sz="1425" b="1">
                <a:solidFill>
                  <a:srgbClr val="166B68"/>
                </a:solidFill>
                <a:latin typeface="Yu Gothic"/>
                <a:ea typeface="Yu Gothic"/>
                <a:cs typeface="Yu Gothic"/>
              </a:defRPr>
            </a:lvl3pPr>
            <a:lvl4pPr algn="ctr">
              <a:defRPr sz="1425" b="1">
                <a:solidFill>
                  <a:srgbClr val="166B68"/>
                </a:solidFill>
                <a:latin typeface="Yu Gothic"/>
                <a:ea typeface="Yu Gothic"/>
                <a:cs typeface="Yu Gothic"/>
              </a:defRPr>
            </a:lvl4pPr>
            <a:lvl5pPr algn="ctr">
              <a:defRPr sz="1425" b="1">
                <a:solidFill>
                  <a:srgbClr val="166B68"/>
                </a:solidFill>
                <a:latin typeface="Yu Gothic"/>
                <a:ea typeface="Yu Gothic"/>
                <a:cs typeface="Yu Gothic"/>
              </a:defRPr>
            </a:lvl5pPr>
            <a:lvl6pPr algn="ctr">
              <a:defRPr sz="1425" b="1">
                <a:solidFill>
                  <a:srgbClr val="166B68"/>
                </a:solidFill>
                <a:latin typeface="Yu Gothic"/>
                <a:ea typeface="Yu Gothic"/>
                <a:cs typeface="Yu Gothic"/>
              </a:defRPr>
            </a:lvl6pPr>
            <a:lvl7pPr algn="ctr">
              <a:defRPr sz="1425" b="1">
                <a:solidFill>
                  <a:srgbClr val="166B68"/>
                </a:solidFill>
                <a:latin typeface="Yu Gothic"/>
                <a:ea typeface="Yu Gothic"/>
                <a:cs typeface="Yu Gothic"/>
              </a:defRPr>
            </a:lvl7pPr>
            <a:lvl8pPr algn="ctr">
              <a:defRPr sz="1425" b="1">
                <a:solidFill>
                  <a:srgbClr val="166B68"/>
                </a:solidFill>
                <a:latin typeface="Yu Gothic"/>
                <a:ea typeface="Yu Gothic"/>
                <a:cs typeface="Yu Gothic"/>
              </a:defRPr>
            </a:lvl8pPr>
            <a:lvl9pPr algn="ctr">
              <a:defRPr sz="1425" b="1">
                <a:solidFill>
                  <a:srgbClr val="166B68"/>
                </a:solidFill>
                <a:latin typeface="Yu Gothic"/>
                <a:ea typeface="Yu Gothic"/>
                <a:cs typeface="Yu Gothic"/>
              </a:defRPr>
            </a:lvl9pPr>
          </a:lstStyle>
          <a:p xmlns:a="http://schemas.openxmlformats.org/drawingml/2006/main">
            <a:pPr algn="ctr">
              <a:defRPr sz="1425" b="1">
                <a:solidFill>
                  <a:srgbClr val="166B68"/>
                </a:solidFill>
                <a:latin typeface="Yu Gothic"/>
                <a:ea typeface="Yu Gothic"/>
                <a:cs typeface="Yu Gothic"/>
              </a:defRPr>
            </a:pPr>
            <a:r>
              <a:rPr sz="1425" b="1">
                <a:solidFill>
                  <a:srgbClr val="166B68"/>
                </a:solidFill>
                <a:latin typeface="Yu Gothic"/>
                <a:ea typeface="Yu Gothic"/>
                <a:cs typeface="Yu Gothic"/>
              </a:rPr>
              <a:t>●</a:t>
            </a:r>
          </a:p>
        </p:txBody>
      </p:sp>
      <p:sp>
        <p:nvSpPr>
          <p:cNvPr id="10" name="">
            <a:extLst xmlns:a="http://schemas.openxmlformats.org/drawingml/2006/main">
              <a:ext uri="{FF2B5EF4-FFF2-40B4-BE49-F238E27FC236}">
                <a16:creationId xmlns:a16="http://schemas.microsoft.com/office/drawing/2014/main" id="{5CE9DEF3-065C-4527-B4CA-38B2401DB49E}"/>
              </a:ext>
            </a:extLst>
          </p:cNvPr>
          <p:cNvSpPr>
            <a:spLocks xmlns:a="http://schemas.openxmlformats.org/drawingml/2006/main" noGrp="1"/>
          </p:cNvSpPr>
          <p:nvPr/>
        </p:nvSpPr>
        <p:spPr>
          <a:xfrm xmlns:a="http://schemas.openxmlformats.org/drawingml/2006/main">
            <a:off x="1047750" y="301942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電子TS：複数箇所を機内処理</a:t>
            </a:r>
          </a:p>
        </p:txBody>
      </p:sp>
      <p:sp>
        <p:nvSpPr>
          <p:cNvPr id="11" name="">
            <a:extLst xmlns:a="http://schemas.openxmlformats.org/drawingml/2006/main">
              <a:ext uri="{FF2B5EF4-FFF2-40B4-BE49-F238E27FC236}">
                <a16:creationId xmlns:a16="http://schemas.microsoft.com/office/drawing/2014/main" id="{A67FED8C-029B-47F5-9870-ABD3F8D7F133}"/>
              </a:ext>
            </a:extLst>
          </p:cNvPr>
          <p:cNvSpPr>
            <a:spLocks xmlns:a="http://schemas.openxmlformats.org/drawingml/2006/main" noGrp="1"/>
          </p:cNvSpPr>
          <p:nvPr/>
        </p:nvSpPr>
        <p:spPr>
          <a:xfrm xmlns:a="http://schemas.openxmlformats.org/drawingml/2006/main">
            <a:off x="7296150" y="2541270"/>
            <a:ext cx="2682240" cy="2682240"/>
          </a:xfrm>
          <a:prstGeom xmlns:a="http://schemas.openxmlformats.org/drawingml/2006/main" prst="ellipse">
            <a:avLst/>
          </a:prstGeom>
          <a:noFill xmlns:a="http://schemas.openxmlformats.org/drawingml/2006/main"/>
          <a:ln xmlns:a="http://schemas.openxmlformats.org/drawingml/2006/main" w="38100">
            <a:solidFill>
              <a:srgbClr val="166B68"/>
            </a:solidFill>
            <a:prstDash val="solid"/>
          </a:ln>
        </p:spPr>
      </p:sp>
      <p:sp>
        <p:nvSpPr>
          <p:cNvPr id="12" name="">
            <a:extLst xmlns:a="http://schemas.openxmlformats.org/drawingml/2006/main">
              <a:ext uri="{FF2B5EF4-FFF2-40B4-BE49-F238E27FC236}">
                <a16:creationId xmlns:a16="http://schemas.microsoft.com/office/drawing/2014/main" id="{C7266697-9E79-4392-BCF8-32CB31838DB7}"/>
              </a:ext>
            </a:extLst>
          </p:cNvPr>
          <p:cNvSpPr>
            <a:spLocks xmlns:a="http://schemas.openxmlformats.org/drawingml/2006/main" noGrp="1"/>
          </p:cNvSpPr>
          <p:nvPr/>
        </p:nvSpPr>
        <p:spPr>
          <a:xfrm xmlns:a="http://schemas.openxmlformats.org/drawingml/2006/main">
            <a:off x="8561070" y="3806190"/>
            <a:ext cx="152400" cy="152400"/>
          </a:xfrm>
          <a:prstGeom xmlns:a="http://schemas.openxmlformats.org/drawingml/2006/main" prst="ellipse">
            <a:avLst/>
          </a:prstGeom>
          <a:solidFill xmlns:a="http://schemas.openxmlformats.org/drawingml/2006/main">
            <a:srgbClr val="166B68"/>
          </a:solidFill>
          <a:ln xmlns:a="http://schemas.openxmlformats.org/drawingml/2006/main" w="9525">
            <a:solidFill>
              <a:srgbClr val="166B68"/>
            </a:solidFill>
          </a:ln>
        </p:spPr>
      </p:sp>
      <p:sp>
        <p:nvSpPr>
          <p:cNvPr id="13" name="">
            <a:extLst xmlns:a="http://schemas.openxmlformats.org/drawingml/2006/main">
              <a:ext uri="{FF2B5EF4-FFF2-40B4-BE49-F238E27FC236}">
                <a16:creationId xmlns:a16="http://schemas.microsoft.com/office/drawing/2014/main" id="{01BB89F2-BBF5-4DCF-A36A-959ABFCBFD61}"/>
              </a:ext>
            </a:extLst>
          </p:cNvPr>
          <p:cNvSpPr>
            <a:spLocks xmlns:a="http://schemas.openxmlformats.org/drawingml/2006/main" noGrp="1"/>
          </p:cNvSpPr>
          <p:nvPr/>
        </p:nvSpPr>
        <p:spPr>
          <a:xfrm xmlns:a="http://schemas.openxmlformats.org/drawingml/2006/main">
            <a:off x="9019699" y="3512820"/>
            <a:ext cx="152400" cy="152400"/>
          </a:xfrm>
          <a:prstGeom xmlns:a="http://schemas.openxmlformats.org/drawingml/2006/main" prst="ellipse">
            <a:avLst/>
          </a:prstGeom>
          <a:solidFill xmlns:a="http://schemas.openxmlformats.org/drawingml/2006/main">
            <a:srgbClr val="A94737"/>
          </a:solidFill>
          <a:ln xmlns:a="http://schemas.openxmlformats.org/drawingml/2006/main" w="9525">
            <a:solidFill>
              <a:srgbClr val="A94737"/>
            </a:solidFill>
          </a:ln>
        </p:spPr>
      </p:sp>
      <p:sp>
        <p:nvSpPr>
          <p:cNvPr id="14" name="">
            <a:extLst xmlns:a="http://schemas.openxmlformats.org/drawingml/2006/main">
              <a:ext uri="{FF2B5EF4-FFF2-40B4-BE49-F238E27FC236}">
                <a16:creationId xmlns:a16="http://schemas.microsoft.com/office/drawing/2014/main" id="{94EF64E0-6DEA-4381-9DF8-9D8F67CC8D9E}"/>
              </a:ext>
            </a:extLst>
          </p:cNvPr>
          <p:cNvSpPr>
            <a:spLocks xmlns:a="http://schemas.openxmlformats.org/drawingml/2006/main" noGrp="1"/>
          </p:cNvSpPr>
          <p:nvPr/>
        </p:nvSpPr>
        <p:spPr>
          <a:xfrm xmlns:a="http://schemas.openxmlformats.org/drawingml/2006/main">
            <a:off x="8637270" y="3589020"/>
            <a:ext cx="458629" cy="293370"/>
          </a:xfrm>
          <a:custGeom xmlns:a="http://schemas.openxmlformats.org/drawingml/2006/main">
            <a:pathLst>
              <a:path w="458629" h="293370">
                <a:moveTo>
                  <a:pt x="458629" y="0"/>
                </a:moveTo>
                <a:lnTo>
                  <a:pt x="0" y="293370"/>
                </a:lnTo>
              </a:path>
            </a:pathLst>
          </a:custGeom>
          <a:noFill xmlns:a="http://schemas.openxmlformats.org/drawingml/2006/main"/>
          <a:ln xmlns:a="http://schemas.openxmlformats.org/drawingml/2006/main" w="28575">
            <a:solidFill>
              <a:srgbClr val="A94737"/>
            </a:solidFill>
            <a:prstDash val="solid"/>
          </a:ln>
        </p:spPr>
      </p:sp>
      <p:sp>
        <p:nvSpPr>
          <p:cNvPr id="15" name="">
            <a:extLst xmlns:a="http://schemas.openxmlformats.org/drawingml/2006/main">
              <a:ext uri="{FF2B5EF4-FFF2-40B4-BE49-F238E27FC236}">
                <a16:creationId xmlns:a16="http://schemas.microsoft.com/office/drawing/2014/main" id="{AD6C2EBC-0755-43DD-93E1-D824776D3194}"/>
              </a:ext>
            </a:extLst>
          </p:cNvPr>
          <p:cNvSpPr>
            <a:spLocks xmlns:a="http://schemas.openxmlformats.org/drawingml/2006/main" noGrp="1"/>
          </p:cNvSpPr>
          <p:nvPr/>
        </p:nvSpPr>
        <p:spPr>
          <a:xfrm xmlns:a="http://schemas.openxmlformats.org/drawingml/2006/main">
            <a:off x="7390028" y="3587344"/>
            <a:ext cx="2494483" cy="590093"/>
          </a:xfrm>
          <a:custGeom xmlns:a="http://schemas.openxmlformats.org/drawingml/2006/main">
            <a:pathLst>
              <a:path w="2494483" h="590093">
                <a:moveTo>
                  <a:pt x="2494483" y="0"/>
                </a:moveTo>
                <a:lnTo>
                  <a:pt x="0" y="590093"/>
                </a:lnTo>
              </a:path>
            </a:pathLst>
          </a:custGeom>
          <a:noFill xmlns:a="http://schemas.openxmlformats.org/drawingml/2006/main"/>
          <a:ln xmlns:a="http://schemas.openxmlformats.org/drawingml/2006/main" w="28575">
            <a:solidFill>
              <a:srgbClr val="182B33"/>
            </a:solidFill>
            <a:prstDash val="solid"/>
          </a:ln>
        </p:spPr>
      </p:sp>
      <p:sp>
        <p:nvSpPr>
          <p:cNvPr id="16" name="">
            <a:extLst xmlns:a="http://schemas.openxmlformats.org/drawingml/2006/main">
              <a:ext uri="{FF2B5EF4-FFF2-40B4-BE49-F238E27FC236}">
                <a16:creationId xmlns:a16="http://schemas.microsoft.com/office/drawing/2014/main" id="{5E56A25A-3A9D-4BCD-9AE6-3DFD1FBED301}"/>
              </a:ext>
            </a:extLst>
          </p:cNvPr>
          <p:cNvSpPr>
            <a:spLocks xmlns:a="http://schemas.openxmlformats.org/drawingml/2006/main" noGrp="1"/>
          </p:cNvSpPr>
          <p:nvPr/>
        </p:nvSpPr>
        <p:spPr>
          <a:xfrm xmlns:a="http://schemas.openxmlformats.org/drawingml/2006/main">
            <a:off x="9827362" y="3530194"/>
            <a:ext cx="114300" cy="114300"/>
          </a:xfrm>
          <a:prstGeom xmlns:a="http://schemas.openxmlformats.org/drawingml/2006/main" prst="ellipse">
            <a:avLst/>
          </a:prstGeom>
          <a:solidFill xmlns:a="http://schemas.openxmlformats.org/drawingml/2006/main">
            <a:srgbClr val="166B68"/>
          </a:solidFill>
          <a:ln xmlns:a="http://schemas.openxmlformats.org/drawingml/2006/main" w="9525">
            <a:solidFill>
              <a:srgbClr val="166B68"/>
            </a:solidFill>
          </a:ln>
        </p:spPr>
      </p:sp>
      <p:sp>
        <p:nvSpPr>
          <p:cNvPr id="17" name="">
            <a:extLst xmlns:a="http://schemas.openxmlformats.org/drawingml/2006/main">
              <a:ext uri="{FF2B5EF4-FFF2-40B4-BE49-F238E27FC236}">
                <a16:creationId xmlns:a16="http://schemas.microsoft.com/office/drawing/2014/main" id="{8D47177B-E8B6-46BA-A55A-1681C389D59F}"/>
              </a:ext>
            </a:extLst>
          </p:cNvPr>
          <p:cNvSpPr>
            <a:spLocks xmlns:a="http://schemas.openxmlformats.org/drawingml/2006/main" noGrp="1"/>
          </p:cNvSpPr>
          <p:nvPr/>
        </p:nvSpPr>
        <p:spPr>
          <a:xfrm xmlns:a="http://schemas.openxmlformats.org/drawingml/2006/main">
            <a:off x="9960712" y="3330169"/>
            <a:ext cx="7048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182B33"/>
                </a:solidFill>
                <a:latin typeface="Yu Gothic"/>
                <a:ea typeface="Yu Gothic"/>
                <a:cs typeface="Yu Gothic"/>
              </a:defRPr>
            </a:defPPr>
            <a:lvl1pPr algn="l">
              <a:defRPr sz="1650" b="1">
                <a:solidFill>
                  <a:srgbClr val="182B33"/>
                </a:solidFill>
                <a:latin typeface="Yu Gothic"/>
                <a:ea typeface="Yu Gothic"/>
                <a:cs typeface="Yu Gothic"/>
              </a:defRPr>
            </a:lvl1pPr>
            <a:lvl2pPr algn="l">
              <a:defRPr sz="1650" b="1">
                <a:solidFill>
                  <a:srgbClr val="182B33"/>
                </a:solidFill>
                <a:latin typeface="Yu Gothic"/>
                <a:ea typeface="Yu Gothic"/>
                <a:cs typeface="Yu Gothic"/>
              </a:defRPr>
            </a:lvl2pPr>
            <a:lvl3pPr algn="l">
              <a:defRPr sz="1650" b="1">
                <a:solidFill>
                  <a:srgbClr val="182B33"/>
                </a:solidFill>
                <a:latin typeface="Yu Gothic"/>
                <a:ea typeface="Yu Gothic"/>
                <a:cs typeface="Yu Gothic"/>
              </a:defRPr>
            </a:lvl3pPr>
            <a:lvl4pPr algn="l">
              <a:defRPr sz="1650" b="1">
                <a:solidFill>
                  <a:srgbClr val="182B33"/>
                </a:solidFill>
                <a:latin typeface="Yu Gothic"/>
                <a:ea typeface="Yu Gothic"/>
                <a:cs typeface="Yu Gothic"/>
              </a:defRPr>
            </a:lvl4pPr>
            <a:lvl5pPr algn="l">
              <a:defRPr sz="1650" b="1">
                <a:solidFill>
                  <a:srgbClr val="182B33"/>
                </a:solidFill>
                <a:latin typeface="Yu Gothic"/>
                <a:ea typeface="Yu Gothic"/>
                <a:cs typeface="Yu Gothic"/>
              </a:defRPr>
            </a:lvl5pPr>
            <a:lvl6pPr algn="l">
              <a:defRPr sz="1650" b="1">
                <a:solidFill>
                  <a:srgbClr val="182B33"/>
                </a:solidFill>
                <a:latin typeface="Yu Gothic"/>
                <a:ea typeface="Yu Gothic"/>
                <a:cs typeface="Yu Gothic"/>
              </a:defRPr>
            </a:lvl6pPr>
            <a:lvl7pPr algn="l">
              <a:defRPr sz="1650" b="1">
                <a:solidFill>
                  <a:srgbClr val="182B33"/>
                </a:solidFill>
                <a:latin typeface="Yu Gothic"/>
                <a:ea typeface="Yu Gothic"/>
                <a:cs typeface="Yu Gothic"/>
              </a:defRPr>
            </a:lvl7pPr>
            <a:lvl8pPr algn="l">
              <a:defRPr sz="1650" b="1">
                <a:solidFill>
                  <a:srgbClr val="182B33"/>
                </a:solidFill>
                <a:latin typeface="Yu Gothic"/>
                <a:ea typeface="Yu Gothic"/>
                <a:cs typeface="Yu Gothic"/>
              </a:defRPr>
            </a:lvl8pPr>
            <a:lvl9pPr algn="l">
              <a:defRPr sz="1650" b="1">
                <a:solidFill>
                  <a:srgbClr val="182B33"/>
                </a:solidFill>
                <a:latin typeface="Yu Gothic"/>
                <a:ea typeface="Yu Gothic"/>
                <a:cs typeface="Yu Gothic"/>
              </a:defRPr>
            </a:lvl9pPr>
          </a:lstStyle>
          <a:p xmlns:a="http://schemas.openxmlformats.org/drawingml/2006/main">
            <a:pPr algn="l">
              <a:defRPr sz="1650" b="1">
                <a:solidFill>
                  <a:srgbClr val="182B33"/>
                </a:solidFill>
                <a:latin typeface="Yu Gothic"/>
                <a:ea typeface="Yu Gothic"/>
                <a:cs typeface="Yu Gothic"/>
              </a:defRPr>
            </a:pPr>
            <a:r>
              <a:rPr sz="1650" b="1">
                <a:solidFill>
                  <a:srgbClr val="182B33"/>
                </a:solidFill>
                <a:latin typeface="Yu Gothic"/>
                <a:ea typeface="Yu Gothic"/>
                <a:cs typeface="Yu Gothic"/>
              </a:rPr>
              <a:t>読Ⅰ</a:t>
            </a:r>
          </a:p>
        </p:txBody>
      </p:sp>
      <p:sp>
        <p:nvSpPr>
          <p:cNvPr id="18" name="">
            <a:extLst xmlns:a="http://schemas.openxmlformats.org/drawingml/2006/main">
              <a:ext uri="{FF2B5EF4-FFF2-40B4-BE49-F238E27FC236}">
                <a16:creationId xmlns:a16="http://schemas.microsoft.com/office/drawing/2014/main" id="{55A3CF2A-E977-48AC-905D-89BE40713B4F}"/>
              </a:ext>
            </a:extLst>
          </p:cNvPr>
          <p:cNvSpPr>
            <a:spLocks xmlns:a="http://schemas.openxmlformats.org/drawingml/2006/main" noGrp="1"/>
          </p:cNvSpPr>
          <p:nvPr/>
        </p:nvSpPr>
        <p:spPr>
          <a:xfrm xmlns:a="http://schemas.openxmlformats.org/drawingml/2006/main">
            <a:off x="7332878" y="4120286"/>
            <a:ext cx="114300" cy="114300"/>
          </a:xfrm>
          <a:prstGeom xmlns:a="http://schemas.openxmlformats.org/drawingml/2006/main" prst="ellipse">
            <a:avLst/>
          </a:prstGeom>
          <a:solidFill xmlns:a="http://schemas.openxmlformats.org/drawingml/2006/main">
            <a:srgbClr val="166B68"/>
          </a:solidFill>
          <a:ln xmlns:a="http://schemas.openxmlformats.org/drawingml/2006/main" w="9525">
            <a:solidFill>
              <a:srgbClr val="166B68"/>
            </a:solidFill>
          </a:ln>
        </p:spPr>
      </p:sp>
      <p:sp>
        <p:nvSpPr>
          <p:cNvPr id="19" name="">
            <a:extLst xmlns:a="http://schemas.openxmlformats.org/drawingml/2006/main">
              <a:ext uri="{FF2B5EF4-FFF2-40B4-BE49-F238E27FC236}">
                <a16:creationId xmlns:a16="http://schemas.microsoft.com/office/drawing/2014/main" id="{2C5AEA9F-DE74-4EBC-A3E3-A9AB1F144D86}"/>
              </a:ext>
            </a:extLst>
          </p:cNvPr>
          <p:cNvSpPr>
            <a:spLocks xmlns:a="http://schemas.openxmlformats.org/drawingml/2006/main" noGrp="1"/>
          </p:cNvSpPr>
          <p:nvPr/>
        </p:nvSpPr>
        <p:spPr>
          <a:xfrm xmlns:a="http://schemas.openxmlformats.org/drawingml/2006/main">
            <a:off x="6742328" y="4225061"/>
            <a:ext cx="7048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182B33"/>
                </a:solidFill>
                <a:latin typeface="Yu Gothic"/>
                <a:ea typeface="Yu Gothic"/>
                <a:cs typeface="Yu Gothic"/>
              </a:defRPr>
            </a:defPPr>
            <a:lvl1pPr algn="l">
              <a:defRPr sz="1650" b="1">
                <a:solidFill>
                  <a:srgbClr val="182B33"/>
                </a:solidFill>
                <a:latin typeface="Yu Gothic"/>
                <a:ea typeface="Yu Gothic"/>
                <a:cs typeface="Yu Gothic"/>
              </a:defRPr>
            </a:lvl1pPr>
            <a:lvl2pPr algn="l">
              <a:defRPr sz="1650" b="1">
                <a:solidFill>
                  <a:srgbClr val="182B33"/>
                </a:solidFill>
                <a:latin typeface="Yu Gothic"/>
                <a:ea typeface="Yu Gothic"/>
                <a:cs typeface="Yu Gothic"/>
              </a:defRPr>
            </a:lvl2pPr>
            <a:lvl3pPr algn="l">
              <a:defRPr sz="1650" b="1">
                <a:solidFill>
                  <a:srgbClr val="182B33"/>
                </a:solidFill>
                <a:latin typeface="Yu Gothic"/>
                <a:ea typeface="Yu Gothic"/>
                <a:cs typeface="Yu Gothic"/>
              </a:defRPr>
            </a:lvl3pPr>
            <a:lvl4pPr algn="l">
              <a:defRPr sz="1650" b="1">
                <a:solidFill>
                  <a:srgbClr val="182B33"/>
                </a:solidFill>
                <a:latin typeface="Yu Gothic"/>
                <a:ea typeface="Yu Gothic"/>
                <a:cs typeface="Yu Gothic"/>
              </a:defRPr>
            </a:lvl4pPr>
            <a:lvl5pPr algn="l">
              <a:defRPr sz="1650" b="1">
                <a:solidFill>
                  <a:srgbClr val="182B33"/>
                </a:solidFill>
                <a:latin typeface="Yu Gothic"/>
                <a:ea typeface="Yu Gothic"/>
                <a:cs typeface="Yu Gothic"/>
              </a:defRPr>
            </a:lvl5pPr>
            <a:lvl6pPr algn="l">
              <a:defRPr sz="1650" b="1">
                <a:solidFill>
                  <a:srgbClr val="182B33"/>
                </a:solidFill>
                <a:latin typeface="Yu Gothic"/>
                <a:ea typeface="Yu Gothic"/>
                <a:cs typeface="Yu Gothic"/>
              </a:defRPr>
            </a:lvl6pPr>
            <a:lvl7pPr algn="l">
              <a:defRPr sz="1650" b="1">
                <a:solidFill>
                  <a:srgbClr val="182B33"/>
                </a:solidFill>
                <a:latin typeface="Yu Gothic"/>
                <a:ea typeface="Yu Gothic"/>
                <a:cs typeface="Yu Gothic"/>
              </a:defRPr>
            </a:lvl7pPr>
            <a:lvl8pPr algn="l">
              <a:defRPr sz="1650" b="1">
                <a:solidFill>
                  <a:srgbClr val="182B33"/>
                </a:solidFill>
                <a:latin typeface="Yu Gothic"/>
                <a:ea typeface="Yu Gothic"/>
                <a:cs typeface="Yu Gothic"/>
              </a:defRPr>
            </a:lvl8pPr>
            <a:lvl9pPr algn="l">
              <a:defRPr sz="1650" b="1">
                <a:solidFill>
                  <a:srgbClr val="182B33"/>
                </a:solidFill>
                <a:latin typeface="Yu Gothic"/>
                <a:ea typeface="Yu Gothic"/>
                <a:cs typeface="Yu Gothic"/>
              </a:defRPr>
            </a:lvl9pPr>
          </a:lstStyle>
          <a:p xmlns:a="http://schemas.openxmlformats.org/drawingml/2006/main">
            <a:pPr algn="l">
              <a:defRPr sz="1650" b="1">
                <a:solidFill>
                  <a:srgbClr val="182B33"/>
                </a:solidFill>
                <a:latin typeface="Yu Gothic"/>
                <a:ea typeface="Yu Gothic"/>
                <a:cs typeface="Yu Gothic"/>
              </a:defRPr>
            </a:pPr>
            <a:r>
              <a:rPr sz="1650" b="1">
                <a:solidFill>
                  <a:srgbClr val="182B33"/>
                </a:solidFill>
                <a:latin typeface="Yu Gothic"/>
                <a:ea typeface="Yu Gothic"/>
                <a:cs typeface="Yu Gothic"/>
              </a:rPr>
              <a:t>読Ⅱ</a:t>
            </a:r>
          </a:p>
        </p:txBody>
      </p:sp>
      <p:sp>
        <p:nvSpPr>
          <p:cNvPr id="20" name="">
            <a:extLst xmlns:a="http://schemas.openxmlformats.org/drawingml/2006/main">
              <a:ext uri="{FF2B5EF4-FFF2-40B4-BE49-F238E27FC236}">
                <a16:creationId xmlns:a16="http://schemas.microsoft.com/office/drawing/2014/main" id="{A6FD131A-4038-414B-8C93-03074FD611CB}"/>
              </a:ext>
            </a:extLst>
          </p:cNvPr>
          <p:cNvSpPr>
            <a:spLocks xmlns:a="http://schemas.openxmlformats.org/drawingml/2006/main" noGrp="1"/>
          </p:cNvSpPr>
          <p:nvPr/>
        </p:nvSpPr>
        <p:spPr>
          <a:xfrm xmlns:a="http://schemas.openxmlformats.org/drawingml/2006/main">
            <a:off x="7312343" y="2373630"/>
            <a:ext cx="1324927" cy="1508760"/>
          </a:xfrm>
          <a:custGeom xmlns:a="http://schemas.openxmlformats.org/drawingml/2006/main">
            <a:pathLst>
              <a:path w="1324927" h="1508760">
                <a:moveTo>
                  <a:pt x="1324927" y="1508760"/>
                </a:moveTo>
                <a:lnTo>
                  <a:pt x="0" y="0"/>
                </a:lnTo>
              </a:path>
            </a:pathLst>
          </a:custGeom>
          <a:noFill xmlns:a="http://schemas.openxmlformats.org/drawingml/2006/main"/>
          <a:ln xmlns:a="http://schemas.openxmlformats.org/drawingml/2006/main" w="19050">
            <a:solidFill>
              <a:srgbClr val="166B68"/>
            </a:solidFill>
            <a:prstDash val="solid"/>
          </a:ln>
        </p:spPr>
      </p:sp>
      <p:sp>
        <p:nvSpPr>
          <p:cNvPr id="21" name="">
            <a:extLst xmlns:a="http://schemas.openxmlformats.org/drawingml/2006/main">
              <a:ext uri="{FF2B5EF4-FFF2-40B4-BE49-F238E27FC236}">
                <a16:creationId xmlns:a16="http://schemas.microsoft.com/office/drawing/2014/main" id="{AFEEC77A-45F0-41C5-BE14-3E87851521B6}"/>
              </a:ext>
            </a:extLst>
          </p:cNvPr>
          <p:cNvSpPr>
            <a:spLocks xmlns:a="http://schemas.openxmlformats.org/drawingml/2006/main" noGrp="1"/>
          </p:cNvSpPr>
          <p:nvPr/>
        </p:nvSpPr>
        <p:spPr>
          <a:xfrm xmlns:a="http://schemas.openxmlformats.org/drawingml/2006/main">
            <a:off x="6344126" y="2038350"/>
            <a:ext cx="1273969"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166B68"/>
                </a:solidFill>
                <a:latin typeface="Yu Gothic"/>
                <a:ea typeface="Yu Gothic"/>
                <a:cs typeface="Yu Gothic"/>
              </a:defRPr>
            </a:defPPr>
            <a:lvl1pPr algn="l">
              <a:defRPr sz="1650" b="1">
                <a:solidFill>
                  <a:srgbClr val="166B68"/>
                </a:solidFill>
                <a:latin typeface="Yu Gothic"/>
                <a:ea typeface="Yu Gothic"/>
                <a:cs typeface="Yu Gothic"/>
              </a:defRPr>
            </a:lvl1pPr>
            <a:lvl2pPr algn="l">
              <a:defRPr sz="1650" b="1">
                <a:solidFill>
                  <a:srgbClr val="166B68"/>
                </a:solidFill>
                <a:latin typeface="Yu Gothic"/>
                <a:ea typeface="Yu Gothic"/>
                <a:cs typeface="Yu Gothic"/>
              </a:defRPr>
            </a:lvl2pPr>
            <a:lvl3pPr algn="l">
              <a:defRPr sz="1650" b="1">
                <a:solidFill>
                  <a:srgbClr val="166B68"/>
                </a:solidFill>
                <a:latin typeface="Yu Gothic"/>
                <a:ea typeface="Yu Gothic"/>
                <a:cs typeface="Yu Gothic"/>
              </a:defRPr>
            </a:lvl3pPr>
            <a:lvl4pPr algn="l">
              <a:defRPr sz="1650" b="1">
                <a:solidFill>
                  <a:srgbClr val="166B68"/>
                </a:solidFill>
                <a:latin typeface="Yu Gothic"/>
                <a:ea typeface="Yu Gothic"/>
                <a:cs typeface="Yu Gothic"/>
              </a:defRPr>
            </a:lvl4pPr>
            <a:lvl5pPr algn="l">
              <a:defRPr sz="1650" b="1">
                <a:solidFill>
                  <a:srgbClr val="166B68"/>
                </a:solidFill>
                <a:latin typeface="Yu Gothic"/>
                <a:ea typeface="Yu Gothic"/>
                <a:cs typeface="Yu Gothic"/>
              </a:defRPr>
            </a:lvl5pPr>
            <a:lvl6pPr algn="l">
              <a:defRPr sz="1650" b="1">
                <a:solidFill>
                  <a:srgbClr val="166B68"/>
                </a:solidFill>
                <a:latin typeface="Yu Gothic"/>
                <a:ea typeface="Yu Gothic"/>
                <a:cs typeface="Yu Gothic"/>
              </a:defRPr>
            </a:lvl6pPr>
            <a:lvl7pPr algn="l">
              <a:defRPr sz="1650" b="1">
                <a:solidFill>
                  <a:srgbClr val="166B68"/>
                </a:solidFill>
                <a:latin typeface="Yu Gothic"/>
                <a:ea typeface="Yu Gothic"/>
                <a:cs typeface="Yu Gothic"/>
              </a:defRPr>
            </a:lvl7pPr>
            <a:lvl8pPr algn="l">
              <a:defRPr sz="1650" b="1">
                <a:solidFill>
                  <a:srgbClr val="166B68"/>
                </a:solidFill>
                <a:latin typeface="Yu Gothic"/>
                <a:ea typeface="Yu Gothic"/>
                <a:cs typeface="Yu Gothic"/>
              </a:defRPr>
            </a:lvl8pPr>
            <a:lvl9pPr algn="l">
              <a:defRPr sz="1650" b="1">
                <a:solidFill>
                  <a:srgbClr val="166B68"/>
                </a:solidFill>
                <a:latin typeface="Yu Gothic"/>
                <a:ea typeface="Yu Gothic"/>
                <a:cs typeface="Yu Gothic"/>
              </a:defRPr>
            </a:lvl9pPr>
          </a:lstStyle>
          <a:p xmlns:a="http://schemas.openxmlformats.org/drawingml/2006/main">
            <a:pPr algn="l">
              <a:defRPr sz="1650" b="1">
                <a:solidFill>
                  <a:srgbClr val="166B68"/>
                </a:solidFill>
                <a:latin typeface="Yu Gothic"/>
                <a:ea typeface="Yu Gothic"/>
                <a:cs typeface="Yu Gothic"/>
              </a:defRPr>
            </a:pPr>
            <a:r>
              <a:rPr sz="1650" b="1">
                <a:solidFill>
                  <a:srgbClr val="166B68"/>
                </a:solidFill>
                <a:latin typeface="Yu Gothic"/>
                <a:ea typeface="Yu Gothic"/>
                <a:cs typeface="Yu Gothic"/>
              </a:rPr>
              <a:t>目盛円中心</a:t>
            </a:r>
          </a:p>
        </p:txBody>
      </p:sp>
      <p:sp>
        <p:nvSpPr>
          <p:cNvPr id="22" name="">
            <a:extLst xmlns:a="http://schemas.openxmlformats.org/drawingml/2006/main">
              <a:ext uri="{FF2B5EF4-FFF2-40B4-BE49-F238E27FC236}">
                <a16:creationId xmlns:a16="http://schemas.microsoft.com/office/drawing/2014/main" id="{92E8D181-51BC-4FA2-847E-F5C08EB3255A}"/>
              </a:ext>
            </a:extLst>
          </p:cNvPr>
          <p:cNvSpPr>
            <a:spLocks xmlns:a="http://schemas.openxmlformats.org/drawingml/2006/main" noGrp="1"/>
          </p:cNvSpPr>
          <p:nvPr/>
        </p:nvSpPr>
        <p:spPr>
          <a:xfrm xmlns:a="http://schemas.openxmlformats.org/drawingml/2006/main">
            <a:off x="9095899" y="2205990"/>
            <a:ext cx="1019175" cy="1383030"/>
          </a:xfrm>
          <a:custGeom xmlns:a="http://schemas.openxmlformats.org/drawingml/2006/main">
            <a:pathLst>
              <a:path w="1019175" h="1383030">
                <a:moveTo>
                  <a:pt x="0" y="1383030"/>
                </a:moveTo>
                <a:lnTo>
                  <a:pt x="1019175" y="0"/>
                </a:lnTo>
              </a:path>
            </a:pathLst>
          </a:custGeom>
          <a:noFill xmlns:a="http://schemas.openxmlformats.org/drawingml/2006/main"/>
          <a:ln xmlns:a="http://schemas.openxmlformats.org/drawingml/2006/main" w="19050">
            <a:solidFill>
              <a:srgbClr val="A94737"/>
            </a:solidFill>
            <a:prstDash val="solid"/>
          </a:ln>
        </p:spPr>
      </p:sp>
      <p:sp>
        <p:nvSpPr>
          <p:cNvPr id="23" name="">
            <a:extLst xmlns:a="http://schemas.openxmlformats.org/drawingml/2006/main">
              <a:ext uri="{FF2B5EF4-FFF2-40B4-BE49-F238E27FC236}">
                <a16:creationId xmlns:a16="http://schemas.microsoft.com/office/drawing/2014/main" id="{7628021C-1DE9-4D7B-8AA9-F625B9985781}"/>
              </a:ext>
            </a:extLst>
          </p:cNvPr>
          <p:cNvSpPr>
            <a:spLocks xmlns:a="http://schemas.openxmlformats.org/drawingml/2006/main" noGrp="1"/>
          </p:cNvSpPr>
          <p:nvPr/>
        </p:nvSpPr>
        <p:spPr>
          <a:xfrm xmlns:a="http://schemas.openxmlformats.org/drawingml/2006/main">
            <a:off x="10064115" y="1870710"/>
            <a:ext cx="1121093"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A94737"/>
                </a:solidFill>
                <a:latin typeface="Yu Gothic"/>
                <a:ea typeface="Yu Gothic"/>
                <a:cs typeface="Yu Gothic"/>
              </a:defRPr>
            </a:defPPr>
            <a:lvl1pPr algn="l">
              <a:defRPr sz="1650" b="1">
                <a:solidFill>
                  <a:srgbClr val="A94737"/>
                </a:solidFill>
                <a:latin typeface="Yu Gothic"/>
                <a:ea typeface="Yu Gothic"/>
                <a:cs typeface="Yu Gothic"/>
              </a:defRPr>
            </a:lvl1pPr>
            <a:lvl2pPr algn="l">
              <a:defRPr sz="1650" b="1">
                <a:solidFill>
                  <a:srgbClr val="A94737"/>
                </a:solidFill>
                <a:latin typeface="Yu Gothic"/>
                <a:ea typeface="Yu Gothic"/>
                <a:cs typeface="Yu Gothic"/>
              </a:defRPr>
            </a:lvl2pPr>
            <a:lvl3pPr algn="l">
              <a:defRPr sz="1650" b="1">
                <a:solidFill>
                  <a:srgbClr val="A94737"/>
                </a:solidFill>
                <a:latin typeface="Yu Gothic"/>
                <a:ea typeface="Yu Gothic"/>
                <a:cs typeface="Yu Gothic"/>
              </a:defRPr>
            </a:lvl3pPr>
            <a:lvl4pPr algn="l">
              <a:defRPr sz="1650" b="1">
                <a:solidFill>
                  <a:srgbClr val="A94737"/>
                </a:solidFill>
                <a:latin typeface="Yu Gothic"/>
                <a:ea typeface="Yu Gothic"/>
                <a:cs typeface="Yu Gothic"/>
              </a:defRPr>
            </a:lvl4pPr>
            <a:lvl5pPr algn="l">
              <a:defRPr sz="1650" b="1">
                <a:solidFill>
                  <a:srgbClr val="A94737"/>
                </a:solidFill>
                <a:latin typeface="Yu Gothic"/>
                <a:ea typeface="Yu Gothic"/>
                <a:cs typeface="Yu Gothic"/>
              </a:defRPr>
            </a:lvl5pPr>
            <a:lvl6pPr algn="l">
              <a:defRPr sz="1650" b="1">
                <a:solidFill>
                  <a:srgbClr val="A94737"/>
                </a:solidFill>
                <a:latin typeface="Yu Gothic"/>
                <a:ea typeface="Yu Gothic"/>
                <a:cs typeface="Yu Gothic"/>
              </a:defRPr>
            </a:lvl6pPr>
            <a:lvl7pPr algn="l">
              <a:defRPr sz="1650" b="1">
                <a:solidFill>
                  <a:srgbClr val="A94737"/>
                </a:solidFill>
                <a:latin typeface="Yu Gothic"/>
                <a:ea typeface="Yu Gothic"/>
                <a:cs typeface="Yu Gothic"/>
              </a:defRPr>
            </a:lvl7pPr>
            <a:lvl8pPr algn="l">
              <a:defRPr sz="1650" b="1">
                <a:solidFill>
                  <a:srgbClr val="A94737"/>
                </a:solidFill>
                <a:latin typeface="Yu Gothic"/>
                <a:ea typeface="Yu Gothic"/>
                <a:cs typeface="Yu Gothic"/>
              </a:defRPr>
            </a:lvl8pPr>
            <a:lvl9pPr algn="l">
              <a:defRPr sz="1650" b="1">
                <a:solidFill>
                  <a:srgbClr val="A94737"/>
                </a:solidFill>
                <a:latin typeface="Yu Gothic"/>
                <a:ea typeface="Yu Gothic"/>
                <a:cs typeface="Yu Gothic"/>
              </a:defRPr>
            </a:lvl9pPr>
          </a:lstStyle>
          <a:p xmlns:a="http://schemas.openxmlformats.org/drawingml/2006/main">
            <a:pPr algn="l">
              <a:defRPr sz="1650" b="1">
                <a:solidFill>
                  <a:srgbClr val="A94737"/>
                </a:solidFill>
                <a:latin typeface="Yu Gothic"/>
                <a:ea typeface="Yu Gothic"/>
                <a:cs typeface="Yu Gothic"/>
              </a:defRPr>
            </a:pPr>
            <a:r>
              <a:rPr sz="1650" b="1">
                <a:solidFill>
                  <a:srgbClr val="A94737"/>
                </a:solidFill>
                <a:latin typeface="Yu Gothic"/>
                <a:ea typeface="Yu Gothic"/>
                <a:cs typeface="Yu Gothic"/>
              </a:rPr>
              <a:t>回転中心</a:t>
            </a:r>
          </a:p>
        </p:txBody>
      </p:sp>
      <p:sp>
        <p:nvSpPr>
          <p:cNvPr id="24" name="">
            <a:extLst xmlns:a="http://schemas.openxmlformats.org/drawingml/2006/main">
              <a:ext uri="{FF2B5EF4-FFF2-40B4-BE49-F238E27FC236}">
                <a16:creationId xmlns:a16="http://schemas.microsoft.com/office/drawing/2014/main" id="{FE404A0E-61BE-424B-AF5D-B1F329D4FDC4}"/>
              </a:ext>
            </a:extLst>
          </p:cNvPr>
          <p:cNvSpPr>
            <a:spLocks xmlns:a="http://schemas.openxmlformats.org/drawingml/2006/main" noGrp="1"/>
          </p:cNvSpPr>
          <p:nvPr/>
        </p:nvSpPr>
        <p:spPr>
          <a:xfrm xmlns:a="http://schemas.openxmlformats.org/drawingml/2006/main">
            <a:off x="6238875" y="5534025"/>
            <a:ext cx="5000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1">
                <a:solidFill>
                  <a:srgbClr val="52616A"/>
                </a:solidFill>
                <a:latin typeface="Yu Gothic"/>
                <a:ea typeface="Yu Gothic"/>
                <a:cs typeface="Yu Gothic"/>
              </a:defRPr>
            </a:defPPr>
            <a:lvl1pPr algn="ctr">
              <a:defRPr sz="1650" b="1">
                <a:solidFill>
                  <a:srgbClr val="52616A"/>
                </a:solidFill>
                <a:latin typeface="Yu Gothic"/>
                <a:ea typeface="Yu Gothic"/>
                <a:cs typeface="Yu Gothic"/>
              </a:defRPr>
            </a:lvl1pPr>
            <a:lvl2pPr algn="ctr">
              <a:defRPr sz="1650" b="1">
                <a:solidFill>
                  <a:srgbClr val="52616A"/>
                </a:solidFill>
                <a:latin typeface="Yu Gothic"/>
                <a:ea typeface="Yu Gothic"/>
                <a:cs typeface="Yu Gothic"/>
              </a:defRPr>
            </a:lvl2pPr>
            <a:lvl3pPr algn="ctr">
              <a:defRPr sz="1650" b="1">
                <a:solidFill>
                  <a:srgbClr val="52616A"/>
                </a:solidFill>
                <a:latin typeface="Yu Gothic"/>
                <a:ea typeface="Yu Gothic"/>
                <a:cs typeface="Yu Gothic"/>
              </a:defRPr>
            </a:lvl3pPr>
            <a:lvl4pPr algn="ctr">
              <a:defRPr sz="1650" b="1">
                <a:solidFill>
                  <a:srgbClr val="52616A"/>
                </a:solidFill>
                <a:latin typeface="Yu Gothic"/>
                <a:ea typeface="Yu Gothic"/>
                <a:cs typeface="Yu Gothic"/>
              </a:defRPr>
            </a:lvl4pPr>
            <a:lvl5pPr algn="ctr">
              <a:defRPr sz="1650" b="1">
                <a:solidFill>
                  <a:srgbClr val="52616A"/>
                </a:solidFill>
                <a:latin typeface="Yu Gothic"/>
                <a:ea typeface="Yu Gothic"/>
                <a:cs typeface="Yu Gothic"/>
              </a:defRPr>
            </a:lvl5pPr>
            <a:lvl6pPr algn="ctr">
              <a:defRPr sz="1650" b="1">
                <a:solidFill>
                  <a:srgbClr val="52616A"/>
                </a:solidFill>
                <a:latin typeface="Yu Gothic"/>
                <a:ea typeface="Yu Gothic"/>
                <a:cs typeface="Yu Gothic"/>
              </a:defRPr>
            </a:lvl6pPr>
            <a:lvl7pPr algn="ctr">
              <a:defRPr sz="1650" b="1">
                <a:solidFill>
                  <a:srgbClr val="52616A"/>
                </a:solidFill>
                <a:latin typeface="Yu Gothic"/>
                <a:ea typeface="Yu Gothic"/>
                <a:cs typeface="Yu Gothic"/>
              </a:defRPr>
            </a:lvl7pPr>
            <a:lvl8pPr algn="ctr">
              <a:defRPr sz="1650" b="1">
                <a:solidFill>
                  <a:srgbClr val="52616A"/>
                </a:solidFill>
                <a:latin typeface="Yu Gothic"/>
                <a:ea typeface="Yu Gothic"/>
                <a:cs typeface="Yu Gothic"/>
              </a:defRPr>
            </a:lvl8pPr>
            <a:lvl9pPr algn="ctr">
              <a:defRPr sz="1650" b="1">
                <a:solidFill>
                  <a:srgbClr val="52616A"/>
                </a:solidFill>
                <a:latin typeface="Yu Gothic"/>
                <a:ea typeface="Yu Gothic"/>
                <a:cs typeface="Yu Gothic"/>
              </a:defRPr>
            </a:lvl9pPr>
          </a:lstStyle>
          <a:p xmlns:a="http://schemas.openxmlformats.org/drawingml/2006/main">
            <a:pPr algn="ctr">
              <a:defRPr sz="1650" b="1">
                <a:solidFill>
                  <a:srgbClr val="52616A"/>
                </a:solidFill>
                <a:latin typeface="Yu Gothic"/>
                <a:ea typeface="Yu Gothic"/>
                <a:cs typeface="Yu Gothic"/>
              </a:defRPr>
            </a:pPr>
            <a:r>
              <a:rPr sz="1650" b="1">
                <a:solidFill>
                  <a:srgbClr val="52616A"/>
                </a:solidFill>
                <a:latin typeface="Yu Gothic"/>
                <a:ea typeface="Yu Gothic"/>
                <a:cs typeface="Yu Gothic"/>
              </a:rPr>
              <a:t>読Ⅰ と 読Ⅱ は180°対向読み</a:t>
            </a:r>
          </a:p>
        </p:txBody>
      </p:sp>
    </p:spTree>
    <p:extLst>
      <p:ext uri="{BB962C8B-B14F-4D97-AF65-F5344CB8AC3E}">
        <p14:creationId xmlns:p14="http://schemas.microsoft.com/office/powerpoint/2010/main" val="2138920180"/>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D2CD9566-06C1-474E-B8AC-74CD8AFF3131}"/>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14D32D34-1EB8-408A-9056-47435C867223}"/>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器械誤差</a:t>
            </a:r>
          </a:p>
        </p:txBody>
      </p:sp>
      <p:sp>
        <p:nvSpPr>
          <p:cNvPr id="3" name="">
            <a:extLst xmlns:a="http://schemas.openxmlformats.org/drawingml/2006/main">
              <a:ext uri="{FF2B5EF4-FFF2-40B4-BE49-F238E27FC236}">
                <a16:creationId xmlns:a16="http://schemas.microsoft.com/office/drawing/2014/main" id="{677F52DB-B7B4-4F49-9039-D328702D4539}"/>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円の別の部分を使い、分画誤差を分散する</a:t>
            </a:r>
          </a:p>
        </p:txBody>
      </p:sp>
      <p:sp>
        <p:nvSpPr>
          <p:cNvPr id="4" name="">
            <a:extLst xmlns:a="http://schemas.openxmlformats.org/drawingml/2006/main">
              <a:ext uri="{FF2B5EF4-FFF2-40B4-BE49-F238E27FC236}">
                <a16:creationId xmlns:a16="http://schemas.microsoft.com/office/drawing/2014/main" id="{1912CDC0-B8F7-4DE9-9C7B-CE211BF2D385}"/>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8DF9A57D-6B05-4F11-B294-97E8864A3193}"/>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20</a:t>
            </a:r>
          </a:p>
        </p:txBody>
      </p:sp>
      <p:sp>
        <p:nvSpPr>
          <p:cNvPr id="6" name="">
            <a:extLst xmlns:a="http://schemas.openxmlformats.org/drawingml/2006/main">
              <a:ext uri="{FF2B5EF4-FFF2-40B4-BE49-F238E27FC236}">
                <a16:creationId xmlns:a16="http://schemas.microsoft.com/office/drawing/2014/main" id="{06898468-1402-42C3-A851-B3B01EFECC45}"/>
              </a:ext>
            </a:extLst>
          </p:cNvPr>
          <p:cNvSpPr>
            <a:spLocks xmlns:a="http://schemas.openxmlformats.org/drawingml/2006/main" noGrp="1"/>
          </p:cNvSpPr>
          <p:nvPr/>
        </p:nvSpPr>
        <p:spPr>
          <a:xfrm xmlns:a="http://schemas.openxmlformats.org/drawingml/2006/main">
            <a:off x="723900" y="1562100"/>
            <a:ext cx="5286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325" b="1">
                <a:solidFill>
                  <a:srgbClr val="52616A"/>
                </a:solidFill>
                <a:latin typeface="Yu Gothic"/>
                <a:ea typeface="Yu Gothic"/>
                <a:cs typeface="Yu Gothic"/>
              </a:defRPr>
            </a:defPPr>
            <a:lvl1pPr algn="l">
              <a:defRPr sz="2325" b="1">
                <a:solidFill>
                  <a:srgbClr val="52616A"/>
                </a:solidFill>
                <a:latin typeface="Yu Gothic"/>
                <a:ea typeface="Yu Gothic"/>
                <a:cs typeface="Yu Gothic"/>
              </a:defRPr>
            </a:lvl1pPr>
            <a:lvl2pPr algn="l">
              <a:defRPr sz="2325" b="1">
                <a:solidFill>
                  <a:srgbClr val="52616A"/>
                </a:solidFill>
                <a:latin typeface="Yu Gothic"/>
                <a:ea typeface="Yu Gothic"/>
                <a:cs typeface="Yu Gothic"/>
              </a:defRPr>
            </a:lvl2pPr>
            <a:lvl3pPr algn="l">
              <a:defRPr sz="2325" b="1">
                <a:solidFill>
                  <a:srgbClr val="52616A"/>
                </a:solidFill>
                <a:latin typeface="Yu Gothic"/>
                <a:ea typeface="Yu Gothic"/>
                <a:cs typeface="Yu Gothic"/>
              </a:defRPr>
            </a:lvl3pPr>
            <a:lvl4pPr algn="l">
              <a:defRPr sz="2325" b="1">
                <a:solidFill>
                  <a:srgbClr val="52616A"/>
                </a:solidFill>
                <a:latin typeface="Yu Gothic"/>
                <a:ea typeface="Yu Gothic"/>
                <a:cs typeface="Yu Gothic"/>
              </a:defRPr>
            </a:lvl4pPr>
            <a:lvl5pPr algn="l">
              <a:defRPr sz="2325" b="1">
                <a:solidFill>
                  <a:srgbClr val="52616A"/>
                </a:solidFill>
                <a:latin typeface="Yu Gothic"/>
                <a:ea typeface="Yu Gothic"/>
                <a:cs typeface="Yu Gothic"/>
              </a:defRPr>
            </a:lvl5pPr>
            <a:lvl6pPr algn="l">
              <a:defRPr sz="2325" b="1">
                <a:solidFill>
                  <a:srgbClr val="52616A"/>
                </a:solidFill>
                <a:latin typeface="Yu Gothic"/>
                <a:ea typeface="Yu Gothic"/>
                <a:cs typeface="Yu Gothic"/>
              </a:defRPr>
            </a:lvl6pPr>
            <a:lvl7pPr algn="l">
              <a:defRPr sz="2325" b="1">
                <a:solidFill>
                  <a:srgbClr val="52616A"/>
                </a:solidFill>
                <a:latin typeface="Yu Gothic"/>
                <a:ea typeface="Yu Gothic"/>
                <a:cs typeface="Yu Gothic"/>
              </a:defRPr>
            </a:lvl7pPr>
            <a:lvl8pPr algn="l">
              <a:defRPr sz="2325" b="1">
                <a:solidFill>
                  <a:srgbClr val="52616A"/>
                </a:solidFill>
                <a:latin typeface="Yu Gothic"/>
                <a:ea typeface="Yu Gothic"/>
                <a:cs typeface="Yu Gothic"/>
              </a:defRPr>
            </a:lvl8pPr>
            <a:lvl9pPr algn="l">
              <a:defRPr sz="2325" b="1">
                <a:solidFill>
                  <a:srgbClr val="52616A"/>
                </a:solidFill>
                <a:latin typeface="Yu Gothic"/>
                <a:ea typeface="Yu Gothic"/>
                <a:cs typeface="Yu Gothic"/>
              </a:defRPr>
            </a:lvl9pPr>
          </a:lstStyle>
          <a:p xmlns:a="http://schemas.openxmlformats.org/drawingml/2006/main">
            <a:pPr algn="l">
              <a:defRPr sz="2325" b="1">
                <a:solidFill>
                  <a:srgbClr val="52616A"/>
                </a:solidFill>
                <a:latin typeface="Yu Gothic"/>
                <a:ea typeface="Yu Gothic"/>
                <a:cs typeface="Yu Gothic"/>
              </a:defRPr>
            </a:pPr>
            <a:r>
              <a:rPr sz="2325" b="1">
                <a:solidFill>
                  <a:srgbClr val="52616A"/>
                </a:solidFill>
                <a:latin typeface="Yu Gothic"/>
                <a:ea typeface="Yu Gothic"/>
                <a:cs typeface="Yu Gothic"/>
              </a:rPr>
              <a:t>目標は同じ。円の異なる部分を使って測る</a:t>
            </a:r>
          </a:p>
        </p:txBody>
      </p:sp>
      <p:sp>
        <p:nvSpPr>
          <p:cNvPr id="7" name="">
            <a:extLst xmlns:a="http://schemas.openxmlformats.org/drawingml/2006/main">
              <a:ext uri="{FF2B5EF4-FFF2-40B4-BE49-F238E27FC236}">
                <a16:creationId xmlns:a16="http://schemas.microsoft.com/office/drawing/2014/main" id="{99AF2E63-3F57-4C72-B5D0-1BA62942CF02}"/>
              </a:ext>
            </a:extLst>
          </p:cNvPr>
          <p:cNvSpPr>
            <a:spLocks xmlns:a="http://schemas.openxmlformats.org/drawingml/2006/main" noGrp="1"/>
          </p:cNvSpPr>
          <p:nvPr/>
        </p:nvSpPr>
        <p:spPr>
          <a:xfrm xmlns:a="http://schemas.openxmlformats.org/drawingml/2006/main">
            <a:off x="723900" y="2428875"/>
            <a:ext cx="228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425" b="1">
                <a:solidFill>
                  <a:srgbClr val="166B68"/>
                </a:solidFill>
                <a:latin typeface="Yu Gothic"/>
                <a:ea typeface="Yu Gothic"/>
                <a:cs typeface="Yu Gothic"/>
              </a:defRPr>
            </a:defPPr>
            <a:lvl1pPr algn="ctr">
              <a:defRPr sz="1425" b="1">
                <a:solidFill>
                  <a:srgbClr val="166B68"/>
                </a:solidFill>
                <a:latin typeface="Yu Gothic"/>
                <a:ea typeface="Yu Gothic"/>
                <a:cs typeface="Yu Gothic"/>
              </a:defRPr>
            </a:lvl1pPr>
            <a:lvl2pPr algn="ctr">
              <a:defRPr sz="1425" b="1">
                <a:solidFill>
                  <a:srgbClr val="166B68"/>
                </a:solidFill>
                <a:latin typeface="Yu Gothic"/>
                <a:ea typeface="Yu Gothic"/>
                <a:cs typeface="Yu Gothic"/>
              </a:defRPr>
            </a:lvl2pPr>
            <a:lvl3pPr algn="ctr">
              <a:defRPr sz="1425" b="1">
                <a:solidFill>
                  <a:srgbClr val="166B68"/>
                </a:solidFill>
                <a:latin typeface="Yu Gothic"/>
                <a:ea typeface="Yu Gothic"/>
                <a:cs typeface="Yu Gothic"/>
              </a:defRPr>
            </a:lvl3pPr>
            <a:lvl4pPr algn="ctr">
              <a:defRPr sz="1425" b="1">
                <a:solidFill>
                  <a:srgbClr val="166B68"/>
                </a:solidFill>
                <a:latin typeface="Yu Gothic"/>
                <a:ea typeface="Yu Gothic"/>
                <a:cs typeface="Yu Gothic"/>
              </a:defRPr>
            </a:lvl4pPr>
            <a:lvl5pPr algn="ctr">
              <a:defRPr sz="1425" b="1">
                <a:solidFill>
                  <a:srgbClr val="166B68"/>
                </a:solidFill>
                <a:latin typeface="Yu Gothic"/>
                <a:ea typeface="Yu Gothic"/>
                <a:cs typeface="Yu Gothic"/>
              </a:defRPr>
            </a:lvl5pPr>
            <a:lvl6pPr algn="ctr">
              <a:defRPr sz="1425" b="1">
                <a:solidFill>
                  <a:srgbClr val="166B68"/>
                </a:solidFill>
                <a:latin typeface="Yu Gothic"/>
                <a:ea typeface="Yu Gothic"/>
                <a:cs typeface="Yu Gothic"/>
              </a:defRPr>
            </a:lvl6pPr>
            <a:lvl7pPr algn="ctr">
              <a:defRPr sz="1425" b="1">
                <a:solidFill>
                  <a:srgbClr val="166B68"/>
                </a:solidFill>
                <a:latin typeface="Yu Gothic"/>
                <a:ea typeface="Yu Gothic"/>
                <a:cs typeface="Yu Gothic"/>
              </a:defRPr>
            </a:lvl7pPr>
            <a:lvl8pPr algn="ctr">
              <a:defRPr sz="1425" b="1">
                <a:solidFill>
                  <a:srgbClr val="166B68"/>
                </a:solidFill>
                <a:latin typeface="Yu Gothic"/>
                <a:ea typeface="Yu Gothic"/>
                <a:cs typeface="Yu Gothic"/>
              </a:defRPr>
            </a:lvl8pPr>
            <a:lvl9pPr algn="ctr">
              <a:defRPr sz="1425" b="1">
                <a:solidFill>
                  <a:srgbClr val="166B68"/>
                </a:solidFill>
                <a:latin typeface="Yu Gothic"/>
                <a:ea typeface="Yu Gothic"/>
                <a:cs typeface="Yu Gothic"/>
              </a:defRPr>
            </a:lvl9pPr>
          </a:lstStyle>
          <a:p xmlns:a="http://schemas.openxmlformats.org/drawingml/2006/main">
            <a:pPr algn="ctr">
              <a:defRPr sz="1425" b="1">
                <a:solidFill>
                  <a:srgbClr val="166B68"/>
                </a:solidFill>
                <a:latin typeface="Yu Gothic"/>
                <a:ea typeface="Yu Gothic"/>
                <a:cs typeface="Yu Gothic"/>
              </a:defRPr>
            </a:pPr>
            <a:r>
              <a:rPr sz="1425" b="1">
                <a:solidFill>
                  <a:srgbClr val="166B68"/>
                </a:solidFill>
                <a:latin typeface="Yu Gothic"/>
                <a:ea typeface="Yu Gothic"/>
                <a:cs typeface="Yu Gothic"/>
              </a:rPr>
              <a:t>●</a:t>
            </a:r>
          </a:p>
        </p:txBody>
      </p:sp>
      <p:sp>
        <p:nvSpPr>
          <p:cNvPr id="8" name="">
            <a:extLst xmlns:a="http://schemas.openxmlformats.org/drawingml/2006/main">
              <a:ext uri="{FF2B5EF4-FFF2-40B4-BE49-F238E27FC236}">
                <a16:creationId xmlns:a16="http://schemas.microsoft.com/office/drawing/2014/main" id="{04413993-3D25-4EC9-90B2-B6C24314D808}"/>
              </a:ext>
            </a:extLst>
          </p:cNvPr>
          <p:cNvSpPr>
            <a:spLocks xmlns:a="http://schemas.openxmlformats.org/drawingml/2006/main" noGrp="1"/>
          </p:cNvSpPr>
          <p:nvPr/>
        </p:nvSpPr>
        <p:spPr>
          <a:xfrm xmlns:a="http://schemas.openxmlformats.org/drawingml/2006/main">
            <a:off x="1047750" y="242887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目盛間隔の不ぞろいを平均する</a:t>
            </a:r>
          </a:p>
        </p:txBody>
      </p:sp>
      <p:sp>
        <p:nvSpPr>
          <p:cNvPr id="9" name="">
            <a:extLst xmlns:a="http://schemas.openxmlformats.org/drawingml/2006/main">
              <a:ext uri="{FF2B5EF4-FFF2-40B4-BE49-F238E27FC236}">
                <a16:creationId xmlns:a16="http://schemas.microsoft.com/office/drawing/2014/main" id="{34611A9F-8F5A-49C2-903E-37D3C321ADB4}"/>
              </a:ext>
            </a:extLst>
          </p:cNvPr>
          <p:cNvSpPr>
            <a:spLocks xmlns:a="http://schemas.openxmlformats.org/drawingml/2006/main" noGrp="1"/>
          </p:cNvSpPr>
          <p:nvPr/>
        </p:nvSpPr>
        <p:spPr>
          <a:xfrm xmlns:a="http://schemas.openxmlformats.org/drawingml/2006/main">
            <a:off x="723900" y="3019425"/>
            <a:ext cx="228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425" b="1">
                <a:solidFill>
                  <a:srgbClr val="166B68"/>
                </a:solidFill>
                <a:latin typeface="Yu Gothic"/>
                <a:ea typeface="Yu Gothic"/>
                <a:cs typeface="Yu Gothic"/>
              </a:defRPr>
            </a:defPPr>
            <a:lvl1pPr algn="ctr">
              <a:defRPr sz="1425" b="1">
                <a:solidFill>
                  <a:srgbClr val="166B68"/>
                </a:solidFill>
                <a:latin typeface="Yu Gothic"/>
                <a:ea typeface="Yu Gothic"/>
                <a:cs typeface="Yu Gothic"/>
              </a:defRPr>
            </a:lvl1pPr>
            <a:lvl2pPr algn="ctr">
              <a:defRPr sz="1425" b="1">
                <a:solidFill>
                  <a:srgbClr val="166B68"/>
                </a:solidFill>
                <a:latin typeface="Yu Gothic"/>
                <a:ea typeface="Yu Gothic"/>
                <a:cs typeface="Yu Gothic"/>
              </a:defRPr>
            </a:lvl2pPr>
            <a:lvl3pPr algn="ctr">
              <a:defRPr sz="1425" b="1">
                <a:solidFill>
                  <a:srgbClr val="166B68"/>
                </a:solidFill>
                <a:latin typeface="Yu Gothic"/>
                <a:ea typeface="Yu Gothic"/>
                <a:cs typeface="Yu Gothic"/>
              </a:defRPr>
            </a:lvl3pPr>
            <a:lvl4pPr algn="ctr">
              <a:defRPr sz="1425" b="1">
                <a:solidFill>
                  <a:srgbClr val="166B68"/>
                </a:solidFill>
                <a:latin typeface="Yu Gothic"/>
                <a:ea typeface="Yu Gothic"/>
                <a:cs typeface="Yu Gothic"/>
              </a:defRPr>
            </a:lvl4pPr>
            <a:lvl5pPr algn="ctr">
              <a:defRPr sz="1425" b="1">
                <a:solidFill>
                  <a:srgbClr val="166B68"/>
                </a:solidFill>
                <a:latin typeface="Yu Gothic"/>
                <a:ea typeface="Yu Gothic"/>
                <a:cs typeface="Yu Gothic"/>
              </a:defRPr>
            </a:lvl5pPr>
            <a:lvl6pPr algn="ctr">
              <a:defRPr sz="1425" b="1">
                <a:solidFill>
                  <a:srgbClr val="166B68"/>
                </a:solidFill>
                <a:latin typeface="Yu Gothic"/>
                <a:ea typeface="Yu Gothic"/>
                <a:cs typeface="Yu Gothic"/>
              </a:defRPr>
            </a:lvl6pPr>
            <a:lvl7pPr algn="ctr">
              <a:defRPr sz="1425" b="1">
                <a:solidFill>
                  <a:srgbClr val="166B68"/>
                </a:solidFill>
                <a:latin typeface="Yu Gothic"/>
                <a:ea typeface="Yu Gothic"/>
                <a:cs typeface="Yu Gothic"/>
              </a:defRPr>
            </a:lvl7pPr>
            <a:lvl8pPr algn="ctr">
              <a:defRPr sz="1425" b="1">
                <a:solidFill>
                  <a:srgbClr val="166B68"/>
                </a:solidFill>
                <a:latin typeface="Yu Gothic"/>
                <a:ea typeface="Yu Gothic"/>
                <a:cs typeface="Yu Gothic"/>
              </a:defRPr>
            </a:lvl8pPr>
            <a:lvl9pPr algn="ctr">
              <a:defRPr sz="1425" b="1">
                <a:solidFill>
                  <a:srgbClr val="166B68"/>
                </a:solidFill>
                <a:latin typeface="Yu Gothic"/>
                <a:ea typeface="Yu Gothic"/>
                <a:cs typeface="Yu Gothic"/>
              </a:defRPr>
            </a:lvl9pPr>
          </a:lstStyle>
          <a:p xmlns:a="http://schemas.openxmlformats.org/drawingml/2006/main">
            <a:pPr algn="ctr">
              <a:defRPr sz="1425" b="1">
                <a:solidFill>
                  <a:srgbClr val="166B68"/>
                </a:solidFill>
                <a:latin typeface="Yu Gothic"/>
                <a:ea typeface="Yu Gothic"/>
                <a:cs typeface="Yu Gothic"/>
              </a:defRPr>
            </a:pPr>
            <a:r>
              <a:rPr sz="1425" b="1">
                <a:solidFill>
                  <a:srgbClr val="166B68"/>
                </a:solidFill>
                <a:latin typeface="Yu Gothic"/>
                <a:ea typeface="Yu Gothic"/>
                <a:cs typeface="Yu Gothic"/>
              </a:rPr>
              <a:t>●</a:t>
            </a:r>
          </a:p>
        </p:txBody>
      </p:sp>
      <p:sp>
        <p:nvSpPr>
          <p:cNvPr id="10" name="">
            <a:extLst xmlns:a="http://schemas.openxmlformats.org/drawingml/2006/main">
              <a:ext uri="{FF2B5EF4-FFF2-40B4-BE49-F238E27FC236}">
                <a16:creationId xmlns:a16="http://schemas.microsoft.com/office/drawing/2014/main" id="{7A43813A-272B-400E-8A88-DD159AECAB89}"/>
              </a:ext>
            </a:extLst>
          </p:cNvPr>
          <p:cNvSpPr>
            <a:spLocks xmlns:a="http://schemas.openxmlformats.org/drawingml/2006/main" noGrp="1"/>
          </p:cNvSpPr>
          <p:nvPr/>
        </p:nvSpPr>
        <p:spPr>
          <a:xfrm xmlns:a="http://schemas.openxmlformats.org/drawingml/2006/main">
            <a:off x="1047750" y="301942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表示を0°にするだけとは限らない</a:t>
            </a:r>
          </a:p>
        </p:txBody>
      </p:sp>
      <p:sp>
        <p:nvSpPr>
          <p:cNvPr id="11" name="">
            <a:extLst xmlns:a="http://schemas.openxmlformats.org/drawingml/2006/main">
              <a:ext uri="{FF2B5EF4-FFF2-40B4-BE49-F238E27FC236}">
                <a16:creationId xmlns:a16="http://schemas.microsoft.com/office/drawing/2014/main" id="{213361DA-0649-48E9-A78B-F6437919D00E}"/>
              </a:ext>
            </a:extLst>
          </p:cNvPr>
          <p:cNvSpPr>
            <a:spLocks xmlns:a="http://schemas.openxmlformats.org/drawingml/2006/main" noGrp="1"/>
          </p:cNvSpPr>
          <p:nvPr/>
        </p:nvSpPr>
        <p:spPr>
          <a:xfrm xmlns:a="http://schemas.openxmlformats.org/drawingml/2006/main">
            <a:off x="6229350" y="1628775"/>
            <a:ext cx="50196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1">
                <a:solidFill>
                  <a:srgbClr val="52616A"/>
                </a:solidFill>
                <a:latin typeface="Yu Gothic"/>
                <a:ea typeface="Yu Gothic"/>
                <a:cs typeface="Yu Gothic"/>
              </a:defRPr>
            </a:defPPr>
            <a:lvl1pPr algn="ctr">
              <a:defRPr sz="1650" b="1">
                <a:solidFill>
                  <a:srgbClr val="52616A"/>
                </a:solidFill>
                <a:latin typeface="Yu Gothic"/>
                <a:ea typeface="Yu Gothic"/>
                <a:cs typeface="Yu Gothic"/>
              </a:defRPr>
            </a:lvl1pPr>
            <a:lvl2pPr algn="ctr">
              <a:defRPr sz="1650" b="1">
                <a:solidFill>
                  <a:srgbClr val="52616A"/>
                </a:solidFill>
                <a:latin typeface="Yu Gothic"/>
                <a:ea typeface="Yu Gothic"/>
                <a:cs typeface="Yu Gothic"/>
              </a:defRPr>
            </a:lvl2pPr>
            <a:lvl3pPr algn="ctr">
              <a:defRPr sz="1650" b="1">
                <a:solidFill>
                  <a:srgbClr val="52616A"/>
                </a:solidFill>
                <a:latin typeface="Yu Gothic"/>
                <a:ea typeface="Yu Gothic"/>
                <a:cs typeface="Yu Gothic"/>
              </a:defRPr>
            </a:lvl3pPr>
            <a:lvl4pPr algn="ctr">
              <a:defRPr sz="1650" b="1">
                <a:solidFill>
                  <a:srgbClr val="52616A"/>
                </a:solidFill>
                <a:latin typeface="Yu Gothic"/>
                <a:ea typeface="Yu Gothic"/>
                <a:cs typeface="Yu Gothic"/>
              </a:defRPr>
            </a:lvl4pPr>
            <a:lvl5pPr algn="ctr">
              <a:defRPr sz="1650" b="1">
                <a:solidFill>
                  <a:srgbClr val="52616A"/>
                </a:solidFill>
                <a:latin typeface="Yu Gothic"/>
                <a:ea typeface="Yu Gothic"/>
                <a:cs typeface="Yu Gothic"/>
              </a:defRPr>
            </a:lvl5pPr>
            <a:lvl6pPr algn="ctr">
              <a:defRPr sz="1650" b="1">
                <a:solidFill>
                  <a:srgbClr val="52616A"/>
                </a:solidFill>
                <a:latin typeface="Yu Gothic"/>
                <a:ea typeface="Yu Gothic"/>
                <a:cs typeface="Yu Gothic"/>
              </a:defRPr>
            </a:lvl6pPr>
            <a:lvl7pPr algn="ctr">
              <a:defRPr sz="1650" b="1">
                <a:solidFill>
                  <a:srgbClr val="52616A"/>
                </a:solidFill>
                <a:latin typeface="Yu Gothic"/>
                <a:ea typeface="Yu Gothic"/>
                <a:cs typeface="Yu Gothic"/>
              </a:defRPr>
            </a:lvl7pPr>
            <a:lvl8pPr algn="ctr">
              <a:defRPr sz="1650" b="1">
                <a:solidFill>
                  <a:srgbClr val="52616A"/>
                </a:solidFill>
                <a:latin typeface="Yu Gothic"/>
                <a:ea typeface="Yu Gothic"/>
                <a:cs typeface="Yu Gothic"/>
              </a:defRPr>
            </a:lvl8pPr>
            <a:lvl9pPr algn="ctr">
              <a:defRPr sz="1650" b="1">
                <a:solidFill>
                  <a:srgbClr val="52616A"/>
                </a:solidFill>
                <a:latin typeface="Yu Gothic"/>
                <a:ea typeface="Yu Gothic"/>
                <a:cs typeface="Yu Gothic"/>
              </a:defRPr>
            </a:lvl9pPr>
          </a:lstStyle>
          <a:p xmlns:a="http://schemas.openxmlformats.org/drawingml/2006/main">
            <a:pPr algn="ctr">
              <a:defRPr sz="1650" b="1">
                <a:solidFill>
                  <a:srgbClr val="52616A"/>
                </a:solidFill>
                <a:latin typeface="Yu Gothic"/>
                <a:ea typeface="Yu Gothic"/>
                <a:cs typeface="Yu Gothic"/>
              </a:defRPr>
            </a:pPr>
            <a:r>
              <a:rPr sz="1650" b="1">
                <a:solidFill>
                  <a:srgbClr val="52616A"/>
                </a:solidFill>
                <a:latin typeface="Yu Gothic"/>
                <a:ea typeface="Yu Gothic"/>
                <a:cs typeface="Yu Gothic"/>
              </a:rPr>
              <a:t>同じ目標方向、目盛盤だけをずらす</a:t>
            </a:r>
          </a:p>
        </p:txBody>
      </p:sp>
      <p:sp>
        <p:nvSpPr>
          <p:cNvPr id="12" name="">
            <a:extLst xmlns:a="http://schemas.openxmlformats.org/drawingml/2006/main">
              <a:ext uri="{FF2B5EF4-FFF2-40B4-BE49-F238E27FC236}">
                <a16:creationId xmlns:a16="http://schemas.microsoft.com/office/drawing/2014/main" id="{8B59F716-27B7-4F10-B2D3-DEAABCCBBB64}"/>
              </a:ext>
            </a:extLst>
          </p:cNvPr>
          <p:cNvSpPr>
            <a:spLocks xmlns:a="http://schemas.openxmlformats.org/drawingml/2006/main" noGrp="1"/>
          </p:cNvSpPr>
          <p:nvPr/>
        </p:nvSpPr>
        <p:spPr>
          <a:xfrm xmlns:a="http://schemas.openxmlformats.org/drawingml/2006/main">
            <a:off x="6904673" y="3345656"/>
            <a:ext cx="1324928" cy="1324928"/>
          </a:xfrm>
          <a:prstGeom xmlns:a="http://schemas.openxmlformats.org/drawingml/2006/main" prst="ellipse">
            <a:avLst/>
          </a:prstGeom>
          <a:noFill xmlns:a="http://schemas.openxmlformats.org/drawingml/2006/main"/>
          <a:ln xmlns:a="http://schemas.openxmlformats.org/drawingml/2006/main" w="28575">
            <a:solidFill>
              <a:srgbClr val="166B68"/>
            </a:solidFill>
            <a:prstDash val="solid"/>
          </a:ln>
        </p:spPr>
      </p:sp>
      <p:sp>
        <p:nvSpPr>
          <p:cNvPr id="13" name="">
            <a:extLst xmlns:a="http://schemas.openxmlformats.org/drawingml/2006/main">
              <a:ext uri="{FF2B5EF4-FFF2-40B4-BE49-F238E27FC236}">
                <a16:creationId xmlns:a16="http://schemas.microsoft.com/office/drawing/2014/main" id="{E605B1B9-263E-42A2-9744-756C94C1CA4A}"/>
              </a:ext>
            </a:extLst>
          </p:cNvPr>
          <p:cNvSpPr>
            <a:spLocks xmlns:a="http://schemas.openxmlformats.org/drawingml/2006/main" noGrp="1"/>
          </p:cNvSpPr>
          <p:nvPr/>
        </p:nvSpPr>
        <p:spPr>
          <a:xfrm xmlns:a="http://schemas.openxmlformats.org/drawingml/2006/main">
            <a:off x="7567136" y="2247900"/>
            <a:ext cx="1172051" cy="1760220"/>
          </a:xfrm>
          <a:custGeom xmlns:a="http://schemas.openxmlformats.org/drawingml/2006/main">
            <a:pathLst>
              <a:path w="1172051" h="1760220">
                <a:moveTo>
                  <a:pt x="0" y="1760220"/>
                </a:moveTo>
                <a:lnTo>
                  <a:pt x="1172051" y="0"/>
                </a:lnTo>
              </a:path>
            </a:pathLst>
          </a:custGeom>
          <a:noFill xmlns:a="http://schemas.openxmlformats.org/drawingml/2006/main"/>
          <a:ln xmlns:a="http://schemas.openxmlformats.org/drawingml/2006/main" w="28575">
            <a:solidFill>
              <a:srgbClr val="182B33"/>
            </a:solidFill>
            <a:prstDash val="solid"/>
          </a:ln>
        </p:spPr>
      </p:sp>
      <p:sp>
        <p:nvSpPr>
          <p:cNvPr id="14" name="">
            <a:extLst xmlns:a="http://schemas.openxmlformats.org/drawingml/2006/main">
              <a:ext uri="{FF2B5EF4-FFF2-40B4-BE49-F238E27FC236}">
                <a16:creationId xmlns:a16="http://schemas.microsoft.com/office/drawing/2014/main" id="{AF04FF05-0B9E-40CB-B494-ED231403F934}"/>
              </a:ext>
            </a:extLst>
          </p:cNvPr>
          <p:cNvSpPr>
            <a:spLocks xmlns:a="http://schemas.openxmlformats.org/drawingml/2006/main" noGrp="1"/>
          </p:cNvSpPr>
          <p:nvPr/>
        </p:nvSpPr>
        <p:spPr>
          <a:xfrm xmlns:a="http://schemas.openxmlformats.org/drawingml/2006/main">
            <a:off x="7567136" y="3345656"/>
            <a:ext cx="9525" cy="662464"/>
          </a:xfrm>
          <a:custGeom xmlns:a="http://schemas.openxmlformats.org/drawingml/2006/main">
            <a:pathLst>
              <a:path w="9525" h="662464">
                <a:moveTo>
                  <a:pt x="0" y="662464"/>
                </a:moveTo>
                <a:lnTo>
                  <a:pt x="0" y="0"/>
                </a:lnTo>
              </a:path>
            </a:pathLst>
          </a:custGeom>
          <a:noFill xmlns:a="http://schemas.openxmlformats.org/drawingml/2006/main"/>
          <a:ln xmlns:a="http://schemas.openxmlformats.org/drawingml/2006/main" w="38100">
            <a:solidFill>
              <a:srgbClr val="166B68"/>
            </a:solidFill>
            <a:prstDash val="solid"/>
          </a:ln>
        </p:spPr>
      </p:sp>
      <p:sp>
        <p:nvSpPr>
          <p:cNvPr id="15" name="">
            <a:extLst xmlns:a="http://schemas.openxmlformats.org/drawingml/2006/main">
              <a:ext uri="{FF2B5EF4-FFF2-40B4-BE49-F238E27FC236}">
                <a16:creationId xmlns:a16="http://schemas.microsoft.com/office/drawing/2014/main" id="{0333DF16-C23C-4D86-A4CC-8E0A8AA65DE7}"/>
              </a:ext>
            </a:extLst>
          </p:cNvPr>
          <p:cNvSpPr>
            <a:spLocks xmlns:a="http://schemas.openxmlformats.org/drawingml/2006/main" noGrp="1"/>
          </p:cNvSpPr>
          <p:nvPr/>
        </p:nvSpPr>
        <p:spPr>
          <a:xfrm xmlns:a="http://schemas.openxmlformats.org/drawingml/2006/main">
            <a:off x="6761798" y="4737259"/>
            <a:ext cx="1610678"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1">
                <a:solidFill>
                  <a:srgbClr val="166B68"/>
                </a:solidFill>
                <a:latin typeface="Yu Gothic"/>
                <a:ea typeface="Yu Gothic"/>
                <a:cs typeface="Yu Gothic"/>
              </a:defRPr>
            </a:defPPr>
            <a:lvl1pPr algn="ctr">
              <a:defRPr sz="1650" b="1">
                <a:solidFill>
                  <a:srgbClr val="166B68"/>
                </a:solidFill>
                <a:latin typeface="Yu Gothic"/>
                <a:ea typeface="Yu Gothic"/>
                <a:cs typeface="Yu Gothic"/>
              </a:defRPr>
            </a:lvl1pPr>
            <a:lvl2pPr algn="ctr">
              <a:defRPr sz="1650" b="1">
                <a:solidFill>
                  <a:srgbClr val="166B68"/>
                </a:solidFill>
                <a:latin typeface="Yu Gothic"/>
                <a:ea typeface="Yu Gothic"/>
                <a:cs typeface="Yu Gothic"/>
              </a:defRPr>
            </a:lvl2pPr>
            <a:lvl3pPr algn="ctr">
              <a:defRPr sz="1650" b="1">
                <a:solidFill>
                  <a:srgbClr val="166B68"/>
                </a:solidFill>
                <a:latin typeface="Yu Gothic"/>
                <a:ea typeface="Yu Gothic"/>
                <a:cs typeface="Yu Gothic"/>
              </a:defRPr>
            </a:lvl3pPr>
            <a:lvl4pPr algn="ctr">
              <a:defRPr sz="1650" b="1">
                <a:solidFill>
                  <a:srgbClr val="166B68"/>
                </a:solidFill>
                <a:latin typeface="Yu Gothic"/>
                <a:ea typeface="Yu Gothic"/>
                <a:cs typeface="Yu Gothic"/>
              </a:defRPr>
            </a:lvl4pPr>
            <a:lvl5pPr algn="ctr">
              <a:defRPr sz="1650" b="1">
                <a:solidFill>
                  <a:srgbClr val="166B68"/>
                </a:solidFill>
                <a:latin typeface="Yu Gothic"/>
                <a:ea typeface="Yu Gothic"/>
                <a:cs typeface="Yu Gothic"/>
              </a:defRPr>
            </a:lvl5pPr>
            <a:lvl6pPr algn="ctr">
              <a:defRPr sz="1650" b="1">
                <a:solidFill>
                  <a:srgbClr val="166B68"/>
                </a:solidFill>
                <a:latin typeface="Yu Gothic"/>
                <a:ea typeface="Yu Gothic"/>
                <a:cs typeface="Yu Gothic"/>
              </a:defRPr>
            </a:lvl6pPr>
            <a:lvl7pPr algn="ctr">
              <a:defRPr sz="1650" b="1">
                <a:solidFill>
                  <a:srgbClr val="166B68"/>
                </a:solidFill>
                <a:latin typeface="Yu Gothic"/>
                <a:ea typeface="Yu Gothic"/>
                <a:cs typeface="Yu Gothic"/>
              </a:defRPr>
            </a:lvl7pPr>
            <a:lvl8pPr algn="ctr">
              <a:defRPr sz="1650" b="1">
                <a:solidFill>
                  <a:srgbClr val="166B68"/>
                </a:solidFill>
                <a:latin typeface="Yu Gothic"/>
                <a:ea typeface="Yu Gothic"/>
                <a:cs typeface="Yu Gothic"/>
              </a:defRPr>
            </a:lvl8pPr>
            <a:lvl9pPr algn="ctr">
              <a:defRPr sz="1650" b="1">
                <a:solidFill>
                  <a:srgbClr val="166B68"/>
                </a:solidFill>
                <a:latin typeface="Yu Gothic"/>
                <a:ea typeface="Yu Gothic"/>
                <a:cs typeface="Yu Gothic"/>
              </a:defRPr>
            </a:lvl9pPr>
          </a:lstStyle>
          <a:p xmlns:a="http://schemas.openxmlformats.org/drawingml/2006/main">
            <a:pPr algn="ctr">
              <a:defRPr sz="1650" b="1">
                <a:solidFill>
                  <a:srgbClr val="166B68"/>
                </a:solidFill>
                <a:latin typeface="Yu Gothic"/>
                <a:ea typeface="Yu Gothic"/>
                <a:cs typeface="Yu Gothic"/>
              </a:defRPr>
            </a:pPr>
            <a:r>
              <a:rPr sz="1650" b="1">
                <a:solidFill>
                  <a:srgbClr val="166B68"/>
                </a:solidFill>
                <a:latin typeface="Yu Gothic"/>
                <a:ea typeface="Yu Gothic"/>
                <a:cs typeface="Yu Gothic"/>
              </a:rPr>
              <a:t>初期目盛 0°</a:t>
            </a:r>
          </a:p>
        </p:txBody>
      </p:sp>
      <p:sp>
        <p:nvSpPr>
          <p:cNvPr id="16" name="">
            <a:extLst xmlns:a="http://schemas.openxmlformats.org/drawingml/2006/main">
              <a:ext uri="{FF2B5EF4-FFF2-40B4-BE49-F238E27FC236}">
                <a16:creationId xmlns:a16="http://schemas.microsoft.com/office/drawing/2014/main" id="{F9643F1E-B904-4885-81D8-85F1231C0558}"/>
              </a:ext>
            </a:extLst>
          </p:cNvPr>
          <p:cNvSpPr>
            <a:spLocks xmlns:a="http://schemas.openxmlformats.org/drawingml/2006/main" noGrp="1"/>
          </p:cNvSpPr>
          <p:nvPr/>
        </p:nvSpPr>
        <p:spPr>
          <a:xfrm xmlns:a="http://schemas.openxmlformats.org/drawingml/2006/main">
            <a:off x="9248775" y="3345656"/>
            <a:ext cx="1324928" cy="1324928"/>
          </a:xfrm>
          <a:prstGeom xmlns:a="http://schemas.openxmlformats.org/drawingml/2006/main" prst="ellipse">
            <a:avLst/>
          </a:prstGeom>
          <a:noFill xmlns:a="http://schemas.openxmlformats.org/drawingml/2006/main"/>
          <a:ln xmlns:a="http://schemas.openxmlformats.org/drawingml/2006/main" w="28575">
            <a:solidFill>
              <a:srgbClr val="A94737"/>
            </a:solidFill>
            <a:prstDash val="solid"/>
          </a:ln>
        </p:spPr>
      </p:sp>
      <p:sp>
        <p:nvSpPr>
          <p:cNvPr id="17" name="">
            <a:extLst xmlns:a="http://schemas.openxmlformats.org/drawingml/2006/main">
              <a:ext uri="{FF2B5EF4-FFF2-40B4-BE49-F238E27FC236}">
                <a16:creationId xmlns:a16="http://schemas.microsoft.com/office/drawing/2014/main" id="{0E96BAD8-53C8-463B-BF9C-4F2CAF9E3288}"/>
              </a:ext>
            </a:extLst>
          </p:cNvPr>
          <p:cNvSpPr>
            <a:spLocks xmlns:a="http://schemas.openxmlformats.org/drawingml/2006/main" noGrp="1"/>
          </p:cNvSpPr>
          <p:nvPr/>
        </p:nvSpPr>
        <p:spPr>
          <a:xfrm xmlns:a="http://schemas.openxmlformats.org/drawingml/2006/main">
            <a:off x="8739188" y="2247900"/>
            <a:ext cx="1172051" cy="1760220"/>
          </a:xfrm>
          <a:custGeom xmlns:a="http://schemas.openxmlformats.org/drawingml/2006/main">
            <a:pathLst>
              <a:path w="1172051" h="1760220">
                <a:moveTo>
                  <a:pt x="1172051" y="1760220"/>
                </a:moveTo>
                <a:lnTo>
                  <a:pt x="0" y="0"/>
                </a:lnTo>
              </a:path>
            </a:pathLst>
          </a:custGeom>
          <a:noFill xmlns:a="http://schemas.openxmlformats.org/drawingml/2006/main"/>
          <a:ln xmlns:a="http://schemas.openxmlformats.org/drawingml/2006/main" w="28575">
            <a:solidFill>
              <a:srgbClr val="182B33"/>
            </a:solidFill>
            <a:prstDash val="solid"/>
          </a:ln>
        </p:spPr>
      </p:sp>
      <p:sp>
        <p:nvSpPr>
          <p:cNvPr id="18" name="">
            <a:extLst xmlns:a="http://schemas.openxmlformats.org/drawingml/2006/main">
              <a:ext uri="{FF2B5EF4-FFF2-40B4-BE49-F238E27FC236}">
                <a16:creationId xmlns:a16="http://schemas.microsoft.com/office/drawing/2014/main" id="{C83DA157-2DCE-4689-BF25-C76ABF0C3B5F}"/>
              </a:ext>
            </a:extLst>
          </p:cNvPr>
          <p:cNvSpPr>
            <a:spLocks xmlns:a="http://schemas.openxmlformats.org/drawingml/2006/main" noGrp="1"/>
          </p:cNvSpPr>
          <p:nvPr/>
        </p:nvSpPr>
        <p:spPr>
          <a:xfrm xmlns:a="http://schemas.openxmlformats.org/drawingml/2006/main">
            <a:off x="9911239" y="3676888"/>
            <a:ext cx="573710" cy="331232"/>
          </a:xfrm>
          <a:custGeom xmlns:a="http://schemas.openxmlformats.org/drawingml/2006/main">
            <a:pathLst>
              <a:path w="573710" h="331232">
                <a:moveTo>
                  <a:pt x="0" y="331232"/>
                </a:moveTo>
                <a:lnTo>
                  <a:pt x="573710" y="0"/>
                </a:lnTo>
              </a:path>
            </a:pathLst>
          </a:custGeom>
          <a:noFill xmlns:a="http://schemas.openxmlformats.org/drawingml/2006/main"/>
          <a:ln xmlns:a="http://schemas.openxmlformats.org/drawingml/2006/main" w="38100">
            <a:solidFill>
              <a:srgbClr val="A94737"/>
            </a:solidFill>
            <a:prstDash val="solid"/>
          </a:ln>
        </p:spPr>
      </p:sp>
      <p:sp>
        <p:nvSpPr>
          <p:cNvPr id="19" name="">
            <a:extLst xmlns:a="http://schemas.openxmlformats.org/drawingml/2006/main">
              <a:ext uri="{FF2B5EF4-FFF2-40B4-BE49-F238E27FC236}">
                <a16:creationId xmlns:a16="http://schemas.microsoft.com/office/drawing/2014/main" id="{0D476D8C-C6AC-4390-9446-D027BD5478CA}"/>
              </a:ext>
            </a:extLst>
          </p:cNvPr>
          <p:cNvSpPr>
            <a:spLocks xmlns:a="http://schemas.openxmlformats.org/drawingml/2006/main" noGrp="1"/>
          </p:cNvSpPr>
          <p:nvPr/>
        </p:nvSpPr>
        <p:spPr>
          <a:xfrm xmlns:a="http://schemas.openxmlformats.org/drawingml/2006/main">
            <a:off x="9105900" y="4737259"/>
            <a:ext cx="1610678"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1">
                <a:solidFill>
                  <a:srgbClr val="A94737"/>
                </a:solidFill>
                <a:latin typeface="Yu Gothic"/>
                <a:ea typeface="Yu Gothic"/>
                <a:cs typeface="Yu Gothic"/>
              </a:defRPr>
            </a:defPPr>
            <a:lvl1pPr algn="ctr">
              <a:defRPr sz="1650" b="1">
                <a:solidFill>
                  <a:srgbClr val="A94737"/>
                </a:solidFill>
                <a:latin typeface="Yu Gothic"/>
                <a:ea typeface="Yu Gothic"/>
                <a:cs typeface="Yu Gothic"/>
              </a:defRPr>
            </a:lvl1pPr>
            <a:lvl2pPr algn="ctr">
              <a:defRPr sz="1650" b="1">
                <a:solidFill>
                  <a:srgbClr val="A94737"/>
                </a:solidFill>
                <a:latin typeface="Yu Gothic"/>
                <a:ea typeface="Yu Gothic"/>
                <a:cs typeface="Yu Gothic"/>
              </a:defRPr>
            </a:lvl2pPr>
            <a:lvl3pPr algn="ctr">
              <a:defRPr sz="1650" b="1">
                <a:solidFill>
                  <a:srgbClr val="A94737"/>
                </a:solidFill>
                <a:latin typeface="Yu Gothic"/>
                <a:ea typeface="Yu Gothic"/>
                <a:cs typeface="Yu Gothic"/>
              </a:defRPr>
            </a:lvl3pPr>
            <a:lvl4pPr algn="ctr">
              <a:defRPr sz="1650" b="1">
                <a:solidFill>
                  <a:srgbClr val="A94737"/>
                </a:solidFill>
                <a:latin typeface="Yu Gothic"/>
                <a:ea typeface="Yu Gothic"/>
                <a:cs typeface="Yu Gothic"/>
              </a:defRPr>
            </a:lvl4pPr>
            <a:lvl5pPr algn="ctr">
              <a:defRPr sz="1650" b="1">
                <a:solidFill>
                  <a:srgbClr val="A94737"/>
                </a:solidFill>
                <a:latin typeface="Yu Gothic"/>
                <a:ea typeface="Yu Gothic"/>
                <a:cs typeface="Yu Gothic"/>
              </a:defRPr>
            </a:lvl5pPr>
            <a:lvl6pPr algn="ctr">
              <a:defRPr sz="1650" b="1">
                <a:solidFill>
                  <a:srgbClr val="A94737"/>
                </a:solidFill>
                <a:latin typeface="Yu Gothic"/>
                <a:ea typeface="Yu Gothic"/>
                <a:cs typeface="Yu Gothic"/>
              </a:defRPr>
            </a:lvl6pPr>
            <a:lvl7pPr algn="ctr">
              <a:defRPr sz="1650" b="1">
                <a:solidFill>
                  <a:srgbClr val="A94737"/>
                </a:solidFill>
                <a:latin typeface="Yu Gothic"/>
                <a:ea typeface="Yu Gothic"/>
                <a:cs typeface="Yu Gothic"/>
              </a:defRPr>
            </a:lvl7pPr>
            <a:lvl8pPr algn="ctr">
              <a:defRPr sz="1650" b="1">
                <a:solidFill>
                  <a:srgbClr val="A94737"/>
                </a:solidFill>
                <a:latin typeface="Yu Gothic"/>
                <a:ea typeface="Yu Gothic"/>
                <a:cs typeface="Yu Gothic"/>
              </a:defRPr>
            </a:lvl8pPr>
            <a:lvl9pPr algn="ctr">
              <a:defRPr sz="1650" b="1">
                <a:solidFill>
                  <a:srgbClr val="A94737"/>
                </a:solidFill>
                <a:latin typeface="Yu Gothic"/>
                <a:ea typeface="Yu Gothic"/>
                <a:cs typeface="Yu Gothic"/>
              </a:defRPr>
            </a:lvl9pPr>
          </a:lstStyle>
          <a:p xmlns:a="http://schemas.openxmlformats.org/drawingml/2006/main">
            <a:pPr algn="ctr">
              <a:defRPr sz="1650" b="1">
                <a:solidFill>
                  <a:srgbClr val="A94737"/>
                </a:solidFill>
                <a:latin typeface="Yu Gothic"/>
                <a:ea typeface="Yu Gothic"/>
                <a:cs typeface="Yu Gothic"/>
              </a:defRPr>
            </a:pPr>
            <a:r>
              <a:rPr sz="1650" b="1">
                <a:solidFill>
                  <a:srgbClr val="A94737"/>
                </a:solidFill>
                <a:latin typeface="Yu Gothic"/>
                <a:ea typeface="Yu Gothic"/>
                <a:cs typeface="Yu Gothic"/>
              </a:rPr>
              <a:t>初期目盛 60°</a:t>
            </a:r>
          </a:p>
        </p:txBody>
      </p:sp>
      <p:sp>
        <p:nvSpPr>
          <p:cNvPr id="20" name="">
            <a:extLst xmlns:a="http://schemas.openxmlformats.org/drawingml/2006/main">
              <a:ext uri="{FF2B5EF4-FFF2-40B4-BE49-F238E27FC236}">
                <a16:creationId xmlns:a16="http://schemas.microsoft.com/office/drawing/2014/main" id="{F6C53611-7D79-4A9D-AA86-4EC2670356B5}"/>
              </a:ext>
            </a:extLst>
          </p:cNvPr>
          <p:cNvSpPr>
            <a:spLocks xmlns:a="http://schemas.openxmlformats.org/drawingml/2006/main" noGrp="1"/>
          </p:cNvSpPr>
          <p:nvPr/>
        </p:nvSpPr>
        <p:spPr>
          <a:xfrm xmlns:a="http://schemas.openxmlformats.org/drawingml/2006/main">
            <a:off x="8672513" y="2181225"/>
            <a:ext cx="133350" cy="133350"/>
          </a:xfrm>
          <a:prstGeom xmlns:a="http://schemas.openxmlformats.org/drawingml/2006/main" prst="ellipse">
            <a:avLst/>
          </a:prstGeom>
          <a:solidFill xmlns:a="http://schemas.openxmlformats.org/drawingml/2006/main">
            <a:srgbClr val="182B33"/>
          </a:solidFill>
          <a:ln xmlns:a="http://schemas.openxmlformats.org/drawingml/2006/main" w="9525">
            <a:solidFill>
              <a:srgbClr val="182B33"/>
            </a:solidFill>
          </a:ln>
        </p:spPr>
      </p:sp>
      <p:sp>
        <p:nvSpPr>
          <p:cNvPr id="21" name="">
            <a:extLst xmlns:a="http://schemas.openxmlformats.org/drawingml/2006/main">
              <a:ext uri="{FF2B5EF4-FFF2-40B4-BE49-F238E27FC236}">
                <a16:creationId xmlns:a16="http://schemas.microsoft.com/office/drawing/2014/main" id="{1DAF4F46-8DCA-49B4-B3AA-4874EDB14A9F}"/>
              </a:ext>
            </a:extLst>
          </p:cNvPr>
          <p:cNvSpPr>
            <a:spLocks xmlns:a="http://schemas.openxmlformats.org/drawingml/2006/main" noGrp="1"/>
          </p:cNvSpPr>
          <p:nvPr/>
        </p:nvSpPr>
        <p:spPr>
          <a:xfrm xmlns:a="http://schemas.openxmlformats.org/drawingml/2006/main">
            <a:off x="8120063" y="1981200"/>
            <a:ext cx="123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1">
                <a:solidFill>
                  <a:srgbClr val="182B33"/>
                </a:solidFill>
                <a:latin typeface="Yu Gothic"/>
                <a:ea typeface="Yu Gothic"/>
                <a:cs typeface="Yu Gothic"/>
              </a:defRPr>
            </a:defPPr>
            <a:lvl1pPr algn="ctr">
              <a:defRPr sz="1650" b="1">
                <a:solidFill>
                  <a:srgbClr val="182B33"/>
                </a:solidFill>
                <a:latin typeface="Yu Gothic"/>
                <a:ea typeface="Yu Gothic"/>
                <a:cs typeface="Yu Gothic"/>
              </a:defRPr>
            </a:lvl1pPr>
            <a:lvl2pPr algn="ctr">
              <a:defRPr sz="1650" b="1">
                <a:solidFill>
                  <a:srgbClr val="182B33"/>
                </a:solidFill>
                <a:latin typeface="Yu Gothic"/>
                <a:ea typeface="Yu Gothic"/>
                <a:cs typeface="Yu Gothic"/>
              </a:defRPr>
            </a:lvl2pPr>
            <a:lvl3pPr algn="ctr">
              <a:defRPr sz="1650" b="1">
                <a:solidFill>
                  <a:srgbClr val="182B33"/>
                </a:solidFill>
                <a:latin typeface="Yu Gothic"/>
                <a:ea typeface="Yu Gothic"/>
                <a:cs typeface="Yu Gothic"/>
              </a:defRPr>
            </a:lvl3pPr>
            <a:lvl4pPr algn="ctr">
              <a:defRPr sz="1650" b="1">
                <a:solidFill>
                  <a:srgbClr val="182B33"/>
                </a:solidFill>
                <a:latin typeface="Yu Gothic"/>
                <a:ea typeface="Yu Gothic"/>
                <a:cs typeface="Yu Gothic"/>
              </a:defRPr>
            </a:lvl4pPr>
            <a:lvl5pPr algn="ctr">
              <a:defRPr sz="1650" b="1">
                <a:solidFill>
                  <a:srgbClr val="182B33"/>
                </a:solidFill>
                <a:latin typeface="Yu Gothic"/>
                <a:ea typeface="Yu Gothic"/>
                <a:cs typeface="Yu Gothic"/>
              </a:defRPr>
            </a:lvl5pPr>
            <a:lvl6pPr algn="ctr">
              <a:defRPr sz="1650" b="1">
                <a:solidFill>
                  <a:srgbClr val="182B33"/>
                </a:solidFill>
                <a:latin typeface="Yu Gothic"/>
                <a:ea typeface="Yu Gothic"/>
                <a:cs typeface="Yu Gothic"/>
              </a:defRPr>
            </a:lvl6pPr>
            <a:lvl7pPr algn="ctr">
              <a:defRPr sz="1650" b="1">
                <a:solidFill>
                  <a:srgbClr val="182B33"/>
                </a:solidFill>
                <a:latin typeface="Yu Gothic"/>
                <a:ea typeface="Yu Gothic"/>
                <a:cs typeface="Yu Gothic"/>
              </a:defRPr>
            </a:lvl7pPr>
            <a:lvl8pPr algn="ctr">
              <a:defRPr sz="1650" b="1">
                <a:solidFill>
                  <a:srgbClr val="182B33"/>
                </a:solidFill>
                <a:latin typeface="Yu Gothic"/>
                <a:ea typeface="Yu Gothic"/>
                <a:cs typeface="Yu Gothic"/>
              </a:defRPr>
            </a:lvl8pPr>
            <a:lvl9pPr algn="ctr">
              <a:defRPr sz="1650" b="1">
                <a:solidFill>
                  <a:srgbClr val="182B33"/>
                </a:solidFill>
                <a:latin typeface="Yu Gothic"/>
                <a:ea typeface="Yu Gothic"/>
                <a:cs typeface="Yu Gothic"/>
              </a:defRPr>
            </a:lvl9pPr>
          </a:lstStyle>
          <a:p xmlns:a="http://schemas.openxmlformats.org/drawingml/2006/main">
            <a:pPr algn="ctr">
              <a:defRPr sz="1650" b="1">
                <a:solidFill>
                  <a:srgbClr val="182B33"/>
                </a:solidFill>
                <a:latin typeface="Yu Gothic"/>
                <a:ea typeface="Yu Gothic"/>
                <a:cs typeface="Yu Gothic"/>
              </a:defRPr>
            </a:pPr>
            <a:r>
              <a:rPr sz="1650" b="1">
                <a:solidFill>
                  <a:srgbClr val="182B33"/>
                </a:solidFill>
                <a:latin typeface="Yu Gothic"/>
                <a:ea typeface="Yu Gothic"/>
                <a:cs typeface="Yu Gothic"/>
              </a:rPr>
              <a:t>固定した目標</a:t>
            </a:r>
          </a:p>
        </p:txBody>
      </p:sp>
    </p:spTree>
    <p:extLst>
      <p:ext uri="{BB962C8B-B14F-4D97-AF65-F5344CB8AC3E}">
        <p14:creationId xmlns:p14="http://schemas.microsoft.com/office/powerpoint/2010/main" val="484870244"/>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02278D1C-4EAA-481C-A2EA-92850FFE6B87}"/>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3D397EA1-C1CF-4CDD-9E55-FE0B9EF2AFE1}"/>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方向法</a:t>
            </a:r>
          </a:p>
        </p:txBody>
      </p:sp>
      <p:sp>
        <p:nvSpPr>
          <p:cNvPr id="3" name="">
            <a:extLst xmlns:a="http://schemas.openxmlformats.org/drawingml/2006/main">
              <a:ext uri="{FF2B5EF4-FFF2-40B4-BE49-F238E27FC236}">
                <a16:creationId xmlns:a16="http://schemas.microsoft.com/office/drawing/2014/main" id="{CB7D99C8-A335-46E1-BC3C-5926A38766A4}"/>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正はA→B→Cの順に見る</a:t>
            </a:r>
          </a:p>
        </p:txBody>
      </p:sp>
      <p:sp>
        <p:nvSpPr>
          <p:cNvPr id="4" name="">
            <a:extLst xmlns:a="http://schemas.openxmlformats.org/drawingml/2006/main">
              <a:ext uri="{FF2B5EF4-FFF2-40B4-BE49-F238E27FC236}">
                <a16:creationId xmlns:a16="http://schemas.microsoft.com/office/drawing/2014/main" id="{12E668BF-7D88-4EDD-844F-5DC52157B361}"/>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B1A6EDB3-994F-4055-8CE0-5B7BAC75ECAF}"/>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21</a:t>
            </a:r>
          </a:p>
        </p:txBody>
      </p:sp>
      <p:sp>
        <p:nvSpPr>
          <p:cNvPr id="6" name="">
            <a:extLst xmlns:a="http://schemas.openxmlformats.org/drawingml/2006/main">
              <a:ext uri="{FF2B5EF4-FFF2-40B4-BE49-F238E27FC236}">
                <a16:creationId xmlns:a16="http://schemas.microsoft.com/office/drawing/2014/main" id="{6BB88C62-1F9D-4A6D-9C3B-E38BD9CFC244}"/>
              </a:ext>
            </a:extLst>
          </p:cNvPr>
          <p:cNvSpPr>
            <a:spLocks xmlns:a="http://schemas.openxmlformats.org/drawingml/2006/main" noGrp="1"/>
          </p:cNvSpPr>
          <p:nvPr/>
        </p:nvSpPr>
        <p:spPr>
          <a:xfrm xmlns:a="http://schemas.openxmlformats.org/drawingml/2006/main">
            <a:off x="723900" y="1562100"/>
            <a:ext cx="5286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325" b="1">
                <a:solidFill>
                  <a:srgbClr val="52616A"/>
                </a:solidFill>
                <a:latin typeface="Yu Gothic"/>
                <a:ea typeface="Yu Gothic"/>
                <a:cs typeface="Yu Gothic"/>
              </a:defRPr>
            </a:defPPr>
            <a:lvl1pPr algn="l">
              <a:defRPr sz="2325" b="1">
                <a:solidFill>
                  <a:srgbClr val="52616A"/>
                </a:solidFill>
                <a:latin typeface="Yu Gothic"/>
                <a:ea typeface="Yu Gothic"/>
                <a:cs typeface="Yu Gothic"/>
              </a:defRPr>
            </a:lvl1pPr>
            <a:lvl2pPr algn="l">
              <a:defRPr sz="2325" b="1">
                <a:solidFill>
                  <a:srgbClr val="52616A"/>
                </a:solidFill>
                <a:latin typeface="Yu Gothic"/>
                <a:ea typeface="Yu Gothic"/>
                <a:cs typeface="Yu Gothic"/>
              </a:defRPr>
            </a:lvl2pPr>
            <a:lvl3pPr algn="l">
              <a:defRPr sz="2325" b="1">
                <a:solidFill>
                  <a:srgbClr val="52616A"/>
                </a:solidFill>
                <a:latin typeface="Yu Gothic"/>
                <a:ea typeface="Yu Gothic"/>
                <a:cs typeface="Yu Gothic"/>
              </a:defRPr>
            </a:lvl3pPr>
            <a:lvl4pPr algn="l">
              <a:defRPr sz="2325" b="1">
                <a:solidFill>
                  <a:srgbClr val="52616A"/>
                </a:solidFill>
                <a:latin typeface="Yu Gothic"/>
                <a:ea typeface="Yu Gothic"/>
                <a:cs typeface="Yu Gothic"/>
              </a:defRPr>
            </a:lvl4pPr>
            <a:lvl5pPr algn="l">
              <a:defRPr sz="2325" b="1">
                <a:solidFill>
                  <a:srgbClr val="52616A"/>
                </a:solidFill>
                <a:latin typeface="Yu Gothic"/>
                <a:ea typeface="Yu Gothic"/>
                <a:cs typeface="Yu Gothic"/>
              </a:defRPr>
            </a:lvl5pPr>
            <a:lvl6pPr algn="l">
              <a:defRPr sz="2325" b="1">
                <a:solidFill>
                  <a:srgbClr val="52616A"/>
                </a:solidFill>
                <a:latin typeface="Yu Gothic"/>
                <a:ea typeface="Yu Gothic"/>
                <a:cs typeface="Yu Gothic"/>
              </a:defRPr>
            </a:lvl6pPr>
            <a:lvl7pPr algn="l">
              <a:defRPr sz="2325" b="1">
                <a:solidFill>
                  <a:srgbClr val="52616A"/>
                </a:solidFill>
                <a:latin typeface="Yu Gothic"/>
                <a:ea typeface="Yu Gothic"/>
                <a:cs typeface="Yu Gothic"/>
              </a:defRPr>
            </a:lvl7pPr>
            <a:lvl8pPr algn="l">
              <a:defRPr sz="2325" b="1">
                <a:solidFill>
                  <a:srgbClr val="52616A"/>
                </a:solidFill>
                <a:latin typeface="Yu Gothic"/>
                <a:ea typeface="Yu Gothic"/>
                <a:cs typeface="Yu Gothic"/>
              </a:defRPr>
            </a:lvl8pPr>
            <a:lvl9pPr algn="l">
              <a:defRPr sz="2325" b="1">
                <a:solidFill>
                  <a:srgbClr val="52616A"/>
                </a:solidFill>
                <a:latin typeface="Yu Gothic"/>
                <a:ea typeface="Yu Gothic"/>
                <a:cs typeface="Yu Gothic"/>
              </a:defRPr>
            </a:lvl9pPr>
          </a:lstStyle>
          <a:p xmlns:a="http://schemas.openxmlformats.org/drawingml/2006/main">
            <a:pPr algn="l">
              <a:defRPr sz="2325" b="1">
                <a:solidFill>
                  <a:srgbClr val="52616A"/>
                </a:solidFill>
                <a:latin typeface="Yu Gothic"/>
                <a:ea typeface="Yu Gothic"/>
                <a:cs typeface="Yu Gothic"/>
              </a:defRPr>
            </a:pPr>
            <a:r>
              <a:rPr sz="2325" b="1">
                <a:solidFill>
                  <a:srgbClr val="52616A"/>
                </a:solidFill>
                <a:latin typeface="Yu Gothic"/>
                <a:ea typeface="Yu Gothic"/>
                <a:cs typeface="Yu Gothic"/>
              </a:rPr>
              <a:t>基準Aから、目標B・Cへ時計回りに進む</a:t>
            </a:r>
          </a:p>
        </p:txBody>
      </p:sp>
      <p:sp>
        <p:nvSpPr>
          <p:cNvPr id="7" name="">
            <a:extLst xmlns:a="http://schemas.openxmlformats.org/drawingml/2006/main">
              <a:ext uri="{FF2B5EF4-FFF2-40B4-BE49-F238E27FC236}">
                <a16:creationId xmlns:a16="http://schemas.microsoft.com/office/drawing/2014/main" id="{C03823EC-A149-47BA-9C33-FDA096102495}"/>
              </a:ext>
            </a:extLst>
          </p:cNvPr>
          <p:cNvSpPr>
            <a:spLocks xmlns:a="http://schemas.openxmlformats.org/drawingml/2006/main" noGrp="1"/>
          </p:cNvSpPr>
          <p:nvPr/>
        </p:nvSpPr>
        <p:spPr>
          <a:xfrm xmlns:a="http://schemas.openxmlformats.org/drawingml/2006/main">
            <a:off x="723900" y="2428875"/>
            <a:ext cx="228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425" b="1">
                <a:solidFill>
                  <a:srgbClr val="166B68"/>
                </a:solidFill>
                <a:latin typeface="Yu Gothic"/>
                <a:ea typeface="Yu Gothic"/>
                <a:cs typeface="Yu Gothic"/>
              </a:defRPr>
            </a:defPPr>
            <a:lvl1pPr algn="ctr">
              <a:defRPr sz="1425" b="1">
                <a:solidFill>
                  <a:srgbClr val="166B68"/>
                </a:solidFill>
                <a:latin typeface="Yu Gothic"/>
                <a:ea typeface="Yu Gothic"/>
                <a:cs typeface="Yu Gothic"/>
              </a:defRPr>
            </a:lvl1pPr>
            <a:lvl2pPr algn="ctr">
              <a:defRPr sz="1425" b="1">
                <a:solidFill>
                  <a:srgbClr val="166B68"/>
                </a:solidFill>
                <a:latin typeface="Yu Gothic"/>
                <a:ea typeface="Yu Gothic"/>
                <a:cs typeface="Yu Gothic"/>
              </a:defRPr>
            </a:lvl2pPr>
            <a:lvl3pPr algn="ctr">
              <a:defRPr sz="1425" b="1">
                <a:solidFill>
                  <a:srgbClr val="166B68"/>
                </a:solidFill>
                <a:latin typeface="Yu Gothic"/>
                <a:ea typeface="Yu Gothic"/>
                <a:cs typeface="Yu Gothic"/>
              </a:defRPr>
            </a:lvl3pPr>
            <a:lvl4pPr algn="ctr">
              <a:defRPr sz="1425" b="1">
                <a:solidFill>
                  <a:srgbClr val="166B68"/>
                </a:solidFill>
                <a:latin typeface="Yu Gothic"/>
                <a:ea typeface="Yu Gothic"/>
                <a:cs typeface="Yu Gothic"/>
              </a:defRPr>
            </a:lvl4pPr>
            <a:lvl5pPr algn="ctr">
              <a:defRPr sz="1425" b="1">
                <a:solidFill>
                  <a:srgbClr val="166B68"/>
                </a:solidFill>
                <a:latin typeface="Yu Gothic"/>
                <a:ea typeface="Yu Gothic"/>
                <a:cs typeface="Yu Gothic"/>
              </a:defRPr>
            </a:lvl5pPr>
            <a:lvl6pPr algn="ctr">
              <a:defRPr sz="1425" b="1">
                <a:solidFill>
                  <a:srgbClr val="166B68"/>
                </a:solidFill>
                <a:latin typeface="Yu Gothic"/>
                <a:ea typeface="Yu Gothic"/>
                <a:cs typeface="Yu Gothic"/>
              </a:defRPr>
            </a:lvl6pPr>
            <a:lvl7pPr algn="ctr">
              <a:defRPr sz="1425" b="1">
                <a:solidFill>
                  <a:srgbClr val="166B68"/>
                </a:solidFill>
                <a:latin typeface="Yu Gothic"/>
                <a:ea typeface="Yu Gothic"/>
                <a:cs typeface="Yu Gothic"/>
              </a:defRPr>
            </a:lvl7pPr>
            <a:lvl8pPr algn="ctr">
              <a:defRPr sz="1425" b="1">
                <a:solidFill>
                  <a:srgbClr val="166B68"/>
                </a:solidFill>
                <a:latin typeface="Yu Gothic"/>
                <a:ea typeface="Yu Gothic"/>
                <a:cs typeface="Yu Gothic"/>
              </a:defRPr>
            </a:lvl8pPr>
            <a:lvl9pPr algn="ctr">
              <a:defRPr sz="1425" b="1">
                <a:solidFill>
                  <a:srgbClr val="166B68"/>
                </a:solidFill>
                <a:latin typeface="Yu Gothic"/>
                <a:ea typeface="Yu Gothic"/>
                <a:cs typeface="Yu Gothic"/>
              </a:defRPr>
            </a:lvl9pPr>
          </a:lstStyle>
          <a:p xmlns:a="http://schemas.openxmlformats.org/drawingml/2006/main">
            <a:pPr algn="ctr">
              <a:defRPr sz="1425" b="1">
                <a:solidFill>
                  <a:srgbClr val="166B68"/>
                </a:solidFill>
                <a:latin typeface="Yu Gothic"/>
                <a:ea typeface="Yu Gothic"/>
                <a:cs typeface="Yu Gothic"/>
              </a:defRPr>
            </a:pPr>
            <a:r>
              <a:rPr sz="1425" b="1">
                <a:solidFill>
                  <a:srgbClr val="166B68"/>
                </a:solidFill>
                <a:latin typeface="Yu Gothic"/>
                <a:ea typeface="Yu Gothic"/>
                <a:cs typeface="Yu Gothic"/>
              </a:rPr>
              <a:t>●</a:t>
            </a:r>
          </a:p>
        </p:txBody>
      </p:sp>
      <p:sp>
        <p:nvSpPr>
          <p:cNvPr id="8" name="">
            <a:extLst xmlns:a="http://schemas.openxmlformats.org/drawingml/2006/main">
              <a:ext uri="{FF2B5EF4-FFF2-40B4-BE49-F238E27FC236}">
                <a16:creationId xmlns:a16="http://schemas.microsoft.com/office/drawing/2014/main" id="{2835E947-6249-4689-9365-09E62699A7FD}"/>
              </a:ext>
            </a:extLst>
          </p:cNvPr>
          <p:cNvSpPr>
            <a:spLocks xmlns:a="http://schemas.openxmlformats.org/drawingml/2006/main" noGrp="1"/>
          </p:cNvSpPr>
          <p:nvPr/>
        </p:nvSpPr>
        <p:spPr>
          <a:xfrm xmlns:a="http://schemas.openxmlformats.org/drawingml/2006/main">
            <a:off x="1047750" y="242887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正L：A→B→C</a:t>
            </a:r>
          </a:p>
        </p:txBody>
      </p:sp>
      <p:sp>
        <p:nvSpPr>
          <p:cNvPr id="9" name="">
            <a:extLst xmlns:a="http://schemas.openxmlformats.org/drawingml/2006/main">
              <a:ext uri="{FF2B5EF4-FFF2-40B4-BE49-F238E27FC236}">
                <a16:creationId xmlns:a16="http://schemas.microsoft.com/office/drawing/2014/main" id="{BA47CFA4-B2E8-4295-9739-1D8EA2C091FE}"/>
              </a:ext>
            </a:extLst>
          </p:cNvPr>
          <p:cNvSpPr>
            <a:spLocks xmlns:a="http://schemas.openxmlformats.org/drawingml/2006/main" noGrp="1"/>
          </p:cNvSpPr>
          <p:nvPr/>
        </p:nvSpPr>
        <p:spPr>
          <a:xfrm xmlns:a="http://schemas.openxmlformats.org/drawingml/2006/main">
            <a:off x="723900" y="3019425"/>
            <a:ext cx="228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425" b="1">
                <a:solidFill>
                  <a:srgbClr val="166B68"/>
                </a:solidFill>
                <a:latin typeface="Yu Gothic"/>
                <a:ea typeface="Yu Gothic"/>
                <a:cs typeface="Yu Gothic"/>
              </a:defRPr>
            </a:defPPr>
            <a:lvl1pPr algn="ctr">
              <a:defRPr sz="1425" b="1">
                <a:solidFill>
                  <a:srgbClr val="166B68"/>
                </a:solidFill>
                <a:latin typeface="Yu Gothic"/>
                <a:ea typeface="Yu Gothic"/>
                <a:cs typeface="Yu Gothic"/>
              </a:defRPr>
            </a:lvl1pPr>
            <a:lvl2pPr algn="ctr">
              <a:defRPr sz="1425" b="1">
                <a:solidFill>
                  <a:srgbClr val="166B68"/>
                </a:solidFill>
                <a:latin typeface="Yu Gothic"/>
                <a:ea typeface="Yu Gothic"/>
                <a:cs typeface="Yu Gothic"/>
              </a:defRPr>
            </a:lvl2pPr>
            <a:lvl3pPr algn="ctr">
              <a:defRPr sz="1425" b="1">
                <a:solidFill>
                  <a:srgbClr val="166B68"/>
                </a:solidFill>
                <a:latin typeface="Yu Gothic"/>
                <a:ea typeface="Yu Gothic"/>
                <a:cs typeface="Yu Gothic"/>
              </a:defRPr>
            </a:lvl3pPr>
            <a:lvl4pPr algn="ctr">
              <a:defRPr sz="1425" b="1">
                <a:solidFill>
                  <a:srgbClr val="166B68"/>
                </a:solidFill>
                <a:latin typeface="Yu Gothic"/>
                <a:ea typeface="Yu Gothic"/>
                <a:cs typeface="Yu Gothic"/>
              </a:defRPr>
            </a:lvl4pPr>
            <a:lvl5pPr algn="ctr">
              <a:defRPr sz="1425" b="1">
                <a:solidFill>
                  <a:srgbClr val="166B68"/>
                </a:solidFill>
                <a:latin typeface="Yu Gothic"/>
                <a:ea typeface="Yu Gothic"/>
                <a:cs typeface="Yu Gothic"/>
              </a:defRPr>
            </a:lvl5pPr>
            <a:lvl6pPr algn="ctr">
              <a:defRPr sz="1425" b="1">
                <a:solidFill>
                  <a:srgbClr val="166B68"/>
                </a:solidFill>
                <a:latin typeface="Yu Gothic"/>
                <a:ea typeface="Yu Gothic"/>
                <a:cs typeface="Yu Gothic"/>
              </a:defRPr>
            </a:lvl6pPr>
            <a:lvl7pPr algn="ctr">
              <a:defRPr sz="1425" b="1">
                <a:solidFill>
                  <a:srgbClr val="166B68"/>
                </a:solidFill>
                <a:latin typeface="Yu Gothic"/>
                <a:ea typeface="Yu Gothic"/>
                <a:cs typeface="Yu Gothic"/>
              </a:defRPr>
            </a:lvl7pPr>
            <a:lvl8pPr algn="ctr">
              <a:defRPr sz="1425" b="1">
                <a:solidFill>
                  <a:srgbClr val="166B68"/>
                </a:solidFill>
                <a:latin typeface="Yu Gothic"/>
                <a:ea typeface="Yu Gothic"/>
                <a:cs typeface="Yu Gothic"/>
              </a:defRPr>
            </a:lvl8pPr>
            <a:lvl9pPr algn="ctr">
              <a:defRPr sz="1425" b="1">
                <a:solidFill>
                  <a:srgbClr val="166B68"/>
                </a:solidFill>
                <a:latin typeface="Yu Gothic"/>
                <a:ea typeface="Yu Gothic"/>
                <a:cs typeface="Yu Gothic"/>
              </a:defRPr>
            </a:lvl9pPr>
          </a:lstStyle>
          <a:p xmlns:a="http://schemas.openxmlformats.org/drawingml/2006/main">
            <a:pPr algn="ctr">
              <a:defRPr sz="1425" b="1">
                <a:solidFill>
                  <a:srgbClr val="166B68"/>
                </a:solidFill>
                <a:latin typeface="Yu Gothic"/>
                <a:ea typeface="Yu Gothic"/>
                <a:cs typeface="Yu Gothic"/>
              </a:defRPr>
            </a:pPr>
            <a:r>
              <a:rPr sz="1425" b="1">
                <a:solidFill>
                  <a:srgbClr val="166B68"/>
                </a:solidFill>
                <a:latin typeface="Yu Gothic"/>
                <a:ea typeface="Yu Gothic"/>
                <a:cs typeface="Yu Gothic"/>
              </a:rPr>
              <a:t>●</a:t>
            </a:r>
          </a:p>
        </p:txBody>
      </p:sp>
      <p:sp>
        <p:nvSpPr>
          <p:cNvPr id="10" name="">
            <a:extLst xmlns:a="http://schemas.openxmlformats.org/drawingml/2006/main">
              <a:ext uri="{FF2B5EF4-FFF2-40B4-BE49-F238E27FC236}">
                <a16:creationId xmlns:a16="http://schemas.microsoft.com/office/drawing/2014/main" id="{FA1EA18B-B6B9-4CD7-A9E5-7169DEB6F2BF}"/>
              </a:ext>
            </a:extLst>
          </p:cNvPr>
          <p:cNvSpPr>
            <a:spLocks xmlns:a="http://schemas.openxmlformats.org/drawingml/2006/main" noGrp="1"/>
          </p:cNvSpPr>
          <p:nvPr/>
        </p:nvSpPr>
        <p:spPr>
          <a:xfrm xmlns:a="http://schemas.openxmlformats.org/drawingml/2006/main">
            <a:off x="1047750" y="301942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反R：C→B→A</a:t>
            </a:r>
          </a:p>
        </p:txBody>
      </p:sp>
      <p:sp>
        <p:nvSpPr>
          <p:cNvPr id="11" name="">
            <a:extLst xmlns:a="http://schemas.openxmlformats.org/drawingml/2006/main">
              <a:ext uri="{FF2B5EF4-FFF2-40B4-BE49-F238E27FC236}">
                <a16:creationId xmlns:a16="http://schemas.microsoft.com/office/drawing/2014/main" id="{8A7BD9A3-4A01-47AB-AD3E-3F248A5530FA}"/>
              </a:ext>
            </a:extLst>
          </p:cNvPr>
          <p:cNvSpPr>
            <a:spLocks xmlns:a="http://schemas.openxmlformats.org/drawingml/2006/main" noGrp="1"/>
          </p:cNvSpPr>
          <p:nvPr/>
        </p:nvSpPr>
        <p:spPr>
          <a:xfrm xmlns:a="http://schemas.openxmlformats.org/drawingml/2006/main">
            <a:off x="8739188" y="2277237"/>
            <a:ext cx="9525" cy="1362075"/>
          </a:xfrm>
          <a:custGeom xmlns:a="http://schemas.openxmlformats.org/drawingml/2006/main">
            <a:pathLst>
              <a:path w="9525" h="1362075">
                <a:moveTo>
                  <a:pt x="0" y="1362075"/>
                </a:moveTo>
                <a:lnTo>
                  <a:pt x="0" y="0"/>
                </a:lnTo>
              </a:path>
            </a:pathLst>
          </a:custGeom>
          <a:noFill xmlns:a="http://schemas.openxmlformats.org/drawingml/2006/main"/>
          <a:ln xmlns:a="http://schemas.openxmlformats.org/drawingml/2006/main" w="28575">
            <a:solidFill>
              <a:srgbClr val="182B33"/>
            </a:solidFill>
            <a:prstDash val="solid"/>
          </a:ln>
        </p:spPr>
      </p:sp>
      <p:sp>
        <p:nvSpPr>
          <p:cNvPr id="12" name="">
            <a:extLst xmlns:a="http://schemas.openxmlformats.org/drawingml/2006/main">
              <a:ext uri="{FF2B5EF4-FFF2-40B4-BE49-F238E27FC236}">
                <a16:creationId xmlns:a16="http://schemas.microsoft.com/office/drawing/2014/main" id="{CEB908E0-8236-47D9-9908-FE74AB427B54}"/>
              </a:ext>
            </a:extLst>
          </p:cNvPr>
          <p:cNvSpPr>
            <a:spLocks xmlns:a="http://schemas.openxmlformats.org/drawingml/2006/main" noGrp="1"/>
          </p:cNvSpPr>
          <p:nvPr/>
        </p:nvSpPr>
        <p:spPr>
          <a:xfrm xmlns:a="http://schemas.openxmlformats.org/drawingml/2006/main">
            <a:off x="8739188" y="3250639"/>
            <a:ext cx="1305443" cy="388673"/>
          </a:xfrm>
          <a:custGeom xmlns:a="http://schemas.openxmlformats.org/drawingml/2006/main">
            <a:pathLst>
              <a:path w="1305443" h="388673">
                <a:moveTo>
                  <a:pt x="0" y="388673"/>
                </a:moveTo>
                <a:lnTo>
                  <a:pt x="1305443" y="0"/>
                </a:lnTo>
              </a:path>
            </a:pathLst>
          </a:custGeom>
          <a:noFill xmlns:a="http://schemas.openxmlformats.org/drawingml/2006/main"/>
          <a:ln xmlns:a="http://schemas.openxmlformats.org/drawingml/2006/main" w="28575">
            <a:solidFill>
              <a:srgbClr val="182B33"/>
            </a:solidFill>
            <a:prstDash val="solid"/>
          </a:ln>
        </p:spPr>
      </p:sp>
      <p:sp>
        <p:nvSpPr>
          <p:cNvPr id="13" name="">
            <a:extLst xmlns:a="http://schemas.openxmlformats.org/drawingml/2006/main">
              <a:ext uri="{FF2B5EF4-FFF2-40B4-BE49-F238E27FC236}">
                <a16:creationId xmlns:a16="http://schemas.microsoft.com/office/drawing/2014/main" id="{BF2CDE56-473A-4808-AE7F-52C1DBA72CCA}"/>
              </a:ext>
            </a:extLst>
          </p:cNvPr>
          <p:cNvSpPr>
            <a:spLocks xmlns:a="http://schemas.openxmlformats.org/drawingml/2006/main" noGrp="1"/>
          </p:cNvSpPr>
          <p:nvPr/>
        </p:nvSpPr>
        <p:spPr>
          <a:xfrm xmlns:a="http://schemas.openxmlformats.org/drawingml/2006/main">
            <a:off x="8739188" y="3176207"/>
            <a:ext cx="443851" cy="330957"/>
          </a:xfrm>
          <a:custGeom xmlns:a="http://schemas.openxmlformats.org/drawingml/2006/main">
            <a:pathLst>
              <a:path w="443851" h="330957">
                <a:moveTo>
                  <a:pt x="0" y="0"/>
                </a:moveTo>
                <a:lnTo>
                  <a:pt x="39514" y="1689"/>
                </a:lnTo>
                <a:lnTo>
                  <a:pt x="78740" y="6743"/>
                </a:lnTo>
                <a:lnTo>
                  <a:pt x="117392" y="15126"/>
                </a:lnTo>
                <a:lnTo>
                  <a:pt x="155187" y="26776"/>
                </a:lnTo>
                <a:lnTo>
                  <a:pt x="191851" y="41608"/>
                </a:lnTo>
                <a:lnTo>
                  <a:pt x="227115" y="59515"/>
                </a:lnTo>
                <a:lnTo>
                  <a:pt x="260723" y="80365"/>
                </a:lnTo>
                <a:lnTo>
                  <a:pt x="292429" y="104007"/>
                </a:lnTo>
                <a:lnTo>
                  <a:pt x="322002" y="130267"/>
                </a:lnTo>
                <a:lnTo>
                  <a:pt x="349227" y="158956"/>
                </a:lnTo>
                <a:lnTo>
                  <a:pt x="373905" y="189862"/>
                </a:lnTo>
                <a:lnTo>
                  <a:pt x="395856" y="222762"/>
                </a:lnTo>
                <a:lnTo>
                  <a:pt x="414919" y="257415"/>
                </a:lnTo>
                <a:lnTo>
                  <a:pt x="430956" y="293567"/>
                </a:lnTo>
                <a:lnTo>
                  <a:pt x="443851" y="330957"/>
                </a:lnTo>
              </a:path>
            </a:pathLst>
          </a:custGeom>
          <a:noFill xmlns:a="http://schemas.openxmlformats.org/drawingml/2006/main"/>
          <a:ln xmlns:a="http://schemas.openxmlformats.org/drawingml/2006/main" w="38100">
            <a:solidFill>
              <a:srgbClr val="166B68"/>
            </a:solidFill>
            <a:prstDash val="solid"/>
          </a:ln>
        </p:spPr>
      </p:sp>
      <p:sp>
        <p:nvSpPr>
          <p:cNvPr id="14" name="">
            <a:extLst xmlns:a="http://schemas.openxmlformats.org/drawingml/2006/main">
              <a:ext uri="{FF2B5EF4-FFF2-40B4-BE49-F238E27FC236}">
                <a16:creationId xmlns:a16="http://schemas.microsoft.com/office/drawing/2014/main" id="{CBDCABB5-973A-42E5-98E9-1F3471E7BB94}"/>
              </a:ext>
            </a:extLst>
          </p:cNvPr>
          <p:cNvSpPr>
            <a:spLocks xmlns:a="http://schemas.openxmlformats.org/drawingml/2006/main" noGrp="1"/>
          </p:cNvSpPr>
          <p:nvPr/>
        </p:nvSpPr>
        <p:spPr>
          <a:xfrm xmlns:a="http://schemas.openxmlformats.org/drawingml/2006/main">
            <a:off x="9147704" y="3388486"/>
            <a:ext cx="35334" cy="118677"/>
          </a:xfrm>
          <a:custGeom xmlns:a="http://schemas.openxmlformats.org/drawingml/2006/main">
            <a:pathLst>
              <a:path w="35334" h="118677">
                <a:moveTo>
                  <a:pt x="0" y="0"/>
                </a:moveTo>
                <a:lnTo>
                  <a:pt x="35334" y="118677"/>
                </a:lnTo>
              </a:path>
            </a:pathLst>
          </a:custGeom>
          <a:noFill xmlns:a="http://schemas.openxmlformats.org/drawingml/2006/main"/>
          <a:ln xmlns:a="http://schemas.openxmlformats.org/drawingml/2006/main" w="28575">
            <a:solidFill>
              <a:srgbClr val="166B68"/>
            </a:solidFill>
            <a:prstDash val="solid"/>
          </a:ln>
        </p:spPr>
      </p:sp>
      <p:sp>
        <p:nvSpPr>
          <p:cNvPr id="15" name="">
            <a:extLst xmlns:a="http://schemas.openxmlformats.org/drawingml/2006/main">
              <a:ext uri="{FF2B5EF4-FFF2-40B4-BE49-F238E27FC236}">
                <a16:creationId xmlns:a16="http://schemas.microsoft.com/office/drawing/2014/main" id="{B7753AD9-5E6E-4200-9A99-79F0514D6C72}"/>
              </a:ext>
            </a:extLst>
          </p:cNvPr>
          <p:cNvSpPr>
            <a:spLocks xmlns:a="http://schemas.openxmlformats.org/drawingml/2006/main" noGrp="1"/>
          </p:cNvSpPr>
          <p:nvPr/>
        </p:nvSpPr>
        <p:spPr>
          <a:xfrm xmlns:a="http://schemas.openxmlformats.org/drawingml/2006/main">
            <a:off x="9112151" y="3415130"/>
            <a:ext cx="95432" cy="92033"/>
          </a:xfrm>
          <a:custGeom xmlns:a="http://schemas.openxmlformats.org/drawingml/2006/main">
            <a:pathLst>
              <a:path w="95432" h="92033">
                <a:moveTo>
                  <a:pt x="0" y="28413"/>
                </a:moveTo>
                <a:lnTo>
                  <a:pt x="70888" y="92033"/>
                </a:lnTo>
                <a:lnTo>
                  <a:pt x="95432" y="0"/>
                </a:lnTo>
              </a:path>
            </a:pathLst>
          </a:custGeom>
          <a:noFill xmlns:a="http://schemas.openxmlformats.org/drawingml/2006/main"/>
          <a:ln xmlns:a="http://schemas.openxmlformats.org/drawingml/2006/main" w="28575">
            <a:solidFill>
              <a:srgbClr val="166B68"/>
            </a:solidFill>
            <a:prstDash val="solid"/>
          </a:ln>
        </p:spPr>
      </p:sp>
      <p:sp>
        <p:nvSpPr>
          <p:cNvPr id="16" name="">
            <a:extLst xmlns:a="http://schemas.openxmlformats.org/drawingml/2006/main">
              <a:ext uri="{FF2B5EF4-FFF2-40B4-BE49-F238E27FC236}">
                <a16:creationId xmlns:a16="http://schemas.microsoft.com/office/drawing/2014/main" id="{CACF0D23-DB2B-4152-A3C0-EC22AE5ACFC6}"/>
              </a:ext>
            </a:extLst>
          </p:cNvPr>
          <p:cNvSpPr>
            <a:spLocks xmlns:a="http://schemas.openxmlformats.org/drawingml/2006/main" noGrp="1"/>
          </p:cNvSpPr>
          <p:nvPr/>
        </p:nvSpPr>
        <p:spPr>
          <a:xfrm xmlns:a="http://schemas.openxmlformats.org/drawingml/2006/main">
            <a:off x="8682038" y="2220087"/>
            <a:ext cx="114300" cy="114300"/>
          </a:xfrm>
          <a:prstGeom xmlns:a="http://schemas.openxmlformats.org/drawingml/2006/main" prst="ellipse">
            <a:avLst/>
          </a:prstGeom>
          <a:solidFill xmlns:a="http://schemas.openxmlformats.org/drawingml/2006/main">
            <a:srgbClr val="166B68"/>
          </a:solidFill>
          <a:ln xmlns:a="http://schemas.openxmlformats.org/drawingml/2006/main" w="9525">
            <a:solidFill>
              <a:srgbClr val="166B68"/>
            </a:solidFill>
          </a:ln>
        </p:spPr>
      </p:sp>
      <p:sp>
        <p:nvSpPr>
          <p:cNvPr id="17" name="">
            <a:extLst xmlns:a="http://schemas.openxmlformats.org/drawingml/2006/main">
              <a:ext uri="{FF2B5EF4-FFF2-40B4-BE49-F238E27FC236}">
                <a16:creationId xmlns:a16="http://schemas.microsoft.com/office/drawing/2014/main" id="{5093B1F6-4584-4E7C-AB93-8E4EEBD0B713}"/>
              </a:ext>
            </a:extLst>
          </p:cNvPr>
          <p:cNvSpPr>
            <a:spLocks xmlns:a="http://schemas.openxmlformats.org/drawingml/2006/main" noGrp="1"/>
          </p:cNvSpPr>
          <p:nvPr/>
        </p:nvSpPr>
        <p:spPr>
          <a:xfrm xmlns:a="http://schemas.openxmlformats.org/drawingml/2006/main">
            <a:off x="8501063" y="2020062"/>
            <a:ext cx="7048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182B33"/>
                </a:solidFill>
                <a:latin typeface="Yu Gothic"/>
                <a:ea typeface="Yu Gothic"/>
                <a:cs typeface="Yu Gothic"/>
              </a:defRPr>
            </a:defPPr>
            <a:lvl1pPr algn="l">
              <a:defRPr sz="1650" b="1">
                <a:solidFill>
                  <a:srgbClr val="182B33"/>
                </a:solidFill>
                <a:latin typeface="Yu Gothic"/>
                <a:ea typeface="Yu Gothic"/>
                <a:cs typeface="Yu Gothic"/>
              </a:defRPr>
            </a:lvl1pPr>
            <a:lvl2pPr algn="l">
              <a:defRPr sz="1650" b="1">
                <a:solidFill>
                  <a:srgbClr val="182B33"/>
                </a:solidFill>
                <a:latin typeface="Yu Gothic"/>
                <a:ea typeface="Yu Gothic"/>
                <a:cs typeface="Yu Gothic"/>
              </a:defRPr>
            </a:lvl2pPr>
            <a:lvl3pPr algn="l">
              <a:defRPr sz="1650" b="1">
                <a:solidFill>
                  <a:srgbClr val="182B33"/>
                </a:solidFill>
                <a:latin typeface="Yu Gothic"/>
                <a:ea typeface="Yu Gothic"/>
                <a:cs typeface="Yu Gothic"/>
              </a:defRPr>
            </a:lvl3pPr>
            <a:lvl4pPr algn="l">
              <a:defRPr sz="1650" b="1">
                <a:solidFill>
                  <a:srgbClr val="182B33"/>
                </a:solidFill>
                <a:latin typeface="Yu Gothic"/>
                <a:ea typeface="Yu Gothic"/>
                <a:cs typeface="Yu Gothic"/>
              </a:defRPr>
            </a:lvl4pPr>
            <a:lvl5pPr algn="l">
              <a:defRPr sz="1650" b="1">
                <a:solidFill>
                  <a:srgbClr val="182B33"/>
                </a:solidFill>
                <a:latin typeface="Yu Gothic"/>
                <a:ea typeface="Yu Gothic"/>
                <a:cs typeface="Yu Gothic"/>
              </a:defRPr>
            </a:lvl5pPr>
            <a:lvl6pPr algn="l">
              <a:defRPr sz="1650" b="1">
                <a:solidFill>
                  <a:srgbClr val="182B33"/>
                </a:solidFill>
                <a:latin typeface="Yu Gothic"/>
                <a:ea typeface="Yu Gothic"/>
                <a:cs typeface="Yu Gothic"/>
              </a:defRPr>
            </a:lvl6pPr>
            <a:lvl7pPr algn="l">
              <a:defRPr sz="1650" b="1">
                <a:solidFill>
                  <a:srgbClr val="182B33"/>
                </a:solidFill>
                <a:latin typeface="Yu Gothic"/>
                <a:ea typeface="Yu Gothic"/>
                <a:cs typeface="Yu Gothic"/>
              </a:defRPr>
            </a:lvl7pPr>
            <a:lvl8pPr algn="l">
              <a:defRPr sz="1650" b="1">
                <a:solidFill>
                  <a:srgbClr val="182B33"/>
                </a:solidFill>
                <a:latin typeface="Yu Gothic"/>
                <a:ea typeface="Yu Gothic"/>
                <a:cs typeface="Yu Gothic"/>
              </a:defRPr>
            </a:lvl8pPr>
            <a:lvl9pPr algn="l">
              <a:defRPr sz="1650" b="1">
                <a:solidFill>
                  <a:srgbClr val="182B33"/>
                </a:solidFill>
                <a:latin typeface="Yu Gothic"/>
                <a:ea typeface="Yu Gothic"/>
                <a:cs typeface="Yu Gothic"/>
              </a:defRPr>
            </a:lvl9pPr>
          </a:lstStyle>
          <a:p xmlns:a="http://schemas.openxmlformats.org/drawingml/2006/main">
            <a:pPr algn="l">
              <a:defRPr sz="1650" b="1">
                <a:solidFill>
                  <a:srgbClr val="182B33"/>
                </a:solidFill>
                <a:latin typeface="Yu Gothic"/>
                <a:ea typeface="Yu Gothic"/>
                <a:cs typeface="Yu Gothic"/>
              </a:defRPr>
            </a:pPr>
            <a:r>
              <a:rPr sz="1650" b="1">
                <a:solidFill>
                  <a:srgbClr val="182B33"/>
                </a:solidFill>
                <a:latin typeface="Yu Gothic"/>
                <a:ea typeface="Yu Gothic"/>
                <a:cs typeface="Yu Gothic"/>
              </a:rPr>
              <a:t>A</a:t>
            </a:r>
          </a:p>
        </p:txBody>
      </p:sp>
      <p:sp>
        <p:nvSpPr>
          <p:cNvPr id="18" name="">
            <a:extLst xmlns:a="http://schemas.openxmlformats.org/drawingml/2006/main">
              <a:ext uri="{FF2B5EF4-FFF2-40B4-BE49-F238E27FC236}">
                <a16:creationId xmlns:a16="http://schemas.microsoft.com/office/drawing/2014/main" id="{2A2CD0C1-2CB4-49F2-BD31-3A3B6C212BA5}"/>
              </a:ext>
            </a:extLst>
          </p:cNvPr>
          <p:cNvSpPr>
            <a:spLocks xmlns:a="http://schemas.openxmlformats.org/drawingml/2006/main" noGrp="1"/>
          </p:cNvSpPr>
          <p:nvPr/>
        </p:nvSpPr>
        <p:spPr>
          <a:xfrm xmlns:a="http://schemas.openxmlformats.org/drawingml/2006/main">
            <a:off x="8682038" y="3582162"/>
            <a:ext cx="114300" cy="114300"/>
          </a:xfrm>
          <a:prstGeom xmlns:a="http://schemas.openxmlformats.org/drawingml/2006/main" prst="ellipse">
            <a:avLst/>
          </a:prstGeom>
          <a:solidFill xmlns:a="http://schemas.openxmlformats.org/drawingml/2006/main">
            <a:srgbClr val="166B68"/>
          </a:solidFill>
          <a:ln xmlns:a="http://schemas.openxmlformats.org/drawingml/2006/main" w="9525">
            <a:solidFill>
              <a:srgbClr val="166B68"/>
            </a:solidFill>
          </a:ln>
        </p:spPr>
      </p:sp>
      <p:sp>
        <p:nvSpPr>
          <p:cNvPr id="19" name="">
            <a:extLst xmlns:a="http://schemas.openxmlformats.org/drawingml/2006/main">
              <a:ext uri="{FF2B5EF4-FFF2-40B4-BE49-F238E27FC236}">
                <a16:creationId xmlns:a16="http://schemas.microsoft.com/office/drawing/2014/main" id="{0BA48049-75B2-4784-AD8C-E9575256D7B7}"/>
              </a:ext>
            </a:extLst>
          </p:cNvPr>
          <p:cNvSpPr>
            <a:spLocks xmlns:a="http://schemas.openxmlformats.org/drawingml/2006/main" noGrp="1"/>
          </p:cNvSpPr>
          <p:nvPr/>
        </p:nvSpPr>
        <p:spPr>
          <a:xfrm xmlns:a="http://schemas.openxmlformats.org/drawingml/2006/main">
            <a:off x="8462963" y="3686937"/>
            <a:ext cx="7048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182B33"/>
                </a:solidFill>
                <a:latin typeface="Yu Gothic"/>
                <a:ea typeface="Yu Gothic"/>
                <a:cs typeface="Yu Gothic"/>
              </a:defRPr>
            </a:defPPr>
            <a:lvl1pPr algn="l">
              <a:defRPr sz="1650" b="1">
                <a:solidFill>
                  <a:srgbClr val="182B33"/>
                </a:solidFill>
                <a:latin typeface="Yu Gothic"/>
                <a:ea typeface="Yu Gothic"/>
                <a:cs typeface="Yu Gothic"/>
              </a:defRPr>
            </a:lvl1pPr>
            <a:lvl2pPr algn="l">
              <a:defRPr sz="1650" b="1">
                <a:solidFill>
                  <a:srgbClr val="182B33"/>
                </a:solidFill>
                <a:latin typeface="Yu Gothic"/>
                <a:ea typeface="Yu Gothic"/>
                <a:cs typeface="Yu Gothic"/>
              </a:defRPr>
            </a:lvl2pPr>
            <a:lvl3pPr algn="l">
              <a:defRPr sz="1650" b="1">
                <a:solidFill>
                  <a:srgbClr val="182B33"/>
                </a:solidFill>
                <a:latin typeface="Yu Gothic"/>
                <a:ea typeface="Yu Gothic"/>
                <a:cs typeface="Yu Gothic"/>
              </a:defRPr>
            </a:lvl3pPr>
            <a:lvl4pPr algn="l">
              <a:defRPr sz="1650" b="1">
                <a:solidFill>
                  <a:srgbClr val="182B33"/>
                </a:solidFill>
                <a:latin typeface="Yu Gothic"/>
                <a:ea typeface="Yu Gothic"/>
                <a:cs typeface="Yu Gothic"/>
              </a:defRPr>
            </a:lvl4pPr>
            <a:lvl5pPr algn="l">
              <a:defRPr sz="1650" b="1">
                <a:solidFill>
                  <a:srgbClr val="182B33"/>
                </a:solidFill>
                <a:latin typeface="Yu Gothic"/>
                <a:ea typeface="Yu Gothic"/>
                <a:cs typeface="Yu Gothic"/>
              </a:defRPr>
            </a:lvl5pPr>
            <a:lvl6pPr algn="l">
              <a:defRPr sz="1650" b="1">
                <a:solidFill>
                  <a:srgbClr val="182B33"/>
                </a:solidFill>
                <a:latin typeface="Yu Gothic"/>
                <a:ea typeface="Yu Gothic"/>
                <a:cs typeface="Yu Gothic"/>
              </a:defRPr>
            </a:lvl6pPr>
            <a:lvl7pPr algn="l">
              <a:defRPr sz="1650" b="1">
                <a:solidFill>
                  <a:srgbClr val="182B33"/>
                </a:solidFill>
                <a:latin typeface="Yu Gothic"/>
                <a:ea typeface="Yu Gothic"/>
                <a:cs typeface="Yu Gothic"/>
              </a:defRPr>
            </a:lvl7pPr>
            <a:lvl8pPr algn="l">
              <a:defRPr sz="1650" b="1">
                <a:solidFill>
                  <a:srgbClr val="182B33"/>
                </a:solidFill>
                <a:latin typeface="Yu Gothic"/>
                <a:ea typeface="Yu Gothic"/>
                <a:cs typeface="Yu Gothic"/>
              </a:defRPr>
            </a:lvl8pPr>
            <a:lvl9pPr algn="l">
              <a:defRPr sz="1650" b="1">
                <a:solidFill>
                  <a:srgbClr val="182B33"/>
                </a:solidFill>
                <a:latin typeface="Yu Gothic"/>
                <a:ea typeface="Yu Gothic"/>
                <a:cs typeface="Yu Gothic"/>
              </a:defRPr>
            </a:lvl9pPr>
          </a:lstStyle>
          <a:p xmlns:a="http://schemas.openxmlformats.org/drawingml/2006/main">
            <a:pPr algn="l">
              <a:defRPr sz="1650" b="1">
                <a:solidFill>
                  <a:srgbClr val="182B33"/>
                </a:solidFill>
                <a:latin typeface="Yu Gothic"/>
                <a:ea typeface="Yu Gothic"/>
                <a:cs typeface="Yu Gothic"/>
              </a:defRPr>
            </a:pPr>
            <a:r>
              <a:rPr sz="1650" b="1">
                <a:solidFill>
                  <a:srgbClr val="182B33"/>
                </a:solidFill>
                <a:latin typeface="Yu Gothic"/>
                <a:ea typeface="Yu Gothic"/>
                <a:cs typeface="Yu Gothic"/>
              </a:rPr>
              <a:t>O</a:t>
            </a:r>
          </a:p>
        </p:txBody>
      </p:sp>
      <p:sp>
        <p:nvSpPr>
          <p:cNvPr id="20" name="">
            <a:extLst xmlns:a="http://schemas.openxmlformats.org/drawingml/2006/main">
              <a:ext uri="{FF2B5EF4-FFF2-40B4-BE49-F238E27FC236}">
                <a16:creationId xmlns:a16="http://schemas.microsoft.com/office/drawing/2014/main" id="{5670EA17-9626-4D4B-98EF-1DD3A172760F}"/>
              </a:ext>
            </a:extLst>
          </p:cNvPr>
          <p:cNvSpPr>
            <a:spLocks xmlns:a="http://schemas.openxmlformats.org/drawingml/2006/main" noGrp="1"/>
          </p:cNvSpPr>
          <p:nvPr/>
        </p:nvSpPr>
        <p:spPr>
          <a:xfrm xmlns:a="http://schemas.openxmlformats.org/drawingml/2006/main">
            <a:off x="9987480" y="3193489"/>
            <a:ext cx="114300" cy="114300"/>
          </a:xfrm>
          <a:prstGeom xmlns:a="http://schemas.openxmlformats.org/drawingml/2006/main" prst="ellipse">
            <a:avLst/>
          </a:prstGeom>
          <a:solidFill xmlns:a="http://schemas.openxmlformats.org/drawingml/2006/main">
            <a:srgbClr val="166B68"/>
          </a:solidFill>
          <a:ln xmlns:a="http://schemas.openxmlformats.org/drawingml/2006/main" w="9525">
            <a:solidFill>
              <a:srgbClr val="166B68"/>
            </a:solidFill>
          </a:ln>
        </p:spPr>
      </p:sp>
      <p:sp>
        <p:nvSpPr>
          <p:cNvPr id="21" name="">
            <a:extLst xmlns:a="http://schemas.openxmlformats.org/drawingml/2006/main">
              <a:ext uri="{FF2B5EF4-FFF2-40B4-BE49-F238E27FC236}">
                <a16:creationId xmlns:a16="http://schemas.microsoft.com/office/drawing/2014/main" id="{2F686981-966E-4A7D-BFA5-C6BCCA41F486}"/>
              </a:ext>
            </a:extLst>
          </p:cNvPr>
          <p:cNvSpPr>
            <a:spLocks xmlns:a="http://schemas.openxmlformats.org/drawingml/2006/main" noGrp="1"/>
          </p:cNvSpPr>
          <p:nvPr/>
        </p:nvSpPr>
        <p:spPr>
          <a:xfrm xmlns:a="http://schemas.openxmlformats.org/drawingml/2006/main">
            <a:off x="10130355" y="3079189"/>
            <a:ext cx="7048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182B33"/>
                </a:solidFill>
                <a:latin typeface="Yu Gothic"/>
                <a:ea typeface="Yu Gothic"/>
                <a:cs typeface="Yu Gothic"/>
              </a:defRPr>
            </a:defPPr>
            <a:lvl1pPr algn="l">
              <a:defRPr sz="1650" b="1">
                <a:solidFill>
                  <a:srgbClr val="182B33"/>
                </a:solidFill>
                <a:latin typeface="Yu Gothic"/>
                <a:ea typeface="Yu Gothic"/>
                <a:cs typeface="Yu Gothic"/>
              </a:defRPr>
            </a:lvl1pPr>
            <a:lvl2pPr algn="l">
              <a:defRPr sz="1650" b="1">
                <a:solidFill>
                  <a:srgbClr val="182B33"/>
                </a:solidFill>
                <a:latin typeface="Yu Gothic"/>
                <a:ea typeface="Yu Gothic"/>
                <a:cs typeface="Yu Gothic"/>
              </a:defRPr>
            </a:lvl2pPr>
            <a:lvl3pPr algn="l">
              <a:defRPr sz="1650" b="1">
                <a:solidFill>
                  <a:srgbClr val="182B33"/>
                </a:solidFill>
                <a:latin typeface="Yu Gothic"/>
                <a:ea typeface="Yu Gothic"/>
                <a:cs typeface="Yu Gothic"/>
              </a:defRPr>
            </a:lvl3pPr>
            <a:lvl4pPr algn="l">
              <a:defRPr sz="1650" b="1">
                <a:solidFill>
                  <a:srgbClr val="182B33"/>
                </a:solidFill>
                <a:latin typeface="Yu Gothic"/>
                <a:ea typeface="Yu Gothic"/>
                <a:cs typeface="Yu Gothic"/>
              </a:defRPr>
            </a:lvl4pPr>
            <a:lvl5pPr algn="l">
              <a:defRPr sz="1650" b="1">
                <a:solidFill>
                  <a:srgbClr val="182B33"/>
                </a:solidFill>
                <a:latin typeface="Yu Gothic"/>
                <a:ea typeface="Yu Gothic"/>
                <a:cs typeface="Yu Gothic"/>
              </a:defRPr>
            </a:lvl5pPr>
            <a:lvl6pPr algn="l">
              <a:defRPr sz="1650" b="1">
                <a:solidFill>
                  <a:srgbClr val="182B33"/>
                </a:solidFill>
                <a:latin typeface="Yu Gothic"/>
                <a:ea typeface="Yu Gothic"/>
                <a:cs typeface="Yu Gothic"/>
              </a:defRPr>
            </a:lvl6pPr>
            <a:lvl7pPr algn="l">
              <a:defRPr sz="1650" b="1">
                <a:solidFill>
                  <a:srgbClr val="182B33"/>
                </a:solidFill>
                <a:latin typeface="Yu Gothic"/>
                <a:ea typeface="Yu Gothic"/>
                <a:cs typeface="Yu Gothic"/>
              </a:defRPr>
            </a:lvl7pPr>
            <a:lvl8pPr algn="l">
              <a:defRPr sz="1650" b="1">
                <a:solidFill>
                  <a:srgbClr val="182B33"/>
                </a:solidFill>
                <a:latin typeface="Yu Gothic"/>
                <a:ea typeface="Yu Gothic"/>
                <a:cs typeface="Yu Gothic"/>
              </a:defRPr>
            </a:lvl8pPr>
            <a:lvl9pPr algn="l">
              <a:defRPr sz="1650" b="1">
                <a:solidFill>
                  <a:srgbClr val="182B33"/>
                </a:solidFill>
                <a:latin typeface="Yu Gothic"/>
                <a:ea typeface="Yu Gothic"/>
                <a:cs typeface="Yu Gothic"/>
              </a:defRPr>
            </a:lvl9pPr>
          </a:lstStyle>
          <a:p xmlns:a="http://schemas.openxmlformats.org/drawingml/2006/main">
            <a:pPr algn="l">
              <a:defRPr sz="1650" b="1">
                <a:solidFill>
                  <a:srgbClr val="182B33"/>
                </a:solidFill>
                <a:latin typeface="Yu Gothic"/>
                <a:ea typeface="Yu Gothic"/>
                <a:cs typeface="Yu Gothic"/>
              </a:defRPr>
            </a:pPr>
            <a:r>
              <a:rPr sz="1650" b="1">
                <a:solidFill>
                  <a:srgbClr val="182B33"/>
                </a:solidFill>
                <a:latin typeface="Yu Gothic"/>
                <a:ea typeface="Yu Gothic"/>
                <a:cs typeface="Yu Gothic"/>
              </a:rPr>
              <a:t>B</a:t>
            </a:r>
          </a:p>
        </p:txBody>
      </p:sp>
      <p:sp>
        <p:nvSpPr>
          <p:cNvPr id="22" name="">
            <a:extLst xmlns:a="http://schemas.openxmlformats.org/drawingml/2006/main">
              <a:ext uri="{FF2B5EF4-FFF2-40B4-BE49-F238E27FC236}">
                <a16:creationId xmlns:a16="http://schemas.microsoft.com/office/drawing/2014/main" id="{4166B68A-EEE1-4E5E-97A8-026549EA8C69}"/>
              </a:ext>
            </a:extLst>
          </p:cNvPr>
          <p:cNvSpPr>
            <a:spLocks xmlns:a="http://schemas.openxmlformats.org/drawingml/2006/main" noGrp="1"/>
          </p:cNvSpPr>
          <p:nvPr/>
        </p:nvSpPr>
        <p:spPr>
          <a:xfrm xmlns:a="http://schemas.openxmlformats.org/drawingml/2006/main">
            <a:off x="8834438" y="3053620"/>
            <a:ext cx="1047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166B68"/>
                </a:solidFill>
                <a:latin typeface="Yu Gothic"/>
                <a:ea typeface="Yu Gothic"/>
                <a:cs typeface="Yu Gothic"/>
              </a:defRPr>
            </a:defPPr>
            <a:lvl1pPr algn="l">
              <a:defRPr sz="1650" b="1">
                <a:solidFill>
                  <a:srgbClr val="166B68"/>
                </a:solidFill>
                <a:latin typeface="Yu Gothic"/>
                <a:ea typeface="Yu Gothic"/>
                <a:cs typeface="Yu Gothic"/>
              </a:defRPr>
            </a:lvl1pPr>
            <a:lvl2pPr algn="l">
              <a:defRPr sz="1650" b="1">
                <a:solidFill>
                  <a:srgbClr val="166B68"/>
                </a:solidFill>
                <a:latin typeface="Yu Gothic"/>
                <a:ea typeface="Yu Gothic"/>
                <a:cs typeface="Yu Gothic"/>
              </a:defRPr>
            </a:lvl2pPr>
            <a:lvl3pPr algn="l">
              <a:defRPr sz="1650" b="1">
                <a:solidFill>
                  <a:srgbClr val="166B68"/>
                </a:solidFill>
                <a:latin typeface="Yu Gothic"/>
                <a:ea typeface="Yu Gothic"/>
                <a:cs typeface="Yu Gothic"/>
              </a:defRPr>
            </a:lvl3pPr>
            <a:lvl4pPr algn="l">
              <a:defRPr sz="1650" b="1">
                <a:solidFill>
                  <a:srgbClr val="166B68"/>
                </a:solidFill>
                <a:latin typeface="Yu Gothic"/>
                <a:ea typeface="Yu Gothic"/>
                <a:cs typeface="Yu Gothic"/>
              </a:defRPr>
            </a:lvl4pPr>
            <a:lvl5pPr algn="l">
              <a:defRPr sz="1650" b="1">
                <a:solidFill>
                  <a:srgbClr val="166B68"/>
                </a:solidFill>
                <a:latin typeface="Yu Gothic"/>
                <a:ea typeface="Yu Gothic"/>
                <a:cs typeface="Yu Gothic"/>
              </a:defRPr>
            </a:lvl5pPr>
            <a:lvl6pPr algn="l">
              <a:defRPr sz="1650" b="1">
                <a:solidFill>
                  <a:srgbClr val="166B68"/>
                </a:solidFill>
                <a:latin typeface="Yu Gothic"/>
                <a:ea typeface="Yu Gothic"/>
                <a:cs typeface="Yu Gothic"/>
              </a:defRPr>
            </a:lvl6pPr>
            <a:lvl7pPr algn="l">
              <a:defRPr sz="1650" b="1">
                <a:solidFill>
                  <a:srgbClr val="166B68"/>
                </a:solidFill>
                <a:latin typeface="Yu Gothic"/>
                <a:ea typeface="Yu Gothic"/>
                <a:cs typeface="Yu Gothic"/>
              </a:defRPr>
            </a:lvl7pPr>
            <a:lvl8pPr algn="l">
              <a:defRPr sz="1650" b="1">
                <a:solidFill>
                  <a:srgbClr val="166B68"/>
                </a:solidFill>
                <a:latin typeface="Yu Gothic"/>
                <a:ea typeface="Yu Gothic"/>
                <a:cs typeface="Yu Gothic"/>
              </a:defRPr>
            </a:lvl8pPr>
            <a:lvl9pPr algn="l">
              <a:defRPr sz="1650" b="1">
                <a:solidFill>
                  <a:srgbClr val="166B68"/>
                </a:solidFill>
                <a:latin typeface="Yu Gothic"/>
                <a:ea typeface="Yu Gothic"/>
                <a:cs typeface="Yu Gothic"/>
              </a:defRPr>
            </a:lvl9pPr>
          </a:lstStyle>
          <a:p xmlns:a="http://schemas.openxmlformats.org/drawingml/2006/main">
            <a:pPr algn="l">
              <a:defRPr sz="1650" b="1">
                <a:solidFill>
                  <a:srgbClr val="166B68"/>
                </a:solidFill>
                <a:latin typeface="Yu Gothic"/>
                <a:ea typeface="Yu Gothic"/>
                <a:cs typeface="Yu Gothic"/>
              </a:defRPr>
            </a:pPr>
            <a:r>
              <a:rPr sz="1650" b="1">
                <a:solidFill>
                  <a:srgbClr val="166B68"/>
                </a:solidFill>
                <a:latin typeface="Yu Gothic"/>
                <a:ea typeface="Yu Gothic"/>
                <a:cs typeface="Yu Gothic"/>
              </a:rPr>
              <a:t>73.42°</a:t>
            </a:r>
          </a:p>
        </p:txBody>
      </p:sp>
      <p:sp>
        <p:nvSpPr>
          <p:cNvPr id="23" name="">
            <a:extLst xmlns:a="http://schemas.openxmlformats.org/drawingml/2006/main">
              <a:ext uri="{FF2B5EF4-FFF2-40B4-BE49-F238E27FC236}">
                <a16:creationId xmlns:a16="http://schemas.microsoft.com/office/drawing/2014/main" id="{E83E70D2-1FAB-452C-980A-3715D30757B4}"/>
              </a:ext>
            </a:extLst>
          </p:cNvPr>
          <p:cNvSpPr>
            <a:spLocks xmlns:a="http://schemas.openxmlformats.org/drawingml/2006/main" noGrp="1"/>
          </p:cNvSpPr>
          <p:nvPr/>
        </p:nvSpPr>
        <p:spPr>
          <a:xfrm xmlns:a="http://schemas.openxmlformats.org/drawingml/2006/main">
            <a:off x="8739188" y="3639312"/>
            <a:ext cx="832946" cy="1077706"/>
          </a:xfrm>
          <a:custGeom xmlns:a="http://schemas.openxmlformats.org/drawingml/2006/main">
            <a:pathLst>
              <a:path w="832946" h="1077706">
                <a:moveTo>
                  <a:pt x="0" y="0"/>
                </a:moveTo>
                <a:lnTo>
                  <a:pt x="832946" y="1077706"/>
                </a:lnTo>
              </a:path>
            </a:pathLst>
          </a:custGeom>
          <a:noFill xmlns:a="http://schemas.openxmlformats.org/drawingml/2006/main"/>
          <a:ln xmlns:a="http://schemas.openxmlformats.org/drawingml/2006/main" w="28575">
            <a:solidFill>
              <a:srgbClr val="182B33"/>
            </a:solidFill>
            <a:prstDash val="solid"/>
          </a:ln>
        </p:spPr>
      </p:sp>
      <p:sp>
        <p:nvSpPr>
          <p:cNvPr id="24" name="">
            <a:extLst xmlns:a="http://schemas.openxmlformats.org/drawingml/2006/main">
              <a:ext uri="{FF2B5EF4-FFF2-40B4-BE49-F238E27FC236}">
                <a16:creationId xmlns:a16="http://schemas.microsoft.com/office/drawing/2014/main" id="{DAAA0EC0-5C19-4F7B-B001-5FF0ED4FABD3}"/>
              </a:ext>
            </a:extLst>
          </p:cNvPr>
          <p:cNvSpPr>
            <a:spLocks xmlns:a="http://schemas.openxmlformats.org/drawingml/2006/main" noGrp="1"/>
          </p:cNvSpPr>
          <p:nvPr/>
        </p:nvSpPr>
        <p:spPr>
          <a:xfrm xmlns:a="http://schemas.openxmlformats.org/drawingml/2006/main">
            <a:off x="9147331" y="3448862"/>
            <a:ext cx="258937" cy="718526"/>
          </a:xfrm>
          <a:custGeom xmlns:a="http://schemas.openxmlformats.org/drawingml/2006/main">
            <a:pathLst>
              <a:path w="258937" h="718526">
                <a:moveTo>
                  <a:pt x="231524" y="0"/>
                </a:moveTo>
                <a:lnTo>
                  <a:pt x="245501" y="55563"/>
                </a:lnTo>
                <a:lnTo>
                  <a:pt x="254661" y="112119"/>
                </a:lnTo>
                <a:lnTo>
                  <a:pt x="258937" y="169253"/>
                </a:lnTo>
                <a:lnTo>
                  <a:pt x="258297" y="226543"/>
                </a:lnTo>
                <a:lnTo>
                  <a:pt x="252746" y="283567"/>
                </a:lnTo>
                <a:lnTo>
                  <a:pt x="242324" y="339905"/>
                </a:lnTo>
                <a:lnTo>
                  <a:pt x="227110" y="395141"/>
                </a:lnTo>
                <a:lnTo>
                  <a:pt x="207214" y="448870"/>
                </a:lnTo>
                <a:lnTo>
                  <a:pt x="182783" y="500693"/>
                </a:lnTo>
                <a:lnTo>
                  <a:pt x="153998" y="550231"/>
                </a:lnTo>
                <a:lnTo>
                  <a:pt x="121070" y="597117"/>
                </a:lnTo>
                <a:lnTo>
                  <a:pt x="84243" y="641007"/>
                </a:lnTo>
                <a:lnTo>
                  <a:pt x="43786" y="681576"/>
                </a:lnTo>
                <a:lnTo>
                  <a:pt x="0" y="718526"/>
                </a:lnTo>
              </a:path>
            </a:pathLst>
          </a:custGeom>
          <a:noFill xmlns:a="http://schemas.openxmlformats.org/drawingml/2006/main"/>
          <a:ln xmlns:a="http://schemas.openxmlformats.org/drawingml/2006/main" w="28575">
            <a:solidFill>
              <a:srgbClr val="A94737"/>
            </a:solidFill>
            <a:prstDash val="solid"/>
          </a:ln>
        </p:spPr>
      </p:sp>
      <p:sp>
        <p:nvSpPr>
          <p:cNvPr id="25" name="">
            <a:extLst xmlns:a="http://schemas.openxmlformats.org/drawingml/2006/main">
              <a:ext uri="{FF2B5EF4-FFF2-40B4-BE49-F238E27FC236}">
                <a16:creationId xmlns:a16="http://schemas.microsoft.com/office/drawing/2014/main" id="{5958C3D2-3F4C-495F-B933-D8EE45E4F07A}"/>
              </a:ext>
            </a:extLst>
          </p:cNvPr>
          <p:cNvSpPr>
            <a:spLocks xmlns:a="http://schemas.openxmlformats.org/drawingml/2006/main" noGrp="1"/>
          </p:cNvSpPr>
          <p:nvPr/>
        </p:nvSpPr>
        <p:spPr>
          <a:xfrm xmlns:a="http://schemas.openxmlformats.org/drawingml/2006/main">
            <a:off x="9147331" y="4091666"/>
            <a:ext cx="97973" cy="75722"/>
          </a:xfrm>
          <a:custGeom xmlns:a="http://schemas.openxmlformats.org/drawingml/2006/main">
            <a:pathLst>
              <a:path w="97973" h="75722">
                <a:moveTo>
                  <a:pt x="97973" y="0"/>
                </a:moveTo>
                <a:lnTo>
                  <a:pt x="0" y="75722"/>
                </a:lnTo>
              </a:path>
            </a:pathLst>
          </a:custGeom>
          <a:noFill xmlns:a="http://schemas.openxmlformats.org/drawingml/2006/main"/>
          <a:ln xmlns:a="http://schemas.openxmlformats.org/drawingml/2006/main" w="28575">
            <a:solidFill>
              <a:srgbClr val="A94737"/>
            </a:solidFill>
            <a:prstDash val="solid"/>
          </a:ln>
        </p:spPr>
      </p:sp>
      <p:sp>
        <p:nvSpPr>
          <p:cNvPr id="26" name="">
            <a:extLst xmlns:a="http://schemas.openxmlformats.org/drawingml/2006/main">
              <a:ext uri="{FF2B5EF4-FFF2-40B4-BE49-F238E27FC236}">
                <a16:creationId xmlns:a16="http://schemas.microsoft.com/office/drawing/2014/main" id="{FAE2A7C2-BAFB-4CFE-95FE-9FB090F9CB67}"/>
              </a:ext>
            </a:extLst>
          </p:cNvPr>
          <p:cNvSpPr>
            <a:spLocks xmlns:a="http://schemas.openxmlformats.org/drawingml/2006/main" noGrp="1"/>
          </p:cNvSpPr>
          <p:nvPr/>
        </p:nvSpPr>
        <p:spPr>
          <a:xfrm xmlns:a="http://schemas.openxmlformats.org/drawingml/2006/main">
            <a:off x="9147331" y="4078338"/>
            <a:ext cx="94695" cy="89050"/>
          </a:xfrm>
          <a:custGeom xmlns:a="http://schemas.openxmlformats.org/drawingml/2006/main">
            <a:pathLst>
              <a:path w="94695" h="89050">
                <a:moveTo>
                  <a:pt x="33804" y="0"/>
                </a:moveTo>
                <a:lnTo>
                  <a:pt x="0" y="89050"/>
                </a:lnTo>
                <a:lnTo>
                  <a:pt x="94695" y="78784"/>
                </a:lnTo>
              </a:path>
            </a:pathLst>
          </a:custGeom>
          <a:noFill xmlns:a="http://schemas.openxmlformats.org/drawingml/2006/main"/>
          <a:ln xmlns:a="http://schemas.openxmlformats.org/drawingml/2006/main" w="28575">
            <a:solidFill>
              <a:srgbClr val="A94737"/>
            </a:solidFill>
            <a:prstDash val="solid"/>
          </a:ln>
        </p:spPr>
      </p:sp>
      <p:sp>
        <p:nvSpPr>
          <p:cNvPr id="27" name="">
            <a:extLst xmlns:a="http://schemas.openxmlformats.org/drawingml/2006/main">
              <a:ext uri="{FF2B5EF4-FFF2-40B4-BE49-F238E27FC236}">
                <a16:creationId xmlns:a16="http://schemas.microsoft.com/office/drawing/2014/main" id="{83FD57C1-B2B9-4DED-9B4E-123D72F0B5F8}"/>
              </a:ext>
            </a:extLst>
          </p:cNvPr>
          <p:cNvSpPr>
            <a:spLocks xmlns:a="http://schemas.openxmlformats.org/drawingml/2006/main" noGrp="1"/>
          </p:cNvSpPr>
          <p:nvPr/>
        </p:nvSpPr>
        <p:spPr>
          <a:xfrm xmlns:a="http://schemas.openxmlformats.org/drawingml/2006/main">
            <a:off x="9514983" y="4659868"/>
            <a:ext cx="114300" cy="114300"/>
          </a:xfrm>
          <a:prstGeom xmlns:a="http://schemas.openxmlformats.org/drawingml/2006/main" prst="ellipse">
            <a:avLst/>
          </a:prstGeom>
          <a:solidFill xmlns:a="http://schemas.openxmlformats.org/drawingml/2006/main">
            <a:srgbClr val="A94737"/>
          </a:solidFill>
          <a:ln xmlns:a="http://schemas.openxmlformats.org/drawingml/2006/main" w="9525">
            <a:solidFill>
              <a:srgbClr val="A94737"/>
            </a:solidFill>
          </a:ln>
        </p:spPr>
      </p:sp>
      <p:sp>
        <p:nvSpPr>
          <p:cNvPr id="28" name="">
            <a:extLst xmlns:a="http://schemas.openxmlformats.org/drawingml/2006/main">
              <a:ext uri="{FF2B5EF4-FFF2-40B4-BE49-F238E27FC236}">
                <a16:creationId xmlns:a16="http://schemas.microsoft.com/office/drawing/2014/main" id="{39110B14-B9DE-4DD4-A94F-ED6BF7C7B16A}"/>
              </a:ext>
            </a:extLst>
          </p:cNvPr>
          <p:cNvSpPr>
            <a:spLocks xmlns:a="http://schemas.openxmlformats.org/drawingml/2006/main" noGrp="1"/>
          </p:cNvSpPr>
          <p:nvPr/>
        </p:nvSpPr>
        <p:spPr>
          <a:xfrm xmlns:a="http://schemas.openxmlformats.org/drawingml/2006/main">
            <a:off x="9314958" y="4736068"/>
            <a:ext cx="7048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A94737"/>
                </a:solidFill>
                <a:latin typeface="Yu Gothic"/>
                <a:ea typeface="Yu Gothic"/>
                <a:cs typeface="Yu Gothic"/>
              </a:defRPr>
            </a:defPPr>
            <a:lvl1pPr algn="l">
              <a:defRPr sz="1650" b="1">
                <a:solidFill>
                  <a:srgbClr val="A94737"/>
                </a:solidFill>
                <a:latin typeface="Yu Gothic"/>
                <a:ea typeface="Yu Gothic"/>
                <a:cs typeface="Yu Gothic"/>
              </a:defRPr>
            </a:lvl1pPr>
            <a:lvl2pPr algn="l">
              <a:defRPr sz="1650" b="1">
                <a:solidFill>
                  <a:srgbClr val="A94737"/>
                </a:solidFill>
                <a:latin typeface="Yu Gothic"/>
                <a:ea typeface="Yu Gothic"/>
                <a:cs typeface="Yu Gothic"/>
              </a:defRPr>
            </a:lvl2pPr>
            <a:lvl3pPr algn="l">
              <a:defRPr sz="1650" b="1">
                <a:solidFill>
                  <a:srgbClr val="A94737"/>
                </a:solidFill>
                <a:latin typeface="Yu Gothic"/>
                <a:ea typeface="Yu Gothic"/>
                <a:cs typeface="Yu Gothic"/>
              </a:defRPr>
            </a:lvl3pPr>
            <a:lvl4pPr algn="l">
              <a:defRPr sz="1650" b="1">
                <a:solidFill>
                  <a:srgbClr val="A94737"/>
                </a:solidFill>
                <a:latin typeface="Yu Gothic"/>
                <a:ea typeface="Yu Gothic"/>
                <a:cs typeface="Yu Gothic"/>
              </a:defRPr>
            </a:lvl4pPr>
            <a:lvl5pPr algn="l">
              <a:defRPr sz="1650" b="1">
                <a:solidFill>
                  <a:srgbClr val="A94737"/>
                </a:solidFill>
                <a:latin typeface="Yu Gothic"/>
                <a:ea typeface="Yu Gothic"/>
                <a:cs typeface="Yu Gothic"/>
              </a:defRPr>
            </a:lvl5pPr>
            <a:lvl6pPr algn="l">
              <a:defRPr sz="1650" b="1">
                <a:solidFill>
                  <a:srgbClr val="A94737"/>
                </a:solidFill>
                <a:latin typeface="Yu Gothic"/>
                <a:ea typeface="Yu Gothic"/>
                <a:cs typeface="Yu Gothic"/>
              </a:defRPr>
            </a:lvl6pPr>
            <a:lvl7pPr algn="l">
              <a:defRPr sz="1650" b="1">
                <a:solidFill>
                  <a:srgbClr val="A94737"/>
                </a:solidFill>
                <a:latin typeface="Yu Gothic"/>
                <a:ea typeface="Yu Gothic"/>
                <a:cs typeface="Yu Gothic"/>
              </a:defRPr>
            </a:lvl7pPr>
            <a:lvl8pPr algn="l">
              <a:defRPr sz="1650" b="1">
                <a:solidFill>
                  <a:srgbClr val="A94737"/>
                </a:solidFill>
                <a:latin typeface="Yu Gothic"/>
                <a:ea typeface="Yu Gothic"/>
                <a:cs typeface="Yu Gothic"/>
              </a:defRPr>
            </a:lvl8pPr>
            <a:lvl9pPr algn="l">
              <a:defRPr sz="1650" b="1">
                <a:solidFill>
                  <a:srgbClr val="A94737"/>
                </a:solidFill>
                <a:latin typeface="Yu Gothic"/>
                <a:ea typeface="Yu Gothic"/>
                <a:cs typeface="Yu Gothic"/>
              </a:defRPr>
            </a:lvl9pPr>
          </a:lstStyle>
          <a:p xmlns:a="http://schemas.openxmlformats.org/drawingml/2006/main">
            <a:pPr algn="l">
              <a:defRPr sz="1650" b="1">
                <a:solidFill>
                  <a:srgbClr val="A94737"/>
                </a:solidFill>
                <a:latin typeface="Yu Gothic"/>
                <a:ea typeface="Yu Gothic"/>
                <a:cs typeface="Yu Gothic"/>
              </a:defRPr>
            </a:pPr>
            <a:r>
              <a:rPr sz="1650" b="1">
                <a:solidFill>
                  <a:srgbClr val="A94737"/>
                </a:solidFill>
                <a:latin typeface="Yu Gothic"/>
                <a:ea typeface="Yu Gothic"/>
                <a:cs typeface="Yu Gothic"/>
              </a:rPr>
              <a:t>C</a:t>
            </a:r>
          </a:p>
        </p:txBody>
      </p:sp>
      <p:sp>
        <p:nvSpPr>
          <p:cNvPr id="29" name="">
            <a:extLst xmlns:a="http://schemas.openxmlformats.org/drawingml/2006/main">
              <a:ext uri="{FF2B5EF4-FFF2-40B4-BE49-F238E27FC236}">
                <a16:creationId xmlns:a16="http://schemas.microsoft.com/office/drawing/2014/main" id="{1B0C4A12-00C6-4FB6-B4A8-DBC92935EA02}"/>
              </a:ext>
            </a:extLst>
          </p:cNvPr>
          <p:cNvSpPr>
            <a:spLocks xmlns:a="http://schemas.openxmlformats.org/drawingml/2006/main" noGrp="1"/>
          </p:cNvSpPr>
          <p:nvPr/>
        </p:nvSpPr>
        <p:spPr>
          <a:xfrm xmlns:a="http://schemas.openxmlformats.org/drawingml/2006/main">
            <a:off x="9352121" y="3639312"/>
            <a:ext cx="857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A94737"/>
                </a:solidFill>
                <a:latin typeface="Yu Gothic"/>
                <a:ea typeface="Yu Gothic"/>
                <a:cs typeface="Yu Gothic"/>
              </a:defRPr>
            </a:defPPr>
            <a:lvl1pPr algn="l">
              <a:defRPr sz="1650" b="1">
                <a:solidFill>
                  <a:srgbClr val="A94737"/>
                </a:solidFill>
                <a:latin typeface="Yu Gothic"/>
                <a:ea typeface="Yu Gothic"/>
                <a:cs typeface="Yu Gothic"/>
              </a:defRPr>
            </a:lvl1pPr>
            <a:lvl2pPr algn="l">
              <a:defRPr sz="1650" b="1">
                <a:solidFill>
                  <a:srgbClr val="A94737"/>
                </a:solidFill>
                <a:latin typeface="Yu Gothic"/>
                <a:ea typeface="Yu Gothic"/>
                <a:cs typeface="Yu Gothic"/>
              </a:defRPr>
            </a:lvl2pPr>
            <a:lvl3pPr algn="l">
              <a:defRPr sz="1650" b="1">
                <a:solidFill>
                  <a:srgbClr val="A94737"/>
                </a:solidFill>
                <a:latin typeface="Yu Gothic"/>
                <a:ea typeface="Yu Gothic"/>
                <a:cs typeface="Yu Gothic"/>
              </a:defRPr>
            </a:lvl3pPr>
            <a:lvl4pPr algn="l">
              <a:defRPr sz="1650" b="1">
                <a:solidFill>
                  <a:srgbClr val="A94737"/>
                </a:solidFill>
                <a:latin typeface="Yu Gothic"/>
                <a:ea typeface="Yu Gothic"/>
                <a:cs typeface="Yu Gothic"/>
              </a:defRPr>
            </a:lvl4pPr>
            <a:lvl5pPr algn="l">
              <a:defRPr sz="1650" b="1">
                <a:solidFill>
                  <a:srgbClr val="A94737"/>
                </a:solidFill>
                <a:latin typeface="Yu Gothic"/>
                <a:ea typeface="Yu Gothic"/>
                <a:cs typeface="Yu Gothic"/>
              </a:defRPr>
            </a:lvl5pPr>
            <a:lvl6pPr algn="l">
              <a:defRPr sz="1650" b="1">
                <a:solidFill>
                  <a:srgbClr val="A94737"/>
                </a:solidFill>
                <a:latin typeface="Yu Gothic"/>
                <a:ea typeface="Yu Gothic"/>
                <a:cs typeface="Yu Gothic"/>
              </a:defRPr>
            </a:lvl6pPr>
            <a:lvl7pPr algn="l">
              <a:defRPr sz="1650" b="1">
                <a:solidFill>
                  <a:srgbClr val="A94737"/>
                </a:solidFill>
                <a:latin typeface="Yu Gothic"/>
                <a:ea typeface="Yu Gothic"/>
                <a:cs typeface="Yu Gothic"/>
              </a:defRPr>
            </a:lvl7pPr>
            <a:lvl8pPr algn="l">
              <a:defRPr sz="1650" b="1">
                <a:solidFill>
                  <a:srgbClr val="A94737"/>
                </a:solidFill>
                <a:latin typeface="Yu Gothic"/>
                <a:ea typeface="Yu Gothic"/>
                <a:cs typeface="Yu Gothic"/>
              </a:defRPr>
            </a:lvl8pPr>
            <a:lvl9pPr algn="l">
              <a:defRPr sz="1650" b="1">
                <a:solidFill>
                  <a:srgbClr val="A94737"/>
                </a:solidFill>
                <a:latin typeface="Yu Gothic"/>
                <a:ea typeface="Yu Gothic"/>
                <a:cs typeface="Yu Gothic"/>
              </a:defRPr>
            </a:lvl9pPr>
          </a:lstStyle>
          <a:p xmlns:a="http://schemas.openxmlformats.org/drawingml/2006/main">
            <a:pPr algn="l">
              <a:defRPr sz="1650" b="1">
                <a:solidFill>
                  <a:srgbClr val="A94737"/>
                </a:solidFill>
                <a:latin typeface="Yu Gothic"/>
                <a:ea typeface="Yu Gothic"/>
                <a:cs typeface="Yu Gothic"/>
              </a:defRPr>
            </a:pPr>
            <a:r>
              <a:rPr sz="1650" b="1">
                <a:solidFill>
                  <a:srgbClr val="A94737"/>
                </a:solidFill>
                <a:latin typeface="Yu Gothic"/>
                <a:ea typeface="Yu Gothic"/>
                <a:cs typeface="Yu Gothic"/>
              </a:rPr>
              <a:t>68.88°</a:t>
            </a:r>
          </a:p>
        </p:txBody>
      </p:sp>
      <p:sp>
        <p:nvSpPr>
          <p:cNvPr id="30" name="">
            <a:extLst xmlns:a="http://schemas.openxmlformats.org/drawingml/2006/main">
              <a:ext uri="{FF2B5EF4-FFF2-40B4-BE49-F238E27FC236}">
                <a16:creationId xmlns:a16="http://schemas.microsoft.com/office/drawing/2014/main" id="{B742C4C9-D852-4A5E-9590-6BFAA51F3ED3}"/>
              </a:ext>
            </a:extLst>
          </p:cNvPr>
          <p:cNvSpPr>
            <a:spLocks xmlns:a="http://schemas.openxmlformats.org/drawingml/2006/main" noGrp="1"/>
          </p:cNvSpPr>
          <p:nvPr/>
        </p:nvSpPr>
        <p:spPr>
          <a:xfrm xmlns:a="http://schemas.openxmlformats.org/drawingml/2006/main">
            <a:off x="6267450" y="1815465"/>
            <a:ext cx="1619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52616A"/>
                </a:solidFill>
                <a:latin typeface="Yu Gothic"/>
                <a:ea typeface="Yu Gothic"/>
                <a:cs typeface="Yu Gothic"/>
              </a:defRPr>
            </a:defPPr>
            <a:lvl1pPr algn="l">
              <a:defRPr sz="1650" b="1">
                <a:solidFill>
                  <a:srgbClr val="52616A"/>
                </a:solidFill>
                <a:latin typeface="Yu Gothic"/>
                <a:ea typeface="Yu Gothic"/>
                <a:cs typeface="Yu Gothic"/>
              </a:defRPr>
            </a:lvl1pPr>
            <a:lvl2pPr algn="l">
              <a:defRPr sz="1650" b="1">
                <a:solidFill>
                  <a:srgbClr val="52616A"/>
                </a:solidFill>
                <a:latin typeface="Yu Gothic"/>
                <a:ea typeface="Yu Gothic"/>
                <a:cs typeface="Yu Gothic"/>
              </a:defRPr>
            </a:lvl2pPr>
            <a:lvl3pPr algn="l">
              <a:defRPr sz="1650" b="1">
                <a:solidFill>
                  <a:srgbClr val="52616A"/>
                </a:solidFill>
                <a:latin typeface="Yu Gothic"/>
                <a:ea typeface="Yu Gothic"/>
                <a:cs typeface="Yu Gothic"/>
              </a:defRPr>
            </a:lvl3pPr>
            <a:lvl4pPr algn="l">
              <a:defRPr sz="1650" b="1">
                <a:solidFill>
                  <a:srgbClr val="52616A"/>
                </a:solidFill>
                <a:latin typeface="Yu Gothic"/>
                <a:ea typeface="Yu Gothic"/>
                <a:cs typeface="Yu Gothic"/>
              </a:defRPr>
            </a:lvl4pPr>
            <a:lvl5pPr algn="l">
              <a:defRPr sz="1650" b="1">
                <a:solidFill>
                  <a:srgbClr val="52616A"/>
                </a:solidFill>
                <a:latin typeface="Yu Gothic"/>
                <a:ea typeface="Yu Gothic"/>
                <a:cs typeface="Yu Gothic"/>
              </a:defRPr>
            </a:lvl5pPr>
            <a:lvl6pPr algn="l">
              <a:defRPr sz="1650" b="1">
                <a:solidFill>
                  <a:srgbClr val="52616A"/>
                </a:solidFill>
                <a:latin typeface="Yu Gothic"/>
                <a:ea typeface="Yu Gothic"/>
                <a:cs typeface="Yu Gothic"/>
              </a:defRPr>
            </a:lvl6pPr>
            <a:lvl7pPr algn="l">
              <a:defRPr sz="1650" b="1">
                <a:solidFill>
                  <a:srgbClr val="52616A"/>
                </a:solidFill>
                <a:latin typeface="Yu Gothic"/>
                <a:ea typeface="Yu Gothic"/>
                <a:cs typeface="Yu Gothic"/>
              </a:defRPr>
            </a:lvl7pPr>
            <a:lvl8pPr algn="l">
              <a:defRPr sz="1650" b="1">
                <a:solidFill>
                  <a:srgbClr val="52616A"/>
                </a:solidFill>
                <a:latin typeface="Yu Gothic"/>
                <a:ea typeface="Yu Gothic"/>
                <a:cs typeface="Yu Gothic"/>
              </a:defRPr>
            </a:lvl8pPr>
            <a:lvl9pPr algn="l">
              <a:defRPr sz="1650" b="1">
                <a:solidFill>
                  <a:srgbClr val="52616A"/>
                </a:solidFill>
                <a:latin typeface="Yu Gothic"/>
                <a:ea typeface="Yu Gothic"/>
                <a:cs typeface="Yu Gothic"/>
              </a:defRPr>
            </a:lvl9pPr>
          </a:lstStyle>
          <a:p xmlns:a="http://schemas.openxmlformats.org/drawingml/2006/main">
            <a:pPr algn="l">
              <a:defRPr sz="1650" b="1">
                <a:solidFill>
                  <a:srgbClr val="52616A"/>
                </a:solidFill>
                <a:latin typeface="Yu Gothic"/>
                <a:ea typeface="Yu Gothic"/>
                <a:cs typeface="Yu Gothic"/>
              </a:defRPr>
            </a:pPr>
            <a:r>
              <a:rPr sz="1650" b="1">
                <a:solidFill>
                  <a:srgbClr val="52616A"/>
                </a:solidFill>
                <a:latin typeface="Yu Gothic"/>
                <a:ea typeface="Yu Gothic"/>
                <a:cs typeface="Yu Gothic"/>
              </a:rPr>
              <a:t>A → B → C</a:t>
            </a:r>
          </a:p>
        </p:txBody>
      </p:sp>
    </p:spTree>
    <p:extLst>
      <p:ext uri="{BB962C8B-B14F-4D97-AF65-F5344CB8AC3E}">
        <p14:creationId xmlns:p14="http://schemas.microsoft.com/office/powerpoint/2010/main" val="891226796"/>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DFDB13C3-2B42-488D-A398-34A6CA72CD53}"/>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D6E9F189-30BC-4E13-8C69-AAFC3A85062F}"/>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方向法</a:t>
            </a:r>
          </a:p>
        </p:txBody>
      </p:sp>
      <p:sp>
        <p:nvSpPr>
          <p:cNvPr id="3" name="">
            <a:extLst xmlns:a="http://schemas.openxmlformats.org/drawingml/2006/main">
              <a:ext uri="{FF2B5EF4-FFF2-40B4-BE49-F238E27FC236}">
                <a16:creationId xmlns:a16="http://schemas.microsoft.com/office/drawing/2014/main" id="{3AF6E7CE-12D5-4096-9821-640E3B2FB92D}"/>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零方向Aが角の出発点</a:t>
            </a:r>
          </a:p>
        </p:txBody>
      </p:sp>
      <p:sp>
        <p:nvSpPr>
          <p:cNvPr id="4" name="">
            <a:extLst xmlns:a="http://schemas.openxmlformats.org/drawingml/2006/main">
              <a:ext uri="{FF2B5EF4-FFF2-40B4-BE49-F238E27FC236}">
                <a16:creationId xmlns:a16="http://schemas.microsoft.com/office/drawing/2014/main" id="{4FD8D94D-6EF6-4416-88EF-85275BD4A0C4}"/>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05A32F92-4125-4DA2-B504-7941B927B6C8}"/>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22</a:t>
            </a:r>
          </a:p>
        </p:txBody>
      </p:sp>
      <p:sp>
        <p:nvSpPr>
          <p:cNvPr id="6" name="">
            <a:extLst xmlns:a="http://schemas.openxmlformats.org/drawingml/2006/main">
              <a:ext uri="{FF2B5EF4-FFF2-40B4-BE49-F238E27FC236}">
                <a16:creationId xmlns:a16="http://schemas.microsoft.com/office/drawing/2014/main" id="{2895D8A1-1086-4B1A-9C5D-B786FD6F82B3}"/>
              </a:ext>
            </a:extLst>
          </p:cNvPr>
          <p:cNvSpPr>
            <a:spLocks xmlns:a="http://schemas.openxmlformats.org/drawingml/2006/main" noGrp="1"/>
          </p:cNvSpPr>
          <p:nvPr/>
        </p:nvSpPr>
        <p:spPr>
          <a:xfrm xmlns:a="http://schemas.openxmlformats.org/drawingml/2006/main">
            <a:off x="723900" y="1562100"/>
            <a:ext cx="5286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325" b="1">
                <a:solidFill>
                  <a:srgbClr val="52616A"/>
                </a:solidFill>
                <a:latin typeface="Yu Gothic"/>
                <a:ea typeface="Yu Gothic"/>
                <a:cs typeface="Yu Gothic"/>
              </a:defRPr>
            </a:defPPr>
            <a:lvl1pPr algn="l">
              <a:defRPr sz="2325" b="1">
                <a:solidFill>
                  <a:srgbClr val="52616A"/>
                </a:solidFill>
                <a:latin typeface="Yu Gothic"/>
                <a:ea typeface="Yu Gothic"/>
                <a:cs typeface="Yu Gothic"/>
              </a:defRPr>
            </a:lvl1pPr>
            <a:lvl2pPr algn="l">
              <a:defRPr sz="2325" b="1">
                <a:solidFill>
                  <a:srgbClr val="52616A"/>
                </a:solidFill>
                <a:latin typeface="Yu Gothic"/>
                <a:ea typeface="Yu Gothic"/>
                <a:cs typeface="Yu Gothic"/>
              </a:defRPr>
            </a:lvl2pPr>
            <a:lvl3pPr algn="l">
              <a:defRPr sz="2325" b="1">
                <a:solidFill>
                  <a:srgbClr val="52616A"/>
                </a:solidFill>
                <a:latin typeface="Yu Gothic"/>
                <a:ea typeface="Yu Gothic"/>
                <a:cs typeface="Yu Gothic"/>
              </a:defRPr>
            </a:lvl3pPr>
            <a:lvl4pPr algn="l">
              <a:defRPr sz="2325" b="1">
                <a:solidFill>
                  <a:srgbClr val="52616A"/>
                </a:solidFill>
                <a:latin typeface="Yu Gothic"/>
                <a:ea typeface="Yu Gothic"/>
                <a:cs typeface="Yu Gothic"/>
              </a:defRPr>
            </a:lvl4pPr>
            <a:lvl5pPr algn="l">
              <a:defRPr sz="2325" b="1">
                <a:solidFill>
                  <a:srgbClr val="52616A"/>
                </a:solidFill>
                <a:latin typeface="Yu Gothic"/>
                <a:ea typeface="Yu Gothic"/>
                <a:cs typeface="Yu Gothic"/>
              </a:defRPr>
            </a:lvl5pPr>
            <a:lvl6pPr algn="l">
              <a:defRPr sz="2325" b="1">
                <a:solidFill>
                  <a:srgbClr val="52616A"/>
                </a:solidFill>
                <a:latin typeface="Yu Gothic"/>
                <a:ea typeface="Yu Gothic"/>
                <a:cs typeface="Yu Gothic"/>
              </a:defRPr>
            </a:lvl6pPr>
            <a:lvl7pPr algn="l">
              <a:defRPr sz="2325" b="1">
                <a:solidFill>
                  <a:srgbClr val="52616A"/>
                </a:solidFill>
                <a:latin typeface="Yu Gothic"/>
                <a:ea typeface="Yu Gothic"/>
                <a:cs typeface="Yu Gothic"/>
              </a:defRPr>
            </a:lvl7pPr>
            <a:lvl8pPr algn="l">
              <a:defRPr sz="2325" b="1">
                <a:solidFill>
                  <a:srgbClr val="52616A"/>
                </a:solidFill>
                <a:latin typeface="Yu Gothic"/>
                <a:ea typeface="Yu Gothic"/>
                <a:cs typeface="Yu Gothic"/>
              </a:defRPr>
            </a:lvl8pPr>
            <a:lvl9pPr algn="l">
              <a:defRPr sz="2325" b="1">
                <a:solidFill>
                  <a:srgbClr val="52616A"/>
                </a:solidFill>
                <a:latin typeface="Yu Gothic"/>
                <a:ea typeface="Yu Gothic"/>
                <a:cs typeface="Yu Gothic"/>
              </a:defRPr>
            </a:lvl9pPr>
          </a:lstStyle>
          <a:p xmlns:a="http://schemas.openxmlformats.org/drawingml/2006/main">
            <a:pPr algn="l">
              <a:defRPr sz="2325" b="1">
                <a:solidFill>
                  <a:srgbClr val="52616A"/>
                </a:solidFill>
                <a:latin typeface="Yu Gothic"/>
                <a:ea typeface="Yu Gothic"/>
                <a:cs typeface="Yu Gothic"/>
              </a:defRPr>
            </a:pPr>
            <a:r>
              <a:rPr sz="2325" b="1">
                <a:solidFill>
                  <a:srgbClr val="52616A"/>
                </a:solidFill>
                <a:latin typeface="Yu Gothic"/>
                <a:ea typeface="Yu Gothic"/>
                <a:cs typeface="Yu Gothic"/>
              </a:rPr>
              <a:t>円周目盛の0°ではなく、Aを0°とみなす</a:t>
            </a:r>
          </a:p>
        </p:txBody>
      </p:sp>
      <p:sp>
        <p:nvSpPr>
          <p:cNvPr id="7" name="">
            <a:extLst xmlns:a="http://schemas.openxmlformats.org/drawingml/2006/main">
              <a:ext uri="{FF2B5EF4-FFF2-40B4-BE49-F238E27FC236}">
                <a16:creationId xmlns:a16="http://schemas.microsoft.com/office/drawing/2014/main" id="{B9DA9BBF-805F-4581-AA21-1C7DB412D646}"/>
              </a:ext>
            </a:extLst>
          </p:cNvPr>
          <p:cNvSpPr>
            <a:spLocks xmlns:a="http://schemas.openxmlformats.org/drawingml/2006/main" noGrp="1"/>
          </p:cNvSpPr>
          <p:nvPr/>
        </p:nvSpPr>
        <p:spPr>
          <a:xfrm xmlns:a="http://schemas.openxmlformats.org/drawingml/2006/main">
            <a:off x="723900" y="2428875"/>
            <a:ext cx="228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425" b="1">
                <a:solidFill>
                  <a:srgbClr val="166B68"/>
                </a:solidFill>
                <a:latin typeface="Yu Gothic"/>
                <a:ea typeface="Yu Gothic"/>
                <a:cs typeface="Yu Gothic"/>
              </a:defRPr>
            </a:defPPr>
            <a:lvl1pPr algn="ctr">
              <a:defRPr sz="1425" b="1">
                <a:solidFill>
                  <a:srgbClr val="166B68"/>
                </a:solidFill>
                <a:latin typeface="Yu Gothic"/>
                <a:ea typeface="Yu Gothic"/>
                <a:cs typeface="Yu Gothic"/>
              </a:defRPr>
            </a:lvl1pPr>
            <a:lvl2pPr algn="ctr">
              <a:defRPr sz="1425" b="1">
                <a:solidFill>
                  <a:srgbClr val="166B68"/>
                </a:solidFill>
                <a:latin typeface="Yu Gothic"/>
                <a:ea typeface="Yu Gothic"/>
                <a:cs typeface="Yu Gothic"/>
              </a:defRPr>
            </a:lvl2pPr>
            <a:lvl3pPr algn="ctr">
              <a:defRPr sz="1425" b="1">
                <a:solidFill>
                  <a:srgbClr val="166B68"/>
                </a:solidFill>
                <a:latin typeface="Yu Gothic"/>
                <a:ea typeface="Yu Gothic"/>
                <a:cs typeface="Yu Gothic"/>
              </a:defRPr>
            </a:lvl3pPr>
            <a:lvl4pPr algn="ctr">
              <a:defRPr sz="1425" b="1">
                <a:solidFill>
                  <a:srgbClr val="166B68"/>
                </a:solidFill>
                <a:latin typeface="Yu Gothic"/>
                <a:ea typeface="Yu Gothic"/>
                <a:cs typeface="Yu Gothic"/>
              </a:defRPr>
            </a:lvl4pPr>
            <a:lvl5pPr algn="ctr">
              <a:defRPr sz="1425" b="1">
                <a:solidFill>
                  <a:srgbClr val="166B68"/>
                </a:solidFill>
                <a:latin typeface="Yu Gothic"/>
                <a:ea typeface="Yu Gothic"/>
                <a:cs typeface="Yu Gothic"/>
              </a:defRPr>
            </a:lvl5pPr>
            <a:lvl6pPr algn="ctr">
              <a:defRPr sz="1425" b="1">
                <a:solidFill>
                  <a:srgbClr val="166B68"/>
                </a:solidFill>
                <a:latin typeface="Yu Gothic"/>
                <a:ea typeface="Yu Gothic"/>
                <a:cs typeface="Yu Gothic"/>
              </a:defRPr>
            </a:lvl6pPr>
            <a:lvl7pPr algn="ctr">
              <a:defRPr sz="1425" b="1">
                <a:solidFill>
                  <a:srgbClr val="166B68"/>
                </a:solidFill>
                <a:latin typeface="Yu Gothic"/>
                <a:ea typeface="Yu Gothic"/>
                <a:cs typeface="Yu Gothic"/>
              </a:defRPr>
            </a:lvl7pPr>
            <a:lvl8pPr algn="ctr">
              <a:defRPr sz="1425" b="1">
                <a:solidFill>
                  <a:srgbClr val="166B68"/>
                </a:solidFill>
                <a:latin typeface="Yu Gothic"/>
                <a:ea typeface="Yu Gothic"/>
                <a:cs typeface="Yu Gothic"/>
              </a:defRPr>
            </a:lvl8pPr>
            <a:lvl9pPr algn="ctr">
              <a:defRPr sz="1425" b="1">
                <a:solidFill>
                  <a:srgbClr val="166B68"/>
                </a:solidFill>
                <a:latin typeface="Yu Gothic"/>
                <a:ea typeface="Yu Gothic"/>
                <a:cs typeface="Yu Gothic"/>
              </a:defRPr>
            </a:lvl9pPr>
          </a:lstStyle>
          <a:p xmlns:a="http://schemas.openxmlformats.org/drawingml/2006/main">
            <a:pPr algn="ctr">
              <a:defRPr sz="1425" b="1">
                <a:solidFill>
                  <a:srgbClr val="166B68"/>
                </a:solidFill>
                <a:latin typeface="Yu Gothic"/>
                <a:ea typeface="Yu Gothic"/>
                <a:cs typeface="Yu Gothic"/>
              </a:defRPr>
            </a:pPr>
            <a:r>
              <a:rPr sz="1425" b="1">
                <a:solidFill>
                  <a:srgbClr val="166B68"/>
                </a:solidFill>
                <a:latin typeface="Yu Gothic"/>
                <a:ea typeface="Yu Gothic"/>
                <a:cs typeface="Yu Gothic"/>
              </a:rPr>
              <a:t>●</a:t>
            </a:r>
          </a:p>
        </p:txBody>
      </p:sp>
      <p:sp>
        <p:nvSpPr>
          <p:cNvPr id="8" name="">
            <a:extLst xmlns:a="http://schemas.openxmlformats.org/drawingml/2006/main">
              <a:ext uri="{FF2B5EF4-FFF2-40B4-BE49-F238E27FC236}">
                <a16:creationId xmlns:a16="http://schemas.microsoft.com/office/drawing/2014/main" id="{19E09A8A-9F9A-4886-96DC-6D7ED8DEA8B1}"/>
              </a:ext>
            </a:extLst>
          </p:cNvPr>
          <p:cNvSpPr>
            <a:spLocks xmlns:a="http://schemas.openxmlformats.org/drawingml/2006/main" noGrp="1"/>
          </p:cNvSpPr>
          <p:nvPr/>
        </p:nvSpPr>
        <p:spPr>
          <a:xfrm xmlns:a="http://schemas.openxmlformats.org/drawingml/2006/main">
            <a:off x="1047750" y="242887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零方向＝基準に選ぶ方向</a:t>
            </a:r>
          </a:p>
        </p:txBody>
      </p:sp>
      <p:sp>
        <p:nvSpPr>
          <p:cNvPr id="9" name="">
            <a:extLst xmlns:a="http://schemas.openxmlformats.org/drawingml/2006/main">
              <a:ext uri="{FF2B5EF4-FFF2-40B4-BE49-F238E27FC236}">
                <a16:creationId xmlns:a16="http://schemas.microsoft.com/office/drawing/2014/main" id="{685CA935-C6D9-4A75-B1DB-322EAD90AA40}"/>
              </a:ext>
            </a:extLst>
          </p:cNvPr>
          <p:cNvSpPr>
            <a:spLocks xmlns:a="http://schemas.openxmlformats.org/drawingml/2006/main" noGrp="1"/>
          </p:cNvSpPr>
          <p:nvPr/>
        </p:nvSpPr>
        <p:spPr>
          <a:xfrm xmlns:a="http://schemas.openxmlformats.org/drawingml/2006/main">
            <a:off x="723900" y="3019425"/>
            <a:ext cx="228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425" b="1">
                <a:solidFill>
                  <a:srgbClr val="166B68"/>
                </a:solidFill>
                <a:latin typeface="Yu Gothic"/>
                <a:ea typeface="Yu Gothic"/>
                <a:cs typeface="Yu Gothic"/>
              </a:defRPr>
            </a:defPPr>
            <a:lvl1pPr algn="ctr">
              <a:defRPr sz="1425" b="1">
                <a:solidFill>
                  <a:srgbClr val="166B68"/>
                </a:solidFill>
                <a:latin typeface="Yu Gothic"/>
                <a:ea typeface="Yu Gothic"/>
                <a:cs typeface="Yu Gothic"/>
              </a:defRPr>
            </a:lvl1pPr>
            <a:lvl2pPr algn="ctr">
              <a:defRPr sz="1425" b="1">
                <a:solidFill>
                  <a:srgbClr val="166B68"/>
                </a:solidFill>
                <a:latin typeface="Yu Gothic"/>
                <a:ea typeface="Yu Gothic"/>
                <a:cs typeface="Yu Gothic"/>
              </a:defRPr>
            </a:lvl2pPr>
            <a:lvl3pPr algn="ctr">
              <a:defRPr sz="1425" b="1">
                <a:solidFill>
                  <a:srgbClr val="166B68"/>
                </a:solidFill>
                <a:latin typeface="Yu Gothic"/>
                <a:ea typeface="Yu Gothic"/>
                <a:cs typeface="Yu Gothic"/>
              </a:defRPr>
            </a:lvl3pPr>
            <a:lvl4pPr algn="ctr">
              <a:defRPr sz="1425" b="1">
                <a:solidFill>
                  <a:srgbClr val="166B68"/>
                </a:solidFill>
                <a:latin typeface="Yu Gothic"/>
                <a:ea typeface="Yu Gothic"/>
                <a:cs typeface="Yu Gothic"/>
              </a:defRPr>
            </a:lvl4pPr>
            <a:lvl5pPr algn="ctr">
              <a:defRPr sz="1425" b="1">
                <a:solidFill>
                  <a:srgbClr val="166B68"/>
                </a:solidFill>
                <a:latin typeface="Yu Gothic"/>
                <a:ea typeface="Yu Gothic"/>
                <a:cs typeface="Yu Gothic"/>
              </a:defRPr>
            </a:lvl5pPr>
            <a:lvl6pPr algn="ctr">
              <a:defRPr sz="1425" b="1">
                <a:solidFill>
                  <a:srgbClr val="166B68"/>
                </a:solidFill>
                <a:latin typeface="Yu Gothic"/>
                <a:ea typeface="Yu Gothic"/>
                <a:cs typeface="Yu Gothic"/>
              </a:defRPr>
            </a:lvl6pPr>
            <a:lvl7pPr algn="ctr">
              <a:defRPr sz="1425" b="1">
                <a:solidFill>
                  <a:srgbClr val="166B68"/>
                </a:solidFill>
                <a:latin typeface="Yu Gothic"/>
                <a:ea typeface="Yu Gothic"/>
                <a:cs typeface="Yu Gothic"/>
              </a:defRPr>
            </a:lvl7pPr>
            <a:lvl8pPr algn="ctr">
              <a:defRPr sz="1425" b="1">
                <a:solidFill>
                  <a:srgbClr val="166B68"/>
                </a:solidFill>
                <a:latin typeface="Yu Gothic"/>
                <a:ea typeface="Yu Gothic"/>
                <a:cs typeface="Yu Gothic"/>
              </a:defRPr>
            </a:lvl8pPr>
            <a:lvl9pPr algn="ctr">
              <a:defRPr sz="1425" b="1">
                <a:solidFill>
                  <a:srgbClr val="166B68"/>
                </a:solidFill>
                <a:latin typeface="Yu Gothic"/>
                <a:ea typeface="Yu Gothic"/>
                <a:cs typeface="Yu Gothic"/>
              </a:defRPr>
            </a:lvl9pPr>
          </a:lstStyle>
          <a:p xmlns:a="http://schemas.openxmlformats.org/drawingml/2006/main">
            <a:pPr algn="ctr">
              <a:defRPr sz="1425" b="1">
                <a:solidFill>
                  <a:srgbClr val="166B68"/>
                </a:solidFill>
                <a:latin typeface="Yu Gothic"/>
                <a:ea typeface="Yu Gothic"/>
                <a:cs typeface="Yu Gothic"/>
              </a:defRPr>
            </a:pPr>
            <a:r>
              <a:rPr sz="1425" b="1">
                <a:solidFill>
                  <a:srgbClr val="166B68"/>
                </a:solidFill>
                <a:latin typeface="Yu Gothic"/>
                <a:ea typeface="Yu Gothic"/>
                <a:cs typeface="Yu Gothic"/>
              </a:rPr>
              <a:t>●</a:t>
            </a:r>
          </a:p>
        </p:txBody>
      </p:sp>
      <p:sp>
        <p:nvSpPr>
          <p:cNvPr id="10" name="">
            <a:extLst xmlns:a="http://schemas.openxmlformats.org/drawingml/2006/main">
              <a:ext uri="{FF2B5EF4-FFF2-40B4-BE49-F238E27FC236}">
                <a16:creationId xmlns:a16="http://schemas.microsoft.com/office/drawing/2014/main" id="{D30E6908-5883-404D-A95F-10EB18DF304E}"/>
              </a:ext>
            </a:extLst>
          </p:cNvPr>
          <p:cNvSpPr>
            <a:spLocks xmlns:a="http://schemas.openxmlformats.org/drawingml/2006/main" noGrp="1"/>
          </p:cNvSpPr>
          <p:nvPr/>
        </p:nvSpPr>
        <p:spPr>
          <a:xfrm xmlns:a="http://schemas.openxmlformats.org/drawingml/2006/main">
            <a:off x="1047750" y="301942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各姿勢でAを別々に差し引く</a:t>
            </a:r>
          </a:p>
        </p:txBody>
      </p:sp>
      <p:sp>
        <p:nvSpPr>
          <p:cNvPr id="11" name="">
            <a:extLst xmlns:a="http://schemas.openxmlformats.org/drawingml/2006/main">
              <a:ext uri="{FF2B5EF4-FFF2-40B4-BE49-F238E27FC236}">
                <a16:creationId xmlns:a16="http://schemas.microsoft.com/office/drawing/2014/main" id="{FA698108-4D05-459E-9C7F-0BB5BC05C1CC}"/>
              </a:ext>
            </a:extLst>
          </p:cNvPr>
          <p:cNvSpPr>
            <a:spLocks xmlns:a="http://schemas.openxmlformats.org/drawingml/2006/main" noGrp="1"/>
          </p:cNvSpPr>
          <p:nvPr/>
        </p:nvSpPr>
        <p:spPr>
          <a:xfrm xmlns:a="http://schemas.openxmlformats.org/drawingml/2006/main">
            <a:off x="8739188" y="2736533"/>
            <a:ext cx="9525" cy="1732597"/>
          </a:xfrm>
          <a:custGeom xmlns:a="http://schemas.openxmlformats.org/drawingml/2006/main">
            <a:pathLst>
              <a:path w="9525" h="1732597">
                <a:moveTo>
                  <a:pt x="0" y="1732597"/>
                </a:moveTo>
                <a:lnTo>
                  <a:pt x="0" y="0"/>
                </a:lnTo>
              </a:path>
            </a:pathLst>
          </a:custGeom>
          <a:noFill xmlns:a="http://schemas.openxmlformats.org/drawingml/2006/main"/>
          <a:ln xmlns:a="http://schemas.openxmlformats.org/drawingml/2006/main" w="28575">
            <a:solidFill>
              <a:srgbClr val="182B33"/>
            </a:solidFill>
            <a:prstDash val="solid"/>
          </a:ln>
        </p:spPr>
      </p:sp>
      <p:sp>
        <p:nvSpPr>
          <p:cNvPr id="12" name="">
            <a:extLst xmlns:a="http://schemas.openxmlformats.org/drawingml/2006/main">
              <a:ext uri="{FF2B5EF4-FFF2-40B4-BE49-F238E27FC236}">
                <a16:creationId xmlns:a16="http://schemas.microsoft.com/office/drawing/2014/main" id="{3C7BC95C-CA6C-44C4-9B68-BF140242DC73}"/>
              </a:ext>
            </a:extLst>
          </p:cNvPr>
          <p:cNvSpPr>
            <a:spLocks xmlns:a="http://schemas.openxmlformats.org/drawingml/2006/main" noGrp="1"/>
          </p:cNvSpPr>
          <p:nvPr/>
        </p:nvSpPr>
        <p:spPr>
          <a:xfrm xmlns:a="http://schemas.openxmlformats.org/drawingml/2006/main">
            <a:off x="8739188" y="3974727"/>
            <a:ext cx="1660560" cy="494403"/>
          </a:xfrm>
          <a:custGeom xmlns:a="http://schemas.openxmlformats.org/drawingml/2006/main">
            <a:pathLst>
              <a:path w="1660560" h="494403">
                <a:moveTo>
                  <a:pt x="0" y="494403"/>
                </a:moveTo>
                <a:lnTo>
                  <a:pt x="1660560" y="0"/>
                </a:lnTo>
              </a:path>
            </a:pathLst>
          </a:custGeom>
          <a:noFill xmlns:a="http://schemas.openxmlformats.org/drawingml/2006/main"/>
          <a:ln xmlns:a="http://schemas.openxmlformats.org/drawingml/2006/main" w="28575">
            <a:solidFill>
              <a:srgbClr val="182B33"/>
            </a:solidFill>
            <a:prstDash val="solid"/>
          </a:ln>
        </p:spPr>
      </p:sp>
      <p:sp>
        <p:nvSpPr>
          <p:cNvPr id="13" name="">
            <a:extLst xmlns:a="http://schemas.openxmlformats.org/drawingml/2006/main">
              <a:ext uri="{FF2B5EF4-FFF2-40B4-BE49-F238E27FC236}">
                <a16:creationId xmlns:a16="http://schemas.microsoft.com/office/drawing/2014/main" id="{103B5D02-C1E7-493E-96A4-435EB9CFEB25}"/>
              </a:ext>
            </a:extLst>
          </p:cNvPr>
          <p:cNvSpPr>
            <a:spLocks xmlns:a="http://schemas.openxmlformats.org/drawingml/2006/main" noGrp="1"/>
          </p:cNvSpPr>
          <p:nvPr/>
        </p:nvSpPr>
        <p:spPr>
          <a:xfrm xmlns:a="http://schemas.openxmlformats.org/drawingml/2006/main">
            <a:off x="8739188" y="3880047"/>
            <a:ext cx="564590" cy="420986"/>
          </a:xfrm>
          <a:custGeom xmlns:a="http://schemas.openxmlformats.org/drawingml/2006/main">
            <a:pathLst>
              <a:path w="564590" h="420986">
                <a:moveTo>
                  <a:pt x="0" y="0"/>
                </a:moveTo>
                <a:lnTo>
                  <a:pt x="50263" y="2148"/>
                </a:lnTo>
                <a:lnTo>
                  <a:pt x="100159" y="8577"/>
                </a:lnTo>
                <a:lnTo>
                  <a:pt x="149325" y="19240"/>
                </a:lnTo>
                <a:lnTo>
                  <a:pt x="197402" y="34059"/>
                </a:lnTo>
                <a:lnTo>
                  <a:pt x="244039" y="52927"/>
                </a:lnTo>
                <a:lnTo>
                  <a:pt x="288896" y="75704"/>
                </a:lnTo>
                <a:lnTo>
                  <a:pt x="331647" y="102226"/>
                </a:lnTo>
                <a:lnTo>
                  <a:pt x="371978" y="132299"/>
                </a:lnTo>
                <a:lnTo>
                  <a:pt x="409596" y="165704"/>
                </a:lnTo>
                <a:lnTo>
                  <a:pt x="444227" y="202196"/>
                </a:lnTo>
                <a:lnTo>
                  <a:pt x="475618" y="241510"/>
                </a:lnTo>
                <a:lnTo>
                  <a:pt x="503539" y="283360"/>
                </a:lnTo>
                <a:lnTo>
                  <a:pt x="527789" y="327439"/>
                </a:lnTo>
                <a:lnTo>
                  <a:pt x="548189" y="373426"/>
                </a:lnTo>
                <a:lnTo>
                  <a:pt x="564590" y="420986"/>
                </a:lnTo>
              </a:path>
            </a:pathLst>
          </a:custGeom>
          <a:noFill xmlns:a="http://schemas.openxmlformats.org/drawingml/2006/main"/>
          <a:ln xmlns:a="http://schemas.openxmlformats.org/drawingml/2006/main" w="38100">
            <a:solidFill>
              <a:srgbClr val="166B68"/>
            </a:solidFill>
            <a:prstDash val="solid"/>
          </a:ln>
        </p:spPr>
      </p:sp>
      <p:sp>
        <p:nvSpPr>
          <p:cNvPr id="14" name="">
            <a:extLst xmlns:a="http://schemas.openxmlformats.org/drawingml/2006/main">
              <a:ext uri="{FF2B5EF4-FFF2-40B4-BE49-F238E27FC236}">
                <a16:creationId xmlns:a16="http://schemas.microsoft.com/office/drawing/2014/main" id="{A7B9A5F0-3B00-487B-B473-F112262C8422}"/>
              </a:ext>
            </a:extLst>
          </p:cNvPr>
          <p:cNvSpPr>
            <a:spLocks xmlns:a="http://schemas.openxmlformats.org/drawingml/2006/main" noGrp="1"/>
          </p:cNvSpPr>
          <p:nvPr/>
        </p:nvSpPr>
        <p:spPr>
          <a:xfrm xmlns:a="http://schemas.openxmlformats.org/drawingml/2006/main">
            <a:off x="9268444" y="4182356"/>
            <a:ext cx="35334" cy="118677"/>
          </a:xfrm>
          <a:custGeom xmlns:a="http://schemas.openxmlformats.org/drawingml/2006/main">
            <a:pathLst>
              <a:path w="35334" h="118677">
                <a:moveTo>
                  <a:pt x="0" y="0"/>
                </a:moveTo>
                <a:lnTo>
                  <a:pt x="35334" y="118677"/>
                </a:lnTo>
              </a:path>
            </a:pathLst>
          </a:custGeom>
          <a:noFill xmlns:a="http://schemas.openxmlformats.org/drawingml/2006/main"/>
          <a:ln xmlns:a="http://schemas.openxmlformats.org/drawingml/2006/main" w="28575">
            <a:solidFill>
              <a:srgbClr val="166B68"/>
            </a:solidFill>
            <a:prstDash val="solid"/>
          </a:ln>
        </p:spPr>
      </p:sp>
      <p:sp>
        <p:nvSpPr>
          <p:cNvPr id="15" name="">
            <a:extLst xmlns:a="http://schemas.openxmlformats.org/drawingml/2006/main">
              <a:ext uri="{FF2B5EF4-FFF2-40B4-BE49-F238E27FC236}">
                <a16:creationId xmlns:a16="http://schemas.microsoft.com/office/drawing/2014/main" id="{8A4CB1C9-6019-4FAA-9C22-B437D75BCDFD}"/>
              </a:ext>
            </a:extLst>
          </p:cNvPr>
          <p:cNvSpPr>
            <a:spLocks xmlns:a="http://schemas.openxmlformats.org/drawingml/2006/main" noGrp="1"/>
          </p:cNvSpPr>
          <p:nvPr/>
        </p:nvSpPr>
        <p:spPr>
          <a:xfrm xmlns:a="http://schemas.openxmlformats.org/drawingml/2006/main">
            <a:off x="9232890" y="4209000"/>
            <a:ext cx="95432" cy="92033"/>
          </a:xfrm>
          <a:custGeom xmlns:a="http://schemas.openxmlformats.org/drawingml/2006/main">
            <a:pathLst>
              <a:path w="95432" h="92033">
                <a:moveTo>
                  <a:pt x="0" y="28413"/>
                </a:moveTo>
                <a:lnTo>
                  <a:pt x="70888" y="92033"/>
                </a:lnTo>
                <a:lnTo>
                  <a:pt x="95432" y="0"/>
                </a:lnTo>
              </a:path>
            </a:pathLst>
          </a:custGeom>
          <a:noFill xmlns:a="http://schemas.openxmlformats.org/drawingml/2006/main"/>
          <a:ln xmlns:a="http://schemas.openxmlformats.org/drawingml/2006/main" w="28575">
            <a:solidFill>
              <a:srgbClr val="166B68"/>
            </a:solidFill>
            <a:prstDash val="solid"/>
          </a:ln>
        </p:spPr>
      </p:sp>
      <p:sp>
        <p:nvSpPr>
          <p:cNvPr id="16" name="">
            <a:extLst xmlns:a="http://schemas.openxmlformats.org/drawingml/2006/main">
              <a:ext uri="{FF2B5EF4-FFF2-40B4-BE49-F238E27FC236}">
                <a16:creationId xmlns:a16="http://schemas.microsoft.com/office/drawing/2014/main" id="{EB6A68D5-523C-4666-8C06-08FA6C20A24F}"/>
              </a:ext>
            </a:extLst>
          </p:cNvPr>
          <p:cNvSpPr>
            <a:spLocks xmlns:a="http://schemas.openxmlformats.org/drawingml/2006/main" noGrp="1"/>
          </p:cNvSpPr>
          <p:nvPr/>
        </p:nvSpPr>
        <p:spPr>
          <a:xfrm xmlns:a="http://schemas.openxmlformats.org/drawingml/2006/main">
            <a:off x="8682038" y="2679383"/>
            <a:ext cx="114300" cy="114300"/>
          </a:xfrm>
          <a:prstGeom xmlns:a="http://schemas.openxmlformats.org/drawingml/2006/main" prst="ellipse">
            <a:avLst/>
          </a:prstGeom>
          <a:solidFill xmlns:a="http://schemas.openxmlformats.org/drawingml/2006/main">
            <a:srgbClr val="166B68"/>
          </a:solidFill>
          <a:ln xmlns:a="http://schemas.openxmlformats.org/drawingml/2006/main" w="9525">
            <a:solidFill>
              <a:srgbClr val="166B68"/>
            </a:solidFill>
          </a:ln>
        </p:spPr>
      </p:sp>
      <p:sp>
        <p:nvSpPr>
          <p:cNvPr id="17" name="">
            <a:extLst xmlns:a="http://schemas.openxmlformats.org/drawingml/2006/main">
              <a:ext uri="{FF2B5EF4-FFF2-40B4-BE49-F238E27FC236}">
                <a16:creationId xmlns:a16="http://schemas.microsoft.com/office/drawing/2014/main" id="{0C9A8E1C-C624-454A-B425-5A02207039F9}"/>
              </a:ext>
            </a:extLst>
          </p:cNvPr>
          <p:cNvSpPr>
            <a:spLocks xmlns:a="http://schemas.openxmlformats.org/drawingml/2006/main" noGrp="1"/>
          </p:cNvSpPr>
          <p:nvPr/>
        </p:nvSpPr>
        <p:spPr>
          <a:xfrm xmlns:a="http://schemas.openxmlformats.org/drawingml/2006/main">
            <a:off x="8501063" y="2479358"/>
            <a:ext cx="7048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182B33"/>
                </a:solidFill>
                <a:latin typeface="Yu Gothic"/>
                <a:ea typeface="Yu Gothic"/>
                <a:cs typeface="Yu Gothic"/>
              </a:defRPr>
            </a:defPPr>
            <a:lvl1pPr algn="l">
              <a:defRPr sz="1650" b="1">
                <a:solidFill>
                  <a:srgbClr val="182B33"/>
                </a:solidFill>
                <a:latin typeface="Yu Gothic"/>
                <a:ea typeface="Yu Gothic"/>
                <a:cs typeface="Yu Gothic"/>
              </a:defRPr>
            </a:lvl1pPr>
            <a:lvl2pPr algn="l">
              <a:defRPr sz="1650" b="1">
                <a:solidFill>
                  <a:srgbClr val="182B33"/>
                </a:solidFill>
                <a:latin typeface="Yu Gothic"/>
                <a:ea typeface="Yu Gothic"/>
                <a:cs typeface="Yu Gothic"/>
              </a:defRPr>
            </a:lvl2pPr>
            <a:lvl3pPr algn="l">
              <a:defRPr sz="1650" b="1">
                <a:solidFill>
                  <a:srgbClr val="182B33"/>
                </a:solidFill>
                <a:latin typeface="Yu Gothic"/>
                <a:ea typeface="Yu Gothic"/>
                <a:cs typeface="Yu Gothic"/>
              </a:defRPr>
            </a:lvl3pPr>
            <a:lvl4pPr algn="l">
              <a:defRPr sz="1650" b="1">
                <a:solidFill>
                  <a:srgbClr val="182B33"/>
                </a:solidFill>
                <a:latin typeface="Yu Gothic"/>
                <a:ea typeface="Yu Gothic"/>
                <a:cs typeface="Yu Gothic"/>
              </a:defRPr>
            </a:lvl4pPr>
            <a:lvl5pPr algn="l">
              <a:defRPr sz="1650" b="1">
                <a:solidFill>
                  <a:srgbClr val="182B33"/>
                </a:solidFill>
                <a:latin typeface="Yu Gothic"/>
                <a:ea typeface="Yu Gothic"/>
                <a:cs typeface="Yu Gothic"/>
              </a:defRPr>
            </a:lvl5pPr>
            <a:lvl6pPr algn="l">
              <a:defRPr sz="1650" b="1">
                <a:solidFill>
                  <a:srgbClr val="182B33"/>
                </a:solidFill>
                <a:latin typeface="Yu Gothic"/>
                <a:ea typeface="Yu Gothic"/>
                <a:cs typeface="Yu Gothic"/>
              </a:defRPr>
            </a:lvl6pPr>
            <a:lvl7pPr algn="l">
              <a:defRPr sz="1650" b="1">
                <a:solidFill>
                  <a:srgbClr val="182B33"/>
                </a:solidFill>
                <a:latin typeface="Yu Gothic"/>
                <a:ea typeface="Yu Gothic"/>
                <a:cs typeface="Yu Gothic"/>
              </a:defRPr>
            </a:lvl7pPr>
            <a:lvl8pPr algn="l">
              <a:defRPr sz="1650" b="1">
                <a:solidFill>
                  <a:srgbClr val="182B33"/>
                </a:solidFill>
                <a:latin typeface="Yu Gothic"/>
                <a:ea typeface="Yu Gothic"/>
                <a:cs typeface="Yu Gothic"/>
              </a:defRPr>
            </a:lvl8pPr>
            <a:lvl9pPr algn="l">
              <a:defRPr sz="1650" b="1">
                <a:solidFill>
                  <a:srgbClr val="182B33"/>
                </a:solidFill>
                <a:latin typeface="Yu Gothic"/>
                <a:ea typeface="Yu Gothic"/>
                <a:cs typeface="Yu Gothic"/>
              </a:defRPr>
            </a:lvl9pPr>
          </a:lstStyle>
          <a:p xmlns:a="http://schemas.openxmlformats.org/drawingml/2006/main">
            <a:pPr algn="l">
              <a:defRPr sz="1650" b="1">
                <a:solidFill>
                  <a:srgbClr val="182B33"/>
                </a:solidFill>
                <a:latin typeface="Yu Gothic"/>
                <a:ea typeface="Yu Gothic"/>
                <a:cs typeface="Yu Gothic"/>
              </a:defRPr>
            </a:pPr>
            <a:r>
              <a:rPr sz="1650" b="1">
                <a:solidFill>
                  <a:srgbClr val="182B33"/>
                </a:solidFill>
                <a:latin typeface="Yu Gothic"/>
                <a:ea typeface="Yu Gothic"/>
                <a:cs typeface="Yu Gothic"/>
              </a:rPr>
              <a:t>A</a:t>
            </a:r>
          </a:p>
        </p:txBody>
      </p:sp>
      <p:sp>
        <p:nvSpPr>
          <p:cNvPr id="18" name="">
            <a:extLst xmlns:a="http://schemas.openxmlformats.org/drawingml/2006/main">
              <a:ext uri="{FF2B5EF4-FFF2-40B4-BE49-F238E27FC236}">
                <a16:creationId xmlns:a16="http://schemas.microsoft.com/office/drawing/2014/main" id="{12F15049-1E71-4B39-80C5-EEF79572B171}"/>
              </a:ext>
            </a:extLst>
          </p:cNvPr>
          <p:cNvSpPr>
            <a:spLocks xmlns:a="http://schemas.openxmlformats.org/drawingml/2006/main" noGrp="1"/>
          </p:cNvSpPr>
          <p:nvPr/>
        </p:nvSpPr>
        <p:spPr>
          <a:xfrm xmlns:a="http://schemas.openxmlformats.org/drawingml/2006/main">
            <a:off x="8682038" y="4411980"/>
            <a:ext cx="114300" cy="114300"/>
          </a:xfrm>
          <a:prstGeom xmlns:a="http://schemas.openxmlformats.org/drawingml/2006/main" prst="ellipse">
            <a:avLst/>
          </a:prstGeom>
          <a:solidFill xmlns:a="http://schemas.openxmlformats.org/drawingml/2006/main">
            <a:srgbClr val="166B68"/>
          </a:solidFill>
          <a:ln xmlns:a="http://schemas.openxmlformats.org/drawingml/2006/main" w="9525">
            <a:solidFill>
              <a:srgbClr val="166B68"/>
            </a:solidFill>
          </a:ln>
        </p:spPr>
      </p:sp>
      <p:sp>
        <p:nvSpPr>
          <p:cNvPr id="19" name="">
            <a:extLst xmlns:a="http://schemas.openxmlformats.org/drawingml/2006/main">
              <a:ext uri="{FF2B5EF4-FFF2-40B4-BE49-F238E27FC236}">
                <a16:creationId xmlns:a16="http://schemas.microsoft.com/office/drawing/2014/main" id="{45028FCD-9CDD-4D01-9F4D-D92045316142}"/>
              </a:ext>
            </a:extLst>
          </p:cNvPr>
          <p:cNvSpPr>
            <a:spLocks xmlns:a="http://schemas.openxmlformats.org/drawingml/2006/main" noGrp="1"/>
          </p:cNvSpPr>
          <p:nvPr/>
        </p:nvSpPr>
        <p:spPr>
          <a:xfrm xmlns:a="http://schemas.openxmlformats.org/drawingml/2006/main">
            <a:off x="8462963" y="4516755"/>
            <a:ext cx="7048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182B33"/>
                </a:solidFill>
                <a:latin typeface="Yu Gothic"/>
                <a:ea typeface="Yu Gothic"/>
                <a:cs typeface="Yu Gothic"/>
              </a:defRPr>
            </a:defPPr>
            <a:lvl1pPr algn="l">
              <a:defRPr sz="1650" b="1">
                <a:solidFill>
                  <a:srgbClr val="182B33"/>
                </a:solidFill>
                <a:latin typeface="Yu Gothic"/>
                <a:ea typeface="Yu Gothic"/>
                <a:cs typeface="Yu Gothic"/>
              </a:defRPr>
            </a:lvl1pPr>
            <a:lvl2pPr algn="l">
              <a:defRPr sz="1650" b="1">
                <a:solidFill>
                  <a:srgbClr val="182B33"/>
                </a:solidFill>
                <a:latin typeface="Yu Gothic"/>
                <a:ea typeface="Yu Gothic"/>
                <a:cs typeface="Yu Gothic"/>
              </a:defRPr>
            </a:lvl2pPr>
            <a:lvl3pPr algn="l">
              <a:defRPr sz="1650" b="1">
                <a:solidFill>
                  <a:srgbClr val="182B33"/>
                </a:solidFill>
                <a:latin typeface="Yu Gothic"/>
                <a:ea typeface="Yu Gothic"/>
                <a:cs typeface="Yu Gothic"/>
              </a:defRPr>
            </a:lvl3pPr>
            <a:lvl4pPr algn="l">
              <a:defRPr sz="1650" b="1">
                <a:solidFill>
                  <a:srgbClr val="182B33"/>
                </a:solidFill>
                <a:latin typeface="Yu Gothic"/>
                <a:ea typeface="Yu Gothic"/>
                <a:cs typeface="Yu Gothic"/>
              </a:defRPr>
            </a:lvl4pPr>
            <a:lvl5pPr algn="l">
              <a:defRPr sz="1650" b="1">
                <a:solidFill>
                  <a:srgbClr val="182B33"/>
                </a:solidFill>
                <a:latin typeface="Yu Gothic"/>
                <a:ea typeface="Yu Gothic"/>
                <a:cs typeface="Yu Gothic"/>
              </a:defRPr>
            </a:lvl5pPr>
            <a:lvl6pPr algn="l">
              <a:defRPr sz="1650" b="1">
                <a:solidFill>
                  <a:srgbClr val="182B33"/>
                </a:solidFill>
                <a:latin typeface="Yu Gothic"/>
                <a:ea typeface="Yu Gothic"/>
                <a:cs typeface="Yu Gothic"/>
              </a:defRPr>
            </a:lvl6pPr>
            <a:lvl7pPr algn="l">
              <a:defRPr sz="1650" b="1">
                <a:solidFill>
                  <a:srgbClr val="182B33"/>
                </a:solidFill>
                <a:latin typeface="Yu Gothic"/>
                <a:ea typeface="Yu Gothic"/>
                <a:cs typeface="Yu Gothic"/>
              </a:defRPr>
            </a:lvl7pPr>
            <a:lvl8pPr algn="l">
              <a:defRPr sz="1650" b="1">
                <a:solidFill>
                  <a:srgbClr val="182B33"/>
                </a:solidFill>
                <a:latin typeface="Yu Gothic"/>
                <a:ea typeface="Yu Gothic"/>
                <a:cs typeface="Yu Gothic"/>
              </a:defRPr>
            </a:lvl8pPr>
            <a:lvl9pPr algn="l">
              <a:defRPr sz="1650" b="1">
                <a:solidFill>
                  <a:srgbClr val="182B33"/>
                </a:solidFill>
                <a:latin typeface="Yu Gothic"/>
                <a:ea typeface="Yu Gothic"/>
                <a:cs typeface="Yu Gothic"/>
              </a:defRPr>
            </a:lvl9pPr>
          </a:lstStyle>
          <a:p xmlns:a="http://schemas.openxmlformats.org/drawingml/2006/main">
            <a:pPr algn="l">
              <a:defRPr sz="1650" b="1">
                <a:solidFill>
                  <a:srgbClr val="182B33"/>
                </a:solidFill>
                <a:latin typeface="Yu Gothic"/>
                <a:ea typeface="Yu Gothic"/>
                <a:cs typeface="Yu Gothic"/>
              </a:defRPr>
            </a:pPr>
            <a:r>
              <a:rPr sz="1650" b="1">
                <a:solidFill>
                  <a:srgbClr val="182B33"/>
                </a:solidFill>
                <a:latin typeface="Yu Gothic"/>
                <a:ea typeface="Yu Gothic"/>
                <a:cs typeface="Yu Gothic"/>
              </a:rPr>
              <a:t>O</a:t>
            </a:r>
          </a:p>
        </p:txBody>
      </p:sp>
      <p:sp>
        <p:nvSpPr>
          <p:cNvPr id="20" name="">
            <a:extLst xmlns:a="http://schemas.openxmlformats.org/drawingml/2006/main">
              <a:ext uri="{FF2B5EF4-FFF2-40B4-BE49-F238E27FC236}">
                <a16:creationId xmlns:a16="http://schemas.microsoft.com/office/drawing/2014/main" id="{86B7835F-4D31-4682-86FA-1FEF12593D10}"/>
              </a:ext>
            </a:extLst>
          </p:cNvPr>
          <p:cNvSpPr>
            <a:spLocks xmlns:a="http://schemas.openxmlformats.org/drawingml/2006/main" noGrp="1"/>
          </p:cNvSpPr>
          <p:nvPr/>
        </p:nvSpPr>
        <p:spPr>
          <a:xfrm xmlns:a="http://schemas.openxmlformats.org/drawingml/2006/main">
            <a:off x="10342597" y="3917577"/>
            <a:ext cx="114300" cy="114300"/>
          </a:xfrm>
          <a:prstGeom xmlns:a="http://schemas.openxmlformats.org/drawingml/2006/main" prst="ellipse">
            <a:avLst/>
          </a:prstGeom>
          <a:solidFill xmlns:a="http://schemas.openxmlformats.org/drawingml/2006/main">
            <a:srgbClr val="166B68"/>
          </a:solidFill>
          <a:ln xmlns:a="http://schemas.openxmlformats.org/drawingml/2006/main" w="9525">
            <a:solidFill>
              <a:srgbClr val="166B68"/>
            </a:solidFill>
          </a:ln>
        </p:spPr>
      </p:sp>
      <p:sp>
        <p:nvSpPr>
          <p:cNvPr id="21" name="">
            <a:extLst xmlns:a="http://schemas.openxmlformats.org/drawingml/2006/main">
              <a:ext uri="{FF2B5EF4-FFF2-40B4-BE49-F238E27FC236}">
                <a16:creationId xmlns:a16="http://schemas.microsoft.com/office/drawing/2014/main" id="{7C8EFE0E-3DE3-42BD-8EE8-4B1A15302FD0}"/>
              </a:ext>
            </a:extLst>
          </p:cNvPr>
          <p:cNvSpPr>
            <a:spLocks xmlns:a="http://schemas.openxmlformats.org/drawingml/2006/main" noGrp="1"/>
          </p:cNvSpPr>
          <p:nvPr/>
        </p:nvSpPr>
        <p:spPr>
          <a:xfrm xmlns:a="http://schemas.openxmlformats.org/drawingml/2006/main">
            <a:off x="10485472" y="3803277"/>
            <a:ext cx="7048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182B33"/>
                </a:solidFill>
                <a:latin typeface="Yu Gothic"/>
                <a:ea typeface="Yu Gothic"/>
                <a:cs typeface="Yu Gothic"/>
              </a:defRPr>
            </a:defPPr>
            <a:lvl1pPr algn="l">
              <a:defRPr sz="1650" b="1">
                <a:solidFill>
                  <a:srgbClr val="182B33"/>
                </a:solidFill>
                <a:latin typeface="Yu Gothic"/>
                <a:ea typeface="Yu Gothic"/>
                <a:cs typeface="Yu Gothic"/>
              </a:defRPr>
            </a:lvl1pPr>
            <a:lvl2pPr algn="l">
              <a:defRPr sz="1650" b="1">
                <a:solidFill>
                  <a:srgbClr val="182B33"/>
                </a:solidFill>
                <a:latin typeface="Yu Gothic"/>
                <a:ea typeface="Yu Gothic"/>
                <a:cs typeface="Yu Gothic"/>
              </a:defRPr>
            </a:lvl2pPr>
            <a:lvl3pPr algn="l">
              <a:defRPr sz="1650" b="1">
                <a:solidFill>
                  <a:srgbClr val="182B33"/>
                </a:solidFill>
                <a:latin typeface="Yu Gothic"/>
                <a:ea typeface="Yu Gothic"/>
                <a:cs typeface="Yu Gothic"/>
              </a:defRPr>
            </a:lvl3pPr>
            <a:lvl4pPr algn="l">
              <a:defRPr sz="1650" b="1">
                <a:solidFill>
                  <a:srgbClr val="182B33"/>
                </a:solidFill>
                <a:latin typeface="Yu Gothic"/>
                <a:ea typeface="Yu Gothic"/>
                <a:cs typeface="Yu Gothic"/>
              </a:defRPr>
            </a:lvl4pPr>
            <a:lvl5pPr algn="l">
              <a:defRPr sz="1650" b="1">
                <a:solidFill>
                  <a:srgbClr val="182B33"/>
                </a:solidFill>
                <a:latin typeface="Yu Gothic"/>
                <a:ea typeface="Yu Gothic"/>
                <a:cs typeface="Yu Gothic"/>
              </a:defRPr>
            </a:lvl5pPr>
            <a:lvl6pPr algn="l">
              <a:defRPr sz="1650" b="1">
                <a:solidFill>
                  <a:srgbClr val="182B33"/>
                </a:solidFill>
                <a:latin typeface="Yu Gothic"/>
                <a:ea typeface="Yu Gothic"/>
                <a:cs typeface="Yu Gothic"/>
              </a:defRPr>
            </a:lvl6pPr>
            <a:lvl7pPr algn="l">
              <a:defRPr sz="1650" b="1">
                <a:solidFill>
                  <a:srgbClr val="182B33"/>
                </a:solidFill>
                <a:latin typeface="Yu Gothic"/>
                <a:ea typeface="Yu Gothic"/>
                <a:cs typeface="Yu Gothic"/>
              </a:defRPr>
            </a:lvl7pPr>
            <a:lvl8pPr algn="l">
              <a:defRPr sz="1650" b="1">
                <a:solidFill>
                  <a:srgbClr val="182B33"/>
                </a:solidFill>
                <a:latin typeface="Yu Gothic"/>
                <a:ea typeface="Yu Gothic"/>
                <a:cs typeface="Yu Gothic"/>
              </a:defRPr>
            </a:lvl8pPr>
            <a:lvl9pPr algn="l">
              <a:defRPr sz="1650" b="1">
                <a:solidFill>
                  <a:srgbClr val="182B33"/>
                </a:solidFill>
                <a:latin typeface="Yu Gothic"/>
                <a:ea typeface="Yu Gothic"/>
                <a:cs typeface="Yu Gothic"/>
              </a:defRPr>
            </a:lvl9pPr>
          </a:lstStyle>
          <a:p xmlns:a="http://schemas.openxmlformats.org/drawingml/2006/main">
            <a:pPr algn="l">
              <a:defRPr sz="1650" b="1">
                <a:solidFill>
                  <a:srgbClr val="182B33"/>
                </a:solidFill>
                <a:latin typeface="Yu Gothic"/>
                <a:ea typeface="Yu Gothic"/>
                <a:cs typeface="Yu Gothic"/>
              </a:defRPr>
            </a:pPr>
            <a:r>
              <a:rPr sz="1650" b="1">
                <a:solidFill>
                  <a:srgbClr val="182B33"/>
                </a:solidFill>
                <a:latin typeface="Yu Gothic"/>
                <a:ea typeface="Yu Gothic"/>
                <a:cs typeface="Yu Gothic"/>
              </a:rPr>
              <a:t>B</a:t>
            </a:r>
          </a:p>
        </p:txBody>
      </p:sp>
      <p:sp>
        <p:nvSpPr>
          <p:cNvPr id="22" name="">
            <a:extLst xmlns:a="http://schemas.openxmlformats.org/drawingml/2006/main">
              <a:ext uri="{FF2B5EF4-FFF2-40B4-BE49-F238E27FC236}">
                <a16:creationId xmlns:a16="http://schemas.microsoft.com/office/drawing/2014/main" id="{70D8F3A2-4246-48EE-8594-1C7327816CEC}"/>
              </a:ext>
            </a:extLst>
          </p:cNvPr>
          <p:cNvSpPr>
            <a:spLocks xmlns:a="http://schemas.openxmlformats.org/drawingml/2006/main" noGrp="1"/>
          </p:cNvSpPr>
          <p:nvPr/>
        </p:nvSpPr>
        <p:spPr>
          <a:xfrm xmlns:a="http://schemas.openxmlformats.org/drawingml/2006/main">
            <a:off x="8834438" y="3724113"/>
            <a:ext cx="1047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166B68"/>
                </a:solidFill>
                <a:latin typeface="Yu Gothic"/>
                <a:ea typeface="Yu Gothic"/>
                <a:cs typeface="Yu Gothic"/>
              </a:defRPr>
            </a:defPPr>
            <a:lvl1pPr algn="l">
              <a:defRPr sz="1650" b="1">
                <a:solidFill>
                  <a:srgbClr val="166B68"/>
                </a:solidFill>
                <a:latin typeface="Yu Gothic"/>
                <a:ea typeface="Yu Gothic"/>
                <a:cs typeface="Yu Gothic"/>
              </a:defRPr>
            </a:lvl1pPr>
            <a:lvl2pPr algn="l">
              <a:defRPr sz="1650" b="1">
                <a:solidFill>
                  <a:srgbClr val="166B68"/>
                </a:solidFill>
                <a:latin typeface="Yu Gothic"/>
                <a:ea typeface="Yu Gothic"/>
                <a:cs typeface="Yu Gothic"/>
              </a:defRPr>
            </a:lvl2pPr>
            <a:lvl3pPr algn="l">
              <a:defRPr sz="1650" b="1">
                <a:solidFill>
                  <a:srgbClr val="166B68"/>
                </a:solidFill>
                <a:latin typeface="Yu Gothic"/>
                <a:ea typeface="Yu Gothic"/>
                <a:cs typeface="Yu Gothic"/>
              </a:defRPr>
            </a:lvl3pPr>
            <a:lvl4pPr algn="l">
              <a:defRPr sz="1650" b="1">
                <a:solidFill>
                  <a:srgbClr val="166B68"/>
                </a:solidFill>
                <a:latin typeface="Yu Gothic"/>
                <a:ea typeface="Yu Gothic"/>
                <a:cs typeface="Yu Gothic"/>
              </a:defRPr>
            </a:lvl4pPr>
            <a:lvl5pPr algn="l">
              <a:defRPr sz="1650" b="1">
                <a:solidFill>
                  <a:srgbClr val="166B68"/>
                </a:solidFill>
                <a:latin typeface="Yu Gothic"/>
                <a:ea typeface="Yu Gothic"/>
                <a:cs typeface="Yu Gothic"/>
              </a:defRPr>
            </a:lvl5pPr>
            <a:lvl6pPr algn="l">
              <a:defRPr sz="1650" b="1">
                <a:solidFill>
                  <a:srgbClr val="166B68"/>
                </a:solidFill>
                <a:latin typeface="Yu Gothic"/>
                <a:ea typeface="Yu Gothic"/>
                <a:cs typeface="Yu Gothic"/>
              </a:defRPr>
            </a:lvl6pPr>
            <a:lvl7pPr algn="l">
              <a:defRPr sz="1650" b="1">
                <a:solidFill>
                  <a:srgbClr val="166B68"/>
                </a:solidFill>
                <a:latin typeface="Yu Gothic"/>
                <a:ea typeface="Yu Gothic"/>
                <a:cs typeface="Yu Gothic"/>
              </a:defRPr>
            </a:lvl7pPr>
            <a:lvl8pPr algn="l">
              <a:defRPr sz="1650" b="1">
                <a:solidFill>
                  <a:srgbClr val="166B68"/>
                </a:solidFill>
                <a:latin typeface="Yu Gothic"/>
                <a:ea typeface="Yu Gothic"/>
                <a:cs typeface="Yu Gothic"/>
              </a:defRPr>
            </a:lvl8pPr>
            <a:lvl9pPr algn="l">
              <a:defRPr sz="1650" b="1">
                <a:solidFill>
                  <a:srgbClr val="166B68"/>
                </a:solidFill>
                <a:latin typeface="Yu Gothic"/>
                <a:ea typeface="Yu Gothic"/>
                <a:cs typeface="Yu Gothic"/>
              </a:defRPr>
            </a:lvl9pPr>
          </a:lstStyle>
          <a:p xmlns:a="http://schemas.openxmlformats.org/drawingml/2006/main">
            <a:pPr algn="l">
              <a:defRPr sz="1650" b="1">
                <a:solidFill>
                  <a:srgbClr val="166B68"/>
                </a:solidFill>
                <a:latin typeface="Yu Gothic"/>
                <a:ea typeface="Yu Gothic"/>
                <a:cs typeface="Yu Gothic"/>
              </a:defRPr>
            </a:pPr>
            <a:r>
              <a:rPr sz="1650" b="1">
                <a:solidFill>
                  <a:srgbClr val="166B68"/>
                </a:solidFill>
                <a:latin typeface="Yu Gothic"/>
                <a:ea typeface="Yu Gothic"/>
                <a:cs typeface="Yu Gothic"/>
              </a:rPr>
              <a:t>A＝0°</a:t>
            </a:r>
          </a:p>
        </p:txBody>
      </p:sp>
    </p:spTree>
    <p:extLst>
      <p:ext uri="{BB962C8B-B14F-4D97-AF65-F5344CB8AC3E}">
        <p14:creationId xmlns:p14="http://schemas.microsoft.com/office/powerpoint/2010/main" val="654152477"/>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1E34B08C-1805-48E2-BE8A-67D30E6FADFA}"/>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AC959A41-42F5-499A-BD31-D79E060FBA02}"/>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方向法</a:t>
            </a:r>
          </a:p>
        </p:txBody>
      </p:sp>
      <p:sp>
        <p:nvSpPr>
          <p:cNvPr id="3" name="">
            <a:extLst xmlns:a="http://schemas.openxmlformats.org/drawingml/2006/main">
              <a:ext uri="{FF2B5EF4-FFF2-40B4-BE49-F238E27FC236}">
                <a16:creationId xmlns:a16="http://schemas.microsoft.com/office/drawing/2014/main" id="{16A26C54-DCF6-4E0C-8122-C3BAAE7A94AB}"/>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往路と復路で1対回</a:t>
            </a:r>
          </a:p>
        </p:txBody>
      </p:sp>
      <p:sp>
        <p:nvSpPr>
          <p:cNvPr id="4" name="">
            <a:extLst xmlns:a="http://schemas.openxmlformats.org/drawingml/2006/main">
              <a:ext uri="{FF2B5EF4-FFF2-40B4-BE49-F238E27FC236}">
                <a16:creationId xmlns:a16="http://schemas.microsoft.com/office/drawing/2014/main" id="{88C5641D-2B84-4B31-A672-4929F4810BC7}"/>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9E694369-25DD-4FCB-9845-4AE6E7CF3D91}"/>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23</a:t>
            </a:r>
          </a:p>
        </p:txBody>
      </p:sp>
      <p:sp>
        <p:nvSpPr>
          <p:cNvPr id="6" name="">
            <a:extLst xmlns:a="http://schemas.openxmlformats.org/drawingml/2006/main">
              <a:ext uri="{FF2B5EF4-FFF2-40B4-BE49-F238E27FC236}">
                <a16:creationId xmlns:a16="http://schemas.microsoft.com/office/drawing/2014/main" id="{24092EDB-959C-4056-AD1A-6F5E5C419AAA}"/>
              </a:ext>
            </a:extLst>
          </p:cNvPr>
          <p:cNvSpPr>
            <a:spLocks xmlns:a="http://schemas.openxmlformats.org/drawingml/2006/main" noGrp="1"/>
          </p:cNvSpPr>
          <p:nvPr/>
        </p:nvSpPr>
        <p:spPr>
          <a:xfrm xmlns:a="http://schemas.openxmlformats.org/drawingml/2006/main">
            <a:off x="723900" y="1562100"/>
            <a:ext cx="5286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325" b="1">
                <a:solidFill>
                  <a:srgbClr val="52616A"/>
                </a:solidFill>
                <a:latin typeface="Yu Gothic"/>
                <a:ea typeface="Yu Gothic"/>
                <a:cs typeface="Yu Gothic"/>
              </a:defRPr>
            </a:defPPr>
            <a:lvl1pPr algn="l">
              <a:defRPr sz="2325" b="1">
                <a:solidFill>
                  <a:srgbClr val="52616A"/>
                </a:solidFill>
                <a:latin typeface="Yu Gothic"/>
                <a:ea typeface="Yu Gothic"/>
                <a:cs typeface="Yu Gothic"/>
              </a:defRPr>
            </a:lvl1pPr>
            <a:lvl2pPr algn="l">
              <a:defRPr sz="2325" b="1">
                <a:solidFill>
                  <a:srgbClr val="52616A"/>
                </a:solidFill>
                <a:latin typeface="Yu Gothic"/>
                <a:ea typeface="Yu Gothic"/>
                <a:cs typeface="Yu Gothic"/>
              </a:defRPr>
            </a:lvl2pPr>
            <a:lvl3pPr algn="l">
              <a:defRPr sz="2325" b="1">
                <a:solidFill>
                  <a:srgbClr val="52616A"/>
                </a:solidFill>
                <a:latin typeface="Yu Gothic"/>
                <a:ea typeface="Yu Gothic"/>
                <a:cs typeface="Yu Gothic"/>
              </a:defRPr>
            </a:lvl3pPr>
            <a:lvl4pPr algn="l">
              <a:defRPr sz="2325" b="1">
                <a:solidFill>
                  <a:srgbClr val="52616A"/>
                </a:solidFill>
                <a:latin typeface="Yu Gothic"/>
                <a:ea typeface="Yu Gothic"/>
                <a:cs typeface="Yu Gothic"/>
              </a:defRPr>
            </a:lvl4pPr>
            <a:lvl5pPr algn="l">
              <a:defRPr sz="2325" b="1">
                <a:solidFill>
                  <a:srgbClr val="52616A"/>
                </a:solidFill>
                <a:latin typeface="Yu Gothic"/>
                <a:ea typeface="Yu Gothic"/>
                <a:cs typeface="Yu Gothic"/>
              </a:defRPr>
            </a:lvl5pPr>
            <a:lvl6pPr algn="l">
              <a:defRPr sz="2325" b="1">
                <a:solidFill>
                  <a:srgbClr val="52616A"/>
                </a:solidFill>
                <a:latin typeface="Yu Gothic"/>
                <a:ea typeface="Yu Gothic"/>
                <a:cs typeface="Yu Gothic"/>
              </a:defRPr>
            </a:lvl6pPr>
            <a:lvl7pPr algn="l">
              <a:defRPr sz="2325" b="1">
                <a:solidFill>
                  <a:srgbClr val="52616A"/>
                </a:solidFill>
                <a:latin typeface="Yu Gothic"/>
                <a:ea typeface="Yu Gothic"/>
                <a:cs typeface="Yu Gothic"/>
              </a:defRPr>
            </a:lvl7pPr>
            <a:lvl8pPr algn="l">
              <a:defRPr sz="2325" b="1">
                <a:solidFill>
                  <a:srgbClr val="52616A"/>
                </a:solidFill>
                <a:latin typeface="Yu Gothic"/>
                <a:ea typeface="Yu Gothic"/>
                <a:cs typeface="Yu Gothic"/>
              </a:defRPr>
            </a:lvl8pPr>
            <a:lvl9pPr algn="l">
              <a:defRPr sz="2325" b="1">
                <a:solidFill>
                  <a:srgbClr val="52616A"/>
                </a:solidFill>
                <a:latin typeface="Yu Gothic"/>
                <a:ea typeface="Yu Gothic"/>
                <a:cs typeface="Yu Gothic"/>
              </a:defRPr>
            </a:lvl9pPr>
          </a:lstStyle>
          <a:p xmlns:a="http://schemas.openxmlformats.org/drawingml/2006/main">
            <a:pPr algn="l">
              <a:defRPr sz="2325" b="1">
                <a:solidFill>
                  <a:srgbClr val="52616A"/>
                </a:solidFill>
                <a:latin typeface="Yu Gothic"/>
                <a:ea typeface="Yu Gothic"/>
                <a:cs typeface="Yu Gothic"/>
              </a:defRPr>
            </a:pPr>
            <a:r>
              <a:rPr sz="2325" b="1">
                <a:solidFill>
                  <a:srgbClr val="52616A"/>
                </a:solidFill>
                <a:latin typeface="Yu Gothic"/>
                <a:ea typeface="Yu Gothic"/>
                <a:cs typeface="Yu Gothic"/>
              </a:rPr>
              <a:t>正の一巡と反の一巡を一組として扱う</a:t>
            </a:r>
          </a:p>
        </p:txBody>
      </p:sp>
      <p:sp>
        <p:nvSpPr>
          <p:cNvPr id="7" name="">
            <a:extLst xmlns:a="http://schemas.openxmlformats.org/drawingml/2006/main">
              <a:ext uri="{FF2B5EF4-FFF2-40B4-BE49-F238E27FC236}">
                <a16:creationId xmlns:a16="http://schemas.microsoft.com/office/drawing/2014/main" id="{13B57240-F739-4A41-BAF7-BC2CCD908AE3}"/>
              </a:ext>
            </a:extLst>
          </p:cNvPr>
          <p:cNvSpPr>
            <a:spLocks xmlns:a="http://schemas.openxmlformats.org/drawingml/2006/main" noGrp="1"/>
          </p:cNvSpPr>
          <p:nvPr/>
        </p:nvSpPr>
        <p:spPr>
          <a:xfrm xmlns:a="http://schemas.openxmlformats.org/drawingml/2006/main">
            <a:off x="723900" y="2428875"/>
            <a:ext cx="228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425" b="1">
                <a:solidFill>
                  <a:srgbClr val="166B68"/>
                </a:solidFill>
                <a:latin typeface="Yu Gothic"/>
                <a:ea typeface="Yu Gothic"/>
                <a:cs typeface="Yu Gothic"/>
              </a:defRPr>
            </a:defPPr>
            <a:lvl1pPr algn="ctr">
              <a:defRPr sz="1425" b="1">
                <a:solidFill>
                  <a:srgbClr val="166B68"/>
                </a:solidFill>
                <a:latin typeface="Yu Gothic"/>
                <a:ea typeface="Yu Gothic"/>
                <a:cs typeface="Yu Gothic"/>
              </a:defRPr>
            </a:lvl1pPr>
            <a:lvl2pPr algn="ctr">
              <a:defRPr sz="1425" b="1">
                <a:solidFill>
                  <a:srgbClr val="166B68"/>
                </a:solidFill>
                <a:latin typeface="Yu Gothic"/>
                <a:ea typeface="Yu Gothic"/>
                <a:cs typeface="Yu Gothic"/>
              </a:defRPr>
            </a:lvl2pPr>
            <a:lvl3pPr algn="ctr">
              <a:defRPr sz="1425" b="1">
                <a:solidFill>
                  <a:srgbClr val="166B68"/>
                </a:solidFill>
                <a:latin typeface="Yu Gothic"/>
                <a:ea typeface="Yu Gothic"/>
                <a:cs typeface="Yu Gothic"/>
              </a:defRPr>
            </a:lvl3pPr>
            <a:lvl4pPr algn="ctr">
              <a:defRPr sz="1425" b="1">
                <a:solidFill>
                  <a:srgbClr val="166B68"/>
                </a:solidFill>
                <a:latin typeface="Yu Gothic"/>
                <a:ea typeface="Yu Gothic"/>
                <a:cs typeface="Yu Gothic"/>
              </a:defRPr>
            </a:lvl4pPr>
            <a:lvl5pPr algn="ctr">
              <a:defRPr sz="1425" b="1">
                <a:solidFill>
                  <a:srgbClr val="166B68"/>
                </a:solidFill>
                <a:latin typeface="Yu Gothic"/>
                <a:ea typeface="Yu Gothic"/>
                <a:cs typeface="Yu Gothic"/>
              </a:defRPr>
            </a:lvl5pPr>
            <a:lvl6pPr algn="ctr">
              <a:defRPr sz="1425" b="1">
                <a:solidFill>
                  <a:srgbClr val="166B68"/>
                </a:solidFill>
                <a:latin typeface="Yu Gothic"/>
                <a:ea typeface="Yu Gothic"/>
                <a:cs typeface="Yu Gothic"/>
              </a:defRPr>
            </a:lvl6pPr>
            <a:lvl7pPr algn="ctr">
              <a:defRPr sz="1425" b="1">
                <a:solidFill>
                  <a:srgbClr val="166B68"/>
                </a:solidFill>
                <a:latin typeface="Yu Gothic"/>
                <a:ea typeface="Yu Gothic"/>
                <a:cs typeface="Yu Gothic"/>
              </a:defRPr>
            </a:lvl7pPr>
            <a:lvl8pPr algn="ctr">
              <a:defRPr sz="1425" b="1">
                <a:solidFill>
                  <a:srgbClr val="166B68"/>
                </a:solidFill>
                <a:latin typeface="Yu Gothic"/>
                <a:ea typeface="Yu Gothic"/>
                <a:cs typeface="Yu Gothic"/>
              </a:defRPr>
            </a:lvl8pPr>
            <a:lvl9pPr algn="ctr">
              <a:defRPr sz="1425" b="1">
                <a:solidFill>
                  <a:srgbClr val="166B68"/>
                </a:solidFill>
                <a:latin typeface="Yu Gothic"/>
                <a:ea typeface="Yu Gothic"/>
                <a:cs typeface="Yu Gothic"/>
              </a:defRPr>
            </a:lvl9pPr>
          </a:lstStyle>
          <a:p xmlns:a="http://schemas.openxmlformats.org/drawingml/2006/main">
            <a:pPr algn="ctr">
              <a:defRPr sz="1425" b="1">
                <a:solidFill>
                  <a:srgbClr val="166B68"/>
                </a:solidFill>
                <a:latin typeface="Yu Gothic"/>
                <a:ea typeface="Yu Gothic"/>
                <a:cs typeface="Yu Gothic"/>
              </a:defRPr>
            </a:pPr>
            <a:r>
              <a:rPr sz="1425" b="1">
                <a:solidFill>
                  <a:srgbClr val="166B68"/>
                </a:solidFill>
                <a:latin typeface="Yu Gothic"/>
                <a:ea typeface="Yu Gothic"/>
                <a:cs typeface="Yu Gothic"/>
              </a:rPr>
              <a:t>●</a:t>
            </a:r>
          </a:p>
        </p:txBody>
      </p:sp>
      <p:sp>
        <p:nvSpPr>
          <p:cNvPr id="8" name="">
            <a:extLst xmlns:a="http://schemas.openxmlformats.org/drawingml/2006/main">
              <a:ext uri="{FF2B5EF4-FFF2-40B4-BE49-F238E27FC236}">
                <a16:creationId xmlns:a16="http://schemas.microsoft.com/office/drawing/2014/main" id="{8B6A7D7B-037B-4F29-A9EA-CD3D12CAE21B}"/>
              </a:ext>
            </a:extLst>
          </p:cNvPr>
          <p:cNvSpPr>
            <a:spLocks xmlns:a="http://schemas.openxmlformats.org/drawingml/2006/main" noGrp="1"/>
          </p:cNvSpPr>
          <p:nvPr/>
        </p:nvSpPr>
        <p:spPr>
          <a:xfrm xmlns:a="http://schemas.openxmlformats.org/drawingml/2006/main">
            <a:off x="1047750" y="242887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正Lで往路を観測</a:t>
            </a:r>
          </a:p>
        </p:txBody>
      </p:sp>
      <p:sp>
        <p:nvSpPr>
          <p:cNvPr id="9" name="">
            <a:extLst xmlns:a="http://schemas.openxmlformats.org/drawingml/2006/main">
              <a:ext uri="{FF2B5EF4-FFF2-40B4-BE49-F238E27FC236}">
                <a16:creationId xmlns:a16="http://schemas.microsoft.com/office/drawing/2014/main" id="{427180AB-A0A5-48F9-877E-2C7C6C49DA73}"/>
              </a:ext>
            </a:extLst>
          </p:cNvPr>
          <p:cNvSpPr>
            <a:spLocks xmlns:a="http://schemas.openxmlformats.org/drawingml/2006/main" noGrp="1"/>
          </p:cNvSpPr>
          <p:nvPr/>
        </p:nvSpPr>
        <p:spPr>
          <a:xfrm xmlns:a="http://schemas.openxmlformats.org/drawingml/2006/main">
            <a:off x="723900" y="3019425"/>
            <a:ext cx="228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425" b="1">
                <a:solidFill>
                  <a:srgbClr val="166B68"/>
                </a:solidFill>
                <a:latin typeface="Yu Gothic"/>
                <a:ea typeface="Yu Gothic"/>
                <a:cs typeface="Yu Gothic"/>
              </a:defRPr>
            </a:defPPr>
            <a:lvl1pPr algn="ctr">
              <a:defRPr sz="1425" b="1">
                <a:solidFill>
                  <a:srgbClr val="166B68"/>
                </a:solidFill>
                <a:latin typeface="Yu Gothic"/>
                <a:ea typeface="Yu Gothic"/>
                <a:cs typeface="Yu Gothic"/>
              </a:defRPr>
            </a:lvl1pPr>
            <a:lvl2pPr algn="ctr">
              <a:defRPr sz="1425" b="1">
                <a:solidFill>
                  <a:srgbClr val="166B68"/>
                </a:solidFill>
                <a:latin typeface="Yu Gothic"/>
                <a:ea typeface="Yu Gothic"/>
                <a:cs typeface="Yu Gothic"/>
              </a:defRPr>
            </a:lvl2pPr>
            <a:lvl3pPr algn="ctr">
              <a:defRPr sz="1425" b="1">
                <a:solidFill>
                  <a:srgbClr val="166B68"/>
                </a:solidFill>
                <a:latin typeface="Yu Gothic"/>
                <a:ea typeface="Yu Gothic"/>
                <a:cs typeface="Yu Gothic"/>
              </a:defRPr>
            </a:lvl3pPr>
            <a:lvl4pPr algn="ctr">
              <a:defRPr sz="1425" b="1">
                <a:solidFill>
                  <a:srgbClr val="166B68"/>
                </a:solidFill>
                <a:latin typeface="Yu Gothic"/>
                <a:ea typeface="Yu Gothic"/>
                <a:cs typeface="Yu Gothic"/>
              </a:defRPr>
            </a:lvl4pPr>
            <a:lvl5pPr algn="ctr">
              <a:defRPr sz="1425" b="1">
                <a:solidFill>
                  <a:srgbClr val="166B68"/>
                </a:solidFill>
                <a:latin typeface="Yu Gothic"/>
                <a:ea typeface="Yu Gothic"/>
                <a:cs typeface="Yu Gothic"/>
              </a:defRPr>
            </a:lvl5pPr>
            <a:lvl6pPr algn="ctr">
              <a:defRPr sz="1425" b="1">
                <a:solidFill>
                  <a:srgbClr val="166B68"/>
                </a:solidFill>
                <a:latin typeface="Yu Gothic"/>
                <a:ea typeface="Yu Gothic"/>
                <a:cs typeface="Yu Gothic"/>
              </a:defRPr>
            </a:lvl6pPr>
            <a:lvl7pPr algn="ctr">
              <a:defRPr sz="1425" b="1">
                <a:solidFill>
                  <a:srgbClr val="166B68"/>
                </a:solidFill>
                <a:latin typeface="Yu Gothic"/>
                <a:ea typeface="Yu Gothic"/>
                <a:cs typeface="Yu Gothic"/>
              </a:defRPr>
            </a:lvl7pPr>
            <a:lvl8pPr algn="ctr">
              <a:defRPr sz="1425" b="1">
                <a:solidFill>
                  <a:srgbClr val="166B68"/>
                </a:solidFill>
                <a:latin typeface="Yu Gothic"/>
                <a:ea typeface="Yu Gothic"/>
                <a:cs typeface="Yu Gothic"/>
              </a:defRPr>
            </a:lvl8pPr>
            <a:lvl9pPr algn="ctr">
              <a:defRPr sz="1425" b="1">
                <a:solidFill>
                  <a:srgbClr val="166B68"/>
                </a:solidFill>
                <a:latin typeface="Yu Gothic"/>
                <a:ea typeface="Yu Gothic"/>
                <a:cs typeface="Yu Gothic"/>
              </a:defRPr>
            </a:lvl9pPr>
          </a:lstStyle>
          <a:p xmlns:a="http://schemas.openxmlformats.org/drawingml/2006/main">
            <a:pPr algn="ctr">
              <a:defRPr sz="1425" b="1">
                <a:solidFill>
                  <a:srgbClr val="166B68"/>
                </a:solidFill>
                <a:latin typeface="Yu Gothic"/>
                <a:ea typeface="Yu Gothic"/>
                <a:cs typeface="Yu Gothic"/>
              </a:defRPr>
            </a:pPr>
            <a:r>
              <a:rPr sz="1425" b="1">
                <a:solidFill>
                  <a:srgbClr val="166B68"/>
                </a:solidFill>
                <a:latin typeface="Yu Gothic"/>
                <a:ea typeface="Yu Gothic"/>
                <a:cs typeface="Yu Gothic"/>
              </a:rPr>
              <a:t>●</a:t>
            </a:r>
          </a:p>
        </p:txBody>
      </p:sp>
      <p:sp>
        <p:nvSpPr>
          <p:cNvPr id="10" name="">
            <a:extLst xmlns:a="http://schemas.openxmlformats.org/drawingml/2006/main">
              <a:ext uri="{FF2B5EF4-FFF2-40B4-BE49-F238E27FC236}">
                <a16:creationId xmlns:a16="http://schemas.microsoft.com/office/drawing/2014/main" id="{9BC704A7-7887-4779-9615-D68BCA7FB3E5}"/>
              </a:ext>
            </a:extLst>
          </p:cNvPr>
          <p:cNvSpPr>
            <a:spLocks xmlns:a="http://schemas.openxmlformats.org/drawingml/2006/main" noGrp="1"/>
          </p:cNvSpPr>
          <p:nvPr/>
        </p:nvSpPr>
        <p:spPr>
          <a:xfrm xmlns:a="http://schemas.openxmlformats.org/drawingml/2006/main">
            <a:off x="1047750" y="301942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反Rで復路を観測</a:t>
            </a:r>
          </a:p>
        </p:txBody>
      </p:sp>
      <p:sp>
        <p:nvSpPr>
          <p:cNvPr id="11" name="">
            <a:extLst xmlns:a="http://schemas.openxmlformats.org/drawingml/2006/main">
              <a:ext uri="{FF2B5EF4-FFF2-40B4-BE49-F238E27FC236}">
                <a16:creationId xmlns:a16="http://schemas.microsoft.com/office/drawing/2014/main" id="{6291869F-158D-4F87-888B-C288D034B4A4}"/>
              </a:ext>
            </a:extLst>
          </p:cNvPr>
          <p:cNvSpPr>
            <a:spLocks xmlns:a="http://schemas.openxmlformats.org/drawingml/2006/main" noGrp="1"/>
          </p:cNvSpPr>
          <p:nvPr/>
        </p:nvSpPr>
        <p:spPr>
          <a:xfrm xmlns:a="http://schemas.openxmlformats.org/drawingml/2006/main">
            <a:off x="723900" y="3609975"/>
            <a:ext cx="228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425" b="1">
                <a:solidFill>
                  <a:srgbClr val="166B68"/>
                </a:solidFill>
                <a:latin typeface="Yu Gothic"/>
                <a:ea typeface="Yu Gothic"/>
                <a:cs typeface="Yu Gothic"/>
              </a:defRPr>
            </a:defPPr>
            <a:lvl1pPr algn="ctr">
              <a:defRPr sz="1425" b="1">
                <a:solidFill>
                  <a:srgbClr val="166B68"/>
                </a:solidFill>
                <a:latin typeface="Yu Gothic"/>
                <a:ea typeface="Yu Gothic"/>
                <a:cs typeface="Yu Gothic"/>
              </a:defRPr>
            </a:lvl1pPr>
            <a:lvl2pPr algn="ctr">
              <a:defRPr sz="1425" b="1">
                <a:solidFill>
                  <a:srgbClr val="166B68"/>
                </a:solidFill>
                <a:latin typeface="Yu Gothic"/>
                <a:ea typeface="Yu Gothic"/>
                <a:cs typeface="Yu Gothic"/>
              </a:defRPr>
            </a:lvl2pPr>
            <a:lvl3pPr algn="ctr">
              <a:defRPr sz="1425" b="1">
                <a:solidFill>
                  <a:srgbClr val="166B68"/>
                </a:solidFill>
                <a:latin typeface="Yu Gothic"/>
                <a:ea typeface="Yu Gothic"/>
                <a:cs typeface="Yu Gothic"/>
              </a:defRPr>
            </a:lvl3pPr>
            <a:lvl4pPr algn="ctr">
              <a:defRPr sz="1425" b="1">
                <a:solidFill>
                  <a:srgbClr val="166B68"/>
                </a:solidFill>
                <a:latin typeface="Yu Gothic"/>
                <a:ea typeface="Yu Gothic"/>
                <a:cs typeface="Yu Gothic"/>
              </a:defRPr>
            </a:lvl4pPr>
            <a:lvl5pPr algn="ctr">
              <a:defRPr sz="1425" b="1">
                <a:solidFill>
                  <a:srgbClr val="166B68"/>
                </a:solidFill>
                <a:latin typeface="Yu Gothic"/>
                <a:ea typeface="Yu Gothic"/>
                <a:cs typeface="Yu Gothic"/>
              </a:defRPr>
            </a:lvl5pPr>
            <a:lvl6pPr algn="ctr">
              <a:defRPr sz="1425" b="1">
                <a:solidFill>
                  <a:srgbClr val="166B68"/>
                </a:solidFill>
                <a:latin typeface="Yu Gothic"/>
                <a:ea typeface="Yu Gothic"/>
                <a:cs typeface="Yu Gothic"/>
              </a:defRPr>
            </a:lvl6pPr>
            <a:lvl7pPr algn="ctr">
              <a:defRPr sz="1425" b="1">
                <a:solidFill>
                  <a:srgbClr val="166B68"/>
                </a:solidFill>
                <a:latin typeface="Yu Gothic"/>
                <a:ea typeface="Yu Gothic"/>
                <a:cs typeface="Yu Gothic"/>
              </a:defRPr>
            </a:lvl7pPr>
            <a:lvl8pPr algn="ctr">
              <a:defRPr sz="1425" b="1">
                <a:solidFill>
                  <a:srgbClr val="166B68"/>
                </a:solidFill>
                <a:latin typeface="Yu Gothic"/>
                <a:ea typeface="Yu Gothic"/>
                <a:cs typeface="Yu Gothic"/>
              </a:defRPr>
            </a:lvl8pPr>
            <a:lvl9pPr algn="ctr">
              <a:defRPr sz="1425" b="1">
                <a:solidFill>
                  <a:srgbClr val="166B68"/>
                </a:solidFill>
                <a:latin typeface="Yu Gothic"/>
                <a:ea typeface="Yu Gothic"/>
                <a:cs typeface="Yu Gothic"/>
              </a:defRPr>
            </a:lvl9pPr>
          </a:lstStyle>
          <a:p xmlns:a="http://schemas.openxmlformats.org/drawingml/2006/main">
            <a:pPr algn="ctr">
              <a:defRPr sz="1425" b="1">
                <a:solidFill>
                  <a:srgbClr val="166B68"/>
                </a:solidFill>
                <a:latin typeface="Yu Gothic"/>
                <a:ea typeface="Yu Gothic"/>
                <a:cs typeface="Yu Gothic"/>
              </a:defRPr>
            </a:pPr>
            <a:r>
              <a:rPr sz="1425" b="1">
                <a:solidFill>
                  <a:srgbClr val="166B68"/>
                </a:solidFill>
                <a:latin typeface="Yu Gothic"/>
                <a:ea typeface="Yu Gothic"/>
                <a:cs typeface="Yu Gothic"/>
              </a:rPr>
              <a:t>●</a:t>
            </a:r>
          </a:p>
        </p:txBody>
      </p:sp>
      <p:sp>
        <p:nvSpPr>
          <p:cNvPr id="12" name="">
            <a:extLst xmlns:a="http://schemas.openxmlformats.org/drawingml/2006/main">
              <a:ext uri="{FF2B5EF4-FFF2-40B4-BE49-F238E27FC236}">
                <a16:creationId xmlns:a16="http://schemas.microsoft.com/office/drawing/2014/main" id="{21263906-FA49-4A01-B8B4-A7B0008758C6}"/>
              </a:ext>
            </a:extLst>
          </p:cNvPr>
          <p:cNvSpPr>
            <a:spLocks xmlns:a="http://schemas.openxmlformats.org/drawingml/2006/main" noGrp="1"/>
          </p:cNvSpPr>
          <p:nvPr/>
        </p:nvSpPr>
        <p:spPr>
          <a:xfrm xmlns:a="http://schemas.openxmlformats.org/drawingml/2006/main">
            <a:off x="1047750" y="360997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この一組＝1対回</a:t>
            </a:r>
          </a:p>
        </p:txBody>
      </p:sp>
      <p:sp>
        <p:nvSpPr>
          <p:cNvPr id="13" name="">
            <a:extLst xmlns:a="http://schemas.openxmlformats.org/drawingml/2006/main">
              <a:ext uri="{FF2B5EF4-FFF2-40B4-BE49-F238E27FC236}">
                <a16:creationId xmlns:a16="http://schemas.microsoft.com/office/drawing/2014/main" id="{CE9AC76F-3B77-44EA-A305-B5418D628C0E}"/>
              </a:ext>
            </a:extLst>
          </p:cNvPr>
          <p:cNvSpPr>
            <a:spLocks xmlns:a="http://schemas.openxmlformats.org/drawingml/2006/main" noGrp="1"/>
          </p:cNvSpPr>
          <p:nvPr/>
        </p:nvSpPr>
        <p:spPr>
          <a:xfrm xmlns:a="http://schemas.openxmlformats.org/drawingml/2006/main">
            <a:off x="7108508" y="2667000"/>
            <a:ext cx="1630680" cy="1802130"/>
          </a:xfrm>
          <a:custGeom xmlns:a="http://schemas.openxmlformats.org/drawingml/2006/main">
            <a:pathLst>
              <a:path w="1630680" h="1802130">
                <a:moveTo>
                  <a:pt x="0" y="1802130"/>
                </a:moveTo>
                <a:lnTo>
                  <a:pt x="1630680" y="0"/>
                </a:lnTo>
              </a:path>
            </a:pathLst>
          </a:custGeom>
          <a:noFill xmlns:a="http://schemas.openxmlformats.org/drawingml/2006/main"/>
          <a:ln xmlns:a="http://schemas.openxmlformats.org/drawingml/2006/main" w="38100">
            <a:solidFill>
              <a:srgbClr val="166B68"/>
            </a:solidFill>
            <a:prstDash val="solid"/>
          </a:ln>
        </p:spPr>
      </p:sp>
      <p:sp>
        <p:nvSpPr>
          <p:cNvPr id="14" name="">
            <a:extLst xmlns:a="http://schemas.openxmlformats.org/drawingml/2006/main">
              <a:ext uri="{FF2B5EF4-FFF2-40B4-BE49-F238E27FC236}">
                <a16:creationId xmlns:a16="http://schemas.microsoft.com/office/drawing/2014/main" id="{07E67C8B-1735-4D02-91C6-3907AB711C59}"/>
              </a:ext>
            </a:extLst>
          </p:cNvPr>
          <p:cNvSpPr>
            <a:spLocks xmlns:a="http://schemas.openxmlformats.org/drawingml/2006/main" noGrp="1"/>
          </p:cNvSpPr>
          <p:nvPr/>
        </p:nvSpPr>
        <p:spPr>
          <a:xfrm xmlns:a="http://schemas.openxmlformats.org/drawingml/2006/main">
            <a:off x="8647788" y="2667000"/>
            <a:ext cx="91400" cy="93616"/>
          </a:xfrm>
          <a:custGeom xmlns:a="http://schemas.openxmlformats.org/drawingml/2006/main">
            <a:pathLst>
              <a:path w="91400" h="93616">
                <a:moveTo>
                  <a:pt x="73832" y="93616"/>
                </a:moveTo>
                <a:lnTo>
                  <a:pt x="91400" y="0"/>
                </a:lnTo>
                <a:lnTo>
                  <a:pt x="0" y="26808"/>
                </a:lnTo>
              </a:path>
            </a:pathLst>
          </a:custGeom>
          <a:noFill xmlns:a="http://schemas.openxmlformats.org/drawingml/2006/main"/>
          <a:ln xmlns:a="http://schemas.openxmlformats.org/drawingml/2006/main" w="38100">
            <a:solidFill>
              <a:srgbClr val="166B68"/>
            </a:solidFill>
            <a:prstDash val="solid"/>
          </a:ln>
        </p:spPr>
      </p:sp>
      <p:sp>
        <p:nvSpPr>
          <p:cNvPr id="15" name="">
            <a:extLst xmlns:a="http://schemas.openxmlformats.org/drawingml/2006/main">
              <a:ext uri="{FF2B5EF4-FFF2-40B4-BE49-F238E27FC236}">
                <a16:creationId xmlns:a16="http://schemas.microsoft.com/office/drawing/2014/main" id="{A288EE7F-A31B-4E82-9322-2AF6530A482C}"/>
              </a:ext>
            </a:extLst>
          </p:cNvPr>
          <p:cNvSpPr>
            <a:spLocks xmlns:a="http://schemas.openxmlformats.org/drawingml/2006/main" noGrp="1"/>
          </p:cNvSpPr>
          <p:nvPr/>
        </p:nvSpPr>
        <p:spPr>
          <a:xfrm xmlns:a="http://schemas.openxmlformats.org/drawingml/2006/main">
            <a:off x="8739188" y="2667000"/>
            <a:ext cx="1630680" cy="1802130"/>
          </a:xfrm>
          <a:custGeom xmlns:a="http://schemas.openxmlformats.org/drawingml/2006/main">
            <a:pathLst>
              <a:path w="1630680" h="1802130">
                <a:moveTo>
                  <a:pt x="0" y="0"/>
                </a:moveTo>
                <a:lnTo>
                  <a:pt x="1630680" y="1802130"/>
                </a:lnTo>
              </a:path>
            </a:pathLst>
          </a:custGeom>
          <a:noFill xmlns:a="http://schemas.openxmlformats.org/drawingml/2006/main"/>
          <a:ln xmlns:a="http://schemas.openxmlformats.org/drawingml/2006/main" w="38100">
            <a:solidFill>
              <a:srgbClr val="166B68"/>
            </a:solidFill>
            <a:prstDash val="solid"/>
          </a:ln>
        </p:spPr>
      </p:sp>
      <p:sp>
        <p:nvSpPr>
          <p:cNvPr id="16" name="">
            <a:extLst xmlns:a="http://schemas.openxmlformats.org/drawingml/2006/main">
              <a:ext uri="{FF2B5EF4-FFF2-40B4-BE49-F238E27FC236}">
                <a16:creationId xmlns:a16="http://schemas.microsoft.com/office/drawing/2014/main" id="{F42E9DD2-4B8F-4850-97EA-CA3619C8E531}"/>
              </a:ext>
            </a:extLst>
          </p:cNvPr>
          <p:cNvSpPr>
            <a:spLocks xmlns:a="http://schemas.openxmlformats.org/drawingml/2006/main" noGrp="1"/>
          </p:cNvSpPr>
          <p:nvPr/>
        </p:nvSpPr>
        <p:spPr>
          <a:xfrm xmlns:a="http://schemas.openxmlformats.org/drawingml/2006/main">
            <a:off x="10278468" y="4375514"/>
            <a:ext cx="91400" cy="93616"/>
          </a:xfrm>
          <a:custGeom xmlns:a="http://schemas.openxmlformats.org/drawingml/2006/main">
            <a:pathLst>
              <a:path w="91400" h="93616">
                <a:moveTo>
                  <a:pt x="0" y="66808"/>
                </a:moveTo>
                <a:lnTo>
                  <a:pt x="91400" y="93616"/>
                </a:lnTo>
                <a:lnTo>
                  <a:pt x="73832" y="0"/>
                </a:lnTo>
              </a:path>
            </a:pathLst>
          </a:custGeom>
          <a:noFill xmlns:a="http://schemas.openxmlformats.org/drawingml/2006/main"/>
          <a:ln xmlns:a="http://schemas.openxmlformats.org/drawingml/2006/main" w="38100">
            <a:solidFill>
              <a:srgbClr val="166B68"/>
            </a:solidFill>
            <a:prstDash val="solid"/>
          </a:ln>
        </p:spPr>
      </p:sp>
      <p:sp>
        <p:nvSpPr>
          <p:cNvPr id="17" name="">
            <a:extLst xmlns:a="http://schemas.openxmlformats.org/drawingml/2006/main">
              <a:ext uri="{FF2B5EF4-FFF2-40B4-BE49-F238E27FC236}">
                <a16:creationId xmlns:a16="http://schemas.microsoft.com/office/drawing/2014/main" id="{2E7BD1B4-DFF9-4749-A24F-4C8101C74789}"/>
              </a:ext>
            </a:extLst>
          </p:cNvPr>
          <p:cNvSpPr>
            <a:spLocks xmlns:a="http://schemas.openxmlformats.org/drawingml/2006/main" noGrp="1"/>
          </p:cNvSpPr>
          <p:nvPr/>
        </p:nvSpPr>
        <p:spPr>
          <a:xfrm xmlns:a="http://schemas.openxmlformats.org/drawingml/2006/main">
            <a:off x="8739188" y="2790825"/>
            <a:ext cx="1630680" cy="1802130"/>
          </a:xfrm>
          <a:custGeom xmlns:a="http://schemas.openxmlformats.org/drawingml/2006/main">
            <a:pathLst>
              <a:path w="1630680" h="1802130">
                <a:moveTo>
                  <a:pt x="1630680" y="1802130"/>
                </a:moveTo>
                <a:lnTo>
                  <a:pt x="0" y="0"/>
                </a:lnTo>
              </a:path>
            </a:pathLst>
          </a:custGeom>
          <a:noFill xmlns:a="http://schemas.openxmlformats.org/drawingml/2006/main"/>
          <a:ln xmlns:a="http://schemas.openxmlformats.org/drawingml/2006/main" w="28575">
            <a:solidFill>
              <a:srgbClr val="A94737"/>
            </a:solidFill>
            <a:prstDash val="solid"/>
          </a:ln>
        </p:spPr>
      </p:sp>
      <p:sp>
        <p:nvSpPr>
          <p:cNvPr id="18" name="">
            <a:extLst xmlns:a="http://schemas.openxmlformats.org/drawingml/2006/main">
              <a:ext uri="{FF2B5EF4-FFF2-40B4-BE49-F238E27FC236}">
                <a16:creationId xmlns:a16="http://schemas.microsoft.com/office/drawing/2014/main" id="{30B8C4C8-62CB-48A5-9D00-A570C5BC044A}"/>
              </a:ext>
            </a:extLst>
          </p:cNvPr>
          <p:cNvSpPr>
            <a:spLocks xmlns:a="http://schemas.openxmlformats.org/drawingml/2006/main" noGrp="1"/>
          </p:cNvSpPr>
          <p:nvPr/>
        </p:nvSpPr>
        <p:spPr>
          <a:xfrm xmlns:a="http://schemas.openxmlformats.org/drawingml/2006/main">
            <a:off x="8739188" y="2790825"/>
            <a:ext cx="91400" cy="93616"/>
          </a:xfrm>
          <a:custGeom xmlns:a="http://schemas.openxmlformats.org/drawingml/2006/main">
            <a:pathLst>
              <a:path w="91400" h="93616">
                <a:moveTo>
                  <a:pt x="91400" y="26808"/>
                </a:moveTo>
                <a:lnTo>
                  <a:pt x="0" y="0"/>
                </a:lnTo>
                <a:lnTo>
                  <a:pt x="17567" y="93616"/>
                </a:lnTo>
              </a:path>
            </a:pathLst>
          </a:custGeom>
          <a:noFill xmlns:a="http://schemas.openxmlformats.org/drawingml/2006/main"/>
          <a:ln xmlns:a="http://schemas.openxmlformats.org/drawingml/2006/main" w="28575">
            <a:solidFill>
              <a:srgbClr val="A94737"/>
            </a:solidFill>
            <a:prstDash val="solid"/>
          </a:ln>
        </p:spPr>
      </p:sp>
      <p:sp>
        <p:nvSpPr>
          <p:cNvPr id="19" name="">
            <a:extLst xmlns:a="http://schemas.openxmlformats.org/drawingml/2006/main">
              <a:ext uri="{FF2B5EF4-FFF2-40B4-BE49-F238E27FC236}">
                <a16:creationId xmlns:a16="http://schemas.microsoft.com/office/drawing/2014/main" id="{B69E28EB-D84D-4964-AE36-355E459655D8}"/>
              </a:ext>
            </a:extLst>
          </p:cNvPr>
          <p:cNvSpPr>
            <a:spLocks xmlns:a="http://schemas.openxmlformats.org/drawingml/2006/main" noGrp="1"/>
          </p:cNvSpPr>
          <p:nvPr/>
        </p:nvSpPr>
        <p:spPr>
          <a:xfrm xmlns:a="http://schemas.openxmlformats.org/drawingml/2006/main">
            <a:off x="7108508" y="2790825"/>
            <a:ext cx="1630680" cy="1802130"/>
          </a:xfrm>
          <a:custGeom xmlns:a="http://schemas.openxmlformats.org/drawingml/2006/main">
            <a:pathLst>
              <a:path w="1630680" h="1802130">
                <a:moveTo>
                  <a:pt x="1630680" y="0"/>
                </a:moveTo>
                <a:lnTo>
                  <a:pt x="0" y="1802130"/>
                </a:lnTo>
              </a:path>
            </a:pathLst>
          </a:custGeom>
          <a:noFill xmlns:a="http://schemas.openxmlformats.org/drawingml/2006/main"/>
          <a:ln xmlns:a="http://schemas.openxmlformats.org/drawingml/2006/main" w="28575">
            <a:solidFill>
              <a:srgbClr val="A94737"/>
            </a:solidFill>
            <a:prstDash val="solid"/>
          </a:ln>
        </p:spPr>
      </p:sp>
      <p:sp>
        <p:nvSpPr>
          <p:cNvPr id="20" name="">
            <a:extLst xmlns:a="http://schemas.openxmlformats.org/drawingml/2006/main">
              <a:ext uri="{FF2B5EF4-FFF2-40B4-BE49-F238E27FC236}">
                <a16:creationId xmlns:a16="http://schemas.microsoft.com/office/drawing/2014/main" id="{02A876D1-D909-432B-AEF0-CB98E312068F}"/>
              </a:ext>
            </a:extLst>
          </p:cNvPr>
          <p:cNvSpPr>
            <a:spLocks xmlns:a="http://schemas.openxmlformats.org/drawingml/2006/main" noGrp="1"/>
          </p:cNvSpPr>
          <p:nvPr/>
        </p:nvSpPr>
        <p:spPr>
          <a:xfrm xmlns:a="http://schemas.openxmlformats.org/drawingml/2006/main">
            <a:off x="7108508" y="4499339"/>
            <a:ext cx="91400" cy="93616"/>
          </a:xfrm>
          <a:custGeom xmlns:a="http://schemas.openxmlformats.org/drawingml/2006/main">
            <a:pathLst>
              <a:path w="91400" h="93616">
                <a:moveTo>
                  <a:pt x="17567" y="0"/>
                </a:moveTo>
                <a:lnTo>
                  <a:pt x="0" y="93616"/>
                </a:lnTo>
                <a:lnTo>
                  <a:pt x="91400" y="66808"/>
                </a:lnTo>
              </a:path>
            </a:pathLst>
          </a:custGeom>
          <a:noFill xmlns:a="http://schemas.openxmlformats.org/drawingml/2006/main"/>
          <a:ln xmlns:a="http://schemas.openxmlformats.org/drawingml/2006/main" w="28575">
            <a:solidFill>
              <a:srgbClr val="A94737"/>
            </a:solidFill>
            <a:prstDash val="solid"/>
          </a:ln>
        </p:spPr>
      </p:sp>
      <p:sp>
        <p:nvSpPr>
          <p:cNvPr id="21" name="">
            <a:extLst xmlns:a="http://schemas.openxmlformats.org/drawingml/2006/main">
              <a:ext uri="{FF2B5EF4-FFF2-40B4-BE49-F238E27FC236}">
                <a16:creationId xmlns:a16="http://schemas.microsoft.com/office/drawing/2014/main" id="{9987489C-9BCB-443A-8C0C-6F397897E7D4}"/>
              </a:ext>
            </a:extLst>
          </p:cNvPr>
          <p:cNvSpPr>
            <a:spLocks xmlns:a="http://schemas.openxmlformats.org/drawingml/2006/main" noGrp="1"/>
          </p:cNvSpPr>
          <p:nvPr/>
        </p:nvSpPr>
        <p:spPr>
          <a:xfrm xmlns:a="http://schemas.openxmlformats.org/drawingml/2006/main">
            <a:off x="7051358" y="4411980"/>
            <a:ext cx="114300" cy="114300"/>
          </a:xfrm>
          <a:prstGeom xmlns:a="http://schemas.openxmlformats.org/drawingml/2006/main" prst="ellipse">
            <a:avLst/>
          </a:prstGeom>
          <a:solidFill xmlns:a="http://schemas.openxmlformats.org/drawingml/2006/main">
            <a:srgbClr val="166B68"/>
          </a:solidFill>
          <a:ln xmlns:a="http://schemas.openxmlformats.org/drawingml/2006/main" w="9525">
            <a:solidFill>
              <a:srgbClr val="166B68"/>
            </a:solidFill>
          </a:ln>
        </p:spPr>
      </p:sp>
      <p:sp>
        <p:nvSpPr>
          <p:cNvPr id="22" name="">
            <a:extLst xmlns:a="http://schemas.openxmlformats.org/drawingml/2006/main">
              <a:ext uri="{FF2B5EF4-FFF2-40B4-BE49-F238E27FC236}">
                <a16:creationId xmlns:a16="http://schemas.microsoft.com/office/drawing/2014/main" id="{C03AFA7F-B08D-42B0-8F8D-874E3D33FA8B}"/>
              </a:ext>
            </a:extLst>
          </p:cNvPr>
          <p:cNvSpPr>
            <a:spLocks xmlns:a="http://schemas.openxmlformats.org/drawingml/2006/main" noGrp="1"/>
          </p:cNvSpPr>
          <p:nvPr/>
        </p:nvSpPr>
        <p:spPr>
          <a:xfrm xmlns:a="http://schemas.openxmlformats.org/drawingml/2006/main">
            <a:off x="6870383" y="4526280"/>
            <a:ext cx="7048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182B33"/>
                </a:solidFill>
                <a:latin typeface="Yu Gothic"/>
                <a:ea typeface="Yu Gothic"/>
                <a:cs typeface="Yu Gothic"/>
              </a:defRPr>
            </a:defPPr>
            <a:lvl1pPr algn="l">
              <a:defRPr sz="1650" b="1">
                <a:solidFill>
                  <a:srgbClr val="182B33"/>
                </a:solidFill>
                <a:latin typeface="Yu Gothic"/>
                <a:ea typeface="Yu Gothic"/>
                <a:cs typeface="Yu Gothic"/>
              </a:defRPr>
            </a:lvl1pPr>
            <a:lvl2pPr algn="l">
              <a:defRPr sz="1650" b="1">
                <a:solidFill>
                  <a:srgbClr val="182B33"/>
                </a:solidFill>
                <a:latin typeface="Yu Gothic"/>
                <a:ea typeface="Yu Gothic"/>
                <a:cs typeface="Yu Gothic"/>
              </a:defRPr>
            </a:lvl2pPr>
            <a:lvl3pPr algn="l">
              <a:defRPr sz="1650" b="1">
                <a:solidFill>
                  <a:srgbClr val="182B33"/>
                </a:solidFill>
                <a:latin typeface="Yu Gothic"/>
                <a:ea typeface="Yu Gothic"/>
                <a:cs typeface="Yu Gothic"/>
              </a:defRPr>
            </a:lvl3pPr>
            <a:lvl4pPr algn="l">
              <a:defRPr sz="1650" b="1">
                <a:solidFill>
                  <a:srgbClr val="182B33"/>
                </a:solidFill>
                <a:latin typeface="Yu Gothic"/>
                <a:ea typeface="Yu Gothic"/>
                <a:cs typeface="Yu Gothic"/>
              </a:defRPr>
            </a:lvl4pPr>
            <a:lvl5pPr algn="l">
              <a:defRPr sz="1650" b="1">
                <a:solidFill>
                  <a:srgbClr val="182B33"/>
                </a:solidFill>
                <a:latin typeface="Yu Gothic"/>
                <a:ea typeface="Yu Gothic"/>
                <a:cs typeface="Yu Gothic"/>
              </a:defRPr>
            </a:lvl5pPr>
            <a:lvl6pPr algn="l">
              <a:defRPr sz="1650" b="1">
                <a:solidFill>
                  <a:srgbClr val="182B33"/>
                </a:solidFill>
                <a:latin typeface="Yu Gothic"/>
                <a:ea typeface="Yu Gothic"/>
                <a:cs typeface="Yu Gothic"/>
              </a:defRPr>
            </a:lvl6pPr>
            <a:lvl7pPr algn="l">
              <a:defRPr sz="1650" b="1">
                <a:solidFill>
                  <a:srgbClr val="182B33"/>
                </a:solidFill>
                <a:latin typeface="Yu Gothic"/>
                <a:ea typeface="Yu Gothic"/>
                <a:cs typeface="Yu Gothic"/>
              </a:defRPr>
            </a:lvl7pPr>
            <a:lvl8pPr algn="l">
              <a:defRPr sz="1650" b="1">
                <a:solidFill>
                  <a:srgbClr val="182B33"/>
                </a:solidFill>
                <a:latin typeface="Yu Gothic"/>
                <a:ea typeface="Yu Gothic"/>
                <a:cs typeface="Yu Gothic"/>
              </a:defRPr>
            </a:lvl8pPr>
            <a:lvl9pPr algn="l">
              <a:defRPr sz="1650" b="1">
                <a:solidFill>
                  <a:srgbClr val="182B33"/>
                </a:solidFill>
                <a:latin typeface="Yu Gothic"/>
                <a:ea typeface="Yu Gothic"/>
                <a:cs typeface="Yu Gothic"/>
              </a:defRPr>
            </a:lvl9pPr>
          </a:lstStyle>
          <a:p xmlns:a="http://schemas.openxmlformats.org/drawingml/2006/main">
            <a:pPr algn="l">
              <a:defRPr sz="1650" b="1">
                <a:solidFill>
                  <a:srgbClr val="182B33"/>
                </a:solidFill>
                <a:latin typeface="Yu Gothic"/>
                <a:ea typeface="Yu Gothic"/>
                <a:cs typeface="Yu Gothic"/>
              </a:defRPr>
            </a:pPr>
            <a:r>
              <a:rPr sz="1650" b="1">
                <a:solidFill>
                  <a:srgbClr val="182B33"/>
                </a:solidFill>
                <a:latin typeface="Yu Gothic"/>
                <a:ea typeface="Yu Gothic"/>
                <a:cs typeface="Yu Gothic"/>
              </a:rPr>
              <a:t>A</a:t>
            </a:r>
          </a:p>
        </p:txBody>
      </p:sp>
      <p:sp>
        <p:nvSpPr>
          <p:cNvPr id="23" name="">
            <a:extLst xmlns:a="http://schemas.openxmlformats.org/drawingml/2006/main">
              <a:ext uri="{FF2B5EF4-FFF2-40B4-BE49-F238E27FC236}">
                <a16:creationId xmlns:a16="http://schemas.microsoft.com/office/drawing/2014/main" id="{6D15AC86-C834-4D35-9B60-B9CFB21E5E4E}"/>
              </a:ext>
            </a:extLst>
          </p:cNvPr>
          <p:cNvSpPr>
            <a:spLocks xmlns:a="http://schemas.openxmlformats.org/drawingml/2006/main" noGrp="1"/>
          </p:cNvSpPr>
          <p:nvPr/>
        </p:nvSpPr>
        <p:spPr>
          <a:xfrm xmlns:a="http://schemas.openxmlformats.org/drawingml/2006/main">
            <a:off x="8682038" y="2609850"/>
            <a:ext cx="114300" cy="114300"/>
          </a:xfrm>
          <a:prstGeom xmlns:a="http://schemas.openxmlformats.org/drawingml/2006/main" prst="ellipse">
            <a:avLst/>
          </a:prstGeom>
          <a:solidFill xmlns:a="http://schemas.openxmlformats.org/drawingml/2006/main">
            <a:srgbClr val="166B68"/>
          </a:solidFill>
          <a:ln xmlns:a="http://schemas.openxmlformats.org/drawingml/2006/main" w="9525">
            <a:solidFill>
              <a:srgbClr val="166B68"/>
            </a:solidFill>
          </a:ln>
        </p:spPr>
      </p:sp>
      <p:sp>
        <p:nvSpPr>
          <p:cNvPr id="24" name="">
            <a:extLst xmlns:a="http://schemas.openxmlformats.org/drawingml/2006/main">
              <a:ext uri="{FF2B5EF4-FFF2-40B4-BE49-F238E27FC236}">
                <a16:creationId xmlns:a16="http://schemas.microsoft.com/office/drawing/2014/main" id="{5B057DE0-0DF2-4A8B-8435-84C3F16402F2}"/>
              </a:ext>
            </a:extLst>
          </p:cNvPr>
          <p:cNvSpPr>
            <a:spLocks xmlns:a="http://schemas.openxmlformats.org/drawingml/2006/main" noGrp="1"/>
          </p:cNvSpPr>
          <p:nvPr/>
        </p:nvSpPr>
        <p:spPr>
          <a:xfrm xmlns:a="http://schemas.openxmlformats.org/drawingml/2006/main">
            <a:off x="8501063" y="2400300"/>
            <a:ext cx="7048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182B33"/>
                </a:solidFill>
                <a:latin typeface="Yu Gothic"/>
                <a:ea typeface="Yu Gothic"/>
                <a:cs typeface="Yu Gothic"/>
              </a:defRPr>
            </a:defPPr>
            <a:lvl1pPr algn="l">
              <a:defRPr sz="1650" b="1">
                <a:solidFill>
                  <a:srgbClr val="182B33"/>
                </a:solidFill>
                <a:latin typeface="Yu Gothic"/>
                <a:ea typeface="Yu Gothic"/>
                <a:cs typeface="Yu Gothic"/>
              </a:defRPr>
            </a:lvl1pPr>
            <a:lvl2pPr algn="l">
              <a:defRPr sz="1650" b="1">
                <a:solidFill>
                  <a:srgbClr val="182B33"/>
                </a:solidFill>
                <a:latin typeface="Yu Gothic"/>
                <a:ea typeface="Yu Gothic"/>
                <a:cs typeface="Yu Gothic"/>
              </a:defRPr>
            </a:lvl2pPr>
            <a:lvl3pPr algn="l">
              <a:defRPr sz="1650" b="1">
                <a:solidFill>
                  <a:srgbClr val="182B33"/>
                </a:solidFill>
                <a:latin typeface="Yu Gothic"/>
                <a:ea typeface="Yu Gothic"/>
                <a:cs typeface="Yu Gothic"/>
              </a:defRPr>
            </a:lvl3pPr>
            <a:lvl4pPr algn="l">
              <a:defRPr sz="1650" b="1">
                <a:solidFill>
                  <a:srgbClr val="182B33"/>
                </a:solidFill>
                <a:latin typeface="Yu Gothic"/>
                <a:ea typeface="Yu Gothic"/>
                <a:cs typeface="Yu Gothic"/>
              </a:defRPr>
            </a:lvl4pPr>
            <a:lvl5pPr algn="l">
              <a:defRPr sz="1650" b="1">
                <a:solidFill>
                  <a:srgbClr val="182B33"/>
                </a:solidFill>
                <a:latin typeface="Yu Gothic"/>
                <a:ea typeface="Yu Gothic"/>
                <a:cs typeface="Yu Gothic"/>
              </a:defRPr>
            </a:lvl5pPr>
            <a:lvl6pPr algn="l">
              <a:defRPr sz="1650" b="1">
                <a:solidFill>
                  <a:srgbClr val="182B33"/>
                </a:solidFill>
                <a:latin typeface="Yu Gothic"/>
                <a:ea typeface="Yu Gothic"/>
                <a:cs typeface="Yu Gothic"/>
              </a:defRPr>
            </a:lvl6pPr>
            <a:lvl7pPr algn="l">
              <a:defRPr sz="1650" b="1">
                <a:solidFill>
                  <a:srgbClr val="182B33"/>
                </a:solidFill>
                <a:latin typeface="Yu Gothic"/>
                <a:ea typeface="Yu Gothic"/>
                <a:cs typeface="Yu Gothic"/>
              </a:defRPr>
            </a:lvl7pPr>
            <a:lvl8pPr algn="l">
              <a:defRPr sz="1650" b="1">
                <a:solidFill>
                  <a:srgbClr val="182B33"/>
                </a:solidFill>
                <a:latin typeface="Yu Gothic"/>
                <a:ea typeface="Yu Gothic"/>
                <a:cs typeface="Yu Gothic"/>
              </a:defRPr>
            </a:lvl8pPr>
            <a:lvl9pPr algn="l">
              <a:defRPr sz="1650" b="1">
                <a:solidFill>
                  <a:srgbClr val="182B33"/>
                </a:solidFill>
                <a:latin typeface="Yu Gothic"/>
                <a:ea typeface="Yu Gothic"/>
                <a:cs typeface="Yu Gothic"/>
              </a:defRPr>
            </a:lvl9pPr>
          </a:lstStyle>
          <a:p xmlns:a="http://schemas.openxmlformats.org/drawingml/2006/main">
            <a:pPr algn="l">
              <a:defRPr sz="1650" b="1">
                <a:solidFill>
                  <a:srgbClr val="182B33"/>
                </a:solidFill>
                <a:latin typeface="Yu Gothic"/>
                <a:ea typeface="Yu Gothic"/>
                <a:cs typeface="Yu Gothic"/>
              </a:defRPr>
            </a:pPr>
            <a:r>
              <a:rPr sz="1650" b="1">
                <a:solidFill>
                  <a:srgbClr val="182B33"/>
                </a:solidFill>
                <a:latin typeface="Yu Gothic"/>
                <a:ea typeface="Yu Gothic"/>
                <a:cs typeface="Yu Gothic"/>
              </a:rPr>
              <a:t>B</a:t>
            </a:r>
          </a:p>
        </p:txBody>
      </p:sp>
      <p:sp>
        <p:nvSpPr>
          <p:cNvPr id="25" name="">
            <a:extLst xmlns:a="http://schemas.openxmlformats.org/drawingml/2006/main">
              <a:ext uri="{FF2B5EF4-FFF2-40B4-BE49-F238E27FC236}">
                <a16:creationId xmlns:a16="http://schemas.microsoft.com/office/drawing/2014/main" id="{74209AAF-A9E5-4A89-AA8E-209EEC3CAD37}"/>
              </a:ext>
            </a:extLst>
          </p:cNvPr>
          <p:cNvSpPr>
            <a:spLocks xmlns:a="http://schemas.openxmlformats.org/drawingml/2006/main" noGrp="1"/>
          </p:cNvSpPr>
          <p:nvPr/>
        </p:nvSpPr>
        <p:spPr>
          <a:xfrm xmlns:a="http://schemas.openxmlformats.org/drawingml/2006/main">
            <a:off x="10312718" y="4411980"/>
            <a:ext cx="114300" cy="114300"/>
          </a:xfrm>
          <a:prstGeom xmlns:a="http://schemas.openxmlformats.org/drawingml/2006/main" prst="ellipse">
            <a:avLst/>
          </a:prstGeom>
          <a:solidFill xmlns:a="http://schemas.openxmlformats.org/drawingml/2006/main">
            <a:srgbClr val="166B68"/>
          </a:solidFill>
          <a:ln xmlns:a="http://schemas.openxmlformats.org/drawingml/2006/main" w="9525">
            <a:solidFill>
              <a:srgbClr val="166B68"/>
            </a:solidFill>
          </a:ln>
        </p:spPr>
      </p:sp>
      <p:sp>
        <p:nvSpPr>
          <p:cNvPr id="26" name="">
            <a:extLst xmlns:a="http://schemas.openxmlformats.org/drawingml/2006/main">
              <a:ext uri="{FF2B5EF4-FFF2-40B4-BE49-F238E27FC236}">
                <a16:creationId xmlns:a16="http://schemas.microsoft.com/office/drawing/2014/main" id="{31892D90-F398-4918-9DB1-0D786167A07E}"/>
              </a:ext>
            </a:extLst>
          </p:cNvPr>
          <p:cNvSpPr>
            <a:spLocks xmlns:a="http://schemas.openxmlformats.org/drawingml/2006/main" noGrp="1"/>
          </p:cNvSpPr>
          <p:nvPr/>
        </p:nvSpPr>
        <p:spPr>
          <a:xfrm xmlns:a="http://schemas.openxmlformats.org/drawingml/2006/main">
            <a:off x="10446068" y="4526280"/>
            <a:ext cx="7048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182B33"/>
                </a:solidFill>
                <a:latin typeface="Yu Gothic"/>
                <a:ea typeface="Yu Gothic"/>
                <a:cs typeface="Yu Gothic"/>
              </a:defRPr>
            </a:defPPr>
            <a:lvl1pPr algn="l">
              <a:defRPr sz="1650" b="1">
                <a:solidFill>
                  <a:srgbClr val="182B33"/>
                </a:solidFill>
                <a:latin typeface="Yu Gothic"/>
                <a:ea typeface="Yu Gothic"/>
                <a:cs typeface="Yu Gothic"/>
              </a:defRPr>
            </a:lvl1pPr>
            <a:lvl2pPr algn="l">
              <a:defRPr sz="1650" b="1">
                <a:solidFill>
                  <a:srgbClr val="182B33"/>
                </a:solidFill>
                <a:latin typeface="Yu Gothic"/>
                <a:ea typeface="Yu Gothic"/>
                <a:cs typeface="Yu Gothic"/>
              </a:defRPr>
            </a:lvl2pPr>
            <a:lvl3pPr algn="l">
              <a:defRPr sz="1650" b="1">
                <a:solidFill>
                  <a:srgbClr val="182B33"/>
                </a:solidFill>
                <a:latin typeface="Yu Gothic"/>
                <a:ea typeface="Yu Gothic"/>
                <a:cs typeface="Yu Gothic"/>
              </a:defRPr>
            </a:lvl3pPr>
            <a:lvl4pPr algn="l">
              <a:defRPr sz="1650" b="1">
                <a:solidFill>
                  <a:srgbClr val="182B33"/>
                </a:solidFill>
                <a:latin typeface="Yu Gothic"/>
                <a:ea typeface="Yu Gothic"/>
                <a:cs typeface="Yu Gothic"/>
              </a:defRPr>
            </a:lvl4pPr>
            <a:lvl5pPr algn="l">
              <a:defRPr sz="1650" b="1">
                <a:solidFill>
                  <a:srgbClr val="182B33"/>
                </a:solidFill>
                <a:latin typeface="Yu Gothic"/>
                <a:ea typeface="Yu Gothic"/>
                <a:cs typeface="Yu Gothic"/>
              </a:defRPr>
            </a:lvl5pPr>
            <a:lvl6pPr algn="l">
              <a:defRPr sz="1650" b="1">
                <a:solidFill>
                  <a:srgbClr val="182B33"/>
                </a:solidFill>
                <a:latin typeface="Yu Gothic"/>
                <a:ea typeface="Yu Gothic"/>
                <a:cs typeface="Yu Gothic"/>
              </a:defRPr>
            </a:lvl6pPr>
            <a:lvl7pPr algn="l">
              <a:defRPr sz="1650" b="1">
                <a:solidFill>
                  <a:srgbClr val="182B33"/>
                </a:solidFill>
                <a:latin typeface="Yu Gothic"/>
                <a:ea typeface="Yu Gothic"/>
                <a:cs typeface="Yu Gothic"/>
              </a:defRPr>
            </a:lvl7pPr>
            <a:lvl8pPr algn="l">
              <a:defRPr sz="1650" b="1">
                <a:solidFill>
                  <a:srgbClr val="182B33"/>
                </a:solidFill>
                <a:latin typeface="Yu Gothic"/>
                <a:ea typeface="Yu Gothic"/>
                <a:cs typeface="Yu Gothic"/>
              </a:defRPr>
            </a:lvl8pPr>
            <a:lvl9pPr algn="l">
              <a:defRPr sz="1650" b="1">
                <a:solidFill>
                  <a:srgbClr val="182B33"/>
                </a:solidFill>
                <a:latin typeface="Yu Gothic"/>
                <a:ea typeface="Yu Gothic"/>
                <a:cs typeface="Yu Gothic"/>
              </a:defRPr>
            </a:lvl9pPr>
          </a:lstStyle>
          <a:p xmlns:a="http://schemas.openxmlformats.org/drawingml/2006/main">
            <a:pPr algn="l">
              <a:defRPr sz="1650" b="1">
                <a:solidFill>
                  <a:srgbClr val="182B33"/>
                </a:solidFill>
                <a:latin typeface="Yu Gothic"/>
                <a:ea typeface="Yu Gothic"/>
                <a:cs typeface="Yu Gothic"/>
              </a:defRPr>
            </a:pPr>
            <a:r>
              <a:rPr sz="1650" b="1">
                <a:solidFill>
                  <a:srgbClr val="182B33"/>
                </a:solidFill>
                <a:latin typeface="Yu Gothic"/>
                <a:ea typeface="Yu Gothic"/>
                <a:cs typeface="Yu Gothic"/>
              </a:rPr>
              <a:t>C</a:t>
            </a:r>
          </a:p>
        </p:txBody>
      </p:sp>
      <p:sp>
        <p:nvSpPr>
          <p:cNvPr id="27" name="">
            <a:extLst xmlns:a="http://schemas.openxmlformats.org/drawingml/2006/main">
              <a:ext uri="{FF2B5EF4-FFF2-40B4-BE49-F238E27FC236}">
                <a16:creationId xmlns:a16="http://schemas.microsoft.com/office/drawing/2014/main" id="{537D3157-C641-41D0-861F-095D5134A266}"/>
              </a:ext>
            </a:extLst>
          </p:cNvPr>
          <p:cNvSpPr>
            <a:spLocks xmlns:a="http://schemas.openxmlformats.org/drawingml/2006/main" noGrp="1"/>
          </p:cNvSpPr>
          <p:nvPr/>
        </p:nvSpPr>
        <p:spPr>
          <a:xfrm xmlns:a="http://schemas.openxmlformats.org/drawingml/2006/main">
            <a:off x="6229350" y="1628775"/>
            <a:ext cx="1571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166B68"/>
                </a:solidFill>
                <a:latin typeface="Yu Gothic"/>
                <a:ea typeface="Yu Gothic"/>
                <a:cs typeface="Yu Gothic"/>
              </a:defRPr>
            </a:defPPr>
            <a:lvl1pPr algn="l">
              <a:defRPr sz="1650" b="1">
                <a:solidFill>
                  <a:srgbClr val="166B68"/>
                </a:solidFill>
                <a:latin typeface="Yu Gothic"/>
                <a:ea typeface="Yu Gothic"/>
                <a:cs typeface="Yu Gothic"/>
              </a:defRPr>
            </a:lvl1pPr>
            <a:lvl2pPr algn="l">
              <a:defRPr sz="1650" b="1">
                <a:solidFill>
                  <a:srgbClr val="166B68"/>
                </a:solidFill>
                <a:latin typeface="Yu Gothic"/>
                <a:ea typeface="Yu Gothic"/>
                <a:cs typeface="Yu Gothic"/>
              </a:defRPr>
            </a:lvl2pPr>
            <a:lvl3pPr algn="l">
              <a:defRPr sz="1650" b="1">
                <a:solidFill>
                  <a:srgbClr val="166B68"/>
                </a:solidFill>
                <a:latin typeface="Yu Gothic"/>
                <a:ea typeface="Yu Gothic"/>
                <a:cs typeface="Yu Gothic"/>
              </a:defRPr>
            </a:lvl3pPr>
            <a:lvl4pPr algn="l">
              <a:defRPr sz="1650" b="1">
                <a:solidFill>
                  <a:srgbClr val="166B68"/>
                </a:solidFill>
                <a:latin typeface="Yu Gothic"/>
                <a:ea typeface="Yu Gothic"/>
                <a:cs typeface="Yu Gothic"/>
              </a:defRPr>
            </a:lvl4pPr>
            <a:lvl5pPr algn="l">
              <a:defRPr sz="1650" b="1">
                <a:solidFill>
                  <a:srgbClr val="166B68"/>
                </a:solidFill>
                <a:latin typeface="Yu Gothic"/>
                <a:ea typeface="Yu Gothic"/>
                <a:cs typeface="Yu Gothic"/>
              </a:defRPr>
            </a:lvl5pPr>
            <a:lvl6pPr algn="l">
              <a:defRPr sz="1650" b="1">
                <a:solidFill>
                  <a:srgbClr val="166B68"/>
                </a:solidFill>
                <a:latin typeface="Yu Gothic"/>
                <a:ea typeface="Yu Gothic"/>
                <a:cs typeface="Yu Gothic"/>
              </a:defRPr>
            </a:lvl6pPr>
            <a:lvl7pPr algn="l">
              <a:defRPr sz="1650" b="1">
                <a:solidFill>
                  <a:srgbClr val="166B68"/>
                </a:solidFill>
                <a:latin typeface="Yu Gothic"/>
                <a:ea typeface="Yu Gothic"/>
                <a:cs typeface="Yu Gothic"/>
              </a:defRPr>
            </a:lvl7pPr>
            <a:lvl8pPr algn="l">
              <a:defRPr sz="1650" b="1">
                <a:solidFill>
                  <a:srgbClr val="166B68"/>
                </a:solidFill>
                <a:latin typeface="Yu Gothic"/>
                <a:ea typeface="Yu Gothic"/>
                <a:cs typeface="Yu Gothic"/>
              </a:defRPr>
            </a:lvl8pPr>
            <a:lvl9pPr algn="l">
              <a:defRPr sz="1650" b="1">
                <a:solidFill>
                  <a:srgbClr val="166B68"/>
                </a:solidFill>
                <a:latin typeface="Yu Gothic"/>
                <a:ea typeface="Yu Gothic"/>
                <a:cs typeface="Yu Gothic"/>
              </a:defRPr>
            </a:lvl9pPr>
          </a:lstStyle>
          <a:p xmlns:a="http://schemas.openxmlformats.org/drawingml/2006/main">
            <a:pPr algn="l">
              <a:defRPr sz="1650" b="1">
                <a:solidFill>
                  <a:srgbClr val="166B68"/>
                </a:solidFill>
                <a:latin typeface="Yu Gothic"/>
                <a:ea typeface="Yu Gothic"/>
                <a:cs typeface="Yu Gothic"/>
              </a:defRPr>
            </a:pPr>
            <a:r>
              <a:rPr sz="1650" b="1">
                <a:solidFill>
                  <a:srgbClr val="166B68"/>
                </a:solidFill>
                <a:latin typeface="Yu Gothic"/>
                <a:ea typeface="Yu Gothic"/>
                <a:cs typeface="Yu Gothic"/>
              </a:rPr>
              <a:t>往路 A→B→C</a:t>
            </a:r>
          </a:p>
        </p:txBody>
      </p:sp>
      <p:sp>
        <p:nvSpPr>
          <p:cNvPr id="28" name="">
            <a:extLst xmlns:a="http://schemas.openxmlformats.org/drawingml/2006/main">
              <a:ext uri="{FF2B5EF4-FFF2-40B4-BE49-F238E27FC236}">
                <a16:creationId xmlns:a16="http://schemas.microsoft.com/office/drawing/2014/main" id="{7A7EFD3E-D038-4AE7-98E4-4FC321EF8EC7}"/>
              </a:ext>
            </a:extLst>
          </p:cNvPr>
          <p:cNvSpPr>
            <a:spLocks xmlns:a="http://schemas.openxmlformats.org/drawingml/2006/main" noGrp="1"/>
          </p:cNvSpPr>
          <p:nvPr/>
        </p:nvSpPr>
        <p:spPr>
          <a:xfrm xmlns:a="http://schemas.openxmlformats.org/drawingml/2006/main">
            <a:off x="9667875" y="1628775"/>
            <a:ext cx="15811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A94737"/>
                </a:solidFill>
                <a:latin typeface="Yu Gothic"/>
                <a:ea typeface="Yu Gothic"/>
                <a:cs typeface="Yu Gothic"/>
              </a:defRPr>
            </a:defPPr>
            <a:lvl1pPr algn="l">
              <a:defRPr sz="1650" b="1">
                <a:solidFill>
                  <a:srgbClr val="A94737"/>
                </a:solidFill>
                <a:latin typeface="Yu Gothic"/>
                <a:ea typeface="Yu Gothic"/>
                <a:cs typeface="Yu Gothic"/>
              </a:defRPr>
            </a:lvl1pPr>
            <a:lvl2pPr algn="l">
              <a:defRPr sz="1650" b="1">
                <a:solidFill>
                  <a:srgbClr val="A94737"/>
                </a:solidFill>
                <a:latin typeface="Yu Gothic"/>
                <a:ea typeface="Yu Gothic"/>
                <a:cs typeface="Yu Gothic"/>
              </a:defRPr>
            </a:lvl2pPr>
            <a:lvl3pPr algn="l">
              <a:defRPr sz="1650" b="1">
                <a:solidFill>
                  <a:srgbClr val="A94737"/>
                </a:solidFill>
                <a:latin typeface="Yu Gothic"/>
                <a:ea typeface="Yu Gothic"/>
                <a:cs typeface="Yu Gothic"/>
              </a:defRPr>
            </a:lvl3pPr>
            <a:lvl4pPr algn="l">
              <a:defRPr sz="1650" b="1">
                <a:solidFill>
                  <a:srgbClr val="A94737"/>
                </a:solidFill>
                <a:latin typeface="Yu Gothic"/>
                <a:ea typeface="Yu Gothic"/>
                <a:cs typeface="Yu Gothic"/>
              </a:defRPr>
            </a:lvl4pPr>
            <a:lvl5pPr algn="l">
              <a:defRPr sz="1650" b="1">
                <a:solidFill>
                  <a:srgbClr val="A94737"/>
                </a:solidFill>
                <a:latin typeface="Yu Gothic"/>
                <a:ea typeface="Yu Gothic"/>
                <a:cs typeface="Yu Gothic"/>
              </a:defRPr>
            </a:lvl5pPr>
            <a:lvl6pPr algn="l">
              <a:defRPr sz="1650" b="1">
                <a:solidFill>
                  <a:srgbClr val="A94737"/>
                </a:solidFill>
                <a:latin typeface="Yu Gothic"/>
                <a:ea typeface="Yu Gothic"/>
                <a:cs typeface="Yu Gothic"/>
              </a:defRPr>
            </a:lvl6pPr>
            <a:lvl7pPr algn="l">
              <a:defRPr sz="1650" b="1">
                <a:solidFill>
                  <a:srgbClr val="A94737"/>
                </a:solidFill>
                <a:latin typeface="Yu Gothic"/>
                <a:ea typeface="Yu Gothic"/>
                <a:cs typeface="Yu Gothic"/>
              </a:defRPr>
            </a:lvl7pPr>
            <a:lvl8pPr algn="l">
              <a:defRPr sz="1650" b="1">
                <a:solidFill>
                  <a:srgbClr val="A94737"/>
                </a:solidFill>
                <a:latin typeface="Yu Gothic"/>
                <a:ea typeface="Yu Gothic"/>
                <a:cs typeface="Yu Gothic"/>
              </a:defRPr>
            </a:lvl8pPr>
            <a:lvl9pPr algn="l">
              <a:defRPr sz="1650" b="1">
                <a:solidFill>
                  <a:srgbClr val="A94737"/>
                </a:solidFill>
                <a:latin typeface="Yu Gothic"/>
                <a:ea typeface="Yu Gothic"/>
                <a:cs typeface="Yu Gothic"/>
              </a:defRPr>
            </a:lvl9pPr>
          </a:lstStyle>
          <a:p xmlns:a="http://schemas.openxmlformats.org/drawingml/2006/main">
            <a:pPr algn="l">
              <a:defRPr sz="1650" b="1">
                <a:solidFill>
                  <a:srgbClr val="A94737"/>
                </a:solidFill>
                <a:latin typeface="Yu Gothic"/>
                <a:ea typeface="Yu Gothic"/>
                <a:cs typeface="Yu Gothic"/>
              </a:defRPr>
            </a:pPr>
            <a:r>
              <a:rPr sz="1650" b="1">
                <a:solidFill>
                  <a:srgbClr val="A94737"/>
                </a:solidFill>
                <a:latin typeface="Yu Gothic"/>
                <a:ea typeface="Yu Gothic"/>
                <a:cs typeface="Yu Gothic"/>
              </a:rPr>
              <a:t>復路 C→B→A</a:t>
            </a:r>
          </a:p>
        </p:txBody>
      </p:sp>
    </p:spTree>
    <p:extLst>
      <p:ext uri="{BB962C8B-B14F-4D97-AF65-F5344CB8AC3E}">
        <p14:creationId xmlns:p14="http://schemas.microsoft.com/office/powerpoint/2010/main" val="291770884"/>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305C2274-114F-4138-A6CB-51BC70283D8F}"/>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50E5A548-3ABF-4B9D-871E-33E3E37E12B2}"/>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方向法</a:t>
            </a:r>
          </a:p>
        </p:txBody>
      </p:sp>
      <p:sp>
        <p:nvSpPr>
          <p:cNvPr id="3" name="">
            <a:extLst xmlns:a="http://schemas.openxmlformats.org/drawingml/2006/main">
              <a:ext uri="{FF2B5EF4-FFF2-40B4-BE49-F238E27FC236}">
                <a16:creationId xmlns:a16="http://schemas.microsoft.com/office/drawing/2014/main" id="{FE22C6CE-5C16-4249-8211-4B9256531096}"/>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反Rは同じ周回にそろえる</a:t>
            </a:r>
          </a:p>
        </p:txBody>
      </p:sp>
      <p:sp>
        <p:nvSpPr>
          <p:cNvPr id="4" name="">
            <a:extLst xmlns:a="http://schemas.openxmlformats.org/drawingml/2006/main">
              <a:ext uri="{FF2B5EF4-FFF2-40B4-BE49-F238E27FC236}">
                <a16:creationId xmlns:a16="http://schemas.microsoft.com/office/drawing/2014/main" id="{4F4AD878-01CC-462B-8867-56100CD52EC4}"/>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0B886C43-384A-45BB-A56B-F712133F56A4}"/>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24</a:t>
            </a:r>
          </a:p>
        </p:txBody>
      </p:sp>
      <p:sp>
        <p:nvSpPr>
          <p:cNvPr id="6" name="">
            <a:extLst xmlns:a="http://schemas.openxmlformats.org/drawingml/2006/main">
              <a:ext uri="{FF2B5EF4-FFF2-40B4-BE49-F238E27FC236}">
                <a16:creationId xmlns:a16="http://schemas.microsoft.com/office/drawing/2014/main" id="{427156F2-28F6-4390-9192-DF858BC74865}"/>
              </a:ext>
            </a:extLst>
          </p:cNvPr>
          <p:cNvSpPr>
            <a:spLocks xmlns:a="http://schemas.openxmlformats.org/drawingml/2006/main" noGrp="1"/>
          </p:cNvSpPr>
          <p:nvPr/>
        </p:nvSpPr>
        <p:spPr>
          <a:xfrm xmlns:a="http://schemas.openxmlformats.org/drawingml/2006/main">
            <a:off x="723900" y="1504950"/>
            <a:ext cx="10287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1">
                <a:solidFill>
                  <a:srgbClr val="52616A"/>
                </a:solidFill>
                <a:latin typeface="Yu Gothic"/>
                <a:ea typeface="Yu Gothic"/>
                <a:cs typeface="Yu Gothic"/>
              </a:defRPr>
            </a:defPPr>
            <a:lvl1pPr algn="l">
              <a:defRPr sz="2250" b="1">
                <a:solidFill>
                  <a:srgbClr val="52616A"/>
                </a:solidFill>
                <a:latin typeface="Yu Gothic"/>
                <a:ea typeface="Yu Gothic"/>
                <a:cs typeface="Yu Gothic"/>
              </a:defRPr>
            </a:lvl1pPr>
            <a:lvl2pPr algn="l">
              <a:defRPr sz="2250" b="1">
                <a:solidFill>
                  <a:srgbClr val="52616A"/>
                </a:solidFill>
                <a:latin typeface="Yu Gothic"/>
                <a:ea typeface="Yu Gothic"/>
                <a:cs typeface="Yu Gothic"/>
              </a:defRPr>
            </a:lvl2pPr>
            <a:lvl3pPr algn="l">
              <a:defRPr sz="2250" b="1">
                <a:solidFill>
                  <a:srgbClr val="52616A"/>
                </a:solidFill>
                <a:latin typeface="Yu Gothic"/>
                <a:ea typeface="Yu Gothic"/>
                <a:cs typeface="Yu Gothic"/>
              </a:defRPr>
            </a:lvl3pPr>
            <a:lvl4pPr algn="l">
              <a:defRPr sz="2250" b="1">
                <a:solidFill>
                  <a:srgbClr val="52616A"/>
                </a:solidFill>
                <a:latin typeface="Yu Gothic"/>
                <a:ea typeface="Yu Gothic"/>
                <a:cs typeface="Yu Gothic"/>
              </a:defRPr>
            </a:lvl4pPr>
            <a:lvl5pPr algn="l">
              <a:defRPr sz="2250" b="1">
                <a:solidFill>
                  <a:srgbClr val="52616A"/>
                </a:solidFill>
                <a:latin typeface="Yu Gothic"/>
                <a:ea typeface="Yu Gothic"/>
                <a:cs typeface="Yu Gothic"/>
              </a:defRPr>
            </a:lvl5pPr>
            <a:lvl6pPr algn="l">
              <a:defRPr sz="2250" b="1">
                <a:solidFill>
                  <a:srgbClr val="52616A"/>
                </a:solidFill>
                <a:latin typeface="Yu Gothic"/>
                <a:ea typeface="Yu Gothic"/>
                <a:cs typeface="Yu Gothic"/>
              </a:defRPr>
            </a:lvl6pPr>
            <a:lvl7pPr algn="l">
              <a:defRPr sz="2250" b="1">
                <a:solidFill>
                  <a:srgbClr val="52616A"/>
                </a:solidFill>
                <a:latin typeface="Yu Gothic"/>
                <a:ea typeface="Yu Gothic"/>
                <a:cs typeface="Yu Gothic"/>
              </a:defRPr>
            </a:lvl7pPr>
            <a:lvl8pPr algn="l">
              <a:defRPr sz="2250" b="1">
                <a:solidFill>
                  <a:srgbClr val="52616A"/>
                </a:solidFill>
                <a:latin typeface="Yu Gothic"/>
                <a:ea typeface="Yu Gothic"/>
                <a:cs typeface="Yu Gothic"/>
              </a:defRPr>
            </a:lvl8pPr>
            <a:lvl9pPr algn="l">
              <a:defRPr sz="2250" b="1">
                <a:solidFill>
                  <a:srgbClr val="52616A"/>
                </a:solidFill>
                <a:latin typeface="Yu Gothic"/>
                <a:ea typeface="Yu Gothic"/>
                <a:cs typeface="Yu Gothic"/>
              </a:defRPr>
            </a:lvl9pPr>
          </a:lstStyle>
          <a:p xmlns:a="http://schemas.openxmlformats.org/drawingml/2006/main">
            <a:pPr algn="l">
              <a:defRPr sz="2250" b="1">
                <a:solidFill>
                  <a:srgbClr val="52616A"/>
                </a:solidFill>
                <a:latin typeface="Yu Gothic"/>
                <a:ea typeface="Yu Gothic"/>
                <a:cs typeface="Yu Gothic"/>
              </a:defRPr>
            </a:pPr>
            <a:r>
              <a:rPr sz="2250" b="1">
                <a:solidFill>
                  <a:srgbClr val="52616A"/>
                </a:solidFill>
                <a:latin typeface="Yu Gothic"/>
                <a:ea typeface="Yu Gothic"/>
                <a:cs typeface="Yu Gothic"/>
              </a:rPr>
              <a:t>±180°してから正Lと比べる</a:t>
            </a:r>
          </a:p>
        </p:txBody>
      </p:sp>
      <p:sp>
        <p:nvSpPr>
          <p:cNvPr id="7" name="">
            <a:extLst xmlns:a="http://schemas.openxmlformats.org/drawingml/2006/main">
              <a:ext uri="{FF2B5EF4-FFF2-40B4-BE49-F238E27FC236}">
                <a16:creationId xmlns:a16="http://schemas.microsoft.com/office/drawing/2014/main" id="{D6867575-731F-4055-8D16-06642EA250E0}"/>
              </a:ext>
            </a:extLst>
          </p:cNvPr>
          <p:cNvSpPr>
            <a:spLocks xmlns:a="http://schemas.openxmlformats.org/drawingml/2006/main" noGrp="1"/>
          </p:cNvSpPr>
          <p:nvPr/>
        </p:nvSpPr>
        <p:spPr>
          <a:xfrm xmlns:a="http://schemas.openxmlformats.org/drawingml/2006/main">
            <a:off x="819150" y="2143125"/>
            <a:ext cx="228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425" b="1">
                <a:solidFill>
                  <a:srgbClr val="166B68"/>
                </a:solidFill>
                <a:latin typeface="Yu Gothic"/>
                <a:ea typeface="Yu Gothic"/>
                <a:cs typeface="Yu Gothic"/>
              </a:defRPr>
            </a:defPPr>
            <a:lvl1pPr algn="ctr">
              <a:defRPr sz="1425" b="1">
                <a:solidFill>
                  <a:srgbClr val="166B68"/>
                </a:solidFill>
                <a:latin typeface="Yu Gothic"/>
                <a:ea typeface="Yu Gothic"/>
                <a:cs typeface="Yu Gothic"/>
              </a:defRPr>
            </a:lvl1pPr>
            <a:lvl2pPr algn="ctr">
              <a:defRPr sz="1425" b="1">
                <a:solidFill>
                  <a:srgbClr val="166B68"/>
                </a:solidFill>
                <a:latin typeface="Yu Gothic"/>
                <a:ea typeface="Yu Gothic"/>
                <a:cs typeface="Yu Gothic"/>
              </a:defRPr>
            </a:lvl2pPr>
            <a:lvl3pPr algn="ctr">
              <a:defRPr sz="1425" b="1">
                <a:solidFill>
                  <a:srgbClr val="166B68"/>
                </a:solidFill>
                <a:latin typeface="Yu Gothic"/>
                <a:ea typeface="Yu Gothic"/>
                <a:cs typeface="Yu Gothic"/>
              </a:defRPr>
            </a:lvl3pPr>
            <a:lvl4pPr algn="ctr">
              <a:defRPr sz="1425" b="1">
                <a:solidFill>
                  <a:srgbClr val="166B68"/>
                </a:solidFill>
                <a:latin typeface="Yu Gothic"/>
                <a:ea typeface="Yu Gothic"/>
                <a:cs typeface="Yu Gothic"/>
              </a:defRPr>
            </a:lvl4pPr>
            <a:lvl5pPr algn="ctr">
              <a:defRPr sz="1425" b="1">
                <a:solidFill>
                  <a:srgbClr val="166B68"/>
                </a:solidFill>
                <a:latin typeface="Yu Gothic"/>
                <a:ea typeface="Yu Gothic"/>
                <a:cs typeface="Yu Gothic"/>
              </a:defRPr>
            </a:lvl5pPr>
            <a:lvl6pPr algn="ctr">
              <a:defRPr sz="1425" b="1">
                <a:solidFill>
                  <a:srgbClr val="166B68"/>
                </a:solidFill>
                <a:latin typeface="Yu Gothic"/>
                <a:ea typeface="Yu Gothic"/>
                <a:cs typeface="Yu Gothic"/>
              </a:defRPr>
            </a:lvl6pPr>
            <a:lvl7pPr algn="ctr">
              <a:defRPr sz="1425" b="1">
                <a:solidFill>
                  <a:srgbClr val="166B68"/>
                </a:solidFill>
                <a:latin typeface="Yu Gothic"/>
                <a:ea typeface="Yu Gothic"/>
                <a:cs typeface="Yu Gothic"/>
              </a:defRPr>
            </a:lvl7pPr>
            <a:lvl8pPr algn="ctr">
              <a:defRPr sz="1425" b="1">
                <a:solidFill>
                  <a:srgbClr val="166B68"/>
                </a:solidFill>
                <a:latin typeface="Yu Gothic"/>
                <a:ea typeface="Yu Gothic"/>
                <a:cs typeface="Yu Gothic"/>
              </a:defRPr>
            </a:lvl8pPr>
            <a:lvl9pPr algn="ctr">
              <a:defRPr sz="1425" b="1">
                <a:solidFill>
                  <a:srgbClr val="166B68"/>
                </a:solidFill>
                <a:latin typeface="Yu Gothic"/>
                <a:ea typeface="Yu Gothic"/>
                <a:cs typeface="Yu Gothic"/>
              </a:defRPr>
            </a:lvl9pPr>
          </a:lstStyle>
          <a:p xmlns:a="http://schemas.openxmlformats.org/drawingml/2006/main">
            <a:pPr algn="ctr">
              <a:defRPr sz="1425" b="1">
                <a:solidFill>
                  <a:srgbClr val="166B68"/>
                </a:solidFill>
                <a:latin typeface="Yu Gothic"/>
                <a:ea typeface="Yu Gothic"/>
                <a:cs typeface="Yu Gothic"/>
              </a:defRPr>
            </a:pPr>
            <a:r>
              <a:rPr sz="1425" b="1">
                <a:solidFill>
                  <a:srgbClr val="166B68"/>
                </a:solidFill>
                <a:latin typeface="Yu Gothic"/>
                <a:ea typeface="Yu Gothic"/>
                <a:cs typeface="Yu Gothic"/>
              </a:rPr>
              <a:t>●</a:t>
            </a:r>
          </a:p>
        </p:txBody>
      </p:sp>
      <p:sp>
        <p:nvSpPr>
          <p:cNvPr id="8" name="">
            <a:extLst xmlns:a="http://schemas.openxmlformats.org/drawingml/2006/main">
              <a:ext uri="{FF2B5EF4-FFF2-40B4-BE49-F238E27FC236}">
                <a16:creationId xmlns:a16="http://schemas.microsoft.com/office/drawing/2014/main" id="{D28D4917-876D-401C-AC19-7C441F8CB025}"/>
              </a:ext>
            </a:extLst>
          </p:cNvPr>
          <p:cNvSpPr>
            <a:spLocks xmlns:a="http://schemas.openxmlformats.org/drawingml/2006/main" noGrp="1"/>
          </p:cNvSpPr>
          <p:nvPr/>
        </p:nvSpPr>
        <p:spPr>
          <a:xfrm xmlns:a="http://schemas.openxmlformats.org/drawingml/2006/main">
            <a:off x="1143000" y="2143125"/>
            <a:ext cx="9772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反R＝265°40′37″</a:t>
            </a:r>
          </a:p>
        </p:txBody>
      </p:sp>
      <p:sp>
        <p:nvSpPr>
          <p:cNvPr id="9" name="">
            <a:extLst xmlns:a="http://schemas.openxmlformats.org/drawingml/2006/main">
              <a:ext uri="{FF2B5EF4-FFF2-40B4-BE49-F238E27FC236}">
                <a16:creationId xmlns:a16="http://schemas.microsoft.com/office/drawing/2014/main" id="{70ACD60A-08F9-456D-AAA7-30D16ACCF257}"/>
              </a:ext>
            </a:extLst>
          </p:cNvPr>
          <p:cNvSpPr>
            <a:spLocks xmlns:a="http://schemas.openxmlformats.org/drawingml/2006/main" noGrp="1"/>
          </p:cNvSpPr>
          <p:nvPr/>
        </p:nvSpPr>
        <p:spPr>
          <a:xfrm xmlns:a="http://schemas.openxmlformats.org/drawingml/2006/main">
            <a:off x="819150" y="2714625"/>
            <a:ext cx="228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425" b="1">
                <a:solidFill>
                  <a:srgbClr val="166B68"/>
                </a:solidFill>
                <a:latin typeface="Yu Gothic"/>
                <a:ea typeface="Yu Gothic"/>
                <a:cs typeface="Yu Gothic"/>
              </a:defRPr>
            </a:defPPr>
            <a:lvl1pPr algn="ctr">
              <a:defRPr sz="1425" b="1">
                <a:solidFill>
                  <a:srgbClr val="166B68"/>
                </a:solidFill>
                <a:latin typeface="Yu Gothic"/>
                <a:ea typeface="Yu Gothic"/>
                <a:cs typeface="Yu Gothic"/>
              </a:defRPr>
            </a:lvl1pPr>
            <a:lvl2pPr algn="ctr">
              <a:defRPr sz="1425" b="1">
                <a:solidFill>
                  <a:srgbClr val="166B68"/>
                </a:solidFill>
                <a:latin typeface="Yu Gothic"/>
                <a:ea typeface="Yu Gothic"/>
                <a:cs typeface="Yu Gothic"/>
              </a:defRPr>
            </a:lvl2pPr>
            <a:lvl3pPr algn="ctr">
              <a:defRPr sz="1425" b="1">
                <a:solidFill>
                  <a:srgbClr val="166B68"/>
                </a:solidFill>
                <a:latin typeface="Yu Gothic"/>
                <a:ea typeface="Yu Gothic"/>
                <a:cs typeface="Yu Gothic"/>
              </a:defRPr>
            </a:lvl3pPr>
            <a:lvl4pPr algn="ctr">
              <a:defRPr sz="1425" b="1">
                <a:solidFill>
                  <a:srgbClr val="166B68"/>
                </a:solidFill>
                <a:latin typeface="Yu Gothic"/>
                <a:ea typeface="Yu Gothic"/>
                <a:cs typeface="Yu Gothic"/>
              </a:defRPr>
            </a:lvl4pPr>
            <a:lvl5pPr algn="ctr">
              <a:defRPr sz="1425" b="1">
                <a:solidFill>
                  <a:srgbClr val="166B68"/>
                </a:solidFill>
                <a:latin typeface="Yu Gothic"/>
                <a:ea typeface="Yu Gothic"/>
                <a:cs typeface="Yu Gothic"/>
              </a:defRPr>
            </a:lvl5pPr>
            <a:lvl6pPr algn="ctr">
              <a:defRPr sz="1425" b="1">
                <a:solidFill>
                  <a:srgbClr val="166B68"/>
                </a:solidFill>
                <a:latin typeface="Yu Gothic"/>
                <a:ea typeface="Yu Gothic"/>
                <a:cs typeface="Yu Gothic"/>
              </a:defRPr>
            </a:lvl6pPr>
            <a:lvl7pPr algn="ctr">
              <a:defRPr sz="1425" b="1">
                <a:solidFill>
                  <a:srgbClr val="166B68"/>
                </a:solidFill>
                <a:latin typeface="Yu Gothic"/>
                <a:ea typeface="Yu Gothic"/>
                <a:cs typeface="Yu Gothic"/>
              </a:defRPr>
            </a:lvl7pPr>
            <a:lvl8pPr algn="ctr">
              <a:defRPr sz="1425" b="1">
                <a:solidFill>
                  <a:srgbClr val="166B68"/>
                </a:solidFill>
                <a:latin typeface="Yu Gothic"/>
                <a:ea typeface="Yu Gothic"/>
                <a:cs typeface="Yu Gothic"/>
              </a:defRPr>
            </a:lvl8pPr>
            <a:lvl9pPr algn="ctr">
              <a:defRPr sz="1425" b="1">
                <a:solidFill>
                  <a:srgbClr val="166B68"/>
                </a:solidFill>
                <a:latin typeface="Yu Gothic"/>
                <a:ea typeface="Yu Gothic"/>
                <a:cs typeface="Yu Gothic"/>
              </a:defRPr>
            </a:lvl9pPr>
          </a:lstStyle>
          <a:p xmlns:a="http://schemas.openxmlformats.org/drawingml/2006/main">
            <a:pPr algn="ctr">
              <a:defRPr sz="1425" b="1">
                <a:solidFill>
                  <a:srgbClr val="166B68"/>
                </a:solidFill>
                <a:latin typeface="Yu Gothic"/>
                <a:ea typeface="Yu Gothic"/>
                <a:cs typeface="Yu Gothic"/>
              </a:defRPr>
            </a:pPr>
            <a:r>
              <a:rPr sz="1425" b="1">
                <a:solidFill>
                  <a:srgbClr val="166B68"/>
                </a:solidFill>
                <a:latin typeface="Yu Gothic"/>
                <a:ea typeface="Yu Gothic"/>
                <a:cs typeface="Yu Gothic"/>
              </a:rPr>
              <a:t>●</a:t>
            </a:r>
          </a:p>
        </p:txBody>
      </p:sp>
      <p:sp>
        <p:nvSpPr>
          <p:cNvPr id="10" name="">
            <a:extLst xmlns:a="http://schemas.openxmlformats.org/drawingml/2006/main">
              <a:ext uri="{FF2B5EF4-FFF2-40B4-BE49-F238E27FC236}">
                <a16:creationId xmlns:a16="http://schemas.microsoft.com/office/drawing/2014/main" id="{D0713FE5-E572-40FE-A48B-CF35A4FE4D5C}"/>
              </a:ext>
            </a:extLst>
          </p:cNvPr>
          <p:cNvSpPr>
            <a:spLocks xmlns:a="http://schemas.openxmlformats.org/drawingml/2006/main" noGrp="1"/>
          </p:cNvSpPr>
          <p:nvPr/>
        </p:nvSpPr>
        <p:spPr>
          <a:xfrm xmlns:a="http://schemas.openxmlformats.org/drawingml/2006/main">
            <a:off x="1143000" y="2714625"/>
            <a:ext cx="9772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R′＝265°40′37″−180°</a:t>
            </a:r>
          </a:p>
        </p:txBody>
      </p:sp>
      <p:sp>
        <p:nvSpPr>
          <p:cNvPr id="11" name="">
            <a:extLst xmlns:a="http://schemas.openxmlformats.org/drawingml/2006/main">
              <a:ext uri="{FF2B5EF4-FFF2-40B4-BE49-F238E27FC236}">
                <a16:creationId xmlns:a16="http://schemas.microsoft.com/office/drawing/2014/main" id="{33FFDD46-F653-4052-91B6-DB3E8A69AA35}"/>
              </a:ext>
            </a:extLst>
          </p:cNvPr>
          <p:cNvSpPr>
            <a:spLocks xmlns:a="http://schemas.openxmlformats.org/drawingml/2006/main" noGrp="1"/>
          </p:cNvSpPr>
          <p:nvPr/>
        </p:nvSpPr>
        <p:spPr>
          <a:xfrm xmlns:a="http://schemas.openxmlformats.org/drawingml/2006/main">
            <a:off x="819150" y="3286125"/>
            <a:ext cx="228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425" b="1">
                <a:solidFill>
                  <a:srgbClr val="166B68"/>
                </a:solidFill>
                <a:latin typeface="Yu Gothic"/>
                <a:ea typeface="Yu Gothic"/>
                <a:cs typeface="Yu Gothic"/>
              </a:defRPr>
            </a:defPPr>
            <a:lvl1pPr algn="ctr">
              <a:defRPr sz="1425" b="1">
                <a:solidFill>
                  <a:srgbClr val="166B68"/>
                </a:solidFill>
                <a:latin typeface="Yu Gothic"/>
                <a:ea typeface="Yu Gothic"/>
                <a:cs typeface="Yu Gothic"/>
              </a:defRPr>
            </a:lvl1pPr>
            <a:lvl2pPr algn="ctr">
              <a:defRPr sz="1425" b="1">
                <a:solidFill>
                  <a:srgbClr val="166B68"/>
                </a:solidFill>
                <a:latin typeface="Yu Gothic"/>
                <a:ea typeface="Yu Gothic"/>
                <a:cs typeface="Yu Gothic"/>
              </a:defRPr>
            </a:lvl2pPr>
            <a:lvl3pPr algn="ctr">
              <a:defRPr sz="1425" b="1">
                <a:solidFill>
                  <a:srgbClr val="166B68"/>
                </a:solidFill>
                <a:latin typeface="Yu Gothic"/>
                <a:ea typeface="Yu Gothic"/>
                <a:cs typeface="Yu Gothic"/>
              </a:defRPr>
            </a:lvl3pPr>
            <a:lvl4pPr algn="ctr">
              <a:defRPr sz="1425" b="1">
                <a:solidFill>
                  <a:srgbClr val="166B68"/>
                </a:solidFill>
                <a:latin typeface="Yu Gothic"/>
                <a:ea typeface="Yu Gothic"/>
                <a:cs typeface="Yu Gothic"/>
              </a:defRPr>
            </a:lvl4pPr>
            <a:lvl5pPr algn="ctr">
              <a:defRPr sz="1425" b="1">
                <a:solidFill>
                  <a:srgbClr val="166B68"/>
                </a:solidFill>
                <a:latin typeface="Yu Gothic"/>
                <a:ea typeface="Yu Gothic"/>
                <a:cs typeface="Yu Gothic"/>
              </a:defRPr>
            </a:lvl5pPr>
            <a:lvl6pPr algn="ctr">
              <a:defRPr sz="1425" b="1">
                <a:solidFill>
                  <a:srgbClr val="166B68"/>
                </a:solidFill>
                <a:latin typeface="Yu Gothic"/>
                <a:ea typeface="Yu Gothic"/>
                <a:cs typeface="Yu Gothic"/>
              </a:defRPr>
            </a:lvl6pPr>
            <a:lvl7pPr algn="ctr">
              <a:defRPr sz="1425" b="1">
                <a:solidFill>
                  <a:srgbClr val="166B68"/>
                </a:solidFill>
                <a:latin typeface="Yu Gothic"/>
                <a:ea typeface="Yu Gothic"/>
                <a:cs typeface="Yu Gothic"/>
              </a:defRPr>
            </a:lvl7pPr>
            <a:lvl8pPr algn="ctr">
              <a:defRPr sz="1425" b="1">
                <a:solidFill>
                  <a:srgbClr val="166B68"/>
                </a:solidFill>
                <a:latin typeface="Yu Gothic"/>
                <a:ea typeface="Yu Gothic"/>
                <a:cs typeface="Yu Gothic"/>
              </a:defRPr>
            </a:lvl8pPr>
            <a:lvl9pPr algn="ctr">
              <a:defRPr sz="1425" b="1">
                <a:solidFill>
                  <a:srgbClr val="166B68"/>
                </a:solidFill>
                <a:latin typeface="Yu Gothic"/>
                <a:ea typeface="Yu Gothic"/>
                <a:cs typeface="Yu Gothic"/>
              </a:defRPr>
            </a:lvl9pPr>
          </a:lstStyle>
          <a:p xmlns:a="http://schemas.openxmlformats.org/drawingml/2006/main">
            <a:pPr algn="ctr">
              <a:defRPr sz="1425" b="1">
                <a:solidFill>
                  <a:srgbClr val="166B68"/>
                </a:solidFill>
                <a:latin typeface="Yu Gothic"/>
                <a:ea typeface="Yu Gothic"/>
                <a:cs typeface="Yu Gothic"/>
              </a:defRPr>
            </a:pPr>
            <a:r>
              <a:rPr sz="1425" b="1">
                <a:solidFill>
                  <a:srgbClr val="166B68"/>
                </a:solidFill>
                <a:latin typeface="Yu Gothic"/>
                <a:ea typeface="Yu Gothic"/>
                <a:cs typeface="Yu Gothic"/>
              </a:rPr>
              <a:t>●</a:t>
            </a:r>
          </a:p>
        </p:txBody>
      </p:sp>
      <p:sp>
        <p:nvSpPr>
          <p:cNvPr id="12" name="">
            <a:extLst xmlns:a="http://schemas.openxmlformats.org/drawingml/2006/main">
              <a:ext uri="{FF2B5EF4-FFF2-40B4-BE49-F238E27FC236}">
                <a16:creationId xmlns:a16="http://schemas.microsoft.com/office/drawing/2014/main" id="{8AE35FD3-4907-4DC7-A0CC-B340D139DFF8}"/>
              </a:ext>
            </a:extLst>
          </p:cNvPr>
          <p:cNvSpPr>
            <a:spLocks xmlns:a="http://schemas.openxmlformats.org/drawingml/2006/main" noGrp="1"/>
          </p:cNvSpPr>
          <p:nvPr/>
        </p:nvSpPr>
        <p:spPr>
          <a:xfrm xmlns:a="http://schemas.openxmlformats.org/drawingml/2006/main">
            <a:off x="1143000" y="3286125"/>
            <a:ext cx="9772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R′＝85°40′37″</a:t>
            </a:r>
          </a:p>
        </p:txBody>
      </p:sp>
      <p:sp>
        <p:nvSpPr>
          <p:cNvPr id="13" name="">
            <a:extLst xmlns:a="http://schemas.openxmlformats.org/drawingml/2006/main">
              <a:ext uri="{FF2B5EF4-FFF2-40B4-BE49-F238E27FC236}">
                <a16:creationId xmlns:a16="http://schemas.microsoft.com/office/drawing/2014/main" id="{22FD1420-A0DE-4C2E-98B9-9A7C088D035E}"/>
              </a:ext>
            </a:extLst>
          </p:cNvPr>
          <p:cNvSpPr>
            <a:spLocks xmlns:a="http://schemas.openxmlformats.org/drawingml/2006/main" noGrp="1"/>
          </p:cNvSpPr>
          <p:nvPr/>
        </p:nvSpPr>
        <p:spPr>
          <a:xfrm xmlns:a="http://schemas.openxmlformats.org/drawingml/2006/main">
            <a:off x="819150" y="3952875"/>
            <a:ext cx="228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275" b="1">
                <a:solidFill>
                  <a:srgbClr val="166B68"/>
                </a:solidFill>
                <a:latin typeface="Yu Gothic"/>
                <a:ea typeface="Yu Gothic"/>
                <a:cs typeface="Yu Gothic"/>
              </a:defRPr>
            </a:defPPr>
            <a:lvl1pPr algn="ctr">
              <a:defRPr sz="1275" b="1">
                <a:solidFill>
                  <a:srgbClr val="166B68"/>
                </a:solidFill>
                <a:latin typeface="Yu Gothic"/>
                <a:ea typeface="Yu Gothic"/>
                <a:cs typeface="Yu Gothic"/>
              </a:defRPr>
            </a:lvl1pPr>
            <a:lvl2pPr algn="ctr">
              <a:defRPr sz="1275" b="1">
                <a:solidFill>
                  <a:srgbClr val="166B68"/>
                </a:solidFill>
                <a:latin typeface="Yu Gothic"/>
                <a:ea typeface="Yu Gothic"/>
                <a:cs typeface="Yu Gothic"/>
              </a:defRPr>
            </a:lvl2pPr>
            <a:lvl3pPr algn="ctr">
              <a:defRPr sz="1275" b="1">
                <a:solidFill>
                  <a:srgbClr val="166B68"/>
                </a:solidFill>
                <a:latin typeface="Yu Gothic"/>
                <a:ea typeface="Yu Gothic"/>
                <a:cs typeface="Yu Gothic"/>
              </a:defRPr>
            </a:lvl3pPr>
            <a:lvl4pPr algn="ctr">
              <a:defRPr sz="1275" b="1">
                <a:solidFill>
                  <a:srgbClr val="166B68"/>
                </a:solidFill>
                <a:latin typeface="Yu Gothic"/>
                <a:ea typeface="Yu Gothic"/>
                <a:cs typeface="Yu Gothic"/>
              </a:defRPr>
            </a:lvl4pPr>
            <a:lvl5pPr algn="ctr">
              <a:defRPr sz="1275" b="1">
                <a:solidFill>
                  <a:srgbClr val="166B68"/>
                </a:solidFill>
                <a:latin typeface="Yu Gothic"/>
                <a:ea typeface="Yu Gothic"/>
                <a:cs typeface="Yu Gothic"/>
              </a:defRPr>
            </a:lvl5pPr>
            <a:lvl6pPr algn="ctr">
              <a:defRPr sz="1275" b="1">
                <a:solidFill>
                  <a:srgbClr val="166B68"/>
                </a:solidFill>
                <a:latin typeface="Yu Gothic"/>
                <a:ea typeface="Yu Gothic"/>
                <a:cs typeface="Yu Gothic"/>
              </a:defRPr>
            </a:lvl6pPr>
            <a:lvl7pPr algn="ctr">
              <a:defRPr sz="1275" b="1">
                <a:solidFill>
                  <a:srgbClr val="166B68"/>
                </a:solidFill>
                <a:latin typeface="Yu Gothic"/>
                <a:ea typeface="Yu Gothic"/>
                <a:cs typeface="Yu Gothic"/>
              </a:defRPr>
            </a:lvl7pPr>
            <a:lvl8pPr algn="ctr">
              <a:defRPr sz="1275" b="1">
                <a:solidFill>
                  <a:srgbClr val="166B68"/>
                </a:solidFill>
                <a:latin typeface="Yu Gothic"/>
                <a:ea typeface="Yu Gothic"/>
                <a:cs typeface="Yu Gothic"/>
              </a:defRPr>
            </a:lvl8pPr>
            <a:lvl9pPr algn="ctr">
              <a:defRPr sz="1275" b="1">
                <a:solidFill>
                  <a:srgbClr val="166B68"/>
                </a:solidFill>
                <a:latin typeface="Yu Gothic"/>
                <a:ea typeface="Yu Gothic"/>
                <a:cs typeface="Yu Gothic"/>
              </a:defRPr>
            </a:lvl9pPr>
          </a:lstStyle>
          <a:p xmlns:a="http://schemas.openxmlformats.org/drawingml/2006/main">
            <a:pPr algn="ctr">
              <a:defRPr sz="1275" b="1">
                <a:solidFill>
                  <a:srgbClr val="166B68"/>
                </a:solidFill>
                <a:latin typeface="Yu Gothic"/>
                <a:ea typeface="Yu Gothic"/>
                <a:cs typeface="Yu Gothic"/>
              </a:defRPr>
            </a:pPr>
            <a:r>
              <a:rPr sz="1275" b="1">
                <a:solidFill>
                  <a:srgbClr val="166B68"/>
                </a:solidFill>
                <a:latin typeface="Yu Gothic"/>
                <a:ea typeface="Yu Gothic"/>
                <a:cs typeface="Yu Gothic"/>
              </a:rPr>
              <a:t>●</a:t>
            </a:r>
          </a:p>
        </p:txBody>
      </p:sp>
      <p:sp>
        <p:nvSpPr>
          <p:cNvPr id="14" name="">
            <a:extLst xmlns:a="http://schemas.openxmlformats.org/drawingml/2006/main">
              <a:ext uri="{FF2B5EF4-FFF2-40B4-BE49-F238E27FC236}">
                <a16:creationId xmlns:a16="http://schemas.microsoft.com/office/drawing/2014/main" id="{E234BA34-D809-4270-8056-5A6DF8089A84}"/>
              </a:ext>
            </a:extLst>
          </p:cNvPr>
          <p:cNvSpPr>
            <a:spLocks xmlns:a="http://schemas.openxmlformats.org/drawingml/2006/main" noGrp="1"/>
          </p:cNvSpPr>
          <p:nvPr/>
        </p:nvSpPr>
        <p:spPr>
          <a:xfrm xmlns:a="http://schemas.openxmlformats.org/drawingml/2006/main">
            <a:off x="1143000" y="3952875"/>
            <a:ext cx="9772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00" b="0">
                <a:solidFill>
                  <a:srgbClr val="182B33"/>
                </a:solidFill>
                <a:latin typeface="Yu Gothic"/>
                <a:ea typeface="Yu Gothic"/>
                <a:cs typeface="Yu Gothic"/>
              </a:defRPr>
            </a:defPPr>
            <a:lvl1pPr algn="l">
              <a:defRPr sz="2100" b="0">
                <a:solidFill>
                  <a:srgbClr val="182B33"/>
                </a:solidFill>
                <a:latin typeface="Yu Gothic"/>
                <a:ea typeface="Yu Gothic"/>
                <a:cs typeface="Yu Gothic"/>
              </a:defRPr>
            </a:lvl1pPr>
            <a:lvl2pPr algn="l">
              <a:defRPr sz="2100" b="0">
                <a:solidFill>
                  <a:srgbClr val="182B33"/>
                </a:solidFill>
                <a:latin typeface="Yu Gothic"/>
                <a:ea typeface="Yu Gothic"/>
                <a:cs typeface="Yu Gothic"/>
              </a:defRPr>
            </a:lvl2pPr>
            <a:lvl3pPr algn="l">
              <a:defRPr sz="2100" b="0">
                <a:solidFill>
                  <a:srgbClr val="182B33"/>
                </a:solidFill>
                <a:latin typeface="Yu Gothic"/>
                <a:ea typeface="Yu Gothic"/>
                <a:cs typeface="Yu Gothic"/>
              </a:defRPr>
            </a:lvl3pPr>
            <a:lvl4pPr algn="l">
              <a:defRPr sz="2100" b="0">
                <a:solidFill>
                  <a:srgbClr val="182B33"/>
                </a:solidFill>
                <a:latin typeface="Yu Gothic"/>
                <a:ea typeface="Yu Gothic"/>
                <a:cs typeface="Yu Gothic"/>
              </a:defRPr>
            </a:lvl4pPr>
            <a:lvl5pPr algn="l">
              <a:defRPr sz="2100" b="0">
                <a:solidFill>
                  <a:srgbClr val="182B33"/>
                </a:solidFill>
                <a:latin typeface="Yu Gothic"/>
                <a:ea typeface="Yu Gothic"/>
                <a:cs typeface="Yu Gothic"/>
              </a:defRPr>
            </a:lvl5pPr>
            <a:lvl6pPr algn="l">
              <a:defRPr sz="2100" b="0">
                <a:solidFill>
                  <a:srgbClr val="182B33"/>
                </a:solidFill>
                <a:latin typeface="Yu Gothic"/>
                <a:ea typeface="Yu Gothic"/>
                <a:cs typeface="Yu Gothic"/>
              </a:defRPr>
            </a:lvl6pPr>
            <a:lvl7pPr algn="l">
              <a:defRPr sz="2100" b="0">
                <a:solidFill>
                  <a:srgbClr val="182B33"/>
                </a:solidFill>
                <a:latin typeface="Yu Gothic"/>
                <a:ea typeface="Yu Gothic"/>
                <a:cs typeface="Yu Gothic"/>
              </a:defRPr>
            </a:lvl7pPr>
            <a:lvl8pPr algn="l">
              <a:defRPr sz="2100" b="0">
                <a:solidFill>
                  <a:srgbClr val="182B33"/>
                </a:solidFill>
                <a:latin typeface="Yu Gothic"/>
                <a:ea typeface="Yu Gothic"/>
                <a:cs typeface="Yu Gothic"/>
              </a:defRPr>
            </a:lvl8pPr>
            <a:lvl9pPr algn="l">
              <a:defRPr sz="2100" b="0">
                <a:solidFill>
                  <a:srgbClr val="182B33"/>
                </a:solidFill>
                <a:latin typeface="Yu Gothic"/>
                <a:ea typeface="Yu Gothic"/>
                <a:cs typeface="Yu Gothic"/>
              </a:defRPr>
            </a:lvl9pPr>
          </a:lstStyle>
          <a:p xmlns:a="http://schemas.openxmlformats.org/drawingml/2006/main">
            <a:pPr algn="l">
              <a:defRPr sz="2100" b="0">
                <a:solidFill>
                  <a:srgbClr val="182B33"/>
                </a:solidFill>
                <a:latin typeface="Yu Gothic"/>
                <a:ea typeface="Yu Gothic"/>
                <a:cs typeface="Yu Gothic"/>
              </a:defRPr>
            </a:pPr>
            <a:r>
              <a:rPr sz="2100" b="0">
                <a:solidFill>
                  <a:srgbClr val="182B33"/>
                </a:solidFill>
                <a:latin typeface="Yu Gothic"/>
                <a:ea typeface="Yu Gothic"/>
                <a:cs typeface="Yu Gothic"/>
              </a:rPr>
              <a:t>360°境界では連続する枝を選ぶ</a:t>
            </a:r>
          </a:p>
        </p:txBody>
      </p:sp>
      <p:sp>
        <p:nvSpPr>
          <p:cNvPr id="15" name="">
            <a:extLst xmlns:a="http://schemas.openxmlformats.org/drawingml/2006/main">
              <a:ext uri="{FF2B5EF4-FFF2-40B4-BE49-F238E27FC236}">
                <a16:creationId xmlns:a16="http://schemas.microsoft.com/office/drawing/2014/main" id="{71D8F1FB-BE63-4F15-AF09-C85EA6BD41E2}"/>
              </a:ext>
            </a:extLst>
          </p:cNvPr>
          <p:cNvSpPr>
            <a:spLocks xmlns:a="http://schemas.openxmlformats.org/drawingml/2006/main" noGrp="1"/>
          </p:cNvSpPr>
          <p:nvPr/>
        </p:nvSpPr>
        <p:spPr>
          <a:xfrm xmlns:a="http://schemas.openxmlformats.org/drawingml/2006/main">
            <a:off x="781050" y="5219700"/>
            <a:ext cx="10287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625" b="1">
                <a:solidFill>
                  <a:srgbClr val="166B68"/>
                </a:solidFill>
                <a:latin typeface="Yu Gothic"/>
                <a:ea typeface="Yu Gothic"/>
                <a:cs typeface="Yu Gothic"/>
              </a:defRPr>
            </a:defPPr>
            <a:lvl1pPr algn="l">
              <a:defRPr sz="2625" b="1">
                <a:solidFill>
                  <a:srgbClr val="166B68"/>
                </a:solidFill>
                <a:latin typeface="Yu Gothic"/>
                <a:ea typeface="Yu Gothic"/>
                <a:cs typeface="Yu Gothic"/>
              </a:defRPr>
            </a:lvl1pPr>
            <a:lvl2pPr algn="l">
              <a:defRPr sz="2625" b="1">
                <a:solidFill>
                  <a:srgbClr val="166B68"/>
                </a:solidFill>
                <a:latin typeface="Yu Gothic"/>
                <a:ea typeface="Yu Gothic"/>
                <a:cs typeface="Yu Gothic"/>
              </a:defRPr>
            </a:lvl2pPr>
            <a:lvl3pPr algn="l">
              <a:defRPr sz="2625" b="1">
                <a:solidFill>
                  <a:srgbClr val="166B68"/>
                </a:solidFill>
                <a:latin typeface="Yu Gothic"/>
                <a:ea typeface="Yu Gothic"/>
                <a:cs typeface="Yu Gothic"/>
              </a:defRPr>
            </a:lvl3pPr>
            <a:lvl4pPr algn="l">
              <a:defRPr sz="2625" b="1">
                <a:solidFill>
                  <a:srgbClr val="166B68"/>
                </a:solidFill>
                <a:latin typeface="Yu Gothic"/>
                <a:ea typeface="Yu Gothic"/>
                <a:cs typeface="Yu Gothic"/>
              </a:defRPr>
            </a:lvl4pPr>
            <a:lvl5pPr algn="l">
              <a:defRPr sz="2625" b="1">
                <a:solidFill>
                  <a:srgbClr val="166B68"/>
                </a:solidFill>
                <a:latin typeface="Yu Gothic"/>
                <a:ea typeface="Yu Gothic"/>
                <a:cs typeface="Yu Gothic"/>
              </a:defRPr>
            </a:lvl5pPr>
            <a:lvl6pPr algn="l">
              <a:defRPr sz="2625" b="1">
                <a:solidFill>
                  <a:srgbClr val="166B68"/>
                </a:solidFill>
                <a:latin typeface="Yu Gothic"/>
                <a:ea typeface="Yu Gothic"/>
                <a:cs typeface="Yu Gothic"/>
              </a:defRPr>
            </a:lvl6pPr>
            <a:lvl7pPr algn="l">
              <a:defRPr sz="2625" b="1">
                <a:solidFill>
                  <a:srgbClr val="166B68"/>
                </a:solidFill>
                <a:latin typeface="Yu Gothic"/>
                <a:ea typeface="Yu Gothic"/>
                <a:cs typeface="Yu Gothic"/>
              </a:defRPr>
            </a:lvl7pPr>
            <a:lvl8pPr algn="l">
              <a:defRPr sz="2625" b="1">
                <a:solidFill>
                  <a:srgbClr val="166B68"/>
                </a:solidFill>
                <a:latin typeface="Yu Gothic"/>
                <a:ea typeface="Yu Gothic"/>
                <a:cs typeface="Yu Gothic"/>
              </a:defRPr>
            </a:lvl8pPr>
            <a:lvl9pPr algn="l">
              <a:defRPr sz="2625" b="1">
                <a:solidFill>
                  <a:srgbClr val="166B68"/>
                </a:solidFill>
                <a:latin typeface="Yu Gothic"/>
                <a:ea typeface="Yu Gothic"/>
                <a:cs typeface="Yu Gothic"/>
              </a:defRPr>
            </a:lvl9pPr>
          </a:lstStyle>
          <a:p xmlns:a="http://schemas.openxmlformats.org/drawingml/2006/main">
            <a:pPr algn="l">
              <a:defRPr sz="2625" b="1">
                <a:solidFill>
                  <a:srgbClr val="166B68"/>
                </a:solidFill>
                <a:latin typeface="Yu Gothic"/>
                <a:ea typeface="Yu Gothic"/>
                <a:cs typeface="Yu Gothic"/>
              </a:defRPr>
            </a:pPr>
            <a:r>
              <a:rPr sz="2625" b="1">
                <a:solidFill>
                  <a:srgbClr val="166B68"/>
                </a:solidFill>
                <a:latin typeface="Yu Gothic"/>
                <a:ea typeface="Yu Gothic"/>
                <a:cs typeface="Yu Gothic"/>
              </a:rPr>
              <a:t>正L 85°40′35″と同じ枝になった</a:t>
            </a:r>
          </a:p>
        </p:txBody>
      </p:sp>
    </p:spTree>
    <p:extLst>
      <p:ext uri="{BB962C8B-B14F-4D97-AF65-F5344CB8AC3E}">
        <p14:creationId xmlns:p14="http://schemas.microsoft.com/office/powerpoint/2010/main" val="947637023"/>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C8AB19BE-D225-4CA2-828E-35F921E877B8}"/>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8D5C2D58-337B-490E-A15F-5A0A8EBDF18C}"/>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方向法</a:t>
            </a:r>
          </a:p>
        </p:txBody>
      </p:sp>
      <p:sp>
        <p:nvSpPr>
          <p:cNvPr id="3" name="">
            <a:extLst xmlns:a="http://schemas.openxmlformats.org/drawingml/2006/main">
              <a:ext uri="{FF2B5EF4-FFF2-40B4-BE49-F238E27FC236}">
                <a16:creationId xmlns:a16="http://schemas.microsoft.com/office/drawing/2014/main" id="{CC9C0B11-6178-4F82-B485-3B4E9F66E14D}"/>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正反平均で一つの方向を得る</a:t>
            </a:r>
          </a:p>
        </p:txBody>
      </p:sp>
      <p:sp>
        <p:nvSpPr>
          <p:cNvPr id="4" name="">
            <a:extLst xmlns:a="http://schemas.openxmlformats.org/drawingml/2006/main">
              <a:ext uri="{FF2B5EF4-FFF2-40B4-BE49-F238E27FC236}">
                <a16:creationId xmlns:a16="http://schemas.microsoft.com/office/drawing/2014/main" id="{10E46568-B8FE-4651-9AEE-73604569209B}"/>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34844468-844A-4A75-93EA-DAF598E61A14}"/>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25</a:t>
            </a:r>
          </a:p>
        </p:txBody>
      </p:sp>
      <p:sp>
        <p:nvSpPr>
          <p:cNvPr id="6" name="">
            <a:extLst xmlns:a="http://schemas.openxmlformats.org/drawingml/2006/main">
              <a:ext uri="{FF2B5EF4-FFF2-40B4-BE49-F238E27FC236}">
                <a16:creationId xmlns:a16="http://schemas.microsoft.com/office/drawing/2014/main" id="{97B8D5D4-54B2-4870-A2E6-6E798CE99FF3}"/>
              </a:ext>
            </a:extLst>
          </p:cNvPr>
          <p:cNvSpPr>
            <a:spLocks xmlns:a="http://schemas.openxmlformats.org/drawingml/2006/main" noGrp="1"/>
          </p:cNvSpPr>
          <p:nvPr/>
        </p:nvSpPr>
        <p:spPr>
          <a:xfrm xmlns:a="http://schemas.openxmlformats.org/drawingml/2006/main">
            <a:off x="723900" y="1504950"/>
            <a:ext cx="10287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1">
                <a:solidFill>
                  <a:srgbClr val="52616A"/>
                </a:solidFill>
                <a:latin typeface="Yu Gothic"/>
                <a:ea typeface="Yu Gothic"/>
                <a:cs typeface="Yu Gothic"/>
              </a:defRPr>
            </a:defPPr>
            <a:lvl1pPr algn="l">
              <a:defRPr sz="2250" b="1">
                <a:solidFill>
                  <a:srgbClr val="52616A"/>
                </a:solidFill>
                <a:latin typeface="Yu Gothic"/>
                <a:ea typeface="Yu Gothic"/>
                <a:cs typeface="Yu Gothic"/>
              </a:defRPr>
            </a:lvl1pPr>
            <a:lvl2pPr algn="l">
              <a:defRPr sz="2250" b="1">
                <a:solidFill>
                  <a:srgbClr val="52616A"/>
                </a:solidFill>
                <a:latin typeface="Yu Gothic"/>
                <a:ea typeface="Yu Gothic"/>
                <a:cs typeface="Yu Gothic"/>
              </a:defRPr>
            </a:lvl2pPr>
            <a:lvl3pPr algn="l">
              <a:defRPr sz="2250" b="1">
                <a:solidFill>
                  <a:srgbClr val="52616A"/>
                </a:solidFill>
                <a:latin typeface="Yu Gothic"/>
                <a:ea typeface="Yu Gothic"/>
                <a:cs typeface="Yu Gothic"/>
              </a:defRPr>
            </a:lvl3pPr>
            <a:lvl4pPr algn="l">
              <a:defRPr sz="2250" b="1">
                <a:solidFill>
                  <a:srgbClr val="52616A"/>
                </a:solidFill>
                <a:latin typeface="Yu Gothic"/>
                <a:ea typeface="Yu Gothic"/>
                <a:cs typeface="Yu Gothic"/>
              </a:defRPr>
            </a:lvl4pPr>
            <a:lvl5pPr algn="l">
              <a:defRPr sz="2250" b="1">
                <a:solidFill>
                  <a:srgbClr val="52616A"/>
                </a:solidFill>
                <a:latin typeface="Yu Gothic"/>
                <a:ea typeface="Yu Gothic"/>
                <a:cs typeface="Yu Gothic"/>
              </a:defRPr>
            </a:lvl5pPr>
            <a:lvl6pPr algn="l">
              <a:defRPr sz="2250" b="1">
                <a:solidFill>
                  <a:srgbClr val="52616A"/>
                </a:solidFill>
                <a:latin typeface="Yu Gothic"/>
                <a:ea typeface="Yu Gothic"/>
                <a:cs typeface="Yu Gothic"/>
              </a:defRPr>
            </a:lvl6pPr>
            <a:lvl7pPr algn="l">
              <a:defRPr sz="2250" b="1">
                <a:solidFill>
                  <a:srgbClr val="52616A"/>
                </a:solidFill>
                <a:latin typeface="Yu Gothic"/>
                <a:ea typeface="Yu Gothic"/>
                <a:cs typeface="Yu Gothic"/>
              </a:defRPr>
            </a:lvl7pPr>
            <a:lvl8pPr algn="l">
              <a:defRPr sz="2250" b="1">
                <a:solidFill>
                  <a:srgbClr val="52616A"/>
                </a:solidFill>
                <a:latin typeface="Yu Gothic"/>
                <a:ea typeface="Yu Gothic"/>
                <a:cs typeface="Yu Gothic"/>
              </a:defRPr>
            </a:lvl8pPr>
            <a:lvl9pPr algn="l">
              <a:defRPr sz="2250" b="1">
                <a:solidFill>
                  <a:srgbClr val="52616A"/>
                </a:solidFill>
                <a:latin typeface="Yu Gothic"/>
                <a:ea typeface="Yu Gothic"/>
                <a:cs typeface="Yu Gothic"/>
              </a:defRPr>
            </a:lvl9pPr>
          </a:lstStyle>
          <a:p xmlns:a="http://schemas.openxmlformats.org/drawingml/2006/main">
            <a:pPr algn="l">
              <a:defRPr sz="2250" b="1">
                <a:solidFill>
                  <a:srgbClr val="52616A"/>
                </a:solidFill>
                <a:latin typeface="Yu Gothic"/>
                <a:ea typeface="Yu Gothic"/>
                <a:cs typeface="Yu Gothic"/>
              </a:defRPr>
            </a:pPr>
            <a:r>
              <a:rPr sz="2250" b="1">
                <a:solidFill>
                  <a:srgbClr val="52616A"/>
                </a:solidFill>
                <a:latin typeface="Yu Gothic"/>
                <a:ea typeface="Yu Gothic"/>
                <a:cs typeface="Yu Gothic"/>
              </a:rPr>
              <a:t>正Lと換算後の反R′を平均する</a:t>
            </a:r>
          </a:p>
        </p:txBody>
      </p:sp>
      <p:sp>
        <p:nvSpPr>
          <p:cNvPr id="7" name="">
            <a:extLst xmlns:a="http://schemas.openxmlformats.org/drawingml/2006/main">
              <a:ext uri="{FF2B5EF4-FFF2-40B4-BE49-F238E27FC236}">
                <a16:creationId xmlns:a16="http://schemas.microsoft.com/office/drawing/2014/main" id="{81273170-5414-4352-9BE5-97C574F3AEE9}"/>
              </a:ext>
            </a:extLst>
          </p:cNvPr>
          <p:cNvSpPr>
            <a:spLocks xmlns:a="http://schemas.openxmlformats.org/drawingml/2006/main" noGrp="1"/>
          </p:cNvSpPr>
          <p:nvPr/>
        </p:nvSpPr>
        <p:spPr>
          <a:xfrm xmlns:a="http://schemas.openxmlformats.org/drawingml/2006/main">
            <a:off x="819150" y="2143125"/>
            <a:ext cx="228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425" b="1">
                <a:solidFill>
                  <a:srgbClr val="166B68"/>
                </a:solidFill>
                <a:latin typeface="Yu Gothic"/>
                <a:ea typeface="Yu Gothic"/>
                <a:cs typeface="Yu Gothic"/>
              </a:defRPr>
            </a:defPPr>
            <a:lvl1pPr algn="ctr">
              <a:defRPr sz="1425" b="1">
                <a:solidFill>
                  <a:srgbClr val="166B68"/>
                </a:solidFill>
                <a:latin typeface="Yu Gothic"/>
                <a:ea typeface="Yu Gothic"/>
                <a:cs typeface="Yu Gothic"/>
              </a:defRPr>
            </a:lvl1pPr>
            <a:lvl2pPr algn="ctr">
              <a:defRPr sz="1425" b="1">
                <a:solidFill>
                  <a:srgbClr val="166B68"/>
                </a:solidFill>
                <a:latin typeface="Yu Gothic"/>
                <a:ea typeface="Yu Gothic"/>
                <a:cs typeface="Yu Gothic"/>
              </a:defRPr>
            </a:lvl2pPr>
            <a:lvl3pPr algn="ctr">
              <a:defRPr sz="1425" b="1">
                <a:solidFill>
                  <a:srgbClr val="166B68"/>
                </a:solidFill>
                <a:latin typeface="Yu Gothic"/>
                <a:ea typeface="Yu Gothic"/>
                <a:cs typeface="Yu Gothic"/>
              </a:defRPr>
            </a:lvl3pPr>
            <a:lvl4pPr algn="ctr">
              <a:defRPr sz="1425" b="1">
                <a:solidFill>
                  <a:srgbClr val="166B68"/>
                </a:solidFill>
                <a:latin typeface="Yu Gothic"/>
                <a:ea typeface="Yu Gothic"/>
                <a:cs typeface="Yu Gothic"/>
              </a:defRPr>
            </a:lvl4pPr>
            <a:lvl5pPr algn="ctr">
              <a:defRPr sz="1425" b="1">
                <a:solidFill>
                  <a:srgbClr val="166B68"/>
                </a:solidFill>
                <a:latin typeface="Yu Gothic"/>
                <a:ea typeface="Yu Gothic"/>
                <a:cs typeface="Yu Gothic"/>
              </a:defRPr>
            </a:lvl5pPr>
            <a:lvl6pPr algn="ctr">
              <a:defRPr sz="1425" b="1">
                <a:solidFill>
                  <a:srgbClr val="166B68"/>
                </a:solidFill>
                <a:latin typeface="Yu Gothic"/>
                <a:ea typeface="Yu Gothic"/>
                <a:cs typeface="Yu Gothic"/>
              </a:defRPr>
            </a:lvl6pPr>
            <a:lvl7pPr algn="ctr">
              <a:defRPr sz="1425" b="1">
                <a:solidFill>
                  <a:srgbClr val="166B68"/>
                </a:solidFill>
                <a:latin typeface="Yu Gothic"/>
                <a:ea typeface="Yu Gothic"/>
                <a:cs typeface="Yu Gothic"/>
              </a:defRPr>
            </a:lvl7pPr>
            <a:lvl8pPr algn="ctr">
              <a:defRPr sz="1425" b="1">
                <a:solidFill>
                  <a:srgbClr val="166B68"/>
                </a:solidFill>
                <a:latin typeface="Yu Gothic"/>
                <a:ea typeface="Yu Gothic"/>
                <a:cs typeface="Yu Gothic"/>
              </a:defRPr>
            </a:lvl8pPr>
            <a:lvl9pPr algn="ctr">
              <a:defRPr sz="1425" b="1">
                <a:solidFill>
                  <a:srgbClr val="166B68"/>
                </a:solidFill>
                <a:latin typeface="Yu Gothic"/>
                <a:ea typeface="Yu Gothic"/>
                <a:cs typeface="Yu Gothic"/>
              </a:defRPr>
            </a:lvl9pPr>
          </a:lstStyle>
          <a:p xmlns:a="http://schemas.openxmlformats.org/drawingml/2006/main">
            <a:pPr algn="ctr">
              <a:defRPr sz="1425" b="1">
                <a:solidFill>
                  <a:srgbClr val="166B68"/>
                </a:solidFill>
                <a:latin typeface="Yu Gothic"/>
                <a:ea typeface="Yu Gothic"/>
                <a:cs typeface="Yu Gothic"/>
              </a:defRPr>
            </a:pPr>
            <a:r>
              <a:rPr sz="1425" b="1">
                <a:solidFill>
                  <a:srgbClr val="166B68"/>
                </a:solidFill>
                <a:latin typeface="Yu Gothic"/>
                <a:ea typeface="Yu Gothic"/>
                <a:cs typeface="Yu Gothic"/>
              </a:rPr>
              <a:t>●</a:t>
            </a:r>
          </a:p>
        </p:txBody>
      </p:sp>
      <p:sp>
        <p:nvSpPr>
          <p:cNvPr id="8" name="">
            <a:extLst xmlns:a="http://schemas.openxmlformats.org/drawingml/2006/main">
              <a:ext uri="{FF2B5EF4-FFF2-40B4-BE49-F238E27FC236}">
                <a16:creationId xmlns:a16="http://schemas.microsoft.com/office/drawing/2014/main" id="{71DC15A7-E66D-4F77-961D-4DFA943B0DC9}"/>
              </a:ext>
            </a:extLst>
          </p:cNvPr>
          <p:cNvSpPr>
            <a:spLocks xmlns:a="http://schemas.openxmlformats.org/drawingml/2006/main" noGrp="1"/>
          </p:cNvSpPr>
          <p:nvPr/>
        </p:nvSpPr>
        <p:spPr>
          <a:xfrm xmlns:a="http://schemas.openxmlformats.org/drawingml/2006/main">
            <a:off x="1143000" y="2143125"/>
            <a:ext cx="9772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L＝85°40′35″</a:t>
            </a:r>
          </a:p>
        </p:txBody>
      </p:sp>
      <p:sp>
        <p:nvSpPr>
          <p:cNvPr id="9" name="">
            <a:extLst xmlns:a="http://schemas.openxmlformats.org/drawingml/2006/main">
              <a:ext uri="{FF2B5EF4-FFF2-40B4-BE49-F238E27FC236}">
                <a16:creationId xmlns:a16="http://schemas.microsoft.com/office/drawing/2014/main" id="{17D14D39-553B-4525-A9EB-2CDF89844AD6}"/>
              </a:ext>
            </a:extLst>
          </p:cNvPr>
          <p:cNvSpPr>
            <a:spLocks xmlns:a="http://schemas.openxmlformats.org/drawingml/2006/main" noGrp="1"/>
          </p:cNvSpPr>
          <p:nvPr/>
        </p:nvSpPr>
        <p:spPr>
          <a:xfrm xmlns:a="http://schemas.openxmlformats.org/drawingml/2006/main">
            <a:off x="819150" y="2714625"/>
            <a:ext cx="228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425" b="1">
                <a:solidFill>
                  <a:srgbClr val="166B68"/>
                </a:solidFill>
                <a:latin typeface="Yu Gothic"/>
                <a:ea typeface="Yu Gothic"/>
                <a:cs typeface="Yu Gothic"/>
              </a:defRPr>
            </a:defPPr>
            <a:lvl1pPr algn="ctr">
              <a:defRPr sz="1425" b="1">
                <a:solidFill>
                  <a:srgbClr val="166B68"/>
                </a:solidFill>
                <a:latin typeface="Yu Gothic"/>
                <a:ea typeface="Yu Gothic"/>
                <a:cs typeface="Yu Gothic"/>
              </a:defRPr>
            </a:lvl1pPr>
            <a:lvl2pPr algn="ctr">
              <a:defRPr sz="1425" b="1">
                <a:solidFill>
                  <a:srgbClr val="166B68"/>
                </a:solidFill>
                <a:latin typeface="Yu Gothic"/>
                <a:ea typeface="Yu Gothic"/>
                <a:cs typeface="Yu Gothic"/>
              </a:defRPr>
            </a:lvl2pPr>
            <a:lvl3pPr algn="ctr">
              <a:defRPr sz="1425" b="1">
                <a:solidFill>
                  <a:srgbClr val="166B68"/>
                </a:solidFill>
                <a:latin typeface="Yu Gothic"/>
                <a:ea typeface="Yu Gothic"/>
                <a:cs typeface="Yu Gothic"/>
              </a:defRPr>
            </a:lvl3pPr>
            <a:lvl4pPr algn="ctr">
              <a:defRPr sz="1425" b="1">
                <a:solidFill>
                  <a:srgbClr val="166B68"/>
                </a:solidFill>
                <a:latin typeface="Yu Gothic"/>
                <a:ea typeface="Yu Gothic"/>
                <a:cs typeface="Yu Gothic"/>
              </a:defRPr>
            </a:lvl4pPr>
            <a:lvl5pPr algn="ctr">
              <a:defRPr sz="1425" b="1">
                <a:solidFill>
                  <a:srgbClr val="166B68"/>
                </a:solidFill>
                <a:latin typeface="Yu Gothic"/>
                <a:ea typeface="Yu Gothic"/>
                <a:cs typeface="Yu Gothic"/>
              </a:defRPr>
            </a:lvl5pPr>
            <a:lvl6pPr algn="ctr">
              <a:defRPr sz="1425" b="1">
                <a:solidFill>
                  <a:srgbClr val="166B68"/>
                </a:solidFill>
                <a:latin typeface="Yu Gothic"/>
                <a:ea typeface="Yu Gothic"/>
                <a:cs typeface="Yu Gothic"/>
              </a:defRPr>
            </a:lvl6pPr>
            <a:lvl7pPr algn="ctr">
              <a:defRPr sz="1425" b="1">
                <a:solidFill>
                  <a:srgbClr val="166B68"/>
                </a:solidFill>
                <a:latin typeface="Yu Gothic"/>
                <a:ea typeface="Yu Gothic"/>
                <a:cs typeface="Yu Gothic"/>
              </a:defRPr>
            </a:lvl7pPr>
            <a:lvl8pPr algn="ctr">
              <a:defRPr sz="1425" b="1">
                <a:solidFill>
                  <a:srgbClr val="166B68"/>
                </a:solidFill>
                <a:latin typeface="Yu Gothic"/>
                <a:ea typeface="Yu Gothic"/>
                <a:cs typeface="Yu Gothic"/>
              </a:defRPr>
            </a:lvl8pPr>
            <a:lvl9pPr algn="ctr">
              <a:defRPr sz="1425" b="1">
                <a:solidFill>
                  <a:srgbClr val="166B68"/>
                </a:solidFill>
                <a:latin typeface="Yu Gothic"/>
                <a:ea typeface="Yu Gothic"/>
                <a:cs typeface="Yu Gothic"/>
              </a:defRPr>
            </a:lvl9pPr>
          </a:lstStyle>
          <a:p xmlns:a="http://schemas.openxmlformats.org/drawingml/2006/main">
            <a:pPr algn="ctr">
              <a:defRPr sz="1425" b="1">
                <a:solidFill>
                  <a:srgbClr val="166B68"/>
                </a:solidFill>
                <a:latin typeface="Yu Gothic"/>
                <a:ea typeface="Yu Gothic"/>
                <a:cs typeface="Yu Gothic"/>
              </a:defRPr>
            </a:pPr>
            <a:r>
              <a:rPr sz="1425" b="1">
                <a:solidFill>
                  <a:srgbClr val="166B68"/>
                </a:solidFill>
                <a:latin typeface="Yu Gothic"/>
                <a:ea typeface="Yu Gothic"/>
                <a:cs typeface="Yu Gothic"/>
              </a:rPr>
              <a:t>●</a:t>
            </a:r>
          </a:p>
        </p:txBody>
      </p:sp>
      <p:sp>
        <p:nvSpPr>
          <p:cNvPr id="10" name="">
            <a:extLst xmlns:a="http://schemas.openxmlformats.org/drawingml/2006/main">
              <a:ext uri="{FF2B5EF4-FFF2-40B4-BE49-F238E27FC236}">
                <a16:creationId xmlns:a16="http://schemas.microsoft.com/office/drawing/2014/main" id="{16E2A18C-4CE2-433A-9CE1-2D0F4F7F258D}"/>
              </a:ext>
            </a:extLst>
          </p:cNvPr>
          <p:cNvSpPr>
            <a:spLocks xmlns:a="http://schemas.openxmlformats.org/drawingml/2006/main" noGrp="1"/>
          </p:cNvSpPr>
          <p:nvPr/>
        </p:nvSpPr>
        <p:spPr>
          <a:xfrm xmlns:a="http://schemas.openxmlformats.org/drawingml/2006/main">
            <a:off x="1143000" y="2714625"/>
            <a:ext cx="9772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R′＝85°40′37″</a:t>
            </a:r>
          </a:p>
        </p:txBody>
      </p:sp>
      <p:sp>
        <p:nvSpPr>
          <p:cNvPr id="11" name="">
            <a:extLst xmlns:a="http://schemas.openxmlformats.org/drawingml/2006/main">
              <a:ext uri="{FF2B5EF4-FFF2-40B4-BE49-F238E27FC236}">
                <a16:creationId xmlns:a16="http://schemas.microsoft.com/office/drawing/2014/main" id="{3261A6A7-4511-430C-95A2-3A24D6F41F19}"/>
              </a:ext>
            </a:extLst>
          </p:cNvPr>
          <p:cNvSpPr>
            <a:spLocks xmlns:a="http://schemas.openxmlformats.org/drawingml/2006/main" noGrp="1"/>
          </p:cNvSpPr>
          <p:nvPr/>
        </p:nvSpPr>
        <p:spPr>
          <a:xfrm xmlns:a="http://schemas.openxmlformats.org/drawingml/2006/main">
            <a:off x="819150" y="3286125"/>
            <a:ext cx="228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425" b="1">
                <a:solidFill>
                  <a:srgbClr val="166B68"/>
                </a:solidFill>
                <a:latin typeface="Yu Gothic"/>
                <a:ea typeface="Yu Gothic"/>
                <a:cs typeface="Yu Gothic"/>
              </a:defRPr>
            </a:defPPr>
            <a:lvl1pPr algn="ctr">
              <a:defRPr sz="1425" b="1">
                <a:solidFill>
                  <a:srgbClr val="166B68"/>
                </a:solidFill>
                <a:latin typeface="Yu Gothic"/>
                <a:ea typeface="Yu Gothic"/>
                <a:cs typeface="Yu Gothic"/>
              </a:defRPr>
            </a:lvl1pPr>
            <a:lvl2pPr algn="ctr">
              <a:defRPr sz="1425" b="1">
                <a:solidFill>
                  <a:srgbClr val="166B68"/>
                </a:solidFill>
                <a:latin typeface="Yu Gothic"/>
                <a:ea typeface="Yu Gothic"/>
                <a:cs typeface="Yu Gothic"/>
              </a:defRPr>
            </a:lvl2pPr>
            <a:lvl3pPr algn="ctr">
              <a:defRPr sz="1425" b="1">
                <a:solidFill>
                  <a:srgbClr val="166B68"/>
                </a:solidFill>
                <a:latin typeface="Yu Gothic"/>
                <a:ea typeface="Yu Gothic"/>
                <a:cs typeface="Yu Gothic"/>
              </a:defRPr>
            </a:lvl3pPr>
            <a:lvl4pPr algn="ctr">
              <a:defRPr sz="1425" b="1">
                <a:solidFill>
                  <a:srgbClr val="166B68"/>
                </a:solidFill>
                <a:latin typeface="Yu Gothic"/>
                <a:ea typeface="Yu Gothic"/>
                <a:cs typeface="Yu Gothic"/>
              </a:defRPr>
            </a:lvl4pPr>
            <a:lvl5pPr algn="ctr">
              <a:defRPr sz="1425" b="1">
                <a:solidFill>
                  <a:srgbClr val="166B68"/>
                </a:solidFill>
                <a:latin typeface="Yu Gothic"/>
                <a:ea typeface="Yu Gothic"/>
                <a:cs typeface="Yu Gothic"/>
              </a:defRPr>
            </a:lvl5pPr>
            <a:lvl6pPr algn="ctr">
              <a:defRPr sz="1425" b="1">
                <a:solidFill>
                  <a:srgbClr val="166B68"/>
                </a:solidFill>
                <a:latin typeface="Yu Gothic"/>
                <a:ea typeface="Yu Gothic"/>
                <a:cs typeface="Yu Gothic"/>
              </a:defRPr>
            </a:lvl6pPr>
            <a:lvl7pPr algn="ctr">
              <a:defRPr sz="1425" b="1">
                <a:solidFill>
                  <a:srgbClr val="166B68"/>
                </a:solidFill>
                <a:latin typeface="Yu Gothic"/>
                <a:ea typeface="Yu Gothic"/>
                <a:cs typeface="Yu Gothic"/>
              </a:defRPr>
            </a:lvl7pPr>
            <a:lvl8pPr algn="ctr">
              <a:defRPr sz="1425" b="1">
                <a:solidFill>
                  <a:srgbClr val="166B68"/>
                </a:solidFill>
                <a:latin typeface="Yu Gothic"/>
                <a:ea typeface="Yu Gothic"/>
                <a:cs typeface="Yu Gothic"/>
              </a:defRPr>
            </a:lvl8pPr>
            <a:lvl9pPr algn="ctr">
              <a:defRPr sz="1425" b="1">
                <a:solidFill>
                  <a:srgbClr val="166B68"/>
                </a:solidFill>
                <a:latin typeface="Yu Gothic"/>
                <a:ea typeface="Yu Gothic"/>
                <a:cs typeface="Yu Gothic"/>
              </a:defRPr>
            </a:lvl9pPr>
          </a:lstStyle>
          <a:p xmlns:a="http://schemas.openxmlformats.org/drawingml/2006/main">
            <a:pPr algn="ctr">
              <a:defRPr sz="1425" b="1">
                <a:solidFill>
                  <a:srgbClr val="166B68"/>
                </a:solidFill>
                <a:latin typeface="Yu Gothic"/>
                <a:ea typeface="Yu Gothic"/>
                <a:cs typeface="Yu Gothic"/>
              </a:defRPr>
            </a:pPr>
            <a:r>
              <a:rPr sz="1425" b="1">
                <a:solidFill>
                  <a:srgbClr val="166B68"/>
                </a:solidFill>
                <a:latin typeface="Yu Gothic"/>
                <a:ea typeface="Yu Gothic"/>
                <a:cs typeface="Yu Gothic"/>
              </a:rPr>
              <a:t>●</a:t>
            </a:r>
          </a:p>
        </p:txBody>
      </p:sp>
      <p:sp>
        <p:nvSpPr>
          <p:cNvPr id="12" name="">
            <a:extLst xmlns:a="http://schemas.openxmlformats.org/drawingml/2006/main">
              <a:ext uri="{FF2B5EF4-FFF2-40B4-BE49-F238E27FC236}">
                <a16:creationId xmlns:a16="http://schemas.microsoft.com/office/drawing/2014/main" id="{FC1FE91B-6C3D-436C-B596-B82D7E2CA59D}"/>
              </a:ext>
            </a:extLst>
          </p:cNvPr>
          <p:cNvSpPr>
            <a:spLocks xmlns:a="http://schemas.openxmlformats.org/drawingml/2006/main" noGrp="1"/>
          </p:cNvSpPr>
          <p:nvPr/>
        </p:nvSpPr>
        <p:spPr>
          <a:xfrm xmlns:a="http://schemas.openxmlformats.org/drawingml/2006/main">
            <a:off x="1143000" y="3286125"/>
            <a:ext cx="9772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(L＋R′)÷2</a:t>
            </a:r>
          </a:p>
        </p:txBody>
      </p:sp>
      <p:sp>
        <p:nvSpPr>
          <p:cNvPr id="13" name="">
            <a:extLst xmlns:a="http://schemas.openxmlformats.org/drawingml/2006/main">
              <a:ext uri="{FF2B5EF4-FFF2-40B4-BE49-F238E27FC236}">
                <a16:creationId xmlns:a16="http://schemas.microsoft.com/office/drawing/2014/main" id="{AF7D8BCD-2136-4116-801C-CABB06EA29B3}"/>
              </a:ext>
            </a:extLst>
          </p:cNvPr>
          <p:cNvSpPr>
            <a:spLocks xmlns:a="http://schemas.openxmlformats.org/drawingml/2006/main" noGrp="1"/>
          </p:cNvSpPr>
          <p:nvPr/>
        </p:nvSpPr>
        <p:spPr>
          <a:xfrm xmlns:a="http://schemas.openxmlformats.org/drawingml/2006/main">
            <a:off x="819150" y="3952875"/>
            <a:ext cx="228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275" b="1">
                <a:solidFill>
                  <a:srgbClr val="166B68"/>
                </a:solidFill>
                <a:latin typeface="Yu Gothic"/>
                <a:ea typeface="Yu Gothic"/>
                <a:cs typeface="Yu Gothic"/>
              </a:defRPr>
            </a:defPPr>
            <a:lvl1pPr algn="ctr">
              <a:defRPr sz="1275" b="1">
                <a:solidFill>
                  <a:srgbClr val="166B68"/>
                </a:solidFill>
                <a:latin typeface="Yu Gothic"/>
                <a:ea typeface="Yu Gothic"/>
                <a:cs typeface="Yu Gothic"/>
              </a:defRPr>
            </a:lvl1pPr>
            <a:lvl2pPr algn="ctr">
              <a:defRPr sz="1275" b="1">
                <a:solidFill>
                  <a:srgbClr val="166B68"/>
                </a:solidFill>
                <a:latin typeface="Yu Gothic"/>
                <a:ea typeface="Yu Gothic"/>
                <a:cs typeface="Yu Gothic"/>
              </a:defRPr>
            </a:lvl2pPr>
            <a:lvl3pPr algn="ctr">
              <a:defRPr sz="1275" b="1">
                <a:solidFill>
                  <a:srgbClr val="166B68"/>
                </a:solidFill>
                <a:latin typeface="Yu Gothic"/>
                <a:ea typeface="Yu Gothic"/>
                <a:cs typeface="Yu Gothic"/>
              </a:defRPr>
            </a:lvl3pPr>
            <a:lvl4pPr algn="ctr">
              <a:defRPr sz="1275" b="1">
                <a:solidFill>
                  <a:srgbClr val="166B68"/>
                </a:solidFill>
                <a:latin typeface="Yu Gothic"/>
                <a:ea typeface="Yu Gothic"/>
                <a:cs typeface="Yu Gothic"/>
              </a:defRPr>
            </a:lvl4pPr>
            <a:lvl5pPr algn="ctr">
              <a:defRPr sz="1275" b="1">
                <a:solidFill>
                  <a:srgbClr val="166B68"/>
                </a:solidFill>
                <a:latin typeface="Yu Gothic"/>
                <a:ea typeface="Yu Gothic"/>
                <a:cs typeface="Yu Gothic"/>
              </a:defRPr>
            </a:lvl5pPr>
            <a:lvl6pPr algn="ctr">
              <a:defRPr sz="1275" b="1">
                <a:solidFill>
                  <a:srgbClr val="166B68"/>
                </a:solidFill>
                <a:latin typeface="Yu Gothic"/>
                <a:ea typeface="Yu Gothic"/>
                <a:cs typeface="Yu Gothic"/>
              </a:defRPr>
            </a:lvl6pPr>
            <a:lvl7pPr algn="ctr">
              <a:defRPr sz="1275" b="1">
                <a:solidFill>
                  <a:srgbClr val="166B68"/>
                </a:solidFill>
                <a:latin typeface="Yu Gothic"/>
                <a:ea typeface="Yu Gothic"/>
                <a:cs typeface="Yu Gothic"/>
              </a:defRPr>
            </a:lvl7pPr>
            <a:lvl8pPr algn="ctr">
              <a:defRPr sz="1275" b="1">
                <a:solidFill>
                  <a:srgbClr val="166B68"/>
                </a:solidFill>
                <a:latin typeface="Yu Gothic"/>
                <a:ea typeface="Yu Gothic"/>
                <a:cs typeface="Yu Gothic"/>
              </a:defRPr>
            </a:lvl8pPr>
            <a:lvl9pPr algn="ctr">
              <a:defRPr sz="1275" b="1">
                <a:solidFill>
                  <a:srgbClr val="166B68"/>
                </a:solidFill>
                <a:latin typeface="Yu Gothic"/>
                <a:ea typeface="Yu Gothic"/>
                <a:cs typeface="Yu Gothic"/>
              </a:defRPr>
            </a:lvl9pPr>
          </a:lstStyle>
          <a:p xmlns:a="http://schemas.openxmlformats.org/drawingml/2006/main">
            <a:pPr algn="ctr">
              <a:defRPr sz="1275" b="1">
                <a:solidFill>
                  <a:srgbClr val="166B68"/>
                </a:solidFill>
                <a:latin typeface="Yu Gothic"/>
                <a:ea typeface="Yu Gothic"/>
                <a:cs typeface="Yu Gothic"/>
              </a:defRPr>
            </a:pPr>
            <a:r>
              <a:rPr sz="1275" b="1">
                <a:solidFill>
                  <a:srgbClr val="166B68"/>
                </a:solidFill>
                <a:latin typeface="Yu Gothic"/>
                <a:ea typeface="Yu Gothic"/>
                <a:cs typeface="Yu Gothic"/>
              </a:rPr>
              <a:t>●</a:t>
            </a:r>
          </a:p>
        </p:txBody>
      </p:sp>
      <p:sp>
        <p:nvSpPr>
          <p:cNvPr id="14" name="">
            <a:extLst xmlns:a="http://schemas.openxmlformats.org/drawingml/2006/main">
              <a:ext uri="{FF2B5EF4-FFF2-40B4-BE49-F238E27FC236}">
                <a16:creationId xmlns:a16="http://schemas.microsoft.com/office/drawing/2014/main" id="{26C9CF34-ED96-42F6-9388-80A1BE3BC208}"/>
              </a:ext>
            </a:extLst>
          </p:cNvPr>
          <p:cNvSpPr>
            <a:spLocks xmlns:a="http://schemas.openxmlformats.org/drawingml/2006/main" noGrp="1"/>
          </p:cNvSpPr>
          <p:nvPr/>
        </p:nvSpPr>
        <p:spPr>
          <a:xfrm xmlns:a="http://schemas.openxmlformats.org/drawingml/2006/main">
            <a:off x="1143000" y="3952875"/>
            <a:ext cx="9772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00" b="0">
                <a:solidFill>
                  <a:srgbClr val="182B33"/>
                </a:solidFill>
                <a:latin typeface="Yu Gothic"/>
                <a:ea typeface="Yu Gothic"/>
                <a:cs typeface="Yu Gothic"/>
              </a:defRPr>
            </a:defPPr>
            <a:lvl1pPr algn="l">
              <a:defRPr sz="2100" b="0">
                <a:solidFill>
                  <a:srgbClr val="182B33"/>
                </a:solidFill>
                <a:latin typeface="Yu Gothic"/>
                <a:ea typeface="Yu Gothic"/>
                <a:cs typeface="Yu Gothic"/>
              </a:defRPr>
            </a:lvl1pPr>
            <a:lvl2pPr algn="l">
              <a:defRPr sz="2100" b="0">
                <a:solidFill>
                  <a:srgbClr val="182B33"/>
                </a:solidFill>
                <a:latin typeface="Yu Gothic"/>
                <a:ea typeface="Yu Gothic"/>
                <a:cs typeface="Yu Gothic"/>
              </a:defRPr>
            </a:lvl2pPr>
            <a:lvl3pPr algn="l">
              <a:defRPr sz="2100" b="0">
                <a:solidFill>
                  <a:srgbClr val="182B33"/>
                </a:solidFill>
                <a:latin typeface="Yu Gothic"/>
                <a:ea typeface="Yu Gothic"/>
                <a:cs typeface="Yu Gothic"/>
              </a:defRPr>
            </a:lvl3pPr>
            <a:lvl4pPr algn="l">
              <a:defRPr sz="2100" b="0">
                <a:solidFill>
                  <a:srgbClr val="182B33"/>
                </a:solidFill>
                <a:latin typeface="Yu Gothic"/>
                <a:ea typeface="Yu Gothic"/>
                <a:cs typeface="Yu Gothic"/>
              </a:defRPr>
            </a:lvl4pPr>
            <a:lvl5pPr algn="l">
              <a:defRPr sz="2100" b="0">
                <a:solidFill>
                  <a:srgbClr val="182B33"/>
                </a:solidFill>
                <a:latin typeface="Yu Gothic"/>
                <a:ea typeface="Yu Gothic"/>
                <a:cs typeface="Yu Gothic"/>
              </a:defRPr>
            </a:lvl5pPr>
            <a:lvl6pPr algn="l">
              <a:defRPr sz="2100" b="0">
                <a:solidFill>
                  <a:srgbClr val="182B33"/>
                </a:solidFill>
                <a:latin typeface="Yu Gothic"/>
                <a:ea typeface="Yu Gothic"/>
                <a:cs typeface="Yu Gothic"/>
              </a:defRPr>
            </a:lvl6pPr>
            <a:lvl7pPr algn="l">
              <a:defRPr sz="2100" b="0">
                <a:solidFill>
                  <a:srgbClr val="182B33"/>
                </a:solidFill>
                <a:latin typeface="Yu Gothic"/>
                <a:ea typeface="Yu Gothic"/>
                <a:cs typeface="Yu Gothic"/>
              </a:defRPr>
            </a:lvl7pPr>
            <a:lvl8pPr algn="l">
              <a:defRPr sz="2100" b="0">
                <a:solidFill>
                  <a:srgbClr val="182B33"/>
                </a:solidFill>
                <a:latin typeface="Yu Gothic"/>
                <a:ea typeface="Yu Gothic"/>
                <a:cs typeface="Yu Gothic"/>
              </a:defRPr>
            </a:lvl8pPr>
            <a:lvl9pPr algn="l">
              <a:defRPr sz="2100" b="0">
                <a:solidFill>
                  <a:srgbClr val="182B33"/>
                </a:solidFill>
                <a:latin typeface="Yu Gothic"/>
                <a:ea typeface="Yu Gothic"/>
                <a:cs typeface="Yu Gothic"/>
              </a:defRPr>
            </a:lvl9pPr>
          </a:lstStyle>
          <a:p xmlns:a="http://schemas.openxmlformats.org/drawingml/2006/main">
            <a:pPr algn="l">
              <a:defRPr sz="2100" b="0">
                <a:solidFill>
                  <a:srgbClr val="182B33"/>
                </a:solidFill>
                <a:latin typeface="Yu Gothic"/>
                <a:ea typeface="Yu Gothic"/>
                <a:cs typeface="Yu Gothic"/>
              </a:defRPr>
            </a:pPr>
            <a:r>
              <a:rPr sz="2100" b="0">
                <a:solidFill>
                  <a:srgbClr val="182B33"/>
                </a:solidFill>
                <a:latin typeface="Yu Gothic"/>
                <a:ea typeface="Yu Gothic"/>
                <a:cs typeface="Yu Gothic"/>
              </a:rPr>
              <a:t>平均前に半周をそろえる</a:t>
            </a:r>
          </a:p>
        </p:txBody>
      </p:sp>
      <p:sp>
        <p:nvSpPr>
          <p:cNvPr id="15" name="">
            <a:extLst xmlns:a="http://schemas.openxmlformats.org/drawingml/2006/main">
              <a:ext uri="{FF2B5EF4-FFF2-40B4-BE49-F238E27FC236}">
                <a16:creationId xmlns:a16="http://schemas.microsoft.com/office/drawing/2014/main" id="{E3B9047D-D861-4181-87E5-655864FDA804}"/>
              </a:ext>
            </a:extLst>
          </p:cNvPr>
          <p:cNvSpPr>
            <a:spLocks xmlns:a="http://schemas.openxmlformats.org/drawingml/2006/main" noGrp="1"/>
          </p:cNvSpPr>
          <p:nvPr/>
        </p:nvSpPr>
        <p:spPr>
          <a:xfrm xmlns:a="http://schemas.openxmlformats.org/drawingml/2006/main">
            <a:off x="781050" y="5219700"/>
            <a:ext cx="10287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625" b="1">
                <a:solidFill>
                  <a:srgbClr val="166B68"/>
                </a:solidFill>
                <a:latin typeface="Yu Gothic"/>
                <a:ea typeface="Yu Gothic"/>
                <a:cs typeface="Yu Gothic"/>
              </a:defRPr>
            </a:defPPr>
            <a:lvl1pPr algn="l">
              <a:defRPr sz="2625" b="1">
                <a:solidFill>
                  <a:srgbClr val="166B68"/>
                </a:solidFill>
                <a:latin typeface="Yu Gothic"/>
                <a:ea typeface="Yu Gothic"/>
                <a:cs typeface="Yu Gothic"/>
              </a:defRPr>
            </a:lvl1pPr>
            <a:lvl2pPr algn="l">
              <a:defRPr sz="2625" b="1">
                <a:solidFill>
                  <a:srgbClr val="166B68"/>
                </a:solidFill>
                <a:latin typeface="Yu Gothic"/>
                <a:ea typeface="Yu Gothic"/>
                <a:cs typeface="Yu Gothic"/>
              </a:defRPr>
            </a:lvl2pPr>
            <a:lvl3pPr algn="l">
              <a:defRPr sz="2625" b="1">
                <a:solidFill>
                  <a:srgbClr val="166B68"/>
                </a:solidFill>
                <a:latin typeface="Yu Gothic"/>
                <a:ea typeface="Yu Gothic"/>
                <a:cs typeface="Yu Gothic"/>
              </a:defRPr>
            </a:lvl3pPr>
            <a:lvl4pPr algn="l">
              <a:defRPr sz="2625" b="1">
                <a:solidFill>
                  <a:srgbClr val="166B68"/>
                </a:solidFill>
                <a:latin typeface="Yu Gothic"/>
                <a:ea typeface="Yu Gothic"/>
                <a:cs typeface="Yu Gothic"/>
              </a:defRPr>
            </a:lvl4pPr>
            <a:lvl5pPr algn="l">
              <a:defRPr sz="2625" b="1">
                <a:solidFill>
                  <a:srgbClr val="166B68"/>
                </a:solidFill>
                <a:latin typeface="Yu Gothic"/>
                <a:ea typeface="Yu Gothic"/>
                <a:cs typeface="Yu Gothic"/>
              </a:defRPr>
            </a:lvl5pPr>
            <a:lvl6pPr algn="l">
              <a:defRPr sz="2625" b="1">
                <a:solidFill>
                  <a:srgbClr val="166B68"/>
                </a:solidFill>
                <a:latin typeface="Yu Gothic"/>
                <a:ea typeface="Yu Gothic"/>
                <a:cs typeface="Yu Gothic"/>
              </a:defRPr>
            </a:lvl6pPr>
            <a:lvl7pPr algn="l">
              <a:defRPr sz="2625" b="1">
                <a:solidFill>
                  <a:srgbClr val="166B68"/>
                </a:solidFill>
                <a:latin typeface="Yu Gothic"/>
                <a:ea typeface="Yu Gothic"/>
                <a:cs typeface="Yu Gothic"/>
              </a:defRPr>
            </a:lvl7pPr>
            <a:lvl8pPr algn="l">
              <a:defRPr sz="2625" b="1">
                <a:solidFill>
                  <a:srgbClr val="166B68"/>
                </a:solidFill>
                <a:latin typeface="Yu Gothic"/>
                <a:ea typeface="Yu Gothic"/>
                <a:cs typeface="Yu Gothic"/>
              </a:defRPr>
            </a:lvl8pPr>
            <a:lvl9pPr algn="l">
              <a:defRPr sz="2625" b="1">
                <a:solidFill>
                  <a:srgbClr val="166B68"/>
                </a:solidFill>
                <a:latin typeface="Yu Gothic"/>
                <a:ea typeface="Yu Gothic"/>
                <a:cs typeface="Yu Gothic"/>
              </a:defRPr>
            </a:lvl9pPr>
          </a:lstStyle>
          <a:p xmlns:a="http://schemas.openxmlformats.org/drawingml/2006/main">
            <a:pPr algn="l">
              <a:defRPr sz="2625" b="1">
                <a:solidFill>
                  <a:srgbClr val="166B68"/>
                </a:solidFill>
                <a:latin typeface="Yu Gothic"/>
                <a:ea typeface="Yu Gothic"/>
                <a:cs typeface="Yu Gothic"/>
              </a:defRPr>
            </a:pPr>
            <a:r>
              <a:rPr sz="2625" b="1">
                <a:solidFill>
                  <a:srgbClr val="166B68"/>
                </a:solidFill>
                <a:latin typeface="Yu Gothic"/>
                <a:ea typeface="Yu Gothic"/>
                <a:cs typeface="Yu Gothic"/>
              </a:rPr>
              <a:t>Bの正反平均＝85°40′36″</a:t>
            </a:r>
          </a:p>
        </p:txBody>
      </p:sp>
    </p:spTree>
    <p:extLst>
      <p:ext uri="{BB962C8B-B14F-4D97-AF65-F5344CB8AC3E}">
        <p14:creationId xmlns:p14="http://schemas.microsoft.com/office/powerpoint/2010/main" val="1914659253"/>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F830F1CA-3C28-4397-8A86-78BD6697B665}"/>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E8E2E043-290C-4E5E-8059-8908446C2D20}"/>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方向法</a:t>
            </a:r>
          </a:p>
        </p:txBody>
      </p:sp>
      <p:sp>
        <p:nvSpPr>
          <p:cNvPr id="3" name="">
            <a:extLst xmlns:a="http://schemas.openxmlformats.org/drawingml/2006/main">
              <a:ext uri="{FF2B5EF4-FFF2-40B4-BE49-F238E27FC236}">
                <a16:creationId xmlns:a16="http://schemas.microsoft.com/office/drawing/2014/main" id="{FFCE76FB-487D-4077-B7AF-FA53899A2C67}"/>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帰零はAを0°に置き直す</a:t>
            </a:r>
          </a:p>
        </p:txBody>
      </p:sp>
      <p:sp>
        <p:nvSpPr>
          <p:cNvPr id="4" name="">
            <a:extLst xmlns:a="http://schemas.openxmlformats.org/drawingml/2006/main">
              <a:ext uri="{FF2B5EF4-FFF2-40B4-BE49-F238E27FC236}">
                <a16:creationId xmlns:a16="http://schemas.microsoft.com/office/drawing/2014/main" id="{EA7CA02B-34B1-4926-9CD3-D293E00C0CF2}"/>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2420631A-F31A-4F5C-82BF-E22344536E82}"/>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26</a:t>
            </a:r>
          </a:p>
        </p:txBody>
      </p:sp>
      <p:sp>
        <p:nvSpPr>
          <p:cNvPr id="6" name="">
            <a:extLst xmlns:a="http://schemas.openxmlformats.org/drawingml/2006/main">
              <a:ext uri="{FF2B5EF4-FFF2-40B4-BE49-F238E27FC236}">
                <a16:creationId xmlns:a16="http://schemas.microsoft.com/office/drawing/2014/main" id="{9C0CBE62-E7AC-487F-8510-49421A661E84}"/>
              </a:ext>
            </a:extLst>
          </p:cNvPr>
          <p:cNvSpPr>
            <a:spLocks xmlns:a="http://schemas.openxmlformats.org/drawingml/2006/main" noGrp="1"/>
          </p:cNvSpPr>
          <p:nvPr/>
        </p:nvSpPr>
        <p:spPr>
          <a:xfrm xmlns:a="http://schemas.openxmlformats.org/drawingml/2006/main">
            <a:off x="723900" y="1504950"/>
            <a:ext cx="10287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1">
                <a:solidFill>
                  <a:srgbClr val="52616A"/>
                </a:solidFill>
                <a:latin typeface="Yu Gothic"/>
                <a:ea typeface="Yu Gothic"/>
                <a:cs typeface="Yu Gothic"/>
              </a:defRPr>
            </a:defPPr>
            <a:lvl1pPr algn="l">
              <a:defRPr sz="2250" b="1">
                <a:solidFill>
                  <a:srgbClr val="52616A"/>
                </a:solidFill>
                <a:latin typeface="Yu Gothic"/>
                <a:ea typeface="Yu Gothic"/>
                <a:cs typeface="Yu Gothic"/>
              </a:defRPr>
            </a:lvl1pPr>
            <a:lvl2pPr algn="l">
              <a:defRPr sz="2250" b="1">
                <a:solidFill>
                  <a:srgbClr val="52616A"/>
                </a:solidFill>
                <a:latin typeface="Yu Gothic"/>
                <a:ea typeface="Yu Gothic"/>
                <a:cs typeface="Yu Gothic"/>
              </a:defRPr>
            </a:lvl2pPr>
            <a:lvl3pPr algn="l">
              <a:defRPr sz="2250" b="1">
                <a:solidFill>
                  <a:srgbClr val="52616A"/>
                </a:solidFill>
                <a:latin typeface="Yu Gothic"/>
                <a:ea typeface="Yu Gothic"/>
                <a:cs typeface="Yu Gothic"/>
              </a:defRPr>
            </a:lvl3pPr>
            <a:lvl4pPr algn="l">
              <a:defRPr sz="2250" b="1">
                <a:solidFill>
                  <a:srgbClr val="52616A"/>
                </a:solidFill>
                <a:latin typeface="Yu Gothic"/>
                <a:ea typeface="Yu Gothic"/>
                <a:cs typeface="Yu Gothic"/>
              </a:defRPr>
            </a:lvl4pPr>
            <a:lvl5pPr algn="l">
              <a:defRPr sz="2250" b="1">
                <a:solidFill>
                  <a:srgbClr val="52616A"/>
                </a:solidFill>
                <a:latin typeface="Yu Gothic"/>
                <a:ea typeface="Yu Gothic"/>
                <a:cs typeface="Yu Gothic"/>
              </a:defRPr>
            </a:lvl5pPr>
            <a:lvl6pPr algn="l">
              <a:defRPr sz="2250" b="1">
                <a:solidFill>
                  <a:srgbClr val="52616A"/>
                </a:solidFill>
                <a:latin typeface="Yu Gothic"/>
                <a:ea typeface="Yu Gothic"/>
                <a:cs typeface="Yu Gothic"/>
              </a:defRPr>
            </a:lvl6pPr>
            <a:lvl7pPr algn="l">
              <a:defRPr sz="2250" b="1">
                <a:solidFill>
                  <a:srgbClr val="52616A"/>
                </a:solidFill>
                <a:latin typeface="Yu Gothic"/>
                <a:ea typeface="Yu Gothic"/>
                <a:cs typeface="Yu Gothic"/>
              </a:defRPr>
            </a:lvl7pPr>
            <a:lvl8pPr algn="l">
              <a:defRPr sz="2250" b="1">
                <a:solidFill>
                  <a:srgbClr val="52616A"/>
                </a:solidFill>
                <a:latin typeface="Yu Gothic"/>
                <a:ea typeface="Yu Gothic"/>
                <a:cs typeface="Yu Gothic"/>
              </a:defRPr>
            </a:lvl8pPr>
            <a:lvl9pPr algn="l">
              <a:defRPr sz="2250" b="1">
                <a:solidFill>
                  <a:srgbClr val="52616A"/>
                </a:solidFill>
                <a:latin typeface="Yu Gothic"/>
                <a:ea typeface="Yu Gothic"/>
                <a:cs typeface="Yu Gothic"/>
              </a:defRPr>
            </a:lvl9pPr>
          </a:lstStyle>
          <a:p xmlns:a="http://schemas.openxmlformats.org/drawingml/2006/main">
            <a:pPr algn="l">
              <a:defRPr sz="2250" b="1">
                <a:solidFill>
                  <a:srgbClr val="52616A"/>
                </a:solidFill>
                <a:latin typeface="Yu Gothic"/>
                <a:ea typeface="Yu Gothic"/>
                <a:cs typeface="Yu Gothic"/>
              </a:defRPr>
            </a:pPr>
            <a:r>
              <a:rPr sz="2250" b="1">
                <a:solidFill>
                  <a:srgbClr val="52616A"/>
                </a:solidFill>
                <a:latin typeface="Yu Gothic"/>
                <a:ea typeface="Yu Gothic"/>
                <a:cs typeface="Yu Gothic"/>
              </a:rPr>
              <a:t>同じ対回のA始を各方向から引く</a:t>
            </a:r>
          </a:p>
        </p:txBody>
      </p:sp>
      <p:sp>
        <p:nvSpPr>
          <p:cNvPr id="7" name="">
            <a:extLst xmlns:a="http://schemas.openxmlformats.org/drawingml/2006/main">
              <a:ext uri="{FF2B5EF4-FFF2-40B4-BE49-F238E27FC236}">
                <a16:creationId xmlns:a16="http://schemas.microsoft.com/office/drawing/2014/main" id="{F3BF2579-81D2-4E6D-BC6A-C27EEA5BD8F5}"/>
              </a:ext>
            </a:extLst>
          </p:cNvPr>
          <p:cNvSpPr>
            <a:spLocks xmlns:a="http://schemas.openxmlformats.org/drawingml/2006/main" noGrp="1"/>
          </p:cNvSpPr>
          <p:nvPr/>
        </p:nvSpPr>
        <p:spPr>
          <a:xfrm xmlns:a="http://schemas.openxmlformats.org/drawingml/2006/main">
            <a:off x="819150" y="2143125"/>
            <a:ext cx="228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425" b="1">
                <a:solidFill>
                  <a:srgbClr val="166B68"/>
                </a:solidFill>
                <a:latin typeface="Yu Gothic"/>
                <a:ea typeface="Yu Gothic"/>
                <a:cs typeface="Yu Gothic"/>
              </a:defRPr>
            </a:defPPr>
            <a:lvl1pPr algn="ctr">
              <a:defRPr sz="1425" b="1">
                <a:solidFill>
                  <a:srgbClr val="166B68"/>
                </a:solidFill>
                <a:latin typeface="Yu Gothic"/>
                <a:ea typeface="Yu Gothic"/>
                <a:cs typeface="Yu Gothic"/>
              </a:defRPr>
            </a:lvl1pPr>
            <a:lvl2pPr algn="ctr">
              <a:defRPr sz="1425" b="1">
                <a:solidFill>
                  <a:srgbClr val="166B68"/>
                </a:solidFill>
                <a:latin typeface="Yu Gothic"/>
                <a:ea typeface="Yu Gothic"/>
                <a:cs typeface="Yu Gothic"/>
              </a:defRPr>
            </a:lvl2pPr>
            <a:lvl3pPr algn="ctr">
              <a:defRPr sz="1425" b="1">
                <a:solidFill>
                  <a:srgbClr val="166B68"/>
                </a:solidFill>
                <a:latin typeface="Yu Gothic"/>
                <a:ea typeface="Yu Gothic"/>
                <a:cs typeface="Yu Gothic"/>
              </a:defRPr>
            </a:lvl3pPr>
            <a:lvl4pPr algn="ctr">
              <a:defRPr sz="1425" b="1">
                <a:solidFill>
                  <a:srgbClr val="166B68"/>
                </a:solidFill>
                <a:latin typeface="Yu Gothic"/>
                <a:ea typeface="Yu Gothic"/>
                <a:cs typeface="Yu Gothic"/>
              </a:defRPr>
            </a:lvl4pPr>
            <a:lvl5pPr algn="ctr">
              <a:defRPr sz="1425" b="1">
                <a:solidFill>
                  <a:srgbClr val="166B68"/>
                </a:solidFill>
                <a:latin typeface="Yu Gothic"/>
                <a:ea typeface="Yu Gothic"/>
                <a:cs typeface="Yu Gothic"/>
              </a:defRPr>
            </a:lvl5pPr>
            <a:lvl6pPr algn="ctr">
              <a:defRPr sz="1425" b="1">
                <a:solidFill>
                  <a:srgbClr val="166B68"/>
                </a:solidFill>
                <a:latin typeface="Yu Gothic"/>
                <a:ea typeface="Yu Gothic"/>
                <a:cs typeface="Yu Gothic"/>
              </a:defRPr>
            </a:lvl6pPr>
            <a:lvl7pPr algn="ctr">
              <a:defRPr sz="1425" b="1">
                <a:solidFill>
                  <a:srgbClr val="166B68"/>
                </a:solidFill>
                <a:latin typeface="Yu Gothic"/>
                <a:ea typeface="Yu Gothic"/>
                <a:cs typeface="Yu Gothic"/>
              </a:defRPr>
            </a:lvl7pPr>
            <a:lvl8pPr algn="ctr">
              <a:defRPr sz="1425" b="1">
                <a:solidFill>
                  <a:srgbClr val="166B68"/>
                </a:solidFill>
                <a:latin typeface="Yu Gothic"/>
                <a:ea typeface="Yu Gothic"/>
                <a:cs typeface="Yu Gothic"/>
              </a:defRPr>
            </a:lvl8pPr>
            <a:lvl9pPr algn="ctr">
              <a:defRPr sz="1425" b="1">
                <a:solidFill>
                  <a:srgbClr val="166B68"/>
                </a:solidFill>
                <a:latin typeface="Yu Gothic"/>
                <a:ea typeface="Yu Gothic"/>
                <a:cs typeface="Yu Gothic"/>
              </a:defRPr>
            </a:lvl9pPr>
          </a:lstStyle>
          <a:p xmlns:a="http://schemas.openxmlformats.org/drawingml/2006/main">
            <a:pPr algn="ctr">
              <a:defRPr sz="1425" b="1">
                <a:solidFill>
                  <a:srgbClr val="166B68"/>
                </a:solidFill>
                <a:latin typeface="Yu Gothic"/>
                <a:ea typeface="Yu Gothic"/>
                <a:cs typeface="Yu Gothic"/>
              </a:defRPr>
            </a:pPr>
            <a:r>
              <a:rPr sz="1425" b="1">
                <a:solidFill>
                  <a:srgbClr val="166B68"/>
                </a:solidFill>
                <a:latin typeface="Yu Gothic"/>
                <a:ea typeface="Yu Gothic"/>
                <a:cs typeface="Yu Gothic"/>
              </a:rPr>
              <a:t>●</a:t>
            </a:r>
          </a:p>
        </p:txBody>
      </p:sp>
      <p:sp>
        <p:nvSpPr>
          <p:cNvPr id="8" name="">
            <a:extLst xmlns:a="http://schemas.openxmlformats.org/drawingml/2006/main">
              <a:ext uri="{FF2B5EF4-FFF2-40B4-BE49-F238E27FC236}">
                <a16:creationId xmlns:a16="http://schemas.microsoft.com/office/drawing/2014/main" id="{FAC35BAF-F457-4496-BBF6-1CAD4AA99B76}"/>
              </a:ext>
            </a:extLst>
          </p:cNvPr>
          <p:cNvSpPr>
            <a:spLocks xmlns:a="http://schemas.openxmlformats.org/drawingml/2006/main" noGrp="1"/>
          </p:cNvSpPr>
          <p:nvPr/>
        </p:nvSpPr>
        <p:spPr>
          <a:xfrm xmlns:a="http://schemas.openxmlformats.org/drawingml/2006/main">
            <a:off x="1143000" y="2143125"/>
            <a:ext cx="9772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B平均＝85°40′36″</a:t>
            </a:r>
          </a:p>
        </p:txBody>
      </p:sp>
      <p:sp>
        <p:nvSpPr>
          <p:cNvPr id="9" name="">
            <a:extLst xmlns:a="http://schemas.openxmlformats.org/drawingml/2006/main">
              <a:ext uri="{FF2B5EF4-FFF2-40B4-BE49-F238E27FC236}">
                <a16:creationId xmlns:a16="http://schemas.microsoft.com/office/drawing/2014/main" id="{001D8E79-A87B-4499-9D36-182DC474EB51}"/>
              </a:ext>
            </a:extLst>
          </p:cNvPr>
          <p:cNvSpPr>
            <a:spLocks xmlns:a="http://schemas.openxmlformats.org/drawingml/2006/main" noGrp="1"/>
          </p:cNvSpPr>
          <p:nvPr/>
        </p:nvSpPr>
        <p:spPr>
          <a:xfrm xmlns:a="http://schemas.openxmlformats.org/drawingml/2006/main">
            <a:off x="819150" y="2714625"/>
            <a:ext cx="228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425" b="1">
                <a:solidFill>
                  <a:srgbClr val="166B68"/>
                </a:solidFill>
                <a:latin typeface="Yu Gothic"/>
                <a:ea typeface="Yu Gothic"/>
                <a:cs typeface="Yu Gothic"/>
              </a:defRPr>
            </a:defPPr>
            <a:lvl1pPr algn="ctr">
              <a:defRPr sz="1425" b="1">
                <a:solidFill>
                  <a:srgbClr val="166B68"/>
                </a:solidFill>
                <a:latin typeface="Yu Gothic"/>
                <a:ea typeface="Yu Gothic"/>
                <a:cs typeface="Yu Gothic"/>
              </a:defRPr>
            </a:lvl1pPr>
            <a:lvl2pPr algn="ctr">
              <a:defRPr sz="1425" b="1">
                <a:solidFill>
                  <a:srgbClr val="166B68"/>
                </a:solidFill>
                <a:latin typeface="Yu Gothic"/>
                <a:ea typeface="Yu Gothic"/>
                <a:cs typeface="Yu Gothic"/>
              </a:defRPr>
            </a:lvl2pPr>
            <a:lvl3pPr algn="ctr">
              <a:defRPr sz="1425" b="1">
                <a:solidFill>
                  <a:srgbClr val="166B68"/>
                </a:solidFill>
                <a:latin typeface="Yu Gothic"/>
                <a:ea typeface="Yu Gothic"/>
                <a:cs typeface="Yu Gothic"/>
              </a:defRPr>
            </a:lvl3pPr>
            <a:lvl4pPr algn="ctr">
              <a:defRPr sz="1425" b="1">
                <a:solidFill>
                  <a:srgbClr val="166B68"/>
                </a:solidFill>
                <a:latin typeface="Yu Gothic"/>
                <a:ea typeface="Yu Gothic"/>
                <a:cs typeface="Yu Gothic"/>
              </a:defRPr>
            </a:lvl4pPr>
            <a:lvl5pPr algn="ctr">
              <a:defRPr sz="1425" b="1">
                <a:solidFill>
                  <a:srgbClr val="166B68"/>
                </a:solidFill>
                <a:latin typeface="Yu Gothic"/>
                <a:ea typeface="Yu Gothic"/>
                <a:cs typeface="Yu Gothic"/>
              </a:defRPr>
            </a:lvl5pPr>
            <a:lvl6pPr algn="ctr">
              <a:defRPr sz="1425" b="1">
                <a:solidFill>
                  <a:srgbClr val="166B68"/>
                </a:solidFill>
                <a:latin typeface="Yu Gothic"/>
                <a:ea typeface="Yu Gothic"/>
                <a:cs typeface="Yu Gothic"/>
              </a:defRPr>
            </a:lvl6pPr>
            <a:lvl7pPr algn="ctr">
              <a:defRPr sz="1425" b="1">
                <a:solidFill>
                  <a:srgbClr val="166B68"/>
                </a:solidFill>
                <a:latin typeface="Yu Gothic"/>
                <a:ea typeface="Yu Gothic"/>
                <a:cs typeface="Yu Gothic"/>
              </a:defRPr>
            </a:lvl7pPr>
            <a:lvl8pPr algn="ctr">
              <a:defRPr sz="1425" b="1">
                <a:solidFill>
                  <a:srgbClr val="166B68"/>
                </a:solidFill>
                <a:latin typeface="Yu Gothic"/>
                <a:ea typeface="Yu Gothic"/>
                <a:cs typeface="Yu Gothic"/>
              </a:defRPr>
            </a:lvl8pPr>
            <a:lvl9pPr algn="ctr">
              <a:defRPr sz="1425" b="1">
                <a:solidFill>
                  <a:srgbClr val="166B68"/>
                </a:solidFill>
                <a:latin typeface="Yu Gothic"/>
                <a:ea typeface="Yu Gothic"/>
                <a:cs typeface="Yu Gothic"/>
              </a:defRPr>
            </a:lvl9pPr>
          </a:lstStyle>
          <a:p xmlns:a="http://schemas.openxmlformats.org/drawingml/2006/main">
            <a:pPr algn="ctr">
              <a:defRPr sz="1425" b="1">
                <a:solidFill>
                  <a:srgbClr val="166B68"/>
                </a:solidFill>
                <a:latin typeface="Yu Gothic"/>
                <a:ea typeface="Yu Gothic"/>
                <a:cs typeface="Yu Gothic"/>
              </a:defRPr>
            </a:pPr>
            <a:r>
              <a:rPr sz="1425" b="1">
                <a:solidFill>
                  <a:srgbClr val="166B68"/>
                </a:solidFill>
                <a:latin typeface="Yu Gothic"/>
                <a:ea typeface="Yu Gothic"/>
                <a:cs typeface="Yu Gothic"/>
              </a:rPr>
              <a:t>●</a:t>
            </a:r>
          </a:p>
        </p:txBody>
      </p:sp>
      <p:sp>
        <p:nvSpPr>
          <p:cNvPr id="10" name="">
            <a:extLst xmlns:a="http://schemas.openxmlformats.org/drawingml/2006/main">
              <a:ext uri="{FF2B5EF4-FFF2-40B4-BE49-F238E27FC236}">
                <a16:creationId xmlns:a16="http://schemas.microsoft.com/office/drawing/2014/main" id="{E627DA35-BAC6-4CBD-8A26-69D00290C69A}"/>
              </a:ext>
            </a:extLst>
          </p:cNvPr>
          <p:cNvSpPr>
            <a:spLocks xmlns:a="http://schemas.openxmlformats.org/drawingml/2006/main" noGrp="1"/>
          </p:cNvSpPr>
          <p:nvPr/>
        </p:nvSpPr>
        <p:spPr>
          <a:xfrm xmlns:a="http://schemas.openxmlformats.org/drawingml/2006/main">
            <a:off x="1143000" y="2714625"/>
            <a:ext cx="9772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A始平均＝12°15′23″</a:t>
            </a:r>
          </a:p>
        </p:txBody>
      </p:sp>
      <p:sp>
        <p:nvSpPr>
          <p:cNvPr id="11" name="">
            <a:extLst xmlns:a="http://schemas.openxmlformats.org/drawingml/2006/main">
              <a:ext uri="{FF2B5EF4-FFF2-40B4-BE49-F238E27FC236}">
                <a16:creationId xmlns:a16="http://schemas.microsoft.com/office/drawing/2014/main" id="{2EE27050-0A8A-45E3-A96E-ED89BBFFBEB1}"/>
              </a:ext>
            </a:extLst>
          </p:cNvPr>
          <p:cNvSpPr>
            <a:spLocks xmlns:a="http://schemas.openxmlformats.org/drawingml/2006/main" noGrp="1"/>
          </p:cNvSpPr>
          <p:nvPr/>
        </p:nvSpPr>
        <p:spPr>
          <a:xfrm xmlns:a="http://schemas.openxmlformats.org/drawingml/2006/main">
            <a:off x="819150" y="3286125"/>
            <a:ext cx="228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425" b="1">
                <a:solidFill>
                  <a:srgbClr val="166B68"/>
                </a:solidFill>
                <a:latin typeface="Yu Gothic"/>
                <a:ea typeface="Yu Gothic"/>
                <a:cs typeface="Yu Gothic"/>
              </a:defRPr>
            </a:defPPr>
            <a:lvl1pPr algn="ctr">
              <a:defRPr sz="1425" b="1">
                <a:solidFill>
                  <a:srgbClr val="166B68"/>
                </a:solidFill>
                <a:latin typeface="Yu Gothic"/>
                <a:ea typeface="Yu Gothic"/>
                <a:cs typeface="Yu Gothic"/>
              </a:defRPr>
            </a:lvl1pPr>
            <a:lvl2pPr algn="ctr">
              <a:defRPr sz="1425" b="1">
                <a:solidFill>
                  <a:srgbClr val="166B68"/>
                </a:solidFill>
                <a:latin typeface="Yu Gothic"/>
                <a:ea typeface="Yu Gothic"/>
                <a:cs typeface="Yu Gothic"/>
              </a:defRPr>
            </a:lvl2pPr>
            <a:lvl3pPr algn="ctr">
              <a:defRPr sz="1425" b="1">
                <a:solidFill>
                  <a:srgbClr val="166B68"/>
                </a:solidFill>
                <a:latin typeface="Yu Gothic"/>
                <a:ea typeface="Yu Gothic"/>
                <a:cs typeface="Yu Gothic"/>
              </a:defRPr>
            </a:lvl3pPr>
            <a:lvl4pPr algn="ctr">
              <a:defRPr sz="1425" b="1">
                <a:solidFill>
                  <a:srgbClr val="166B68"/>
                </a:solidFill>
                <a:latin typeface="Yu Gothic"/>
                <a:ea typeface="Yu Gothic"/>
                <a:cs typeface="Yu Gothic"/>
              </a:defRPr>
            </a:lvl4pPr>
            <a:lvl5pPr algn="ctr">
              <a:defRPr sz="1425" b="1">
                <a:solidFill>
                  <a:srgbClr val="166B68"/>
                </a:solidFill>
                <a:latin typeface="Yu Gothic"/>
                <a:ea typeface="Yu Gothic"/>
                <a:cs typeface="Yu Gothic"/>
              </a:defRPr>
            </a:lvl5pPr>
            <a:lvl6pPr algn="ctr">
              <a:defRPr sz="1425" b="1">
                <a:solidFill>
                  <a:srgbClr val="166B68"/>
                </a:solidFill>
                <a:latin typeface="Yu Gothic"/>
                <a:ea typeface="Yu Gothic"/>
                <a:cs typeface="Yu Gothic"/>
              </a:defRPr>
            </a:lvl6pPr>
            <a:lvl7pPr algn="ctr">
              <a:defRPr sz="1425" b="1">
                <a:solidFill>
                  <a:srgbClr val="166B68"/>
                </a:solidFill>
                <a:latin typeface="Yu Gothic"/>
                <a:ea typeface="Yu Gothic"/>
                <a:cs typeface="Yu Gothic"/>
              </a:defRPr>
            </a:lvl7pPr>
            <a:lvl8pPr algn="ctr">
              <a:defRPr sz="1425" b="1">
                <a:solidFill>
                  <a:srgbClr val="166B68"/>
                </a:solidFill>
                <a:latin typeface="Yu Gothic"/>
                <a:ea typeface="Yu Gothic"/>
                <a:cs typeface="Yu Gothic"/>
              </a:defRPr>
            </a:lvl8pPr>
            <a:lvl9pPr algn="ctr">
              <a:defRPr sz="1425" b="1">
                <a:solidFill>
                  <a:srgbClr val="166B68"/>
                </a:solidFill>
                <a:latin typeface="Yu Gothic"/>
                <a:ea typeface="Yu Gothic"/>
                <a:cs typeface="Yu Gothic"/>
              </a:defRPr>
            </a:lvl9pPr>
          </a:lstStyle>
          <a:p xmlns:a="http://schemas.openxmlformats.org/drawingml/2006/main">
            <a:pPr algn="ctr">
              <a:defRPr sz="1425" b="1">
                <a:solidFill>
                  <a:srgbClr val="166B68"/>
                </a:solidFill>
                <a:latin typeface="Yu Gothic"/>
                <a:ea typeface="Yu Gothic"/>
                <a:cs typeface="Yu Gothic"/>
              </a:defRPr>
            </a:pPr>
            <a:r>
              <a:rPr sz="1425" b="1">
                <a:solidFill>
                  <a:srgbClr val="166B68"/>
                </a:solidFill>
                <a:latin typeface="Yu Gothic"/>
                <a:ea typeface="Yu Gothic"/>
                <a:cs typeface="Yu Gothic"/>
              </a:rPr>
              <a:t>●</a:t>
            </a:r>
          </a:p>
        </p:txBody>
      </p:sp>
      <p:sp>
        <p:nvSpPr>
          <p:cNvPr id="12" name="">
            <a:extLst xmlns:a="http://schemas.openxmlformats.org/drawingml/2006/main">
              <a:ext uri="{FF2B5EF4-FFF2-40B4-BE49-F238E27FC236}">
                <a16:creationId xmlns:a16="http://schemas.microsoft.com/office/drawing/2014/main" id="{DAF9CAD6-2D17-4CED-BA2B-AA5C56D8A076}"/>
              </a:ext>
            </a:extLst>
          </p:cNvPr>
          <p:cNvSpPr>
            <a:spLocks xmlns:a="http://schemas.openxmlformats.org/drawingml/2006/main" noGrp="1"/>
          </p:cNvSpPr>
          <p:nvPr/>
        </p:nvSpPr>
        <p:spPr>
          <a:xfrm xmlns:a="http://schemas.openxmlformats.org/drawingml/2006/main">
            <a:off x="1143000" y="3286125"/>
            <a:ext cx="9772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B平均−A始平均</a:t>
            </a:r>
          </a:p>
        </p:txBody>
      </p:sp>
      <p:sp>
        <p:nvSpPr>
          <p:cNvPr id="13" name="">
            <a:extLst xmlns:a="http://schemas.openxmlformats.org/drawingml/2006/main">
              <a:ext uri="{FF2B5EF4-FFF2-40B4-BE49-F238E27FC236}">
                <a16:creationId xmlns:a16="http://schemas.microsoft.com/office/drawing/2014/main" id="{43F58017-881D-45DB-9D77-E3E963D6B3BD}"/>
              </a:ext>
            </a:extLst>
          </p:cNvPr>
          <p:cNvSpPr>
            <a:spLocks xmlns:a="http://schemas.openxmlformats.org/drawingml/2006/main" noGrp="1"/>
          </p:cNvSpPr>
          <p:nvPr/>
        </p:nvSpPr>
        <p:spPr>
          <a:xfrm xmlns:a="http://schemas.openxmlformats.org/drawingml/2006/main">
            <a:off x="819150" y="3952875"/>
            <a:ext cx="228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275" b="1">
                <a:solidFill>
                  <a:srgbClr val="166B68"/>
                </a:solidFill>
                <a:latin typeface="Yu Gothic"/>
                <a:ea typeface="Yu Gothic"/>
                <a:cs typeface="Yu Gothic"/>
              </a:defRPr>
            </a:defPPr>
            <a:lvl1pPr algn="ctr">
              <a:defRPr sz="1275" b="1">
                <a:solidFill>
                  <a:srgbClr val="166B68"/>
                </a:solidFill>
                <a:latin typeface="Yu Gothic"/>
                <a:ea typeface="Yu Gothic"/>
                <a:cs typeface="Yu Gothic"/>
              </a:defRPr>
            </a:lvl1pPr>
            <a:lvl2pPr algn="ctr">
              <a:defRPr sz="1275" b="1">
                <a:solidFill>
                  <a:srgbClr val="166B68"/>
                </a:solidFill>
                <a:latin typeface="Yu Gothic"/>
                <a:ea typeface="Yu Gothic"/>
                <a:cs typeface="Yu Gothic"/>
              </a:defRPr>
            </a:lvl2pPr>
            <a:lvl3pPr algn="ctr">
              <a:defRPr sz="1275" b="1">
                <a:solidFill>
                  <a:srgbClr val="166B68"/>
                </a:solidFill>
                <a:latin typeface="Yu Gothic"/>
                <a:ea typeface="Yu Gothic"/>
                <a:cs typeface="Yu Gothic"/>
              </a:defRPr>
            </a:lvl3pPr>
            <a:lvl4pPr algn="ctr">
              <a:defRPr sz="1275" b="1">
                <a:solidFill>
                  <a:srgbClr val="166B68"/>
                </a:solidFill>
                <a:latin typeface="Yu Gothic"/>
                <a:ea typeface="Yu Gothic"/>
                <a:cs typeface="Yu Gothic"/>
              </a:defRPr>
            </a:lvl4pPr>
            <a:lvl5pPr algn="ctr">
              <a:defRPr sz="1275" b="1">
                <a:solidFill>
                  <a:srgbClr val="166B68"/>
                </a:solidFill>
                <a:latin typeface="Yu Gothic"/>
                <a:ea typeface="Yu Gothic"/>
                <a:cs typeface="Yu Gothic"/>
              </a:defRPr>
            </a:lvl5pPr>
            <a:lvl6pPr algn="ctr">
              <a:defRPr sz="1275" b="1">
                <a:solidFill>
                  <a:srgbClr val="166B68"/>
                </a:solidFill>
                <a:latin typeface="Yu Gothic"/>
                <a:ea typeface="Yu Gothic"/>
                <a:cs typeface="Yu Gothic"/>
              </a:defRPr>
            </a:lvl6pPr>
            <a:lvl7pPr algn="ctr">
              <a:defRPr sz="1275" b="1">
                <a:solidFill>
                  <a:srgbClr val="166B68"/>
                </a:solidFill>
                <a:latin typeface="Yu Gothic"/>
                <a:ea typeface="Yu Gothic"/>
                <a:cs typeface="Yu Gothic"/>
              </a:defRPr>
            </a:lvl7pPr>
            <a:lvl8pPr algn="ctr">
              <a:defRPr sz="1275" b="1">
                <a:solidFill>
                  <a:srgbClr val="166B68"/>
                </a:solidFill>
                <a:latin typeface="Yu Gothic"/>
                <a:ea typeface="Yu Gothic"/>
                <a:cs typeface="Yu Gothic"/>
              </a:defRPr>
            </a:lvl8pPr>
            <a:lvl9pPr algn="ctr">
              <a:defRPr sz="1275" b="1">
                <a:solidFill>
                  <a:srgbClr val="166B68"/>
                </a:solidFill>
                <a:latin typeface="Yu Gothic"/>
                <a:ea typeface="Yu Gothic"/>
                <a:cs typeface="Yu Gothic"/>
              </a:defRPr>
            </a:lvl9pPr>
          </a:lstStyle>
          <a:p xmlns:a="http://schemas.openxmlformats.org/drawingml/2006/main">
            <a:pPr algn="ctr">
              <a:defRPr sz="1275" b="1">
                <a:solidFill>
                  <a:srgbClr val="166B68"/>
                </a:solidFill>
                <a:latin typeface="Yu Gothic"/>
                <a:ea typeface="Yu Gothic"/>
                <a:cs typeface="Yu Gothic"/>
              </a:defRPr>
            </a:pPr>
            <a:r>
              <a:rPr sz="1275" b="1">
                <a:solidFill>
                  <a:srgbClr val="166B68"/>
                </a:solidFill>
                <a:latin typeface="Yu Gothic"/>
                <a:ea typeface="Yu Gothic"/>
                <a:cs typeface="Yu Gothic"/>
              </a:rPr>
              <a:t>●</a:t>
            </a:r>
          </a:p>
        </p:txBody>
      </p:sp>
      <p:sp>
        <p:nvSpPr>
          <p:cNvPr id="14" name="">
            <a:extLst xmlns:a="http://schemas.openxmlformats.org/drawingml/2006/main">
              <a:ext uri="{FF2B5EF4-FFF2-40B4-BE49-F238E27FC236}">
                <a16:creationId xmlns:a16="http://schemas.microsoft.com/office/drawing/2014/main" id="{FF9A6F4E-D3B6-4762-A136-EE0B15BC7375}"/>
              </a:ext>
            </a:extLst>
          </p:cNvPr>
          <p:cNvSpPr>
            <a:spLocks xmlns:a="http://schemas.openxmlformats.org/drawingml/2006/main" noGrp="1"/>
          </p:cNvSpPr>
          <p:nvPr/>
        </p:nvSpPr>
        <p:spPr>
          <a:xfrm xmlns:a="http://schemas.openxmlformats.org/drawingml/2006/main">
            <a:off x="1143000" y="3952875"/>
            <a:ext cx="9772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00" b="0">
                <a:solidFill>
                  <a:srgbClr val="182B33"/>
                </a:solidFill>
                <a:latin typeface="Yu Gothic"/>
                <a:ea typeface="Yu Gothic"/>
                <a:cs typeface="Yu Gothic"/>
              </a:defRPr>
            </a:defPPr>
            <a:lvl1pPr algn="l">
              <a:defRPr sz="2100" b="0">
                <a:solidFill>
                  <a:srgbClr val="182B33"/>
                </a:solidFill>
                <a:latin typeface="Yu Gothic"/>
                <a:ea typeface="Yu Gothic"/>
                <a:cs typeface="Yu Gothic"/>
              </a:defRPr>
            </a:lvl1pPr>
            <a:lvl2pPr algn="l">
              <a:defRPr sz="2100" b="0">
                <a:solidFill>
                  <a:srgbClr val="182B33"/>
                </a:solidFill>
                <a:latin typeface="Yu Gothic"/>
                <a:ea typeface="Yu Gothic"/>
                <a:cs typeface="Yu Gothic"/>
              </a:defRPr>
            </a:lvl2pPr>
            <a:lvl3pPr algn="l">
              <a:defRPr sz="2100" b="0">
                <a:solidFill>
                  <a:srgbClr val="182B33"/>
                </a:solidFill>
                <a:latin typeface="Yu Gothic"/>
                <a:ea typeface="Yu Gothic"/>
                <a:cs typeface="Yu Gothic"/>
              </a:defRPr>
            </a:lvl3pPr>
            <a:lvl4pPr algn="l">
              <a:defRPr sz="2100" b="0">
                <a:solidFill>
                  <a:srgbClr val="182B33"/>
                </a:solidFill>
                <a:latin typeface="Yu Gothic"/>
                <a:ea typeface="Yu Gothic"/>
                <a:cs typeface="Yu Gothic"/>
              </a:defRPr>
            </a:lvl4pPr>
            <a:lvl5pPr algn="l">
              <a:defRPr sz="2100" b="0">
                <a:solidFill>
                  <a:srgbClr val="182B33"/>
                </a:solidFill>
                <a:latin typeface="Yu Gothic"/>
                <a:ea typeface="Yu Gothic"/>
                <a:cs typeface="Yu Gothic"/>
              </a:defRPr>
            </a:lvl5pPr>
            <a:lvl6pPr algn="l">
              <a:defRPr sz="2100" b="0">
                <a:solidFill>
                  <a:srgbClr val="182B33"/>
                </a:solidFill>
                <a:latin typeface="Yu Gothic"/>
                <a:ea typeface="Yu Gothic"/>
                <a:cs typeface="Yu Gothic"/>
              </a:defRPr>
            </a:lvl6pPr>
            <a:lvl7pPr algn="l">
              <a:defRPr sz="2100" b="0">
                <a:solidFill>
                  <a:srgbClr val="182B33"/>
                </a:solidFill>
                <a:latin typeface="Yu Gothic"/>
                <a:ea typeface="Yu Gothic"/>
                <a:cs typeface="Yu Gothic"/>
              </a:defRPr>
            </a:lvl7pPr>
            <a:lvl8pPr algn="l">
              <a:defRPr sz="2100" b="0">
                <a:solidFill>
                  <a:srgbClr val="182B33"/>
                </a:solidFill>
                <a:latin typeface="Yu Gothic"/>
                <a:ea typeface="Yu Gothic"/>
                <a:cs typeface="Yu Gothic"/>
              </a:defRPr>
            </a:lvl8pPr>
            <a:lvl9pPr algn="l">
              <a:defRPr sz="2100" b="0">
                <a:solidFill>
                  <a:srgbClr val="182B33"/>
                </a:solidFill>
                <a:latin typeface="Yu Gothic"/>
                <a:ea typeface="Yu Gothic"/>
                <a:cs typeface="Yu Gothic"/>
              </a:defRPr>
            </a:lvl9pPr>
          </a:lstStyle>
          <a:p xmlns:a="http://schemas.openxmlformats.org/drawingml/2006/main">
            <a:pPr algn="l">
              <a:defRPr sz="2100" b="0">
                <a:solidFill>
                  <a:srgbClr val="182B33"/>
                </a:solidFill>
                <a:latin typeface="Yu Gothic"/>
                <a:ea typeface="Yu Gothic"/>
                <a:cs typeface="Yu Gothic"/>
              </a:defRPr>
            </a:pPr>
            <a:r>
              <a:rPr sz="2100" b="0">
                <a:solidFill>
                  <a:srgbClr val="182B33"/>
                </a:solidFill>
                <a:latin typeface="Yu Gothic"/>
                <a:ea typeface="Yu Gothic"/>
                <a:cs typeface="Yu Gothic"/>
              </a:rPr>
              <a:t>帰零差はA閉−A始で別に点検</a:t>
            </a:r>
          </a:p>
        </p:txBody>
      </p:sp>
      <p:sp>
        <p:nvSpPr>
          <p:cNvPr id="15" name="">
            <a:extLst xmlns:a="http://schemas.openxmlformats.org/drawingml/2006/main">
              <a:ext uri="{FF2B5EF4-FFF2-40B4-BE49-F238E27FC236}">
                <a16:creationId xmlns:a16="http://schemas.microsoft.com/office/drawing/2014/main" id="{290F1154-7400-46B4-B797-904A64803587}"/>
              </a:ext>
            </a:extLst>
          </p:cNvPr>
          <p:cNvSpPr>
            <a:spLocks xmlns:a="http://schemas.openxmlformats.org/drawingml/2006/main" noGrp="1"/>
          </p:cNvSpPr>
          <p:nvPr/>
        </p:nvSpPr>
        <p:spPr>
          <a:xfrm xmlns:a="http://schemas.openxmlformats.org/drawingml/2006/main">
            <a:off x="781050" y="5219700"/>
            <a:ext cx="10287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625" b="1">
                <a:solidFill>
                  <a:srgbClr val="166B68"/>
                </a:solidFill>
                <a:latin typeface="Yu Gothic"/>
                <a:ea typeface="Yu Gothic"/>
                <a:cs typeface="Yu Gothic"/>
              </a:defRPr>
            </a:defPPr>
            <a:lvl1pPr algn="l">
              <a:defRPr sz="2625" b="1">
                <a:solidFill>
                  <a:srgbClr val="166B68"/>
                </a:solidFill>
                <a:latin typeface="Yu Gothic"/>
                <a:ea typeface="Yu Gothic"/>
                <a:cs typeface="Yu Gothic"/>
              </a:defRPr>
            </a:lvl1pPr>
            <a:lvl2pPr algn="l">
              <a:defRPr sz="2625" b="1">
                <a:solidFill>
                  <a:srgbClr val="166B68"/>
                </a:solidFill>
                <a:latin typeface="Yu Gothic"/>
                <a:ea typeface="Yu Gothic"/>
                <a:cs typeface="Yu Gothic"/>
              </a:defRPr>
            </a:lvl2pPr>
            <a:lvl3pPr algn="l">
              <a:defRPr sz="2625" b="1">
                <a:solidFill>
                  <a:srgbClr val="166B68"/>
                </a:solidFill>
                <a:latin typeface="Yu Gothic"/>
                <a:ea typeface="Yu Gothic"/>
                <a:cs typeface="Yu Gothic"/>
              </a:defRPr>
            </a:lvl3pPr>
            <a:lvl4pPr algn="l">
              <a:defRPr sz="2625" b="1">
                <a:solidFill>
                  <a:srgbClr val="166B68"/>
                </a:solidFill>
                <a:latin typeface="Yu Gothic"/>
                <a:ea typeface="Yu Gothic"/>
                <a:cs typeface="Yu Gothic"/>
              </a:defRPr>
            </a:lvl4pPr>
            <a:lvl5pPr algn="l">
              <a:defRPr sz="2625" b="1">
                <a:solidFill>
                  <a:srgbClr val="166B68"/>
                </a:solidFill>
                <a:latin typeface="Yu Gothic"/>
                <a:ea typeface="Yu Gothic"/>
                <a:cs typeface="Yu Gothic"/>
              </a:defRPr>
            </a:lvl5pPr>
            <a:lvl6pPr algn="l">
              <a:defRPr sz="2625" b="1">
                <a:solidFill>
                  <a:srgbClr val="166B68"/>
                </a:solidFill>
                <a:latin typeface="Yu Gothic"/>
                <a:ea typeface="Yu Gothic"/>
                <a:cs typeface="Yu Gothic"/>
              </a:defRPr>
            </a:lvl6pPr>
            <a:lvl7pPr algn="l">
              <a:defRPr sz="2625" b="1">
                <a:solidFill>
                  <a:srgbClr val="166B68"/>
                </a:solidFill>
                <a:latin typeface="Yu Gothic"/>
                <a:ea typeface="Yu Gothic"/>
                <a:cs typeface="Yu Gothic"/>
              </a:defRPr>
            </a:lvl7pPr>
            <a:lvl8pPr algn="l">
              <a:defRPr sz="2625" b="1">
                <a:solidFill>
                  <a:srgbClr val="166B68"/>
                </a:solidFill>
                <a:latin typeface="Yu Gothic"/>
                <a:ea typeface="Yu Gothic"/>
                <a:cs typeface="Yu Gothic"/>
              </a:defRPr>
            </a:lvl8pPr>
            <a:lvl9pPr algn="l">
              <a:defRPr sz="2625" b="1">
                <a:solidFill>
                  <a:srgbClr val="166B68"/>
                </a:solidFill>
                <a:latin typeface="Yu Gothic"/>
                <a:ea typeface="Yu Gothic"/>
                <a:cs typeface="Yu Gothic"/>
              </a:defRPr>
            </a:lvl9pPr>
          </a:lstStyle>
          <a:p xmlns:a="http://schemas.openxmlformats.org/drawingml/2006/main">
            <a:pPr algn="l">
              <a:defRPr sz="2625" b="1">
                <a:solidFill>
                  <a:srgbClr val="166B68"/>
                </a:solidFill>
                <a:latin typeface="Yu Gothic"/>
                <a:ea typeface="Yu Gothic"/>
                <a:cs typeface="Yu Gothic"/>
              </a:defRPr>
            </a:pPr>
            <a:r>
              <a:rPr sz="2625" b="1">
                <a:solidFill>
                  <a:srgbClr val="166B68"/>
                </a:solidFill>
                <a:latin typeface="Yu Gothic"/>
                <a:ea typeface="Yu Gothic"/>
                <a:cs typeface="Yu Gothic"/>
              </a:rPr>
              <a:t>Bの帰零値＝73°25′13″</a:t>
            </a:r>
          </a:p>
        </p:txBody>
      </p:sp>
    </p:spTree>
    <p:extLst>
      <p:ext uri="{BB962C8B-B14F-4D97-AF65-F5344CB8AC3E}">
        <p14:creationId xmlns:p14="http://schemas.microsoft.com/office/powerpoint/2010/main" val="42532753"/>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5433E5AE-99BA-4752-9198-8F758114FD1F}"/>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30E16081-F3BB-4BDC-AC99-8AFE60A3D786}"/>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方向法</a:t>
            </a:r>
          </a:p>
        </p:txBody>
      </p:sp>
      <p:sp>
        <p:nvSpPr>
          <p:cNvPr id="3" name="">
            <a:extLst xmlns:a="http://schemas.openxmlformats.org/drawingml/2006/main">
              <a:ext uri="{FF2B5EF4-FFF2-40B4-BE49-F238E27FC236}">
                <a16:creationId xmlns:a16="http://schemas.microsoft.com/office/drawing/2014/main" id="{84AFDAA0-3754-434B-A224-B384F9F1350B}"/>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Bの原表：第1対回</a:t>
            </a:r>
          </a:p>
        </p:txBody>
      </p:sp>
      <p:sp>
        <p:nvSpPr>
          <p:cNvPr id="4" name="">
            <a:extLst xmlns:a="http://schemas.openxmlformats.org/drawingml/2006/main">
              <a:ext uri="{FF2B5EF4-FFF2-40B4-BE49-F238E27FC236}">
                <a16:creationId xmlns:a16="http://schemas.microsoft.com/office/drawing/2014/main" id="{EBF48F0C-8FEF-4E87-AF60-0153F8584901}"/>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B33828D2-ED69-40F3-8A2E-59EB8D65E939}"/>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27</a:t>
            </a:r>
          </a:p>
        </p:txBody>
      </p:sp>
      <p:sp>
        <p:nvSpPr>
          <p:cNvPr id="6" name="">
            <a:extLst xmlns:a="http://schemas.openxmlformats.org/drawingml/2006/main">
              <a:ext uri="{FF2B5EF4-FFF2-40B4-BE49-F238E27FC236}">
                <a16:creationId xmlns:a16="http://schemas.microsoft.com/office/drawing/2014/main" id="{C54CA7CC-9516-4EBD-8D15-91FFDE764D4D}"/>
              </a:ext>
            </a:extLst>
          </p:cNvPr>
          <p:cNvSpPr>
            <a:spLocks xmlns:a="http://schemas.openxmlformats.org/drawingml/2006/main" noGrp="1"/>
          </p:cNvSpPr>
          <p:nvPr/>
        </p:nvSpPr>
        <p:spPr>
          <a:xfrm xmlns:a="http://schemas.openxmlformats.org/drawingml/2006/main">
            <a:off x="723900" y="1571625"/>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1">
                <a:solidFill>
                  <a:srgbClr val="52616A"/>
                </a:solidFill>
                <a:latin typeface="Yu Gothic"/>
                <a:ea typeface="Yu Gothic"/>
                <a:cs typeface="Yu Gothic"/>
              </a:defRPr>
            </a:defPPr>
            <a:lvl1pPr algn="l">
              <a:defRPr sz="2250" b="1">
                <a:solidFill>
                  <a:srgbClr val="52616A"/>
                </a:solidFill>
                <a:latin typeface="Yu Gothic"/>
                <a:ea typeface="Yu Gothic"/>
                <a:cs typeface="Yu Gothic"/>
              </a:defRPr>
            </a:lvl1pPr>
            <a:lvl2pPr algn="l">
              <a:defRPr sz="2250" b="1">
                <a:solidFill>
                  <a:srgbClr val="52616A"/>
                </a:solidFill>
                <a:latin typeface="Yu Gothic"/>
                <a:ea typeface="Yu Gothic"/>
                <a:cs typeface="Yu Gothic"/>
              </a:defRPr>
            </a:lvl2pPr>
            <a:lvl3pPr algn="l">
              <a:defRPr sz="2250" b="1">
                <a:solidFill>
                  <a:srgbClr val="52616A"/>
                </a:solidFill>
                <a:latin typeface="Yu Gothic"/>
                <a:ea typeface="Yu Gothic"/>
                <a:cs typeface="Yu Gothic"/>
              </a:defRPr>
            </a:lvl3pPr>
            <a:lvl4pPr algn="l">
              <a:defRPr sz="2250" b="1">
                <a:solidFill>
                  <a:srgbClr val="52616A"/>
                </a:solidFill>
                <a:latin typeface="Yu Gothic"/>
                <a:ea typeface="Yu Gothic"/>
                <a:cs typeface="Yu Gothic"/>
              </a:defRPr>
            </a:lvl4pPr>
            <a:lvl5pPr algn="l">
              <a:defRPr sz="2250" b="1">
                <a:solidFill>
                  <a:srgbClr val="52616A"/>
                </a:solidFill>
                <a:latin typeface="Yu Gothic"/>
                <a:ea typeface="Yu Gothic"/>
                <a:cs typeface="Yu Gothic"/>
              </a:defRPr>
            </a:lvl5pPr>
            <a:lvl6pPr algn="l">
              <a:defRPr sz="2250" b="1">
                <a:solidFill>
                  <a:srgbClr val="52616A"/>
                </a:solidFill>
                <a:latin typeface="Yu Gothic"/>
                <a:ea typeface="Yu Gothic"/>
                <a:cs typeface="Yu Gothic"/>
              </a:defRPr>
            </a:lvl6pPr>
            <a:lvl7pPr algn="l">
              <a:defRPr sz="2250" b="1">
                <a:solidFill>
                  <a:srgbClr val="52616A"/>
                </a:solidFill>
                <a:latin typeface="Yu Gothic"/>
                <a:ea typeface="Yu Gothic"/>
                <a:cs typeface="Yu Gothic"/>
              </a:defRPr>
            </a:lvl7pPr>
            <a:lvl8pPr algn="l">
              <a:defRPr sz="2250" b="1">
                <a:solidFill>
                  <a:srgbClr val="52616A"/>
                </a:solidFill>
                <a:latin typeface="Yu Gothic"/>
                <a:ea typeface="Yu Gothic"/>
                <a:cs typeface="Yu Gothic"/>
              </a:defRPr>
            </a:lvl8pPr>
            <a:lvl9pPr algn="l">
              <a:defRPr sz="2250" b="1">
                <a:solidFill>
                  <a:srgbClr val="52616A"/>
                </a:solidFill>
                <a:latin typeface="Yu Gothic"/>
                <a:ea typeface="Yu Gothic"/>
                <a:cs typeface="Yu Gothic"/>
              </a:defRPr>
            </a:lvl9pPr>
          </a:lstStyle>
          <a:p xmlns:a="http://schemas.openxmlformats.org/drawingml/2006/main">
            <a:pPr algn="l">
              <a:defRPr sz="2250" b="1">
                <a:solidFill>
                  <a:srgbClr val="52616A"/>
                </a:solidFill>
                <a:latin typeface="Yu Gothic"/>
                <a:ea typeface="Yu Gothic"/>
                <a:cs typeface="Yu Gothic"/>
              </a:defRPr>
            </a:pPr>
            <a:r>
              <a:rPr sz="2250" b="1">
                <a:solidFill>
                  <a:srgbClr val="52616A"/>
                </a:solidFill>
                <a:latin typeface="Yu Gothic"/>
                <a:ea typeface="Yu Gothic"/>
                <a:cs typeface="Yu Gothic"/>
              </a:rPr>
              <a:t>正L・反Rは加工前の生読定</a:t>
            </a:r>
          </a:p>
        </p:txBody>
      </p:sp>
      <p:graphicFrame>
        <p:nvGraphicFramePr>
          <p:cNvPr id="7" name="">
            <a:extLst xmlns:a="http://schemas.openxmlformats.org/drawingml/2006/main">
              <a:ext uri="{FF2B5EF4-FFF2-40B4-BE49-F238E27FC236}">
                <a16:creationId xmlns:a16="http://schemas.microsoft.com/office/drawing/2014/main" id="{67C59483-0010-42B0-B33B-056479623149}"/>
              </a:ext>
            </a:extLst>
          </p:cNvPr>
          <p:cNvGraphicFramePr/>
          <p:nvPr/>
        </p:nvGraphicFramePr>
        <p:xfrm>
          <a:off xmlns:a="http://schemas.openxmlformats.org/drawingml/2006/main" x="723900" y="2381250"/>
          <a:ext xmlns:a="http://schemas.openxmlformats.org/drawingml/2006/main" cx="10744200" cy="2762250"/>
        </p:xfrm>
        <a:graphic xmlns:a="http://schemas.openxmlformats.org/drawingml/2006/main">
          <a:graphicData uri="http://schemas.openxmlformats.org/drawingml/2006/table">
            <a:tbl>
              <a:tblPr/>
              <a:tblGrid>
                <a:gridCol w="1933956"/>
                <a:gridCol w="4405122"/>
                <a:gridCol w="4405122"/>
              </a:tblGrid>
              <a:tr h="690563">
                <a:tc>
                  <a:txBody>
                    <a:bodyPr wrap="square" lIns="57150" tIns="57150" rIns="57150" bIns="57150">
                      <a:noAutofit/>
                    </a:bodyPr>
                    <a:lstStyle/>
                    <a:p>
                      <a:pPr algn="ctr"/>
                      <a:r>
                        <a:rPr sz="1950" b="1">
                          <a:solidFill>
                            <a:srgbClr val="FFFFFF"/>
                          </a:solidFill>
                          <a:latin typeface="Yu Gothic"/>
                          <a:ea typeface="Yu Gothic"/>
                          <a:cs typeface="Yu Gothic"/>
                        </a:rPr>
                        <a:t>方向</a:t>
                      </a:r>
                    </a:p>
                  </a:txBody>
                  <a:tcPr marL="91440" marR="91440" marT="45720" marB="45720" anchor="ctr">
                    <a:solidFill>
                      <a:srgbClr val="166B68"/>
                    </a:solidFill>
                  </a:tcPr>
                </a:tc>
                <a:tc>
                  <a:txBody>
                    <a:bodyPr wrap="square" lIns="57150" tIns="57150" rIns="57150" bIns="57150">
                      <a:noAutofit/>
                    </a:bodyPr>
                    <a:lstStyle/>
                    <a:p>
                      <a:pPr algn="ctr"/>
                      <a:r>
                        <a:rPr sz="1950" b="1">
                          <a:solidFill>
                            <a:srgbClr val="FFFFFF"/>
                          </a:solidFill>
                          <a:latin typeface="Yu Gothic"/>
                          <a:ea typeface="Yu Gothic"/>
                          <a:cs typeface="Yu Gothic"/>
                        </a:rPr>
                        <a:t>正L</a:t>
                      </a:r>
                    </a:p>
                  </a:txBody>
                  <a:tcPr marL="91440" marR="91440" marT="45720" marB="45720" anchor="ctr">
                    <a:solidFill>
                      <a:srgbClr val="166B68"/>
                    </a:solidFill>
                  </a:tcPr>
                </a:tc>
                <a:tc>
                  <a:txBody>
                    <a:bodyPr wrap="square" lIns="57150" tIns="57150" rIns="57150" bIns="57150">
                      <a:noAutofit/>
                    </a:bodyPr>
                    <a:lstStyle/>
                    <a:p>
                      <a:pPr algn="ctr"/>
                      <a:r>
                        <a:rPr sz="1950" b="1">
                          <a:solidFill>
                            <a:srgbClr val="FFFFFF"/>
                          </a:solidFill>
                          <a:latin typeface="Yu Gothic"/>
                          <a:ea typeface="Yu Gothic"/>
                          <a:cs typeface="Yu Gothic"/>
                        </a:rPr>
                        <a:t>反R</a:t>
                      </a:r>
                    </a:p>
                  </a:txBody>
                  <a:tcPr marL="91440" marR="91440" marT="45720" marB="45720" anchor="ctr">
                    <a:solidFill>
                      <a:srgbClr val="166B68"/>
                    </a:solidFill>
                  </a:tcPr>
                </a:tc>
              </a:tr>
              <a:tr h="690563">
                <a:tc>
                  <a:txBody>
                    <a:bodyPr wrap="square" lIns="57150" tIns="57150" rIns="57150" bIns="57150">
                      <a:noAutofit/>
                    </a:bodyPr>
                    <a:lstStyle/>
                    <a:p>
                      <a:pPr algn="ctr"/>
                      <a:r>
                        <a:rPr sz="1950" b="0">
                          <a:solidFill>
                            <a:srgbClr val="182B33"/>
                          </a:solidFill>
                          <a:latin typeface="Yu Gothic"/>
                          <a:ea typeface="Yu Gothic"/>
                          <a:cs typeface="Yu Gothic"/>
                        </a:rPr>
                        <a:t>A始</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12°15′20″</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192°15′26″</a:t>
                      </a:r>
                    </a:p>
                  </a:txBody>
                  <a:tcPr marL="91440" marR="91440" marT="45720" marB="45720" anchor="ctr"/>
                </a:tc>
              </a:tr>
              <a:tr h="690563">
                <a:tc>
                  <a:txBody>
                    <a:bodyPr wrap="square" lIns="57150" tIns="57150" rIns="57150" bIns="57150">
                      <a:noAutofit/>
                    </a:bodyPr>
                    <a:lstStyle/>
                    <a:p>
                      <a:pPr algn="ctr"/>
                      <a:r>
                        <a:rPr sz="1950" b="0">
                          <a:solidFill>
                            <a:srgbClr val="182B33"/>
                          </a:solidFill>
                          <a:latin typeface="Yu Gothic"/>
                          <a:ea typeface="Yu Gothic"/>
                          <a:cs typeface="Yu Gothic"/>
                        </a:rPr>
                        <a:t>B</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85°40′35″</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265°40′37″</a:t>
                      </a:r>
                    </a:p>
                  </a:txBody>
                  <a:tcPr marL="91440" marR="91440" marT="45720" marB="45720" anchor="ctr"/>
                </a:tc>
              </a:tr>
              <a:tr h="690563">
                <a:tc>
                  <a:txBody>
                    <a:bodyPr wrap="square" lIns="57150" tIns="57150" rIns="57150" bIns="57150">
                      <a:noAutofit/>
                    </a:bodyPr>
                    <a:lstStyle/>
                    <a:p>
                      <a:pPr algn="ctr"/>
                      <a:r>
                        <a:rPr sz="1950" b="0">
                          <a:solidFill>
                            <a:srgbClr val="182B33"/>
                          </a:solidFill>
                          <a:latin typeface="Yu Gothic"/>
                          <a:ea typeface="Yu Gothic"/>
                          <a:cs typeface="Yu Gothic"/>
                        </a:rPr>
                        <a:t>A閉</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12°15′25″</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192°15′29″</a:t>
                      </a:r>
                    </a:p>
                  </a:txBody>
                  <a:tcPr marL="91440" marR="91440" marT="45720" marB="45720" anchor="ctr"/>
                </a:tc>
              </a:tr>
            </a:tbl>
          </a:graphicData>
        </a:graphic>
      </p:graphicFrame>
      <p:sp>
        <p:nvSpPr>
          <p:cNvPr id="8" name="">
            <a:extLst xmlns:a="http://schemas.openxmlformats.org/drawingml/2006/main">
              <a:ext uri="{FF2B5EF4-FFF2-40B4-BE49-F238E27FC236}">
                <a16:creationId xmlns:a16="http://schemas.microsoft.com/office/drawing/2014/main" id="{5770D739-E494-4591-8481-8B58BD0C5E64}"/>
              </a:ext>
            </a:extLst>
          </p:cNvPr>
          <p:cNvSpPr>
            <a:spLocks xmlns:a="http://schemas.openxmlformats.org/drawingml/2006/main" noGrp="1"/>
          </p:cNvSpPr>
          <p:nvPr/>
        </p:nvSpPr>
        <p:spPr>
          <a:xfrm xmlns:a="http://schemas.openxmlformats.org/drawingml/2006/main">
            <a:off x="762000" y="5619750"/>
            <a:ext cx="228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200" b="1">
                <a:solidFill>
                  <a:srgbClr val="166B68"/>
                </a:solidFill>
                <a:latin typeface="Yu Gothic"/>
                <a:ea typeface="Yu Gothic"/>
                <a:cs typeface="Yu Gothic"/>
              </a:defRPr>
            </a:defPPr>
            <a:lvl1pPr algn="ctr">
              <a:defRPr sz="1200" b="1">
                <a:solidFill>
                  <a:srgbClr val="166B68"/>
                </a:solidFill>
                <a:latin typeface="Yu Gothic"/>
                <a:ea typeface="Yu Gothic"/>
                <a:cs typeface="Yu Gothic"/>
              </a:defRPr>
            </a:lvl1pPr>
            <a:lvl2pPr algn="ctr">
              <a:defRPr sz="1200" b="1">
                <a:solidFill>
                  <a:srgbClr val="166B68"/>
                </a:solidFill>
                <a:latin typeface="Yu Gothic"/>
                <a:ea typeface="Yu Gothic"/>
                <a:cs typeface="Yu Gothic"/>
              </a:defRPr>
            </a:lvl2pPr>
            <a:lvl3pPr algn="ctr">
              <a:defRPr sz="1200" b="1">
                <a:solidFill>
                  <a:srgbClr val="166B68"/>
                </a:solidFill>
                <a:latin typeface="Yu Gothic"/>
                <a:ea typeface="Yu Gothic"/>
                <a:cs typeface="Yu Gothic"/>
              </a:defRPr>
            </a:lvl3pPr>
            <a:lvl4pPr algn="ctr">
              <a:defRPr sz="1200" b="1">
                <a:solidFill>
                  <a:srgbClr val="166B68"/>
                </a:solidFill>
                <a:latin typeface="Yu Gothic"/>
                <a:ea typeface="Yu Gothic"/>
                <a:cs typeface="Yu Gothic"/>
              </a:defRPr>
            </a:lvl4pPr>
            <a:lvl5pPr algn="ctr">
              <a:defRPr sz="1200" b="1">
                <a:solidFill>
                  <a:srgbClr val="166B68"/>
                </a:solidFill>
                <a:latin typeface="Yu Gothic"/>
                <a:ea typeface="Yu Gothic"/>
                <a:cs typeface="Yu Gothic"/>
              </a:defRPr>
            </a:lvl5pPr>
            <a:lvl6pPr algn="ctr">
              <a:defRPr sz="1200" b="1">
                <a:solidFill>
                  <a:srgbClr val="166B68"/>
                </a:solidFill>
                <a:latin typeface="Yu Gothic"/>
                <a:ea typeface="Yu Gothic"/>
                <a:cs typeface="Yu Gothic"/>
              </a:defRPr>
            </a:lvl6pPr>
            <a:lvl7pPr algn="ctr">
              <a:defRPr sz="1200" b="1">
                <a:solidFill>
                  <a:srgbClr val="166B68"/>
                </a:solidFill>
                <a:latin typeface="Yu Gothic"/>
                <a:ea typeface="Yu Gothic"/>
                <a:cs typeface="Yu Gothic"/>
              </a:defRPr>
            </a:lvl7pPr>
            <a:lvl8pPr algn="ctr">
              <a:defRPr sz="1200" b="1">
                <a:solidFill>
                  <a:srgbClr val="166B68"/>
                </a:solidFill>
                <a:latin typeface="Yu Gothic"/>
                <a:ea typeface="Yu Gothic"/>
                <a:cs typeface="Yu Gothic"/>
              </a:defRPr>
            </a:lvl8pPr>
            <a:lvl9pPr algn="ctr">
              <a:defRPr sz="1200" b="1">
                <a:solidFill>
                  <a:srgbClr val="166B68"/>
                </a:solidFill>
                <a:latin typeface="Yu Gothic"/>
                <a:ea typeface="Yu Gothic"/>
                <a:cs typeface="Yu Gothic"/>
              </a:defRPr>
            </a:lvl9pPr>
          </a:lstStyle>
          <a:p xmlns:a="http://schemas.openxmlformats.org/drawingml/2006/main">
            <a:pPr algn="ctr">
              <a:defRPr sz="1200" b="1">
                <a:solidFill>
                  <a:srgbClr val="166B68"/>
                </a:solidFill>
                <a:latin typeface="Yu Gothic"/>
                <a:ea typeface="Yu Gothic"/>
                <a:cs typeface="Yu Gothic"/>
              </a:defRPr>
            </a:pPr>
            <a:r>
              <a:rPr sz="1200" b="1">
                <a:solidFill>
                  <a:srgbClr val="166B68"/>
                </a:solidFill>
                <a:latin typeface="Yu Gothic"/>
                <a:ea typeface="Yu Gothic"/>
                <a:cs typeface="Yu Gothic"/>
              </a:rPr>
              <a:t>●</a:t>
            </a:r>
          </a:p>
        </p:txBody>
      </p:sp>
      <p:sp>
        <p:nvSpPr>
          <p:cNvPr id="9" name="">
            <a:extLst xmlns:a="http://schemas.openxmlformats.org/drawingml/2006/main">
              <a:ext uri="{FF2B5EF4-FFF2-40B4-BE49-F238E27FC236}">
                <a16:creationId xmlns:a16="http://schemas.microsoft.com/office/drawing/2014/main" id="{9CC145ED-4431-4A20-B43C-218B3A88FD48}"/>
              </a:ext>
            </a:extLst>
          </p:cNvPr>
          <p:cNvSpPr>
            <a:spLocks xmlns:a="http://schemas.openxmlformats.org/drawingml/2006/main" noGrp="1"/>
          </p:cNvSpPr>
          <p:nvPr/>
        </p:nvSpPr>
        <p:spPr>
          <a:xfrm xmlns:a="http://schemas.openxmlformats.org/drawingml/2006/main">
            <a:off x="1085850" y="5619750"/>
            <a:ext cx="10058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025" b="0">
                <a:solidFill>
                  <a:srgbClr val="182B33"/>
                </a:solidFill>
                <a:latin typeface="Yu Gothic"/>
                <a:ea typeface="Yu Gothic"/>
                <a:cs typeface="Yu Gothic"/>
              </a:defRPr>
            </a:defPPr>
            <a:lvl1pPr algn="l">
              <a:defRPr sz="2025" b="0">
                <a:solidFill>
                  <a:srgbClr val="182B33"/>
                </a:solidFill>
                <a:latin typeface="Yu Gothic"/>
                <a:ea typeface="Yu Gothic"/>
                <a:cs typeface="Yu Gothic"/>
              </a:defRPr>
            </a:lvl1pPr>
            <a:lvl2pPr algn="l">
              <a:defRPr sz="2025" b="0">
                <a:solidFill>
                  <a:srgbClr val="182B33"/>
                </a:solidFill>
                <a:latin typeface="Yu Gothic"/>
                <a:ea typeface="Yu Gothic"/>
                <a:cs typeface="Yu Gothic"/>
              </a:defRPr>
            </a:lvl2pPr>
            <a:lvl3pPr algn="l">
              <a:defRPr sz="2025" b="0">
                <a:solidFill>
                  <a:srgbClr val="182B33"/>
                </a:solidFill>
                <a:latin typeface="Yu Gothic"/>
                <a:ea typeface="Yu Gothic"/>
                <a:cs typeface="Yu Gothic"/>
              </a:defRPr>
            </a:lvl3pPr>
            <a:lvl4pPr algn="l">
              <a:defRPr sz="2025" b="0">
                <a:solidFill>
                  <a:srgbClr val="182B33"/>
                </a:solidFill>
                <a:latin typeface="Yu Gothic"/>
                <a:ea typeface="Yu Gothic"/>
                <a:cs typeface="Yu Gothic"/>
              </a:defRPr>
            </a:lvl4pPr>
            <a:lvl5pPr algn="l">
              <a:defRPr sz="2025" b="0">
                <a:solidFill>
                  <a:srgbClr val="182B33"/>
                </a:solidFill>
                <a:latin typeface="Yu Gothic"/>
                <a:ea typeface="Yu Gothic"/>
                <a:cs typeface="Yu Gothic"/>
              </a:defRPr>
            </a:lvl5pPr>
            <a:lvl6pPr algn="l">
              <a:defRPr sz="2025" b="0">
                <a:solidFill>
                  <a:srgbClr val="182B33"/>
                </a:solidFill>
                <a:latin typeface="Yu Gothic"/>
                <a:ea typeface="Yu Gothic"/>
                <a:cs typeface="Yu Gothic"/>
              </a:defRPr>
            </a:lvl6pPr>
            <a:lvl7pPr algn="l">
              <a:defRPr sz="2025" b="0">
                <a:solidFill>
                  <a:srgbClr val="182B33"/>
                </a:solidFill>
                <a:latin typeface="Yu Gothic"/>
                <a:ea typeface="Yu Gothic"/>
                <a:cs typeface="Yu Gothic"/>
              </a:defRPr>
            </a:lvl7pPr>
            <a:lvl8pPr algn="l">
              <a:defRPr sz="2025" b="0">
                <a:solidFill>
                  <a:srgbClr val="182B33"/>
                </a:solidFill>
                <a:latin typeface="Yu Gothic"/>
                <a:ea typeface="Yu Gothic"/>
                <a:cs typeface="Yu Gothic"/>
              </a:defRPr>
            </a:lvl8pPr>
            <a:lvl9pPr algn="l">
              <a:defRPr sz="2025" b="0">
                <a:solidFill>
                  <a:srgbClr val="182B33"/>
                </a:solidFill>
                <a:latin typeface="Yu Gothic"/>
                <a:ea typeface="Yu Gothic"/>
                <a:cs typeface="Yu Gothic"/>
              </a:defRPr>
            </a:lvl9pPr>
          </a:lstStyle>
          <a:p xmlns:a="http://schemas.openxmlformats.org/drawingml/2006/main">
            <a:pPr algn="l">
              <a:defRPr sz="2025" b="0">
                <a:solidFill>
                  <a:srgbClr val="182B33"/>
                </a:solidFill>
                <a:latin typeface="Yu Gothic"/>
                <a:ea typeface="Yu Gothic"/>
                <a:cs typeface="Yu Gothic"/>
              </a:defRPr>
            </a:pPr>
            <a:r>
              <a:rPr sz="2025" b="0">
                <a:solidFill>
                  <a:srgbClr val="182B33"/>
                </a:solidFill>
                <a:latin typeface="Yu Gothic"/>
                <a:ea typeface="Yu Gothic"/>
                <a:cs typeface="Yu Gothic"/>
              </a:rPr>
              <a:t>教材用の架空データ</a:t>
            </a:r>
          </a:p>
        </p:txBody>
      </p:sp>
      <p:sp>
        <p:nvSpPr>
          <p:cNvPr id="10" name="">
            <a:extLst xmlns:a="http://schemas.openxmlformats.org/drawingml/2006/main">
              <a:ext uri="{FF2B5EF4-FFF2-40B4-BE49-F238E27FC236}">
                <a16:creationId xmlns:a16="http://schemas.microsoft.com/office/drawing/2014/main" id="{8E8FE60D-27E5-4EC6-8FC2-9E42935319A8}"/>
              </a:ext>
            </a:extLst>
          </p:cNvPr>
          <p:cNvSpPr>
            <a:spLocks xmlns:a="http://schemas.openxmlformats.org/drawingml/2006/main" noGrp="1"/>
          </p:cNvSpPr>
          <p:nvPr/>
        </p:nvSpPr>
        <p:spPr>
          <a:xfrm xmlns:a="http://schemas.openxmlformats.org/drawingml/2006/main">
            <a:off x="762000" y="6038850"/>
            <a:ext cx="228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200" b="1">
                <a:solidFill>
                  <a:srgbClr val="166B68"/>
                </a:solidFill>
                <a:latin typeface="Yu Gothic"/>
                <a:ea typeface="Yu Gothic"/>
                <a:cs typeface="Yu Gothic"/>
              </a:defRPr>
            </a:defPPr>
            <a:lvl1pPr algn="ctr">
              <a:defRPr sz="1200" b="1">
                <a:solidFill>
                  <a:srgbClr val="166B68"/>
                </a:solidFill>
                <a:latin typeface="Yu Gothic"/>
                <a:ea typeface="Yu Gothic"/>
                <a:cs typeface="Yu Gothic"/>
              </a:defRPr>
            </a:lvl1pPr>
            <a:lvl2pPr algn="ctr">
              <a:defRPr sz="1200" b="1">
                <a:solidFill>
                  <a:srgbClr val="166B68"/>
                </a:solidFill>
                <a:latin typeface="Yu Gothic"/>
                <a:ea typeface="Yu Gothic"/>
                <a:cs typeface="Yu Gothic"/>
              </a:defRPr>
            </a:lvl2pPr>
            <a:lvl3pPr algn="ctr">
              <a:defRPr sz="1200" b="1">
                <a:solidFill>
                  <a:srgbClr val="166B68"/>
                </a:solidFill>
                <a:latin typeface="Yu Gothic"/>
                <a:ea typeface="Yu Gothic"/>
                <a:cs typeface="Yu Gothic"/>
              </a:defRPr>
            </a:lvl3pPr>
            <a:lvl4pPr algn="ctr">
              <a:defRPr sz="1200" b="1">
                <a:solidFill>
                  <a:srgbClr val="166B68"/>
                </a:solidFill>
                <a:latin typeface="Yu Gothic"/>
                <a:ea typeface="Yu Gothic"/>
                <a:cs typeface="Yu Gothic"/>
              </a:defRPr>
            </a:lvl4pPr>
            <a:lvl5pPr algn="ctr">
              <a:defRPr sz="1200" b="1">
                <a:solidFill>
                  <a:srgbClr val="166B68"/>
                </a:solidFill>
                <a:latin typeface="Yu Gothic"/>
                <a:ea typeface="Yu Gothic"/>
                <a:cs typeface="Yu Gothic"/>
              </a:defRPr>
            </a:lvl5pPr>
            <a:lvl6pPr algn="ctr">
              <a:defRPr sz="1200" b="1">
                <a:solidFill>
                  <a:srgbClr val="166B68"/>
                </a:solidFill>
                <a:latin typeface="Yu Gothic"/>
                <a:ea typeface="Yu Gothic"/>
                <a:cs typeface="Yu Gothic"/>
              </a:defRPr>
            </a:lvl6pPr>
            <a:lvl7pPr algn="ctr">
              <a:defRPr sz="1200" b="1">
                <a:solidFill>
                  <a:srgbClr val="166B68"/>
                </a:solidFill>
                <a:latin typeface="Yu Gothic"/>
                <a:ea typeface="Yu Gothic"/>
                <a:cs typeface="Yu Gothic"/>
              </a:defRPr>
            </a:lvl7pPr>
            <a:lvl8pPr algn="ctr">
              <a:defRPr sz="1200" b="1">
                <a:solidFill>
                  <a:srgbClr val="166B68"/>
                </a:solidFill>
                <a:latin typeface="Yu Gothic"/>
                <a:ea typeface="Yu Gothic"/>
                <a:cs typeface="Yu Gothic"/>
              </a:defRPr>
            </a:lvl8pPr>
            <a:lvl9pPr algn="ctr">
              <a:defRPr sz="1200" b="1">
                <a:solidFill>
                  <a:srgbClr val="166B68"/>
                </a:solidFill>
                <a:latin typeface="Yu Gothic"/>
                <a:ea typeface="Yu Gothic"/>
                <a:cs typeface="Yu Gothic"/>
              </a:defRPr>
            </a:lvl9pPr>
          </a:lstStyle>
          <a:p xmlns:a="http://schemas.openxmlformats.org/drawingml/2006/main">
            <a:pPr algn="ctr">
              <a:defRPr sz="1200" b="1">
                <a:solidFill>
                  <a:srgbClr val="166B68"/>
                </a:solidFill>
                <a:latin typeface="Yu Gothic"/>
                <a:ea typeface="Yu Gothic"/>
                <a:cs typeface="Yu Gothic"/>
              </a:defRPr>
            </a:pPr>
            <a:r>
              <a:rPr sz="1200" b="1">
                <a:solidFill>
                  <a:srgbClr val="166B68"/>
                </a:solidFill>
                <a:latin typeface="Yu Gothic"/>
                <a:ea typeface="Yu Gothic"/>
                <a:cs typeface="Yu Gothic"/>
              </a:rPr>
              <a:t>●</a:t>
            </a:r>
          </a:p>
        </p:txBody>
      </p:sp>
      <p:sp>
        <p:nvSpPr>
          <p:cNvPr id="11" name="">
            <a:extLst xmlns:a="http://schemas.openxmlformats.org/drawingml/2006/main">
              <a:ext uri="{FF2B5EF4-FFF2-40B4-BE49-F238E27FC236}">
                <a16:creationId xmlns:a16="http://schemas.microsoft.com/office/drawing/2014/main" id="{50824C0A-B759-475E-905A-A20600F3F43D}"/>
              </a:ext>
            </a:extLst>
          </p:cNvPr>
          <p:cNvSpPr>
            <a:spLocks xmlns:a="http://schemas.openxmlformats.org/drawingml/2006/main" noGrp="1"/>
          </p:cNvSpPr>
          <p:nvPr/>
        </p:nvSpPr>
        <p:spPr>
          <a:xfrm xmlns:a="http://schemas.openxmlformats.org/drawingml/2006/main">
            <a:off x="1085850" y="6038850"/>
            <a:ext cx="10058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025" b="0">
                <a:solidFill>
                  <a:srgbClr val="182B33"/>
                </a:solidFill>
                <a:latin typeface="Yu Gothic"/>
                <a:ea typeface="Yu Gothic"/>
                <a:cs typeface="Yu Gothic"/>
              </a:defRPr>
            </a:defPPr>
            <a:lvl1pPr algn="l">
              <a:defRPr sz="2025" b="0">
                <a:solidFill>
                  <a:srgbClr val="182B33"/>
                </a:solidFill>
                <a:latin typeface="Yu Gothic"/>
                <a:ea typeface="Yu Gothic"/>
                <a:cs typeface="Yu Gothic"/>
              </a:defRPr>
            </a:lvl1pPr>
            <a:lvl2pPr algn="l">
              <a:defRPr sz="2025" b="0">
                <a:solidFill>
                  <a:srgbClr val="182B33"/>
                </a:solidFill>
                <a:latin typeface="Yu Gothic"/>
                <a:ea typeface="Yu Gothic"/>
                <a:cs typeface="Yu Gothic"/>
              </a:defRPr>
            </a:lvl2pPr>
            <a:lvl3pPr algn="l">
              <a:defRPr sz="2025" b="0">
                <a:solidFill>
                  <a:srgbClr val="182B33"/>
                </a:solidFill>
                <a:latin typeface="Yu Gothic"/>
                <a:ea typeface="Yu Gothic"/>
                <a:cs typeface="Yu Gothic"/>
              </a:defRPr>
            </a:lvl3pPr>
            <a:lvl4pPr algn="l">
              <a:defRPr sz="2025" b="0">
                <a:solidFill>
                  <a:srgbClr val="182B33"/>
                </a:solidFill>
                <a:latin typeface="Yu Gothic"/>
                <a:ea typeface="Yu Gothic"/>
                <a:cs typeface="Yu Gothic"/>
              </a:defRPr>
            </a:lvl4pPr>
            <a:lvl5pPr algn="l">
              <a:defRPr sz="2025" b="0">
                <a:solidFill>
                  <a:srgbClr val="182B33"/>
                </a:solidFill>
                <a:latin typeface="Yu Gothic"/>
                <a:ea typeface="Yu Gothic"/>
                <a:cs typeface="Yu Gothic"/>
              </a:defRPr>
            </a:lvl5pPr>
            <a:lvl6pPr algn="l">
              <a:defRPr sz="2025" b="0">
                <a:solidFill>
                  <a:srgbClr val="182B33"/>
                </a:solidFill>
                <a:latin typeface="Yu Gothic"/>
                <a:ea typeface="Yu Gothic"/>
                <a:cs typeface="Yu Gothic"/>
              </a:defRPr>
            </a:lvl6pPr>
            <a:lvl7pPr algn="l">
              <a:defRPr sz="2025" b="0">
                <a:solidFill>
                  <a:srgbClr val="182B33"/>
                </a:solidFill>
                <a:latin typeface="Yu Gothic"/>
                <a:ea typeface="Yu Gothic"/>
                <a:cs typeface="Yu Gothic"/>
              </a:defRPr>
            </a:lvl7pPr>
            <a:lvl8pPr algn="l">
              <a:defRPr sz="2025" b="0">
                <a:solidFill>
                  <a:srgbClr val="182B33"/>
                </a:solidFill>
                <a:latin typeface="Yu Gothic"/>
                <a:ea typeface="Yu Gothic"/>
                <a:cs typeface="Yu Gothic"/>
              </a:defRPr>
            </a:lvl8pPr>
            <a:lvl9pPr algn="l">
              <a:defRPr sz="2025" b="0">
                <a:solidFill>
                  <a:srgbClr val="182B33"/>
                </a:solidFill>
                <a:latin typeface="Yu Gothic"/>
                <a:ea typeface="Yu Gothic"/>
                <a:cs typeface="Yu Gothic"/>
              </a:defRPr>
            </a:lvl9pPr>
          </a:lstStyle>
          <a:p xmlns:a="http://schemas.openxmlformats.org/drawingml/2006/main">
            <a:pPr algn="l">
              <a:defRPr sz="2025" b="0">
                <a:solidFill>
                  <a:srgbClr val="182B33"/>
                </a:solidFill>
                <a:latin typeface="Yu Gothic"/>
                <a:ea typeface="Yu Gothic"/>
                <a:cs typeface="Yu Gothic"/>
              </a:defRPr>
            </a:pPr>
            <a:r>
              <a:rPr sz="2025" b="0">
                <a:solidFill>
                  <a:srgbClr val="182B33"/>
                </a:solidFill>
                <a:latin typeface="Yu Gothic"/>
                <a:ea typeface="Yu Gothic"/>
                <a:cs typeface="Yu Gothic"/>
              </a:rPr>
              <a:t>帰零差：正＋5″、反＋3″</a:t>
            </a:r>
          </a:p>
        </p:txBody>
      </p:sp>
    </p:spTree>
    <p:extLst>
      <p:ext uri="{BB962C8B-B14F-4D97-AF65-F5344CB8AC3E}">
        <p14:creationId xmlns:p14="http://schemas.microsoft.com/office/powerpoint/2010/main" val="926858894"/>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AB250390-7162-4E04-A7BA-C8A0F2E5ADFA}"/>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3E72D810-67B7-492D-B514-D5C7D91166E3}"/>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方向法</a:t>
            </a:r>
          </a:p>
        </p:txBody>
      </p:sp>
      <p:sp>
        <p:nvSpPr>
          <p:cNvPr id="3" name="">
            <a:extLst xmlns:a="http://schemas.openxmlformats.org/drawingml/2006/main">
              <a:ext uri="{FF2B5EF4-FFF2-40B4-BE49-F238E27FC236}">
                <a16:creationId xmlns:a16="http://schemas.microsoft.com/office/drawing/2014/main" id="{34A10B6F-596F-46CA-B809-BAD2C133356B}"/>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Bの原表：第2対回</a:t>
            </a:r>
          </a:p>
        </p:txBody>
      </p:sp>
      <p:sp>
        <p:nvSpPr>
          <p:cNvPr id="4" name="">
            <a:extLst xmlns:a="http://schemas.openxmlformats.org/drawingml/2006/main">
              <a:ext uri="{FF2B5EF4-FFF2-40B4-BE49-F238E27FC236}">
                <a16:creationId xmlns:a16="http://schemas.microsoft.com/office/drawing/2014/main" id="{3B3D8C72-7DEB-445F-994A-B0E8D9CD5378}"/>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8FA71F5A-2122-41CF-9B65-267284CC414E}"/>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28</a:t>
            </a:r>
          </a:p>
        </p:txBody>
      </p:sp>
      <p:sp>
        <p:nvSpPr>
          <p:cNvPr id="6" name="">
            <a:extLst xmlns:a="http://schemas.openxmlformats.org/drawingml/2006/main">
              <a:ext uri="{FF2B5EF4-FFF2-40B4-BE49-F238E27FC236}">
                <a16:creationId xmlns:a16="http://schemas.microsoft.com/office/drawing/2014/main" id="{E3ECA7C4-AF20-4223-A110-B683916C69BA}"/>
              </a:ext>
            </a:extLst>
          </p:cNvPr>
          <p:cNvSpPr>
            <a:spLocks xmlns:a="http://schemas.openxmlformats.org/drawingml/2006/main" noGrp="1"/>
          </p:cNvSpPr>
          <p:nvPr/>
        </p:nvSpPr>
        <p:spPr>
          <a:xfrm xmlns:a="http://schemas.openxmlformats.org/drawingml/2006/main">
            <a:off x="723900" y="1571625"/>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1">
                <a:solidFill>
                  <a:srgbClr val="52616A"/>
                </a:solidFill>
                <a:latin typeface="Yu Gothic"/>
                <a:ea typeface="Yu Gothic"/>
                <a:cs typeface="Yu Gothic"/>
              </a:defRPr>
            </a:defPPr>
            <a:lvl1pPr algn="l">
              <a:defRPr sz="2250" b="1">
                <a:solidFill>
                  <a:srgbClr val="52616A"/>
                </a:solidFill>
                <a:latin typeface="Yu Gothic"/>
                <a:ea typeface="Yu Gothic"/>
                <a:cs typeface="Yu Gothic"/>
              </a:defRPr>
            </a:lvl1pPr>
            <a:lvl2pPr algn="l">
              <a:defRPr sz="2250" b="1">
                <a:solidFill>
                  <a:srgbClr val="52616A"/>
                </a:solidFill>
                <a:latin typeface="Yu Gothic"/>
                <a:ea typeface="Yu Gothic"/>
                <a:cs typeface="Yu Gothic"/>
              </a:defRPr>
            </a:lvl2pPr>
            <a:lvl3pPr algn="l">
              <a:defRPr sz="2250" b="1">
                <a:solidFill>
                  <a:srgbClr val="52616A"/>
                </a:solidFill>
                <a:latin typeface="Yu Gothic"/>
                <a:ea typeface="Yu Gothic"/>
                <a:cs typeface="Yu Gothic"/>
              </a:defRPr>
            </a:lvl3pPr>
            <a:lvl4pPr algn="l">
              <a:defRPr sz="2250" b="1">
                <a:solidFill>
                  <a:srgbClr val="52616A"/>
                </a:solidFill>
                <a:latin typeface="Yu Gothic"/>
                <a:ea typeface="Yu Gothic"/>
                <a:cs typeface="Yu Gothic"/>
              </a:defRPr>
            </a:lvl4pPr>
            <a:lvl5pPr algn="l">
              <a:defRPr sz="2250" b="1">
                <a:solidFill>
                  <a:srgbClr val="52616A"/>
                </a:solidFill>
                <a:latin typeface="Yu Gothic"/>
                <a:ea typeface="Yu Gothic"/>
                <a:cs typeface="Yu Gothic"/>
              </a:defRPr>
            </a:lvl5pPr>
            <a:lvl6pPr algn="l">
              <a:defRPr sz="2250" b="1">
                <a:solidFill>
                  <a:srgbClr val="52616A"/>
                </a:solidFill>
                <a:latin typeface="Yu Gothic"/>
                <a:ea typeface="Yu Gothic"/>
                <a:cs typeface="Yu Gothic"/>
              </a:defRPr>
            </a:lvl6pPr>
            <a:lvl7pPr algn="l">
              <a:defRPr sz="2250" b="1">
                <a:solidFill>
                  <a:srgbClr val="52616A"/>
                </a:solidFill>
                <a:latin typeface="Yu Gothic"/>
                <a:ea typeface="Yu Gothic"/>
                <a:cs typeface="Yu Gothic"/>
              </a:defRPr>
            </a:lvl7pPr>
            <a:lvl8pPr algn="l">
              <a:defRPr sz="2250" b="1">
                <a:solidFill>
                  <a:srgbClr val="52616A"/>
                </a:solidFill>
                <a:latin typeface="Yu Gothic"/>
                <a:ea typeface="Yu Gothic"/>
                <a:cs typeface="Yu Gothic"/>
              </a:defRPr>
            </a:lvl8pPr>
            <a:lvl9pPr algn="l">
              <a:defRPr sz="2250" b="1">
                <a:solidFill>
                  <a:srgbClr val="52616A"/>
                </a:solidFill>
                <a:latin typeface="Yu Gothic"/>
                <a:ea typeface="Yu Gothic"/>
                <a:cs typeface="Yu Gothic"/>
              </a:defRPr>
            </a:lvl9pPr>
          </a:lstStyle>
          <a:p xmlns:a="http://schemas.openxmlformats.org/drawingml/2006/main">
            <a:pPr algn="l">
              <a:defRPr sz="2250" b="1">
                <a:solidFill>
                  <a:srgbClr val="52616A"/>
                </a:solidFill>
                <a:latin typeface="Yu Gothic"/>
                <a:ea typeface="Yu Gothic"/>
                <a:cs typeface="Yu Gothic"/>
              </a:defRPr>
            </a:pPr>
            <a:r>
              <a:rPr sz="2250" b="1">
                <a:solidFill>
                  <a:srgbClr val="52616A"/>
                </a:solidFill>
                <a:latin typeface="Yu Gothic"/>
                <a:ea typeface="Yu Gothic"/>
                <a:cs typeface="Yu Gothic"/>
              </a:rPr>
              <a:t>初期目盛を変えて同じ角をもう一度測る</a:t>
            </a:r>
          </a:p>
        </p:txBody>
      </p:sp>
      <p:graphicFrame>
        <p:nvGraphicFramePr>
          <p:cNvPr id="7" name="">
            <a:extLst xmlns:a="http://schemas.openxmlformats.org/drawingml/2006/main">
              <a:ext uri="{FF2B5EF4-FFF2-40B4-BE49-F238E27FC236}">
                <a16:creationId xmlns:a16="http://schemas.microsoft.com/office/drawing/2014/main" id="{A9A97371-570F-438A-91E8-27813F8D8181}"/>
              </a:ext>
            </a:extLst>
          </p:cNvPr>
          <p:cNvGraphicFramePr/>
          <p:nvPr/>
        </p:nvGraphicFramePr>
        <p:xfrm>
          <a:off xmlns:a="http://schemas.openxmlformats.org/drawingml/2006/main" x="723900" y="2381250"/>
          <a:ext xmlns:a="http://schemas.openxmlformats.org/drawingml/2006/main" cx="10744200" cy="2762250"/>
        </p:xfrm>
        <a:graphic xmlns:a="http://schemas.openxmlformats.org/drawingml/2006/main">
          <a:graphicData uri="http://schemas.openxmlformats.org/drawingml/2006/table">
            <a:tbl>
              <a:tblPr/>
              <a:tblGrid>
                <a:gridCol w="1933956"/>
                <a:gridCol w="4405122"/>
                <a:gridCol w="4405122"/>
              </a:tblGrid>
              <a:tr h="690563">
                <a:tc>
                  <a:txBody>
                    <a:bodyPr wrap="square" lIns="57150" tIns="57150" rIns="57150" bIns="57150">
                      <a:noAutofit/>
                    </a:bodyPr>
                    <a:lstStyle/>
                    <a:p>
                      <a:pPr algn="ctr"/>
                      <a:r>
                        <a:rPr sz="1950" b="1">
                          <a:solidFill>
                            <a:srgbClr val="FFFFFF"/>
                          </a:solidFill>
                          <a:latin typeface="Yu Gothic"/>
                          <a:ea typeface="Yu Gothic"/>
                          <a:cs typeface="Yu Gothic"/>
                        </a:rPr>
                        <a:t>方向</a:t>
                      </a:r>
                    </a:p>
                  </a:txBody>
                  <a:tcPr marL="91440" marR="91440" marT="45720" marB="45720" anchor="ctr">
                    <a:solidFill>
                      <a:srgbClr val="166B68"/>
                    </a:solidFill>
                  </a:tcPr>
                </a:tc>
                <a:tc>
                  <a:txBody>
                    <a:bodyPr wrap="square" lIns="57150" tIns="57150" rIns="57150" bIns="57150">
                      <a:noAutofit/>
                    </a:bodyPr>
                    <a:lstStyle/>
                    <a:p>
                      <a:pPr algn="ctr"/>
                      <a:r>
                        <a:rPr sz="1950" b="1">
                          <a:solidFill>
                            <a:srgbClr val="FFFFFF"/>
                          </a:solidFill>
                          <a:latin typeface="Yu Gothic"/>
                          <a:ea typeface="Yu Gothic"/>
                          <a:cs typeface="Yu Gothic"/>
                        </a:rPr>
                        <a:t>正L</a:t>
                      </a:r>
                    </a:p>
                  </a:txBody>
                  <a:tcPr marL="91440" marR="91440" marT="45720" marB="45720" anchor="ctr">
                    <a:solidFill>
                      <a:srgbClr val="166B68"/>
                    </a:solidFill>
                  </a:tcPr>
                </a:tc>
                <a:tc>
                  <a:txBody>
                    <a:bodyPr wrap="square" lIns="57150" tIns="57150" rIns="57150" bIns="57150">
                      <a:noAutofit/>
                    </a:bodyPr>
                    <a:lstStyle/>
                    <a:p>
                      <a:pPr algn="ctr"/>
                      <a:r>
                        <a:rPr sz="1950" b="1">
                          <a:solidFill>
                            <a:srgbClr val="FFFFFF"/>
                          </a:solidFill>
                          <a:latin typeface="Yu Gothic"/>
                          <a:ea typeface="Yu Gothic"/>
                          <a:cs typeface="Yu Gothic"/>
                        </a:rPr>
                        <a:t>反R</a:t>
                      </a:r>
                    </a:p>
                  </a:txBody>
                  <a:tcPr marL="91440" marR="91440" marT="45720" marB="45720" anchor="ctr">
                    <a:solidFill>
                      <a:srgbClr val="166B68"/>
                    </a:solidFill>
                  </a:tcPr>
                </a:tc>
              </a:tr>
              <a:tr h="690563">
                <a:tc>
                  <a:txBody>
                    <a:bodyPr wrap="square" lIns="57150" tIns="57150" rIns="57150" bIns="57150">
                      <a:noAutofit/>
                    </a:bodyPr>
                    <a:lstStyle/>
                    <a:p>
                      <a:pPr algn="ctr"/>
                      <a:r>
                        <a:rPr sz="1950" b="0">
                          <a:solidFill>
                            <a:srgbClr val="182B33"/>
                          </a:solidFill>
                          <a:latin typeface="Yu Gothic"/>
                          <a:ea typeface="Yu Gothic"/>
                          <a:cs typeface="Yu Gothic"/>
                        </a:rPr>
                        <a:t>A始</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102°07′40″</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282°07′36″</a:t>
                      </a:r>
                    </a:p>
                  </a:txBody>
                  <a:tcPr marL="91440" marR="91440" marT="45720" marB="45720" anchor="ctr"/>
                </a:tc>
              </a:tr>
              <a:tr h="690563">
                <a:tc>
                  <a:txBody>
                    <a:bodyPr wrap="square" lIns="57150" tIns="57150" rIns="57150" bIns="57150">
                      <a:noAutofit/>
                    </a:bodyPr>
                    <a:lstStyle/>
                    <a:p>
                      <a:pPr algn="ctr"/>
                      <a:r>
                        <a:rPr sz="1950" b="0">
                          <a:solidFill>
                            <a:srgbClr val="182B33"/>
                          </a:solidFill>
                          <a:latin typeface="Yu Gothic"/>
                          <a:ea typeface="Yu Gothic"/>
                          <a:cs typeface="Yu Gothic"/>
                        </a:rPr>
                        <a:t>B</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175°32′49″</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355°32′47″</a:t>
                      </a:r>
                    </a:p>
                  </a:txBody>
                  <a:tcPr marL="91440" marR="91440" marT="45720" marB="45720" anchor="ctr"/>
                </a:tc>
              </a:tr>
              <a:tr h="690563">
                <a:tc>
                  <a:txBody>
                    <a:bodyPr wrap="square" lIns="57150" tIns="57150" rIns="57150" bIns="57150">
                      <a:noAutofit/>
                    </a:bodyPr>
                    <a:lstStyle/>
                    <a:p>
                      <a:pPr algn="ctr"/>
                      <a:r>
                        <a:rPr sz="1950" b="0">
                          <a:solidFill>
                            <a:srgbClr val="182B33"/>
                          </a:solidFill>
                          <a:latin typeface="Yu Gothic"/>
                          <a:ea typeface="Yu Gothic"/>
                          <a:cs typeface="Yu Gothic"/>
                        </a:rPr>
                        <a:t>A閉</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102°07′35″</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282°07′39″</a:t>
                      </a:r>
                    </a:p>
                  </a:txBody>
                  <a:tcPr marL="91440" marR="91440" marT="45720" marB="45720" anchor="ctr"/>
                </a:tc>
              </a:tr>
            </a:tbl>
          </a:graphicData>
        </a:graphic>
      </p:graphicFrame>
      <p:sp>
        <p:nvSpPr>
          <p:cNvPr id="8" name="">
            <a:extLst xmlns:a="http://schemas.openxmlformats.org/drawingml/2006/main">
              <a:ext uri="{FF2B5EF4-FFF2-40B4-BE49-F238E27FC236}">
                <a16:creationId xmlns:a16="http://schemas.microsoft.com/office/drawing/2014/main" id="{4C23630E-ED45-4BB3-9DF4-EF0AFC373EE1}"/>
              </a:ext>
            </a:extLst>
          </p:cNvPr>
          <p:cNvSpPr>
            <a:spLocks xmlns:a="http://schemas.openxmlformats.org/drawingml/2006/main" noGrp="1"/>
          </p:cNvSpPr>
          <p:nvPr/>
        </p:nvSpPr>
        <p:spPr>
          <a:xfrm xmlns:a="http://schemas.openxmlformats.org/drawingml/2006/main">
            <a:off x="762000" y="5619750"/>
            <a:ext cx="228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200" b="1">
                <a:solidFill>
                  <a:srgbClr val="166B68"/>
                </a:solidFill>
                <a:latin typeface="Yu Gothic"/>
                <a:ea typeface="Yu Gothic"/>
                <a:cs typeface="Yu Gothic"/>
              </a:defRPr>
            </a:defPPr>
            <a:lvl1pPr algn="ctr">
              <a:defRPr sz="1200" b="1">
                <a:solidFill>
                  <a:srgbClr val="166B68"/>
                </a:solidFill>
                <a:latin typeface="Yu Gothic"/>
                <a:ea typeface="Yu Gothic"/>
                <a:cs typeface="Yu Gothic"/>
              </a:defRPr>
            </a:lvl1pPr>
            <a:lvl2pPr algn="ctr">
              <a:defRPr sz="1200" b="1">
                <a:solidFill>
                  <a:srgbClr val="166B68"/>
                </a:solidFill>
                <a:latin typeface="Yu Gothic"/>
                <a:ea typeface="Yu Gothic"/>
                <a:cs typeface="Yu Gothic"/>
              </a:defRPr>
            </a:lvl2pPr>
            <a:lvl3pPr algn="ctr">
              <a:defRPr sz="1200" b="1">
                <a:solidFill>
                  <a:srgbClr val="166B68"/>
                </a:solidFill>
                <a:latin typeface="Yu Gothic"/>
                <a:ea typeface="Yu Gothic"/>
                <a:cs typeface="Yu Gothic"/>
              </a:defRPr>
            </a:lvl3pPr>
            <a:lvl4pPr algn="ctr">
              <a:defRPr sz="1200" b="1">
                <a:solidFill>
                  <a:srgbClr val="166B68"/>
                </a:solidFill>
                <a:latin typeface="Yu Gothic"/>
                <a:ea typeface="Yu Gothic"/>
                <a:cs typeface="Yu Gothic"/>
              </a:defRPr>
            </a:lvl4pPr>
            <a:lvl5pPr algn="ctr">
              <a:defRPr sz="1200" b="1">
                <a:solidFill>
                  <a:srgbClr val="166B68"/>
                </a:solidFill>
                <a:latin typeface="Yu Gothic"/>
                <a:ea typeface="Yu Gothic"/>
                <a:cs typeface="Yu Gothic"/>
              </a:defRPr>
            </a:lvl5pPr>
            <a:lvl6pPr algn="ctr">
              <a:defRPr sz="1200" b="1">
                <a:solidFill>
                  <a:srgbClr val="166B68"/>
                </a:solidFill>
                <a:latin typeface="Yu Gothic"/>
                <a:ea typeface="Yu Gothic"/>
                <a:cs typeface="Yu Gothic"/>
              </a:defRPr>
            </a:lvl6pPr>
            <a:lvl7pPr algn="ctr">
              <a:defRPr sz="1200" b="1">
                <a:solidFill>
                  <a:srgbClr val="166B68"/>
                </a:solidFill>
                <a:latin typeface="Yu Gothic"/>
                <a:ea typeface="Yu Gothic"/>
                <a:cs typeface="Yu Gothic"/>
              </a:defRPr>
            </a:lvl7pPr>
            <a:lvl8pPr algn="ctr">
              <a:defRPr sz="1200" b="1">
                <a:solidFill>
                  <a:srgbClr val="166B68"/>
                </a:solidFill>
                <a:latin typeface="Yu Gothic"/>
                <a:ea typeface="Yu Gothic"/>
                <a:cs typeface="Yu Gothic"/>
              </a:defRPr>
            </a:lvl8pPr>
            <a:lvl9pPr algn="ctr">
              <a:defRPr sz="1200" b="1">
                <a:solidFill>
                  <a:srgbClr val="166B68"/>
                </a:solidFill>
                <a:latin typeface="Yu Gothic"/>
                <a:ea typeface="Yu Gothic"/>
                <a:cs typeface="Yu Gothic"/>
              </a:defRPr>
            </a:lvl9pPr>
          </a:lstStyle>
          <a:p xmlns:a="http://schemas.openxmlformats.org/drawingml/2006/main">
            <a:pPr algn="ctr">
              <a:defRPr sz="1200" b="1">
                <a:solidFill>
                  <a:srgbClr val="166B68"/>
                </a:solidFill>
                <a:latin typeface="Yu Gothic"/>
                <a:ea typeface="Yu Gothic"/>
                <a:cs typeface="Yu Gothic"/>
              </a:defRPr>
            </a:pPr>
            <a:r>
              <a:rPr sz="1200" b="1">
                <a:solidFill>
                  <a:srgbClr val="166B68"/>
                </a:solidFill>
                <a:latin typeface="Yu Gothic"/>
                <a:ea typeface="Yu Gothic"/>
                <a:cs typeface="Yu Gothic"/>
              </a:rPr>
              <a:t>●</a:t>
            </a:r>
          </a:p>
        </p:txBody>
      </p:sp>
      <p:sp>
        <p:nvSpPr>
          <p:cNvPr id="9" name="">
            <a:extLst xmlns:a="http://schemas.openxmlformats.org/drawingml/2006/main">
              <a:ext uri="{FF2B5EF4-FFF2-40B4-BE49-F238E27FC236}">
                <a16:creationId xmlns:a16="http://schemas.microsoft.com/office/drawing/2014/main" id="{80D9729A-3A51-41BC-B356-F73D5B35D77B}"/>
              </a:ext>
            </a:extLst>
          </p:cNvPr>
          <p:cNvSpPr>
            <a:spLocks xmlns:a="http://schemas.openxmlformats.org/drawingml/2006/main" noGrp="1"/>
          </p:cNvSpPr>
          <p:nvPr/>
        </p:nvSpPr>
        <p:spPr>
          <a:xfrm xmlns:a="http://schemas.openxmlformats.org/drawingml/2006/main">
            <a:off x="1085850" y="5619750"/>
            <a:ext cx="10058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025" b="0">
                <a:solidFill>
                  <a:srgbClr val="182B33"/>
                </a:solidFill>
                <a:latin typeface="Yu Gothic"/>
                <a:ea typeface="Yu Gothic"/>
                <a:cs typeface="Yu Gothic"/>
              </a:defRPr>
            </a:defPPr>
            <a:lvl1pPr algn="l">
              <a:defRPr sz="2025" b="0">
                <a:solidFill>
                  <a:srgbClr val="182B33"/>
                </a:solidFill>
                <a:latin typeface="Yu Gothic"/>
                <a:ea typeface="Yu Gothic"/>
                <a:cs typeface="Yu Gothic"/>
              </a:defRPr>
            </a:lvl1pPr>
            <a:lvl2pPr algn="l">
              <a:defRPr sz="2025" b="0">
                <a:solidFill>
                  <a:srgbClr val="182B33"/>
                </a:solidFill>
                <a:latin typeface="Yu Gothic"/>
                <a:ea typeface="Yu Gothic"/>
                <a:cs typeface="Yu Gothic"/>
              </a:defRPr>
            </a:lvl2pPr>
            <a:lvl3pPr algn="l">
              <a:defRPr sz="2025" b="0">
                <a:solidFill>
                  <a:srgbClr val="182B33"/>
                </a:solidFill>
                <a:latin typeface="Yu Gothic"/>
                <a:ea typeface="Yu Gothic"/>
                <a:cs typeface="Yu Gothic"/>
              </a:defRPr>
            </a:lvl3pPr>
            <a:lvl4pPr algn="l">
              <a:defRPr sz="2025" b="0">
                <a:solidFill>
                  <a:srgbClr val="182B33"/>
                </a:solidFill>
                <a:latin typeface="Yu Gothic"/>
                <a:ea typeface="Yu Gothic"/>
                <a:cs typeface="Yu Gothic"/>
              </a:defRPr>
            </a:lvl4pPr>
            <a:lvl5pPr algn="l">
              <a:defRPr sz="2025" b="0">
                <a:solidFill>
                  <a:srgbClr val="182B33"/>
                </a:solidFill>
                <a:latin typeface="Yu Gothic"/>
                <a:ea typeface="Yu Gothic"/>
                <a:cs typeface="Yu Gothic"/>
              </a:defRPr>
            </a:lvl5pPr>
            <a:lvl6pPr algn="l">
              <a:defRPr sz="2025" b="0">
                <a:solidFill>
                  <a:srgbClr val="182B33"/>
                </a:solidFill>
                <a:latin typeface="Yu Gothic"/>
                <a:ea typeface="Yu Gothic"/>
                <a:cs typeface="Yu Gothic"/>
              </a:defRPr>
            </a:lvl6pPr>
            <a:lvl7pPr algn="l">
              <a:defRPr sz="2025" b="0">
                <a:solidFill>
                  <a:srgbClr val="182B33"/>
                </a:solidFill>
                <a:latin typeface="Yu Gothic"/>
                <a:ea typeface="Yu Gothic"/>
                <a:cs typeface="Yu Gothic"/>
              </a:defRPr>
            </a:lvl7pPr>
            <a:lvl8pPr algn="l">
              <a:defRPr sz="2025" b="0">
                <a:solidFill>
                  <a:srgbClr val="182B33"/>
                </a:solidFill>
                <a:latin typeface="Yu Gothic"/>
                <a:ea typeface="Yu Gothic"/>
                <a:cs typeface="Yu Gothic"/>
              </a:defRPr>
            </a:lvl8pPr>
            <a:lvl9pPr algn="l">
              <a:defRPr sz="2025" b="0">
                <a:solidFill>
                  <a:srgbClr val="182B33"/>
                </a:solidFill>
                <a:latin typeface="Yu Gothic"/>
                <a:ea typeface="Yu Gothic"/>
                <a:cs typeface="Yu Gothic"/>
              </a:defRPr>
            </a:lvl9pPr>
          </a:lstStyle>
          <a:p xmlns:a="http://schemas.openxmlformats.org/drawingml/2006/main">
            <a:pPr algn="l">
              <a:defRPr sz="2025" b="0">
                <a:solidFill>
                  <a:srgbClr val="182B33"/>
                </a:solidFill>
                <a:latin typeface="Yu Gothic"/>
                <a:ea typeface="Yu Gothic"/>
                <a:cs typeface="Yu Gothic"/>
              </a:defRPr>
            </a:pPr>
            <a:r>
              <a:rPr sz="2025" b="0">
                <a:solidFill>
                  <a:srgbClr val="182B33"/>
                </a:solidFill>
                <a:latin typeface="Yu Gothic"/>
                <a:ea typeface="Yu Gothic"/>
                <a:cs typeface="Yu Gothic"/>
              </a:rPr>
              <a:t>教材用の架空データ</a:t>
            </a:r>
          </a:p>
        </p:txBody>
      </p:sp>
      <p:sp>
        <p:nvSpPr>
          <p:cNvPr id="10" name="">
            <a:extLst xmlns:a="http://schemas.openxmlformats.org/drawingml/2006/main">
              <a:ext uri="{FF2B5EF4-FFF2-40B4-BE49-F238E27FC236}">
                <a16:creationId xmlns:a16="http://schemas.microsoft.com/office/drawing/2014/main" id="{78766B36-CAC3-4480-821A-A6C4CF583E8E}"/>
              </a:ext>
            </a:extLst>
          </p:cNvPr>
          <p:cNvSpPr>
            <a:spLocks xmlns:a="http://schemas.openxmlformats.org/drawingml/2006/main" noGrp="1"/>
          </p:cNvSpPr>
          <p:nvPr/>
        </p:nvSpPr>
        <p:spPr>
          <a:xfrm xmlns:a="http://schemas.openxmlformats.org/drawingml/2006/main">
            <a:off x="762000" y="6038850"/>
            <a:ext cx="228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200" b="1">
                <a:solidFill>
                  <a:srgbClr val="166B68"/>
                </a:solidFill>
                <a:latin typeface="Yu Gothic"/>
                <a:ea typeface="Yu Gothic"/>
                <a:cs typeface="Yu Gothic"/>
              </a:defRPr>
            </a:defPPr>
            <a:lvl1pPr algn="ctr">
              <a:defRPr sz="1200" b="1">
                <a:solidFill>
                  <a:srgbClr val="166B68"/>
                </a:solidFill>
                <a:latin typeface="Yu Gothic"/>
                <a:ea typeface="Yu Gothic"/>
                <a:cs typeface="Yu Gothic"/>
              </a:defRPr>
            </a:lvl1pPr>
            <a:lvl2pPr algn="ctr">
              <a:defRPr sz="1200" b="1">
                <a:solidFill>
                  <a:srgbClr val="166B68"/>
                </a:solidFill>
                <a:latin typeface="Yu Gothic"/>
                <a:ea typeface="Yu Gothic"/>
                <a:cs typeface="Yu Gothic"/>
              </a:defRPr>
            </a:lvl2pPr>
            <a:lvl3pPr algn="ctr">
              <a:defRPr sz="1200" b="1">
                <a:solidFill>
                  <a:srgbClr val="166B68"/>
                </a:solidFill>
                <a:latin typeface="Yu Gothic"/>
                <a:ea typeface="Yu Gothic"/>
                <a:cs typeface="Yu Gothic"/>
              </a:defRPr>
            </a:lvl3pPr>
            <a:lvl4pPr algn="ctr">
              <a:defRPr sz="1200" b="1">
                <a:solidFill>
                  <a:srgbClr val="166B68"/>
                </a:solidFill>
                <a:latin typeface="Yu Gothic"/>
                <a:ea typeface="Yu Gothic"/>
                <a:cs typeface="Yu Gothic"/>
              </a:defRPr>
            </a:lvl4pPr>
            <a:lvl5pPr algn="ctr">
              <a:defRPr sz="1200" b="1">
                <a:solidFill>
                  <a:srgbClr val="166B68"/>
                </a:solidFill>
                <a:latin typeface="Yu Gothic"/>
                <a:ea typeface="Yu Gothic"/>
                <a:cs typeface="Yu Gothic"/>
              </a:defRPr>
            </a:lvl5pPr>
            <a:lvl6pPr algn="ctr">
              <a:defRPr sz="1200" b="1">
                <a:solidFill>
                  <a:srgbClr val="166B68"/>
                </a:solidFill>
                <a:latin typeface="Yu Gothic"/>
                <a:ea typeface="Yu Gothic"/>
                <a:cs typeface="Yu Gothic"/>
              </a:defRPr>
            </a:lvl6pPr>
            <a:lvl7pPr algn="ctr">
              <a:defRPr sz="1200" b="1">
                <a:solidFill>
                  <a:srgbClr val="166B68"/>
                </a:solidFill>
                <a:latin typeface="Yu Gothic"/>
                <a:ea typeface="Yu Gothic"/>
                <a:cs typeface="Yu Gothic"/>
              </a:defRPr>
            </a:lvl7pPr>
            <a:lvl8pPr algn="ctr">
              <a:defRPr sz="1200" b="1">
                <a:solidFill>
                  <a:srgbClr val="166B68"/>
                </a:solidFill>
                <a:latin typeface="Yu Gothic"/>
                <a:ea typeface="Yu Gothic"/>
                <a:cs typeface="Yu Gothic"/>
              </a:defRPr>
            </a:lvl8pPr>
            <a:lvl9pPr algn="ctr">
              <a:defRPr sz="1200" b="1">
                <a:solidFill>
                  <a:srgbClr val="166B68"/>
                </a:solidFill>
                <a:latin typeface="Yu Gothic"/>
                <a:ea typeface="Yu Gothic"/>
                <a:cs typeface="Yu Gothic"/>
              </a:defRPr>
            </a:lvl9pPr>
          </a:lstStyle>
          <a:p xmlns:a="http://schemas.openxmlformats.org/drawingml/2006/main">
            <a:pPr algn="ctr">
              <a:defRPr sz="1200" b="1">
                <a:solidFill>
                  <a:srgbClr val="166B68"/>
                </a:solidFill>
                <a:latin typeface="Yu Gothic"/>
                <a:ea typeface="Yu Gothic"/>
                <a:cs typeface="Yu Gothic"/>
              </a:defRPr>
            </a:pPr>
            <a:r>
              <a:rPr sz="1200" b="1">
                <a:solidFill>
                  <a:srgbClr val="166B68"/>
                </a:solidFill>
                <a:latin typeface="Yu Gothic"/>
                <a:ea typeface="Yu Gothic"/>
                <a:cs typeface="Yu Gothic"/>
              </a:rPr>
              <a:t>●</a:t>
            </a:r>
          </a:p>
        </p:txBody>
      </p:sp>
      <p:sp>
        <p:nvSpPr>
          <p:cNvPr id="11" name="">
            <a:extLst xmlns:a="http://schemas.openxmlformats.org/drawingml/2006/main">
              <a:ext uri="{FF2B5EF4-FFF2-40B4-BE49-F238E27FC236}">
                <a16:creationId xmlns:a16="http://schemas.microsoft.com/office/drawing/2014/main" id="{1DA3B274-59CB-44EE-AB63-8DCB86F1184B}"/>
              </a:ext>
            </a:extLst>
          </p:cNvPr>
          <p:cNvSpPr>
            <a:spLocks xmlns:a="http://schemas.openxmlformats.org/drawingml/2006/main" noGrp="1"/>
          </p:cNvSpPr>
          <p:nvPr/>
        </p:nvSpPr>
        <p:spPr>
          <a:xfrm xmlns:a="http://schemas.openxmlformats.org/drawingml/2006/main">
            <a:off x="1085850" y="6038850"/>
            <a:ext cx="10058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025" b="0">
                <a:solidFill>
                  <a:srgbClr val="182B33"/>
                </a:solidFill>
                <a:latin typeface="Yu Gothic"/>
                <a:ea typeface="Yu Gothic"/>
                <a:cs typeface="Yu Gothic"/>
              </a:defRPr>
            </a:defPPr>
            <a:lvl1pPr algn="l">
              <a:defRPr sz="2025" b="0">
                <a:solidFill>
                  <a:srgbClr val="182B33"/>
                </a:solidFill>
                <a:latin typeface="Yu Gothic"/>
                <a:ea typeface="Yu Gothic"/>
                <a:cs typeface="Yu Gothic"/>
              </a:defRPr>
            </a:lvl1pPr>
            <a:lvl2pPr algn="l">
              <a:defRPr sz="2025" b="0">
                <a:solidFill>
                  <a:srgbClr val="182B33"/>
                </a:solidFill>
                <a:latin typeface="Yu Gothic"/>
                <a:ea typeface="Yu Gothic"/>
                <a:cs typeface="Yu Gothic"/>
              </a:defRPr>
            </a:lvl2pPr>
            <a:lvl3pPr algn="l">
              <a:defRPr sz="2025" b="0">
                <a:solidFill>
                  <a:srgbClr val="182B33"/>
                </a:solidFill>
                <a:latin typeface="Yu Gothic"/>
                <a:ea typeface="Yu Gothic"/>
                <a:cs typeface="Yu Gothic"/>
              </a:defRPr>
            </a:lvl3pPr>
            <a:lvl4pPr algn="l">
              <a:defRPr sz="2025" b="0">
                <a:solidFill>
                  <a:srgbClr val="182B33"/>
                </a:solidFill>
                <a:latin typeface="Yu Gothic"/>
                <a:ea typeface="Yu Gothic"/>
                <a:cs typeface="Yu Gothic"/>
              </a:defRPr>
            </a:lvl4pPr>
            <a:lvl5pPr algn="l">
              <a:defRPr sz="2025" b="0">
                <a:solidFill>
                  <a:srgbClr val="182B33"/>
                </a:solidFill>
                <a:latin typeface="Yu Gothic"/>
                <a:ea typeface="Yu Gothic"/>
                <a:cs typeface="Yu Gothic"/>
              </a:defRPr>
            </a:lvl5pPr>
            <a:lvl6pPr algn="l">
              <a:defRPr sz="2025" b="0">
                <a:solidFill>
                  <a:srgbClr val="182B33"/>
                </a:solidFill>
                <a:latin typeface="Yu Gothic"/>
                <a:ea typeface="Yu Gothic"/>
                <a:cs typeface="Yu Gothic"/>
              </a:defRPr>
            </a:lvl6pPr>
            <a:lvl7pPr algn="l">
              <a:defRPr sz="2025" b="0">
                <a:solidFill>
                  <a:srgbClr val="182B33"/>
                </a:solidFill>
                <a:latin typeface="Yu Gothic"/>
                <a:ea typeface="Yu Gothic"/>
                <a:cs typeface="Yu Gothic"/>
              </a:defRPr>
            </a:lvl7pPr>
            <a:lvl8pPr algn="l">
              <a:defRPr sz="2025" b="0">
                <a:solidFill>
                  <a:srgbClr val="182B33"/>
                </a:solidFill>
                <a:latin typeface="Yu Gothic"/>
                <a:ea typeface="Yu Gothic"/>
                <a:cs typeface="Yu Gothic"/>
              </a:defRPr>
            </a:lvl8pPr>
            <a:lvl9pPr algn="l">
              <a:defRPr sz="2025" b="0">
                <a:solidFill>
                  <a:srgbClr val="182B33"/>
                </a:solidFill>
                <a:latin typeface="Yu Gothic"/>
                <a:ea typeface="Yu Gothic"/>
                <a:cs typeface="Yu Gothic"/>
              </a:defRPr>
            </a:lvl9pPr>
          </a:lstStyle>
          <a:p xmlns:a="http://schemas.openxmlformats.org/drawingml/2006/main">
            <a:pPr algn="l">
              <a:defRPr sz="2025" b="0">
                <a:solidFill>
                  <a:srgbClr val="182B33"/>
                </a:solidFill>
                <a:latin typeface="Yu Gothic"/>
                <a:ea typeface="Yu Gothic"/>
                <a:cs typeface="Yu Gothic"/>
              </a:defRPr>
            </a:pPr>
            <a:r>
              <a:rPr sz="2025" b="0">
                <a:solidFill>
                  <a:srgbClr val="182B33"/>
                </a:solidFill>
                <a:latin typeface="Yu Gothic"/>
                <a:ea typeface="Yu Gothic"/>
                <a:cs typeface="Yu Gothic"/>
              </a:rPr>
              <a:t>帰零差：正−5″、反＋3″</a:t>
            </a:r>
          </a:p>
        </p:txBody>
      </p:sp>
    </p:spTree>
    <p:extLst>
      <p:ext uri="{BB962C8B-B14F-4D97-AF65-F5344CB8AC3E}">
        <p14:creationId xmlns:p14="http://schemas.microsoft.com/office/powerpoint/2010/main" val="1324857077"/>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7ACC77A2-5CD5-4C0E-B826-21C78B62030C}"/>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B11D2522-1C62-4451-9867-AAF8680A5298}"/>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方向法</a:t>
            </a:r>
          </a:p>
        </p:txBody>
      </p:sp>
      <p:sp>
        <p:nvSpPr>
          <p:cNvPr id="3" name="">
            <a:extLst xmlns:a="http://schemas.openxmlformats.org/drawingml/2006/main">
              <a:ext uri="{FF2B5EF4-FFF2-40B4-BE49-F238E27FC236}">
                <a16:creationId xmlns:a16="http://schemas.microsoft.com/office/drawing/2014/main" id="{F52B99BC-2F4C-4060-8094-ACFD5749F113}"/>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結果p・qは零方向を引いた値</a:t>
            </a:r>
          </a:p>
        </p:txBody>
      </p:sp>
      <p:sp>
        <p:nvSpPr>
          <p:cNvPr id="4" name="">
            <a:extLst xmlns:a="http://schemas.openxmlformats.org/drawingml/2006/main">
              <a:ext uri="{FF2B5EF4-FFF2-40B4-BE49-F238E27FC236}">
                <a16:creationId xmlns:a16="http://schemas.microsoft.com/office/drawing/2014/main" id="{892924CD-F5D9-4CC6-A568-E3B3A0EFBF9D}"/>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63D2D15C-DF88-4E59-8B78-C8329BB7D6E5}"/>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29</a:t>
            </a:r>
          </a:p>
        </p:txBody>
      </p:sp>
      <p:sp>
        <p:nvSpPr>
          <p:cNvPr id="6" name="">
            <a:extLst xmlns:a="http://schemas.openxmlformats.org/drawingml/2006/main">
              <a:ext uri="{FF2B5EF4-FFF2-40B4-BE49-F238E27FC236}">
                <a16:creationId xmlns:a16="http://schemas.microsoft.com/office/drawing/2014/main" id="{EDB82707-A389-429D-BD11-700A95F4ED3B}"/>
              </a:ext>
            </a:extLst>
          </p:cNvPr>
          <p:cNvSpPr>
            <a:spLocks xmlns:a="http://schemas.openxmlformats.org/drawingml/2006/main" noGrp="1"/>
          </p:cNvSpPr>
          <p:nvPr/>
        </p:nvSpPr>
        <p:spPr>
          <a:xfrm xmlns:a="http://schemas.openxmlformats.org/drawingml/2006/main">
            <a:off x="723900" y="1571625"/>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1">
                <a:solidFill>
                  <a:srgbClr val="52616A"/>
                </a:solidFill>
                <a:latin typeface="Yu Gothic"/>
                <a:ea typeface="Yu Gothic"/>
                <a:cs typeface="Yu Gothic"/>
              </a:defRPr>
            </a:defPPr>
            <a:lvl1pPr algn="l">
              <a:defRPr sz="2250" b="1">
                <a:solidFill>
                  <a:srgbClr val="52616A"/>
                </a:solidFill>
                <a:latin typeface="Yu Gothic"/>
                <a:ea typeface="Yu Gothic"/>
                <a:cs typeface="Yu Gothic"/>
              </a:defRPr>
            </a:lvl1pPr>
            <a:lvl2pPr algn="l">
              <a:defRPr sz="2250" b="1">
                <a:solidFill>
                  <a:srgbClr val="52616A"/>
                </a:solidFill>
                <a:latin typeface="Yu Gothic"/>
                <a:ea typeface="Yu Gothic"/>
                <a:cs typeface="Yu Gothic"/>
              </a:defRPr>
            </a:lvl2pPr>
            <a:lvl3pPr algn="l">
              <a:defRPr sz="2250" b="1">
                <a:solidFill>
                  <a:srgbClr val="52616A"/>
                </a:solidFill>
                <a:latin typeface="Yu Gothic"/>
                <a:ea typeface="Yu Gothic"/>
                <a:cs typeface="Yu Gothic"/>
              </a:defRPr>
            </a:lvl3pPr>
            <a:lvl4pPr algn="l">
              <a:defRPr sz="2250" b="1">
                <a:solidFill>
                  <a:srgbClr val="52616A"/>
                </a:solidFill>
                <a:latin typeface="Yu Gothic"/>
                <a:ea typeface="Yu Gothic"/>
                <a:cs typeface="Yu Gothic"/>
              </a:defRPr>
            </a:lvl4pPr>
            <a:lvl5pPr algn="l">
              <a:defRPr sz="2250" b="1">
                <a:solidFill>
                  <a:srgbClr val="52616A"/>
                </a:solidFill>
                <a:latin typeface="Yu Gothic"/>
                <a:ea typeface="Yu Gothic"/>
                <a:cs typeface="Yu Gothic"/>
              </a:defRPr>
            </a:lvl5pPr>
            <a:lvl6pPr algn="l">
              <a:defRPr sz="2250" b="1">
                <a:solidFill>
                  <a:srgbClr val="52616A"/>
                </a:solidFill>
                <a:latin typeface="Yu Gothic"/>
                <a:ea typeface="Yu Gothic"/>
                <a:cs typeface="Yu Gothic"/>
              </a:defRPr>
            </a:lvl6pPr>
            <a:lvl7pPr algn="l">
              <a:defRPr sz="2250" b="1">
                <a:solidFill>
                  <a:srgbClr val="52616A"/>
                </a:solidFill>
                <a:latin typeface="Yu Gothic"/>
                <a:ea typeface="Yu Gothic"/>
                <a:cs typeface="Yu Gothic"/>
              </a:defRPr>
            </a:lvl7pPr>
            <a:lvl8pPr algn="l">
              <a:defRPr sz="2250" b="1">
                <a:solidFill>
                  <a:srgbClr val="52616A"/>
                </a:solidFill>
                <a:latin typeface="Yu Gothic"/>
                <a:ea typeface="Yu Gothic"/>
                <a:cs typeface="Yu Gothic"/>
              </a:defRPr>
            </a:lvl8pPr>
            <a:lvl9pPr algn="l">
              <a:defRPr sz="2250" b="1">
                <a:solidFill>
                  <a:srgbClr val="52616A"/>
                </a:solidFill>
                <a:latin typeface="Yu Gothic"/>
                <a:ea typeface="Yu Gothic"/>
                <a:cs typeface="Yu Gothic"/>
              </a:defRPr>
            </a:lvl9pPr>
          </a:lstStyle>
          <a:p xmlns:a="http://schemas.openxmlformats.org/drawingml/2006/main">
            <a:pPr algn="l">
              <a:defRPr sz="2250" b="1">
                <a:solidFill>
                  <a:srgbClr val="52616A"/>
                </a:solidFill>
                <a:latin typeface="Yu Gothic"/>
                <a:ea typeface="Yu Gothic"/>
                <a:cs typeface="Yu Gothic"/>
              </a:defRPr>
            </a:pPr>
            <a:r>
              <a:rPr sz="2250" b="1">
                <a:solidFill>
                  <a:srgbClr val="52616A"/>
                </a:solidFill>
                <a:latin typeface="Yu Gothic"/>
                <a:ea typeface="Yu Gothic"/>
                <a:cs typeface="Yu Gothic"/>
              </a:rPr>
              <a:t>pは正の結果、qは反の結果</a:t>
            </a:r>
          </a:p>
        </p:txBody>
      </p:sp>
      <p:graphicFrame>
        <p:nvGraphicFramePr>
          <p:cNvPr id="7" name="">
            <a:extLst xmlns:a="http://schemas.openxmlformats.org/drawingml/2006/main">
              <a:ext uri="{FF2B5EF4-FFF2-40B4-BE49-F238E27FC236}">
                <a16:creationId xmlns:a16="http://schemas.microsoft.com/office/drawing/2014/main" id="{9527E672-D92A-4A29-92A2-51CCBA5E5F89}"/>
              </a:ext>
            </a:extLst>
          </p:cNvPr>
          <p:cNvGraphicFramePr/>
          <p:nvPr/>
        </p:nvGraphicFramePr>
        <p:xfrm>
          <a:off xmlns:a="http://schemas.openxmlformats.org/drawingml/2006/main" x="723900" y="2381250"/>
          <a:ext xmlns:a="http://schemas.openxmlformats.org/drawingml/2006/main" cx="10744200" cy="2762250"/>
        </p:xfrm>
        <a:graphic xmlns:a="http://schemas.openxmlformats.org/drawingml/2006/main">
          <a:graphicData uri="http://schemas.openxmlformats.org/drawingml/2006/table">
            <a:tbl>
              <a:tblPr/>
              <a:tblGrid>
                <a:gridCol w="1933956"/>
                <a:gridCol w="4405122"/>
                <a:gridCol w="4405122"/>
              </a:tblGrid>
              <a:tr h="920750">
                <a:tc>
                  <a:txBody>
                    <a:bodyPr wrap="square" lIns="57150" tIns="57150" rIns="57150" bIns="57150">
                      <a:noAutofit/>
                    </a:bodyPr>
                    <a:lstStyle/>
                    <a:p>
                      <a:pPr algn="ctr"/>
                      <a:r>
                        <a:rPr sz="1950" b="1">
                          <a:solidFill>
                            <a:srgbClr val="FFFFFF"/>
                          </a:solidFill>
                          <a:latin typeface="Yu Gothic"/>
                          <a:ea typeface="Yu Gothic"/>
                          <a:cs typeface="Yu Gothic"/>
                        </a:rPr>
                        <a:t>対回</a:t>
                      </a:r>
                    </a:p>
                  </a:txBody>
                  <a:tcPr marL="91440" marR="91440" marT="45720" marB="45720" anchor="ctr">
                    <a:solidFill>
                      <a:srgbClr val="166B68"/>
                    </a:solidFill>
                  </a:tcPr>
                </a:tc>
                <a:tc>
                  <a:txBody>
                    <a:bodyPr wrap="square" lIns="57150" tIns="57150" rIns="57150" bIns="57150">
                      <a:noAutofit/>
                    </a:bodyPr>
                    <a:lstStyle/>
                    <a:p>
                      <a:pPr algn="ctr"/>
                      <a:r>
                        <a:rPr sz="1950" b="1">
                          <a:solidFill>
                            <a:srgbClr val="FFFFFF"/>
                          </a:solidFill>
                          <a:latin typeface="Yu Gothic"/>
                          <a:ea typeface="Yu Gothic"/>
                          <a:cs typeface="Yu Gothic"/>
                        </a:rPr>
                        <a:t>p（正）</a:t>
                      </a:r>
                    </a:p>
                  </a:txBody>
                  <a:tcPr marL="91440" marR="91440" marT="45720" marB="45720" anchor="ctr">
                    <a:solidFill>
                      <a:srgbClr val="166B68"/>
                    </a:solidFill>
                  </a:tcPr>
                </a:tc>
                <a:tc>
                  <a:txBody>
                    <a:bodyPr wrap="square" lIns="57150" tIns="57150" rIns="57150" bIns="57150">
                      <a:noAutofit/>
                    </a:bodyPr>
                    <a:lstStyle/>
                    <a:p>
                      <a:pPr algn="ctr"/>
                      <a:r>
                        <a:rPr sz="1950" b="1">
                          <a:solidFill>
                            <a:srgbClr val="FFFFFF"/>
                          </a:solidFill>
                          <a:latin typeface="Yu Gothic"/>
                          <a:ea typeface="Yu Gothic"/>
                          <a:cs typeface="Yu Gothic"/>
                        </a:rPr>
                        <a:t>q（反）</a:t>
                      </a:r>
                    </a:p>
                  </a:txBody>
                  <a:tcPr marL="91440" marR="91440" marT="45720" marB="45720" anchor="ctr">
                    <a:solidFill>
                      <a:srgbClr val="166B68"/>
                    </a:solidFill>
                  </a:tcPr>
                </a:tc>
              </a:tr>
              <a:tr h="920750">
                <a:tc>
                  <a:txBody>
                    <a:bodyPr wrap="square" lIns="57150" tIns="57150" rIns="57150" bIns="57150">
                      <a:noAutofit/>
                    </a:bodyPr>
                    <a:lstStyle/>
                    <a:p>
                      <a:pPr algn="ctr"/>
                      <a:r>
                        <a:rPr sz="1950" b="0">
                          <a:solidFill>
                            <a:srgbClr val="182B33"/>
                          </a:solidFill>
                          <a:latin typeface="Yu Gothic"/>
                          <a:ea typeface="Yu Gothic"/>
                          <a:cs typeface="Yu Gothic"/>
                        </a:rPr>
                        <a:t>第1</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73°25′15″</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73°25′11″</a:t>
                      </a:r>
                    </a:p>
                  </a:txBody>
                  <a:tcPr marL="91440" marR="91440" marT="45720" marB="45720" anchor="ctr"/>
                </a:tc>
              </a:tr>
              <a:tr h="920750">
                <a:tc>
                  <a:txBody>
                    <a:bodyPr wrap="square" lIns="57150" tIns="57150" rIns="57150" bIns="57150">
                      <a:noAutofit/>
                    </a:bodyPr>
                    <a:lstStyle/>
                    <a:p>
                      <a:pPr algn="ctr"/>
                      <a:r>
                        <a:rPr sz="1950" b="0">
                          <a:solidFill>
                            <a:srgbClr val="182B33"/>
                          </a:solidFill>
                          <a:latin typeface="Yu Gothic"/>
                          <a:ea typeface="Yu Gothic"/>
                          <a:cs typeface="Yu Gothic"/>
                        </a:rPr>
                        <a:t>第2</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73°25′09″</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73°25′11″</a:t>
                      </a:r>
                    </a:p>
                  </a:txBody>
                  <a:tcPr marL="91440" marR="91440" marT="45720" marB="45720" anchor="ctr"/>
                </a:tc>
              </a:tr>
            </a:tbl>
          </a:graphicData>
        </a:graphic>
      </p:graphicFrame>
      <p:sp>
        <p:nvSpPr>
          <p:cNvPr id="8" name="">
            <a:extLst xmlns:a="http://schemas.openxmlformats.org/drawingml/2006/main">
              <a:ext uri="{FF2B5EF4-FFF2-40B4-BE49-F238E27FC236}">
                <a16:creationId xmlns:a16="http://schemas.microsoft.com/office/drawing/2014/main" id="{29D27A7E-324D-4A69-8ED9-28B988DA6487}"/>
              </a:ext>
            </a:extLst>
          </p:cNvPr>
          <p:cNvSpPr>
            <a:spLocks xmlns:a="http://schemas.openxmlformats.org/drawingml/2006/main" noGrp="1"/>
          </p:cNvSpPr>
          <p:nvPr/>
        </p:nvSpPr>
        <p:spPr>
          <a:xfrm xmlns:a="http://schemas.openxmlformats.org/drawingml/2006/main">
            <a:off x="762000" y="5619750"/>
            <a:ext cx="228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200" b="1">
                <a:solidFill>
                  <a:srgbClr val="166B68"/>
                </a:solidFill>
                <a:latin typeface="Yu Gothic"/>
                <a:ea typeface="Yu Gothic"/>
                <a:cs typeface="Yu Gothic"/>
              </a:defRPr>
            </a:defPPr>
            <a:lvl1pPr algn="ctr">
              <a:defRPr sz="1200" b="1">
                <a:solidFill>
                  <a:srgbClr val="166B68"/>
                </a:solidFill>
                <a:latin typeface="Yu Gothic"/>
                <a:ea typeface="Yu Gothic"/>
                <a:cs typeface="Yu Gothic"/>
              </a:defRPr>
            </a:lvl1pPr>
            <a:lvl2pPr algn="ctr">
              <a:defRPr sz="1200" b="1">
                <a:solidFill>
                  <a:srgbClr val="166B68"/>
                </a:solidFill>
                <a:latin typeface="Yu Gothic"/>
                <a:ea typeface="Yu Gothic"/>
                <a:cs typeface="Yu Gothic"/>
              </a:defRPr>
            </a:lvl2pPr>
            <a:lvl3pPr algn="ctr">
              <a:defRPr sz="1200" b="1">
                <a:solidFill>
                  <a:srgbClr val="166B68"/>
                </a:solidFill>
                <a:latin typeface="Yu Gothic"/>
                <a:ea typeface="Yu Gothic"/>
                <a:cs typeface="Yu Gothic"/>
              </a:defRPr>
            </a:lvl3pPr>
            <a:lvl4pPr algn="ctr">
              <a:defRPr sz="1200" b="1">
                <a:solidFill>
                  <a:srgbClr val="166B68"/>
                </a:solidFill>
                <a:latin typeface="Yu Gothic"/>
                <a:ea typeface="Yu Gothic"/>
                <a:cs typeface="Yu Gothic"/>
              </a:defRPr>
            </a:lvl4pPr>
            <a:lvl5pPr algn="ctr">
              <a:defRPr sz="1200" b="1">
                <a:solidFill>
                  <a:srgbClr val="166B68"/>
                </a:solidFill>
                <a:latin typeface="Yu Gothic"/>
                <a:ea typeface="Yu Gothic"/>
                <a:cs typeface="Yu Gothic"/>
              </a:defRPr>
            </a:lvl5pPr>
            <a:lvl6pPr algn="ctr">
              <a:defRPr sz="1200" b="1">
                <a:solidFill>
                  <a:srgbClr val="166B68"/>
                </a:solidFill>
                <a:latin typeface="Yu Gothic"/>
                <a:ea typeface="Yu Gothic"/>
                <a:cs typeface="Yu Gothic"/>
              </a:defRPr>
            </a:lvl6pPr>
            <a:lvl7pPr algn="ctr">
              <a:defRPr sz="1200" b="1">
                <a:solidFill>
                  <a:srgbClr val="166B68"/>
                </a:solidFill>
                <a:latin typeface="Yu Gothic"/>
                <a:ea typeface="Yu Gothic"/>
                <a:cs typeface="Yu Gothic"/>
              </a:defRPr>
            </a:lvl7pPr>
            <a:lvl8pPr algn="ctr">
              <a:defRPr sz="1200" b="1">
                <a:solidFill>
                  <a:srgbClr val="166B68"/>
                </a:solidFill>
                <a:latin typeface="Yu Gothic"/>
                <a:ea typeface="Yu Gothic"/>
                <a:cs typeface="Yu Gothic"/>
              </a:defRPr>
            </a:lvl8pPr>
            <a:lvl9pPr algn="ctr">
              <a:defRPr sz="1200" b="1">
                <a:solidFill>
                  <a:srgbClr val="166B68"/>
                </a:solidFill>
                <a:latin typeface="Yu Gothic"/>
                <a:ea typeface="Yu Gothic"/>
                <a:cs typeface="Yu Gothic"/>
              </a:defRPr>
            </a:lvl9pPr>
          </a:lstStyle>
          <a:p xmlns:a="http://schemas.openxmlformats.org/drawingml/2006/main">
            <a:pPr algn="ctr">
              <a:defRPr sz="1200" b="1">
                <a:solidFill>
                  <a:srgbClr val="166B68"/>
                </a:solidFill>
                <a:latin typeface="Yu Gothic"/>
                <a:ea typeface="Yu Gothic"/>
                <a:cs typeface="Yu Gothic"/>
              </a:defRPr>
            </a:pPr>
            <a:r>
              <a:rPr sz="1200" b="1">
                <a:solidFill>
                  <a:srgbClr val="166B68"/>
                </a:solidFill>
                <a:latin typeface="Yu Gothic"/>
                <a:ea typeface="Yu Gothic"/>
                <a:cs typeface="Yu Gothic"/>
              </a:rPr>
              <a:t>●</a:t>
            </a:r>
          </a:p>
        </p:txBody>
      </p:sp>
      <p:sp>
        <p:nvSpPr>
          <p:cNvPr id="9" name="">
            <a:extLst xmlns:a="http://schemas.openxmlformats.org/drawingml/2006/main">
              <a:ext uri="{FF2B5EF4-FFF2-40B4-BE49-F238E27FC236}">
                <a16:creationId xmlns:a16="http://schemas.microsoft.com/office/drawing/2014/main" id="{4FB0E4BE-53B7-4BD2-A998-797AF891158B}"/>
              </a:ext>
            </a:extLst>
          </p:cNvPr>
          <p:cNvSpPr>
            <a:spLocks xmlns:a="http://schemas.openxmlformats.org/drawingml/2006/main" noGrp="1"/>
          </p:cNvSpPr>
          <p:nvPr/>
        </p:nvSpPr>
        <p:spPr>
          <a:xfrm xmlns:a="http://schemas.openxmlformats.org/drawingml/2006/main">
            <a:off x="1085850" y="5619750"/>
            <a:ext cx="10058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025" b="0">
                <a:solidFill>
                  <a:srgbClr val="182B33"/>
                </a:solidFill>
                <a:latin typeface="Yu Gothic"/>
                <a:ea typeface="Yu Gothic"/>
                <a:cs typeface="Yu Gothic"/>
              </a:defRPr>
            </a:defPPr>
            <a:lvl1pPr algn="l">
              <a:defRPr sz="2025" b="0">
                <a:solidFill>
                  <a:srgbClr val="182B33"/>
                </a:solidFill>
                <a:latin typeface="Yu Gothic"/>
                <a:ea typeface="Yu Gothic"/>
                <a:cs typeface="Yu Gothic"/>
              </a:defRPr>
            </a:lvl1pPr>
            <a:lvl2pPr algn="l">
              <a:defRPr sz="2025" b="0">
                <a:solidFill>
                  <a:srgbClr val="182B33"/>
                </a:solidFill>
                <a:latin typeface="Yu Gothic"/>
                <a:ea typeface="Yu Gothic"/>
                <a:cs typeface="Yu Gothic"/>
              </a:defRPr>
            </a:lvl2pPr>
            <a:lvl3pPr algn="l">
              <a:defRPr sz="2025" b="0">
                <a:solidFill>
                  <a:srgbClr val="182B33"/>
                </a:solidFill>
                <a:latin typeface="Yu Gothic"/>
                <a:ea typeface="Yu Gothic"/>
                <a:cs typeface="Yu Gothic"/>
              </a:defRPr>
            </a:lvl3pPr>
            <a:lvl4pPr algn="l">
              <a:defRPr sz="2025" b="0">
                <a:solidFill>
                  <a:srgbClr val="182B33"/>
                </a:solidFill>
                <a:latin typeface="Yu Gothic"/>
                <a:ea typeface="Yu Gothic"/>
                <a:cs typeface="Yu Gothic"/>
              </a:defRPr>
            </a:lvl4pPr>
            <a:lvl5pPr algn="l">
              <a:defRPr sz="2025" b="0">
                <a:solidFill>
                  <a:srgbClr val="182B33"/>
                </a:solidFill>
                <a:latin typeface="Yu Gothic"/>
                <a:ea typeface="Yu Gothic"/>
                <a:cs typeface="Yu Gothic"/>
              </a:defRPr>
            </a:lvl5pPr>
            <a:lvl6pPr algn="l">
              <a:defRPr sz="2025" b="0">
                <a:solidFill>
                  <a:srgbClr val="182B33"/>
                </a:solidFill>
                <a:latin typeface="Yu Gothic"/>
                <a:ea typeface="Yu Gothic"/>
                <a:cs typeface="Yu Gothic"/>
              </a:defRPr>
            </a:lvl6pPr>
            <a:lvl7pPr algn="l">
              <a:defRPr sz="2025" b="0">
                <a:solidFill>
                  <a:srgbClr val="182B33"/>
                </a:solidFill>
                <a:latin typeface="Yu Gothic"/>
                <a:ea typeface="Yu Gothic"/>
                <a:cs typeface="Yu Gothic"/>
              </a:defRPr>
            </a:lvl7pPr>
            <a:lvl8pPr algn="l">
              <a:defRPr sz="2025" b="0">
                <a:solidFill>
                  <a:srgbClr val="182B33"/>
                </a:solidFill>
                <a:latin typeface="Yu Gothic"/>
                <a:ea typeface="Yu Gothic"/>
                <a:cs typeface="Yu Gothic"/>
              </a:defRPr>
            </a:lvl8pPr>
            <a:lvl9pPr algn="l">
              <a:defRPr sz="2025" b="0">
                <a:solidFill>
                  <a:srgbClr val="182B33"/>
                </a:solidFill>
                <a:latin typeface="Yu Gothic"/>
                <a:ea typeface="Yu Gothic"/>
                <a:cs typeface="Yu Gothic"/>
              </a:defRPr>
            </a:lvl9pPr>
          </a:lstStyle>
          <a:p xmlns:a="http://schemas.openxmlformats.org/drawingml/2006/main">
            <a:pPr algn="l">
              <a:defRPr sz="2025" b="0">
                <a:solidFill>
                  <a:srgbClr val="182B33"/>
                </a:solidFill>
                <a:latin typeface="Yu Gothic"/>
                <a:ea typeface="Yu Gothic"/>
                <a:cs typeface="Yu Gothic"/>
              </a:defRPr>
            </a:pPr>
            <a:r>
              <a:rPr sz="2025" b="0">
                <a:solidFill>
                  <a:srgbClr val="182B33"/>
                </a:solidFill>
                <a:latin typeface="Yu Gothic"/>
                <a:ea typeface="Yu Gothic"/>
                <a:cs typeface="Yu Gothic"/>
              </a:rPr>
              <a:t>p＝Bの正L−Aの正L</a:t>
            </a:r>
          </a:p>
        </p:txBody>
      </p:sp>
      <p:sp>
        <p:nvSpPr>
          <p:cNvPr id="10" name="">
            <a:extLst xmlns:a="http://schemas.openxmlformats.org/drawingml/2006/main">
              <a:ext uri="{FF2B5EF4-FFF2-40B4-BE49-F238E27FC236}">
                <a16:creationId xmlns:a16="http://schemas.microsoft.com/office/drawing/2014/main" id="{0F652D9C-CCA6-4CE1-A374-798E7311C476}"/>
              </a:ext>
            </a:extLst>
          </p:cNvPr>
          <p:cNvSpPr>
            <a:spLocks xmlns:a="http://schemas.openxmlformats.org/drawingml/2006/main" noGrp="1"/>
          </p:cNvSpPr>
          <p:nvPr/>
        </p:nvSpPr>
        <p:spPr>
          <a:xfrm xmlns:a="http://schemas.openxmlformats.org/drawingml/2006/main">
            <a:off x="762000" y="6038850"/>
            <a:ext cx="228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200" b="1">
                <a:solidFill>
                  <a:srgbClr val="166B68"/>
                </a:solidFill>
                <a:latin typeface="Yu Gothic"/>
                <a:ea typeface="Yu Gothic"/>
                <a:cs typeface="Yu Gothic"/>
              </a:defRPr>
            </a:defPPr>
            <a:lvl1pPr algn="ctr">
              <a:defRPr sz="1200" b="1">
                <a:solidFill>
                  <a:srgbClr val="166B68"/>
                </a:solidFill>
                <a:latin typeface="Yu Gothic"/>
                <a:ea typeface="Yu Gothic"/>
                <a:cs typeface="Yu Gothic"/>
              </a:defRPr>
            </a:lvl1pPr>
            <a:lvl2pPr algn="ctr">
              <a:defRPr sz="1200" b="1">
                <a:solidFill>
                  <a:srgbClr val="166B68"/>
                </a:solidFill>
                <a:latin typeface="Yu Gothic"/>
                <a:ea typeface="Yu Gothic"/>
                <a:cs typeface="Yu Gothic"/>
              </a:defRPr>
            </a:lvl2pPr>
            <a:lvl3pPr algn="ctr">
              <a:defRPr sz="1200" b="1">
                <a:solidFill>
                  <a:srgbClr val="166B68"/>
                </a:solidFill>
                <a:latin typeface="Yu Gothic"/>
                <a:ea typeface="Yu Gothic"/>
                <a:cs typeface="Yu Gothic"/>
              </a:defRPr>
            </a:lvl3pPr>
            <a:lvl4pPr algn="ctr">
              <a:defRPr sz="1200" b="1">
                <a:solidFill>
                  <a:srgbClr val="166B68"/>
                </a:solidFill>
                <a:latin typeface="Yu Gothic"/>
                <a:ea typeface="Yu Gothic"/>
                <a:cs typeface="Yu Gothic"/>
              </a:defRPr>
            </a:lvl4pPr>
            <a:lvl5pPr algn="ctr">
              <a:defRPr sz="1200" b="1">
                <a:solidFill>
                  <a:srgbClr val="166B68"/>
                </a:solidFill>
                <a:latin typeface="Yu Gothic"/>
                <a:ea typeface="Yu Gothic"/>
                <a:cs typeface="Yu Gothic"/>
              </a:defRPr>
            </a:lvl5pPr>
            <a:lvl6pPr algn="ctr">
              <a:defRPr sz="1200" b="1">
                <a:solidFill>
                  <a:srgbClr val="166B68"/>
                </a:solidFill>
                <a:latin typeface="Yu Gothic"/>
                <a:ea typeface="Yu Gothic"/>
                <a:cs typeface="Yu Gothic"/>
              </a:defRPr>
            </a:lvl6pPr>
            <a:lvl7pPr algn="ctr">
              <a:defRPr sz="1200" b="1">
                <a:solidFill>
                  <a:srgbClr val="166B68"/>
                </a:solidFill>
                <a:latin typeface="Yu Gothic"/>
                <a:ea typeface="Yu Gothic"/>
                <a:cs typeface="Yu Gothic"/>
              </a:defRPr>
            </a:lvl7pPr>
            <a:lvl8pPr algn="ctr">
              <a:defRPr sz="1200" b="1">
                <a:solidFill>
                  <a:srgbClr val="166B68"/>
                </a:solidFill>
                <a:latin typeface="Yu Gothic"/>
                <a:ea typeface="Yu Gothic"/>
                <a:cs typeface="Yu Gothic"/>
              </a:defRPr>
            </a:lvl8pPr>
            <a:lvl9pPr algn="ctr">
              <a:defRPr sz="1200" b="1">
                <a:solidFill>
                  <a:srgbClr val="166B68"/>
                </a:solidFill>
                <a:latin typeface="Yu Gothic"/>
                <a:ea typeface="Yu Gothic"/>
                <a:cs typeface="Yu Gothic"/>
              </a:defRPr>
            </a:lvl9pPr>
          </a:lstStyle>
          <a:p xmlns:a="http://schemas.openxmlformats.org/drawingml/2006/main">
            <a:pPr algn="ctr">
              <a:defRPr sz="1200" b="1">
                <a:solidFill>
                  <a:srgbClr val="166B68"/>
                </a:solidFill>
                <a:latin typeface="Yu Gothic"/>
                <a:ea typeface="Yu Gothic"/>
                <a:cs typeface="Yu Gothic"/>
              </a:defRPr>
            </a:pPr>
            <a:r>
              <a:rPr sz="1200" b="1">
                <a:solidFill>
                  <a:srgbClr val="166B68"/>
                </a:solidFill>
                <a:latin typeface="Yu Gothic"/>
                <a:ea typeface="Yu Gothic"/>
                <a:cs typeface="Yu Gothic"/>
              </a:rPr>
              <a:t>●</a:t>
            </a:r>
          </a:p>
        </p:txBody>
      </p:sp>
      <p:sp>
        <p:nvSpPr>
          <p:cNvPr id="11" name="">
            <a:extLst xmlns:a="http://schemas.openxmlformats.org/drawingml/2006/main">
              <a:ext uri="{FF2B5EF4-FFF2-40B4-BE49-F238E27FC236}">
                <a16:creationId xmlns:a16="http://schemas.microsoft.com/office/drawing/2014/main" id="{13D317F0-BB47-47C6-9034-4A6BE3B9F5AA}"/>
              </a:ext>
            </a:extLst>
          </p:cNvPr>
          <p:cNvSpPr>
            <a:spLocks xmlns:a="http://schemas.openxmlformats.org/drawingml/2006/main" noGrp="1"/>
          </p:cNvSpPr>
          <p:nvPr/>
        </p:nvSpPr>
        <p:spPr>
          <a:xfrm xmlns:a="http://schemas.openxmlformats.org/drawingml/2006/main">
            <a:off x="1085850" y="6038850"/>
            <a:ext cx="10058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025" b="0">
                <a:solidFill>
                  <a:srgbClr val="182B33"/>
                </a:solidFill>
                <a:latin typeface="Yu Gothic"/>
                <a:ea typeface="Yu Gothic"/>
                <a:cs typeface="Yu Gothic"/>
              </a:defRPr>
            </a:defPPr>
            <a:lvl1pPr algn="l">
              <a:defRPr sz="2025" b="0">
                <a:solidFill>
                  <a:srgbClr val="182B33"/>
                </a:solidFill>
                <a:latin typeface="Yu Gothic"/>
                <a:ea typeface="Yu Gothic"/>
                <a:cs typeface="Yu Gothic"/>
              </a:defRPr>
            </a:lvl1pPr>
            <a:lvl2pPr algn="l">
              <a:defRPr sz="2025" b="0">
                <a:solidFill>
                  <a:srgbClr val="182B33"/>
                </a:solidFill>
                <a:latin typeface="Yu Gothic"/>
                <a:ea typeface="Yu Gothic"/>
                <a:cs typeface="Yu Gothic"/>
              </a:defRPr>
            </a:lvl2pPr>
            <a:lvl3pPr algn="l">
              <a:defRPr sz="2025" b="0">
                <a:solidFill>
                  <a:srgbClr val="182B33"/>
                </a:solidFill>
                <a:latin typeface="Yu Gothic"/>
                <a:ea typeface="Yu Gothic"/>
                <a:cs typeface="Yu Gothic"/>
              </a:defRPr>
            </a:lvl3pPr>
            <a:lvl4pPr algn="l">
              <a:defRPr sz="2025" b="0">
                <a:solidFill>
                  <a:srgbClr val="182B33"/>
                </a:solidFill>
                <a:latin typeface="Yu Gothic"/>
                <a:ea typeface="Yu Gothic"/>
                <a:cs typeface="Yu Gothic"/>
              </a:defRPr>
            </a:lvl4pPr>
            <a:lvl5pPr algn="l">
              <a:defRPr sz="2025" b="0">
                <a:solidFill>
                  <a:srgbClr val="182B33"/>
                </a:solidFill>
                <a:latin typeface="Yu Gothic"/>
                <a:ea typeface="Yu Gothic"/>
                <a:cs typeface="Yu Gothic"/>
              </a:defRPr>
            </a:lvl5pPr>
            <a:lvl6pPr algn="l">
              <a:defRPr sz="2025" b="0">
                <a:solidFill>
                  <a:srgbClr val="182B33"/>
                </a:solidFill>
                <a:latin typeface="Yu Gothic"/>
                <a:ea typeface="Yu Gothic"/>
                <a:cs typeface="Yu Gothic"/>
              </a:defRPr>
            </a:lvl6pPr>
            <a:lvl7pPr algn="l">
              <a:defRPr sz="2025" b="0">
                <a:solidFill>
                  <a:srgbClr val="182B33"/>
                </a:solidFill>
                <a:latin typeface="Yu Gothic"/>
                <a:ea typeface="Yu Gothic"/>
                <a:cs typeface="Yu Gothic"/>
              </a:defRPr>
            </a:lvl7pPr>
            <a:lvl8pPr algn="l">
              <a:defRPr sz="2025" b="0">
                <a:solidFill>
                  <a:srgbClr val="182B33"/>
                </a:solidFill>
                <a:latin typeface="Yu Gothic"/>
                <a:ea typeface="Yu Gothic"/>
                <a:cs typeface="Yu Gothic"/>
              </a:defRPr>
            </a:lvl8pPr>
            <a:lvl9pPr algn="l">
              <a:defRPr sz="2025" b="0">
                <a:solidFill>
                  <a:srgbClr val="182B33"/>
                </a:solidFill>
                <a:latin typeface="Yu Gothic"/>
                <a:ea typeface="Yu Gothic"/>
                <a:cs typeface="Yu Gothic"/>
              </a:defRPr>
            </a:lvl9pPr>
          </a:lstStyle>
          <a:p xmlns:a="http://schemas.openxmlformats.org/drawingml/2006/main">
            <a:pPr algn="l">
              <a:defRPr sz="2025" b="0">
                <a:solidFill>
                  <a:srgbClr val="182B33"/>
                </a:solidFill>
                <a:latin typeface="Yu Gothic"/>
                <a:ea typeface="Yu Gothic"/>
                <a:cs typeface="Yu Gothic"/>
              </a:defRPr>
            </a:pPr>
            <a:r>
              <a:rPr sz="2025" b="0">
                <a:solidFill>
                  <a:srgbClr val="182B33"/>
                </a:solidFill>
                <a:latin typeface="Yu Gothic"/>
                <a:ea typeface="Yu Gothic"/>
                <a:cs typeface="Yu Gothic"/>
              </a:rPr>
              <a:t>q＝Bの反R−Aの反R</a:t>
            </a:r>
          </a:p>
        </p:txBody>
      </p:sp>
    </p:spTree>
    <p:extLst>
      <p:ext uri="{BB962C8B-B14F-4D97-AF65-F5344CB8AC3E}">
        <p14:creationId xmlns:p14="http://schemas.microsoft.com/office/powerpoint/2010/main" val="1637545007"/>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39D519A5-AC18-4C3E-B40C-E8CED4D2EF51}"/>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5284F005-7488-4A7E-938E-77EBC1234424}"/>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方向法</a:t>
            </a:r>
          </a:p>
        </p:txBody>
      </p:sp>
      <p:sp>
        <p:nvSpPr>
          <p:cNvPr id="3" name="">
            <a:extLst xmlns:a="http://schemas.openxmlformats.org/drawingml/2006/main">
              <a:ext uri="{FF2B5EF4-FFF2-40B4-BE49-F238E27FC236}">
                <a16:creationId xmlns:a16="http://schemas.microsoft.com/office/drawing/2014/main" id="{96ECBD86-92FE-4711-8D67-7354BD1F0DC3}"/>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較差Cはp−q</a:t>
            </a:r>
          </a:p>
        </p:txBody>
      </p:sp>
      <p:sp>
        <p:nvSpPr>
          <p:cNvPr id="4" name="">
            <a:extLst xmlns:a="http://schemas.openxmlformats.org/drawingml/2006/main">
              <a:ext uri="{FF2B5EF4-FFF2-40B4-BE49-F238E27FC236}">
                <a16:creationId xmlns:a16="http://schemas.microsoft.com/office/drawing/2014/main" id="{495E1CBE-8F3D-405B-9044-702D6F178969}"/>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8E969FA6-433A-435B-B254-A32996098A09}"/>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30</a:t>
            </a:r>
          </a:p>
        </p:txBody>
      </p:sp>
      <p:sp>
        <p:nvSpPr>
          <p:cNvPr id="6" name="">
            <a:extLst xmlns:a="http://schemas.openxmlformats.org/drawingml/2006/main">
              <a:ext uri="{FF2B5EF4-FFF2-40B4-BE49-F238E27FC236}">
                <a16:creationId xmlns:a16="http://schemas.microsoft.com/office/drawing/2014/main" id="{036F3037-9408-4825-A454-3FB093E4B398}"/>
              </a:ext>
            </a:extLst>
          </p:cNvPr>
          <p:cNvSpPr>
            <a:spLocks xmlns:a="http://schemas.openxmlformats.org/drawingml/2006/main" noGrp="1"/>
          </p:cNvSpPr>
          <p:nvPr/>
        </p:nvSpPr>
        <p:spPr>
          <a:xfrm xmlns:a="http://schemas.openxmlformats.org/drawingml/2006/main">
            <a:off x="723900" y="1504950"/>
            <a:ext cx="10287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1">
                <a:solidFill>
                  <a:srgbClr val="52616A"/>
                </a:solidFill>
                <a:latin typeface="Yu Gothic"/>
                <a:ea typeface="Yu Gothic"/>
                <a:cs typeface="Yu Gothic"/>
              </a:defRPr>
            </a:defPPr>
            <a:lvl1pPr algn="l">
              <a:defRPr sz="2250" b="1">
                <a:solidFill>
                  <a:srgbClr val="52616A"/>
                </a:solidFill>
                <a:latin typeface="Yu Gothic"/>
                <a:ea typeface="Yu Gothic"/>
                <a:cs typeface="Yu Gothic"/>
              </a:defRPr>
            </a:lvl1pPr>
            <a:lvl2pPr algn="l">
              <a:defRPr sz="2250" b="1">
                <a:solidFill>
                  <a:srgbClr val="52616A"/>
                </a:solidFill>
                <a:latin typeface="Yu Gothic"/>
                <a:ea typeface="Yu Gothic"/>
                <a:cs typeface="Yu Gothic"/>
              </a:defRPr>
            </a:lvl2pPr>
            <a:lvl3pPr algn="l">
              <a:defRPr sz="2250" b="1">
                <a:solidFill>
                  <a:srgbClr val="52616A"/>
                </a:solidFill>
                <a:latin typeface="Yu Gothic"/>
                <a:ea typeface="Yu Gothic"/>
                <a:cs typeface="Yu Gothic"/>
              </a:defRPr>
            </a:lvl3pPr>
            <a:lvl4pPr algn="l">
              <a:defRPr sz="2250" b="1">
                <a:solidFill>
                  <a:srgbClr val="52616A"/>
                </a:solidFill>
                <a:latin typeface="Yu Gothic"/>
                <a:ea typeface="Yu Gothic"/>
                <a:cs typeface="Yu Gothic"/>
              </a:defRPr>
            </a:lvl4pPr>
            <a:lvl5pPr algn="l">
              <a:defRPr sz="2250" b="1">
                <a:solidFill>
                  <a:srgbClr val="52616A"/>
                </a:solidFill>
                <a:latin typeface="Yu Gothic"/>
                <a:ea typeface="Yu Gothic"/>
                <a:cs typeface="Yu Gothic"/>
              </a:defRPr>
            </a:lvl5pPr>
            <a:lvl6pPr algn="l">
              <a:defRPr sz="2250" b="1">
                <a:solidFill>
                  <a:srgbClr val="52616A"/>
                </a:solidFill>
                <a:latin typeface="Yu Gothic"/>
                <a:ea typeface="Yu Gothic"/>
                <a:cs typeface="Yu Gothic"/>
              </a:defRPr>
            </a:lvl6pPr>
            <a:lvl7pPr algn="l">
              <a:defRPr sz="2250" b="1">
                <a:solidFill>
                  <a:srgbClr val="52616A"/>
                </a:solidFill>
                <a:latin typeface="Yu Gothic"/>
                <a:ea typeface="Yu Gothic"/>
                <a:cs typeface="Yu Gothic"/>
              </a:defRPr>
            </a:lvl7pPr>
            <a:lvl8pPr algn="l">
              <a:defRPr sz="2250" b="1">
                <a:solidFill>
                  <a:srgbClr val="52616A"/>
                </a:solidFill>
                <a:latin typeface="Yu Gothic"/>
                <a:ea typeface="Yu Gothic"/>
                <a:cs typeface="Yu Gothic"/>
              </a:defRPr>
            </a:lvl8pPr>
            <a:lvl9pPr algn="l">
              <a:defRPr sz="2250" b="1">
                <a:solidFill>
                  <a:srgbClr val="52616A"/>
                </a:solidFill>
                <a:latin typeface="Yu Gothic"/>
                <a:ea typeface="Yu Gothic"/>
                <a:cs typeface="Yu Gothic"/>
              </a:defRPr>
            </a:lvl9pPr>
          </a:lstStyle>
          <a:p xmlns:a="http://schemas.openxmlformats.org/drawingml/2006/main">
            <a:pPr algn="l">
              <a:defRPr sz="2250" b="1">
                <a:solidFill>
                  <a:srgbClr val="52616A"/>
                </a:solidFill>
                <a:latin typeface="Yu Gothic"/>
                <a:ea typeface="Yu Gothic"/>
                <a:cs typeface="Yu Gothic"/>
              </a:defRPr>
            </a:pPr>
            <a:r>
              <a:rPr sz="2250" b="1">
                <a:solidFill>
                  <a:srgbClr val="52616A"/>
                </a:solidFill>
                <a:latin typeface="Yu Gothic"/>
                <a:ea typeface="Yu Gothic"/>
                <a:cs typeface="Yu Gothic"/>
              </a:rPr>
              <a:t>同じ対回の正と反の結果を比べる</a:t>
            </a:r>
          </a:p>
        </p:txBody>
      </p:sp>
      <p:sp>
        <p:nvSpPr>
          <p:cNvPr id="7" name="">
            <a:extLst xmlns:a="http://schemas.openxmlformats.org/drawingml/2006/main">
              <a:ext uri="{FF2B5EF4-FFF2-40B4-BE49-F238E27FC236}">
                <a16:creationId xmlns:a16="http://schemas.microsoft.com/office/drawing/2014/main" id="{5CBFA9B8-D864-40B1-B77F-2B33E8F90085}"/>
              </a:ext>
            </a:extLst>
          </p:cNvPr>
          <p:cNvSpPr>
            <a:spLocks xmlns:a="http://schemas.openxmlformats.org/drawingml/2006/main" noGrp="1"/>
          </p:cNvSpPr>
          <p:nvPr/>
        </p:nvSpPr>
        <p:spPr>
          <a:xfrm xmlns:a="http://schemas.openxmlformats.org/drawingml/2006/main">
            <a:off x="819150" y="2143125"/>
            <a:ext cx="228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425" b="1">
                <a:solidFill>
                  <a:srgbClr val="166B68"/>
                </a:solidFill>
                <a:latin typeface="Yu Gothic"/>
                <a:ea typeface="Yu Gothic"/>
                <a:cs typeface="Yu Gothic"/>
              </a:defRPr>
            </a:defPPr>
            <a:lvl1pPr algn="ctr">
              <a:defRPr sz="1425" b="1">
                <a:solidFill>
                  <a:srgbClr val="166B68"/>
                </a:solidFill>
                <a:latin typeface="Yu Gothic"/>
                <a:ea typeface="Yu Gothic"/>
                <a:cs typeface="Yu Gothic"/>
              </a:defRPr>
            </a:lvl1pPr>
            <a:lvl2pPr algn="ctr">
              <a:defRPr sz="1425" b="1">
                <a:solidFill>
                  <a:srgbClr val="166B68"/>
                </a:solidFill>
                <a:latin typeface="Yu Gothic"/>
                <a:ea typeface="Yu Gothic"/>
                <a:cs typeface="Yu Gothic"/>
              </a:defRPr>
            </a:lvl2pPr>
            <a:lvl3pPr algn="ctr">
              <a:defRPr sz="1425" b="1">
                <a:solidFill>
                  <a:srgbClr val="166B68"/>
                </a:solidFill>
                <a:latin typeface="Yu Gothic"/>
                <a:ea typeface="Yu Gothic"/>
                <a:cs typeface="Yu Gothic"/>
              </a:defRPr>
            </a:lvl3pPr>
            <a:lvl4pPr algn="ctr">
              <a:defRPr sz="1425" b="1">
                <a:solidFill>
                  <a:srgbClr val="166B68"/>
                </a:solidFill>
                <a:latin typeface="Yu Gothic"/>
                <a:ea typeface="Yu Gothic"/>
                <a:cs typeface="Yu Gothic"/>
              </a:defRPr>
            </a:lvl4pPr>
            <a:lvl5pPr algn="ctr">
              <a:defRPr sz="1425" b="1">
                <a:solidFill>
                  <a:srgbClr val="166B68"/>
                </a:solidFill>
                <a:latin typeface="Yu Gothic"/>
                <a:ea typeface="Yu Gothic"/>
                <a:cs typeface="Yu Gothic"/>
              </a:defRPr>
            </a:lvl5pPr>
            <a:lvl6pPr algn="ctr">
              <a:defRPr sz="1425" b="1">
                <a:solidFill>
                  <a:srgbClr val="166B68"/>
                </a:solidFill>
                <a:latin typeface="Yu Gothic"/>
                <a:ea typeface="Yu Gothic"/>
                <a:cs typeface="Yu Gothic"/>
              </a:defRPr>
            </a:lvl6pPr>
            <a:lvl7pPr algn="ctr">
              <a:defRPr sz="1425" b="1">
                <a:solidFill>
                  <a:srgbClr val="166B68"/>
                </a:solidFill>
                <a:latin typeface="Yu Gothic"/>
                <a:ea typeface="Yu Gothic"/>
                <a:cs typeface="Yu Gothic"/>
              </a:defRPr>
            </a:lvl7pPr>
            <a:lvl8pPr algn="ctr">
              <a:defRPr sz="1425" b="1">
                <a:solidFill>
                  <a:srgbClr val="166B68"/>
                </a:solidFill>
                <a:latin typeface="Yu Gothic"/>
                <a:ea typeface="Yu Gothic"/>
                <a:cs typeface="Yu Gothic"/>
              </a:defRPr>
            </a:lvl8pPr>
            <a:lvl9pPr algn="ctr">
              <a:defRPr sz="1425" b="1">
                <a:solidFill>
                  <a:srgbClr val="166B68"/>
                </a:solidFill>
                <a:latin typeface="Yu Gothic"/>
                <a:ea typeface="Yu Gothic"/>
                <a:cs typeface="Yu Gothic"/>
              </a:defRPr>
            </a:lvl9pPr>
          </a:lstStyle>
          <a:p xmlns:a="http://schemas.openxmlformats.org/drawingml/2006/main">
            <a:pPr algn="ctr">
              <a:defRPr sz="1425" b="1">
                <a:solidFill>
                  <a:srgbClr val="166B68"/>
                </a:solidFill>
                <a:latin typeface="Yu Gothic"/>
                <a:ea typeface="Yu Gothic"/>
                <a:cs typeface="Yu Gothic"/>
              </a:defRPr>
            </a:pPr>
            <a:r>
              <a:rPr sz="1425" b="1">
                <a:solidFill>
                  <a:srgbClr val="166B68"/>
                </a:solidFill>
                <a:latin typeface="Yu Gothic"/>
                <a:ea typeface="Yu Gothic"/>
                <a:cs typeface="Yu Gothic"/>
              </a:rPr>
              <a:t>●</a:t>
            </a:r>
          </a:p>
        </p:txBody>
      </p:sp>
      <p:sp>
        <p:nvSpPr>
          <p:cNvPr id="8" name="">
            <a:extLst xmlns:a="http://schemas.openxmlformats.org/drawingml/2006/main">
              <a:ext uri="{FF2B5EF4-FFF2-40B4-BE49-F238E27FC236}">
                <a16:creationId xmlns:a16="http://schemas.microsoft.com/office/drawing/2014/main" id="{2F008D01-AB58-4584-A61A-8B85A7D9BBB9}"/>
              </a:ext>
            </a:extLst>
          </p:cNvPr>
          <p:cNvSpPr>
            <a:spLocks xmlns:a="http://schemas.openxmlformats.org/drawingml/2006/main" noGrp="1"/>
          </p:cNvSpPr>
          <p:nvPr/>
        </p:nvSpPr>
        <p:spPr>
          <a:xfrm xmlns:a="http://schemas.openxmlformats.org/drawingml/2006/main">
            <a:off x="1143000" y="2143125"/>
            <a:ext cx="9772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第1：15″−11″＝＋4″</a:t>
            </a:r>
          </a:p>
        </p:txBody>
      </p:sp>
      <p:sp>
        <p:nvSpPr>
          <p:cNvPr id="9" name="">
            <a:extLst xmlns:a="http://schemas.openxmlformats.org/drawingml/2006/main">
              <a:ext uri="{FF2B5EF4-FFF2-40B4-BE49-F238E27FC236}">
                <a16:creationId xmlns:a16="http://schemas.microsoft.com/office/drawing/2014/main" id="{1DBE7D18-A820-4640-AD3A-8E674071EDF9}"/>
              </a:ext>
            </a:extLst>
          </p:cNvPr>
          <p:cNvSpPr>
            <a:spLocks xmlns:a="http://schemas.openxmlformats.org/drawingml/2006/main" noGrp="1"/>
          </p:cNvSpPr>
          <p:nvPr/>
        </p:nvSpPr>
        <p:spPr>
          <a:xfrm xmlns:a="http://schemas.openxmlformats.org/drawingml/2006/main">
            <a:off x="819150" y="2714625"/>
            <a:ext cx="228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425" b="1">
                <a:solidFill>
                  <a:srgbClr val="166B68"/>
                </a:solidFill>
                <a:latin typeface="Yu Gothic"/>
                <a:ea typeface="Yu Gothic"/>
                <a:cs typeface="Yu Gothic"/>
              </a:defRPr>
            </a:defPPr>
            <a:lvl1pPr algn="ctr">
              <a:defRPr sz="1425" b="1">
                <a:solidFill>
                  <a:srgbClr val="166B68"/>
                </a:solidFill>
                <a:latin typeface="Yu Gothic"/>
                <a:ea typeface="Yu Gothic"/>
                <a:cs typeface="Yu Gothic"/>
              </a:defRPr>
            </a:lvl1pPr>
            <a:lvl2pPr algn="ctr">
              <a:defRPr sz="1425" b="1">
                <a:solidFill>
                  <a:srgbClr val="166B68"/>
                </a:solidFill>
                <a:latin typeface="Yu Gothic"/>
                <a:ea typeface="Yu Gothic"/>
                <a:cs typeface="Yu Gothic"/>
              </a:defRPr>
            </a:lvl2pPr>
            <a:lvl3pPr algn="ctr">
              <a:defRPr sz="1425" b="1">
                <a:solidFill>
                  <a:srgbClr val="166B68"/>
                </a:solidFill>
                <a:latin typeface="Yu Gothic"/>
                <a:ea typeface="Yu Gothic"/>
                <a:cs typeface="Yu Gothic"/>
              </a:defRPr>
            </a:lvl3pPr>
            <a:lvl4pPr algn="ctr">
              <a:defRPr sz="1425" b="1">
                <a:solidFill>
                  <a:srgbClr val="166B68"/>
                </a:solidFill>
                <a:latin typeface="Yu Gothic"/>
                <a:ea typeface="Yu Gothic"/>
                <a:cs typeface="Yu Gothic"/>
              </a:defRPr>
            </a:lvl4pPr>
            <a:lvl5pPr algn="ctr">
              <a:defRPr sz="1425" b="1">
                <a:solidFill>
                  <a:srgbClr val="166B68"/>
                </a:solidFill>
                <a:latin typeface="Yu Gothic"/>
                <a:ea typeface="Yu Gothic"/>
                <a:cs typeface="Yu Gothic"/>
              </a:defRPr>
            </a:lvl5pPr>
            <a:lvl6pPr algn="ctr">
              <a:defRPr sz="1425" b="1">
                <a:solidFill>
                  <a:srgbClr val="166B68"/>
                </a:solidFill>
                <a:latin typeface="Yu Gothic"/>
                <a:ea typeface="Yu Gothic"/>
                <a:cs typeface="Yu Gothic"/>
              </a:defRPr>
            </a:lvl6pPr>
            <a:lvl7pPr algn="ctr">
              <a:defRPr sz="1425" b="1">
                <a:solidFill>
                  <a:srgbClr val="166B68"/>
                </a:solidFill>
                <a:latin typeface="Yu Gothic"/>
                <a:ea typeface="Yu Gothic"/>
                <a:cs typeface="Yu Gothic"/>
              </a:defRPr>
            </a:lvl7pPr>
            <a:lvl8pPr algn="ctr">
              <a:defRPr sz="1425" b="1">
                <a:solidFill>
                  <a:srgbClr val="166B68"/>
                </a:solidFill>
                <a:latin typeface="Yu Gothic"/>
                <a:ea typeface="Yu Gothic"/>
                <a:cs typeface="Yu Gothic"/>
              </a:defRPr>
            </a:lvl8pPr>
            <a:lvl9pPr algn="ctr">
              <a:defRPr sz="1425" b="1">
                <a:solidFill>
                  <a:srgbClr val="166B68"/>
                </a:solidFill>
                <a:latin typeface="Yu Gothic"/>
                <a:ea typeface="Yu Gothic"/>
                <a:cs typeface="Yu Gothic"/>
              </a:defRPr>
            </a:lvl9pPr>
          </a:lstStyle>
          <a:p xmlns:a="http://schemas.openxmlformats.org/drawingml/2006/main">
            <a:pPr algn="ctr">
              <a:defRPr sz="1425" b="1">
                <a:solidFill>
                  <a:srgbClr val="166B68"/>
                </a:solidFill>
                <a:latin typeface="Yu Gothic"/>
                <a:ea typeface="Yu Gothic"/>
                <a:cs typeface="Yu Gothic"/>
              </a:defRPr>
            </a:pPr>
            <a:r>
              <a:rPr sz="1425" b="1">
                <a:solidFill>
                  <a:srgbClr val="166B68"/>
                </a:solidFill>
                <a:latin typeface="Yu Gothic"/>
                <a:ea typeface="Yu Gothic"/>
                <a:cs typeface="Yu Gothic"/>
              </a:rPr>
              <a:t>●</a:t>
            </a:r>
          </a:p>
        </p:txBody>
      </p:sp>
      <p:sp>
        <p:nvSpPr>
          <p:cNvPr id="10" name="">
            <a:extLst xmlns:a="http://schemas.openxmlformats.org/drawingml/2006/main">
              <a:ext uri="{FF2B5EF4-FFF2-40B4-BE49-F238E27FC236}">
                <a16:creationId xmlns:a16="http://schemas.microsoft.com/office/drawing/2014/main" id="{820B5465-8011-4A35-BFE7-A584FEE437EE}"/>
              </a:ext>
            </a:extLst>
          </p:cNvPr>
          <p:cNvSpPr>
            <a:spLocks xmlns:a="http://schemas.openxmlformats.org/drawingml/2006/main" noGrp="1"/>
          </p:cNvSpPr>
          <p:nvPr/>
        </p:nvSpPr>
        <p:spPr>
          <a:xfrm xmlns:a="http://schemas.openxmlformats.org/drawingml/2006/main">
            <a:off x="1143000" y="2714625"/>
            <a:ext cx="9772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第2：9″−11″＝−2″</a:t>
            </a:r>
          </a:p>
        </p:txBody>
      </p:sp>
      <p:sp>
        <p:nvSpPr>
          <p:cNvPr id="11" name="">
            <a:extLst xmlns:a="http://schemas.openxmlformats.org/drawingml/2006/main">
              <a:ext uri="{FF2B5EF4-FFF2-40B4-BE49-F238E27FC236}">
                <a16:creationId xmlns:a16="http://schemas.microsoft.com/office/drawing/2014/main" id="{D5BDDF95-FEE2-4D99-8268-82201006910D}"/>
              </a:ext>
            </a:extLst>
          </p:cNvPr>
          <p:cNvSpPr>
            <a:spLocks xmlns:a="http://schemas.openxmlformats.org/drawingml/2006/main" noGrp="1"/>
          </p:cNvSpPr>
          <p:nvPr/>
        </p:nvSpPr>
        <p:spPr>
          <a:xfrm xmlns:a="http://schemas.openxmlformats.org/drawingml/2006/main">
            <a:off x="819150" y="3381375"/>
            <a:ext cx="228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275" b="1">
                <a:solidFill>
                  <a:srgbClr val="166B68"/>
                </a:solidFill>
                <a:latin typeface="Yu Gothic"/>
                <a:ea typeface="Yu Gothic"/>
                <a:cs typeface="Yu Gothic"/>
              </a:defRPr>
            </a:defPPr>
            <a:lvl1pPr algn="ctr">
              <a:defRPr sz="1275" b="1">
                <a:solidFill>
                  <a:srgbClr val="166B68"/>
                </a:solidFill>
                <a:latin typeface="Yu Gothic"/>
                <a:ea typeface="Yu Gothic"/>
                <a:cs typeface="Yu Gothic"/>
              </a:defRPr>
            </a:lvl1pPr>
            <a:lvl2pPr algn="ctr">
              <a:defRPr sz="1275" b="1">
                <a:solidFill>
                  <a:srgbClr val="166B68"/>
                </a:solidFill>
                <a:latin typeface="Yu Gothic"/>
                <a:ea typeface="Yu Gothic"/>
                <a:cs typeface="Yu Gothic"/>
              </a:defRPr>
            </a:lvl2pPr>
            <a:lvl3pPr algn="ctr">
              <a:defRPr sz="1275" b="1">
                <a:solidFill>
                  <a:srgbClr val="166B68"/>
                </a:solidFill>
                <a:latin typeface="Yu Gothic"/>
                <a:ea typeface="Yu Gothic"/>
                <a:cs typeface="Yu Gothic"/>
              </a:defRPr>
            </a:lvl3pPr>
            <a:lvl4pPr algn="ctr">
              <a:defRPr sz="1275" b="1">
                <a:solidFill>
                  <a:srgbClr val="166B68"/>
                </a:solidFill>
                <a:latin typeface="Yu Gothic"/>
                <a:ea typeface="Yu Gothic"/>
                <a:cs typeface="Yu Gothic"/>
              </a:defRPr>
            </a:lvl4pPr>
            <a:lvl5pPr algn="ctr">
              <a:defRPr sz="1275" b="1">
                <a:solidFill>
                  <a:srgbClr val="166B68"/>
                </a:solidFill>
                <a:latin typeface="Yu Gothic"/>
                <a:ea typeface="Yu Gothic"/>
                <a:cs typeface="Yu Gothic"/>
              </a:defRPr>
            </a:lvl5pPr>
            <a:lvl6pPr algn="ctr">
              <a:defRPr sz="1275" b="1">
                <a:solidFill>
                  <a:srgbClr val="166B68"/>
                </a:solidFill>
                <a:latin typeface="Yu Gothic"/>
                <a:ea typeface="Yu Gothic"/>
                <a:cs typeface="Yu Gothic"/>
              </a:defRPr>
            </a:lvl6pPr>
            <a:lvl7pPr algn="ctr">
              <a:defRPr sz="1275" b="1">
                <a:solidFill>
                  <a:srgbClr val="166B68"/>
                </a:solidFill>
                <a:latin typeface="Yu Gothic"/>
                <a:ea typeface="Yu Gothic"/>
                <a:cs typeface="Yu Gothic"/>
              </a:defRPr>
            </a:lvl7pPr>
            <a:lvl8pPr algn="ctr">
              <a:defRPr sz="1275" b="1">
                <a:solidFill>
                  <a:srgbClr val="166B68"/>
                </a:solidFill>
                <a:latin typeface="Yu Gothic"/>
                <a:ea typeface="Yu Gothic"/>
                <a:cs typeface="Yu Gothic"/>
              </a:defRPr>
            </a:lvl8pPr>
            <a:lvl9pPr algn="ctr">
              <a:defRPr sz="1275" b="1">
                <a:solidFill>
                  <a:srgbClr val="166B68"/>
                </a:solidFill>
                <a:latin typeface="Yu Gothic"/>
                <a:ea typeface="Yu Gothic"/>
                <a:cs typeface="Yu Gothic"/>
              </a:defRPr>
            </a:lvl9pPr>
          </a:lstStyle>
          <a:p xmlns:a="http://schemas.openxmlformats.org/drawingml/2006/main">
            <a:pPr algn="ctr">
              <a:defRPr sz="1275" b="1">
                <a:solidFill>
                  <a:srgbClr val="166B68"/>
                </a:solidFill>
                <a:latin typeface="Yu Gothic"/>
                <a:ea typeface="Yu Gothic"/>
                <a:cs typeface="Yu Gothic"/>
              </a:defRPr>
            </a:pPr>
            <a:r>
              <a:rPr sz="1275" b="1">
                <a:solidFill>
                  <a:srgbClr val="166B68"/>
                </a:solidFill>
                <a:latin typeface="Yu Gothic"/>
                <a:ea typeface="Yu Gothic"/>
                <a:cs typeface="Yu Gothic"/>
              </a:rPr>
              <a:t>●</a:t>
            </a:r>
          </a:p>
        </p:txBody>
      </p:sp>
      <p:sp>
        <p:nvSpPr>
          <p:cNvPr id="12" name="">
            <a:extLst xmlns:a="http://schemas.openxmlformats.org/drawingml/2006/main">
              <a:ext uri="{FF2B5EF4-FFF2-40B4-BE49-F238E27FC236}">
                <a16:creationId xmlns:a16="http://schemas.microsoft.com/office/drawing/2014/main" id="{340F8826-FC3B-49C6-BFBD-9EDE13E6AA6C}"/>
              </a:ext>
            </a:extLst>
          </p:cNvPr>
          <p:cNvSpPr>
            <a:spLocks xmlns:a="http://schemas.openxmlformats.org/drawingml/2006/main" noGrp="1"/>
          </p:cNvSpPr>
          <p:nvPr/>
        </p:nvSpPr>
        <p:spPr>
          <a:xfrm xmlns:a="http://schemas.openxmlformats.org/drawingml/2006/main">
            <a:off x="1143000" y="3381375"/>
            <a:ext cx="9772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00" b="0">
                <a:solidFill>
                  <a:srgbClr val="182B33"/>
                </a:solidFill>
                <a:latin typeface="Yu Gothic"/>
                <a:ea typeface="Yu Gothic"/>
                <a:cs typeface="Yu Gothic"/>
              </a:defRPr>
            </a:defPPr>
            <a:lvl1pPr algn="l">
              <a:defRPr sz="2100" b="0">
                <a:solidFill>
                  <a:srgbClr val="182B33"/>
                </a:solidFill>
                <a:latin typeface="Yu Gothic"/>
                <a:ea typeface="Yu Gothic"/>
                <a:cs typeface="Yu Gothic"/>
              </a:defRPr>
            </a:lvl1pPr>
            <a:lvl2pPr algn="l">
              <a:defRPr sz="2100" b="0">
                <a:solidFill>
                  <a:srgbClr val="182B33"/>
                </a:solidFill>
                <a:latin typeface="Yu Gothic"/>
                <a:ea typeface="Yu Gothic"/>
                <a:cs typeface="Yu Gothic"/>
              </a:defRPr>
            </a:lvl2pPr>
            <a:lvl3pPr algn="l">
              <a:defRPr sz="2100" b="0">
                <a:solidFill>
                  <a:srgbClr val="182B33"/>
                </a:solidFill>
                <a:latin typeface="Yu Gothic"/>
                <a:ea typeface="Yu Gothic"/>
                <a:cs typeface="Yu Gothic"/>
              </a:defRPr>
            </a:lvl3pPr>
            <a:lvl4pPr algn="l">
              <a:defRPr sz="2100" b="0">
                <a:solidFill>
                  <a:srgbClr val="182B33"/>
                </a:solidFill>
                <a:latin typeface="Yu Gothic"/>
                <a:ea typeface="Yu Gothic"/>
                <a:cs typeface="Yu Gothic"/>
              </a:defRPr>
            </a:lvl4pPr>
            <a:lvl5pPr algn="l">
              <a:defRPr sz="2100" b="0">
                <a:solidFill>
                  <a:srgbClr val="182B33"/>
                </a:solidFill>
                <a:latin typeface="Yu Gothic"/>
                <a:ea typeface="Yu Gothic"/>
                <a:cs typeface="Yu Gothic"/>
              </a:defRPr>
            </a:lvl5pPr>
            <a:lvl6pPr algn="l">
              <a:defRPr sz="2100" b="0">
                <a:solidFill>
                  <a:srgbClr val="182B33"/>
                </a:solidFill>
                <a:latin typeface="Yu Gothic"/>
                <a:ea typeface="Yu Gothic"/>
                <a:cs typeface="Yu Gothic"/>
              </a:defRPr>
            </a:lvl6pPr>
            <a:lvl7pPr algn="l">
              <a:defRPr sz="2100" b="0">
                <a:solidFill>
                  <a:srgbClr val="182B33"/>
                </a:solidFill>
                <a:latin typeface="Yu Gothic"/>
                <a:ea typeface="Yu Gothic"/>
                <a:cs typeface="Yu Gothic"/>
              </a:defRPr>
            </a:lvl7pPr>
            <a:lvl8pPr algn="l">
              <a:defRPr sz="2100" b="0">
                <a:solidFill>
                  <a:srgbClr val="182B33"/>
                </a:solidFill>
                <a:latin typeface="Yu Gothic"/>
                <a:ea typeface="Yu Gothic"/>
                <a:cs typeface="Yu Gothic"/>
              </a:defRPr>
            </a:lvl8pPr>
            <a:lvl9pPr algn="l">
              <a:defRPr sz="2100" b="0">
                <a:solidFill>
                  <a:srgbClr val="182B33"/>
                </a:solidFill>
                <a:latin typeface="Yu Gothic"/>
                <a:ea typeface="Yu Gothic"/>
                <a:cs typeface="Yu Gothic"/>
              </a:defRPr>
            </a:lvl9pPr>
          </a:lstStyle>
          <a:p xmlns:a="http://schemas.openxmlformats.org/drawingml/2006/main">
            <a:pPr algn="l">
              <a:defRPr sz="2100" b="0">
                <a:solidFill>
                  <a:srgbClr val="182B33"/>
                </a:solidFill>
                <a:latin typeface="Yu Gothic"/>
                <a:ea typeface="Yu Gothic"/>
                <a:cs typeface="Yu Gothic"/>
              </a:defRPr>
            </a:pPr>
            <a:r>
              <a:rPr sz="2100" b="0">
                <a:solidFill>
                  <a:srgbClr val="182B33"/>
                </a:solidFill>
                <a:latin typeface="Yu Gothic"/>
                <a:ea typeface="Yu Gothic"/>
                <a:cs typeface="Yu Gothic"/>
              </a:rPr>
              <a:t>生読定のR′−Lではない</a:t>
            </a:r>
          </a:p>
        </p:txBody>
      </p:sp>
      <p:sp>
        <p:nvSpPr>
          <p:cNvPr id="13" name="">
            <a:extLst xmlns:a="http://schemas.openxmlformats.org/drawingml/2006/main">
              <a:ext uri="{FF2B5EF4-FFF2-40B4-BE49-F238E27FC236}">
                <a16:creationId xmlns:a16="http://schemas.microsoft.com/office/drawing/2014/main" id="{221D25E6-0184-4DAD-8EC6-6A1B7FA62EB3}"/>
              </a:ext>
            </a:extLst>
          </p:cNvPr>
          <p:cNvSpPr>
            <a:spLocks xmlns:a="http://schemas.openxmlformats.org/drawingml/2006/main" noGrp="1"/>
          </p:cNvSpPr>
          <p:nvPr/>
        </p:nvSpPr>
        <p:spPr>
          <a:xfrm xmlns:a="http://schemas.openxmlformats.org/drawingml/2006/main">
            <a:off x="781050" y="5219700"/>
            <a:ext cx="10287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625" b="1">
                <a:solidFill>
                  <a:srgbClr val="166B68"/>
                </a:solidFill>
                <a:latin typeface="Yu Gothic"/>
                <a:ea typeface="Yu Gothic"/>
                <a:cs typeface="Yu Gothic"/>
              </a:defRPr>
            </a:defPPr>
            <a:lvl1pPr algn="l">
              <a:defRPr sz="2625" b="1">
                <a:solidFill>
                  <a:srgbClr val="166B68"/>
                </a:solidFill>
                <a:latin typeface="Yu Gothic"/>
                <a:ea typeface="Yu Gothic"/>
                <a:cs typeface="Yu Gothic"/>
              </a:defRPr>
            </a:lvl1pPr>
            <a:lvl2pPr algn="l">
              <a:defRPr sz="2625" b="1">
                <a:solidFill>
                  <a:srgbClr val="166B68"/>
                </a:solidFill>
                <a:latin typeface="Yu Gothic"/>
                <a:ea typeface="Yu Gothic"/>
                <a:cs typeface="Yu Gothic"/>
              </a:defRPr>
            </a:lvl2pPr>
            <a:lvl3pPr algn="l">
              <a:defRPr sz="2625" b="1">
                <a:solidFill>
                  <a:srgbClr val="166B68"/>
                </a:solidFill>
                <a:latin typeface="Yu Gothic"/>
                <a:ea typeface="Yu Gothic"/>
                <a:cs typeface="Yu Gothic"/>
              </a:defRPr>
            </a:lvl3pPr>
            <a:lvl4pPr algn="l">
              <a:defRPr sz="2625" b="1">
                <a:solidFill>
                  <a:srgbClr val="166B68"/>
                </a:solidFill>
                <a:latin typeface="Yu Gothic"/>
                <a:ea typeface="Yu Gothic"/>
                <a:cs typeface="Yu Gothic"/>
              </a:defRPr>
            </a:lvl4pPr>
            <a:lvl5pPr algn="l">
              <a:defRPr sz="2625" b="1">
                <a:solidFill>
                  <a:srgbClr val="166B68"/>
                </a:solidFill>
                <a:latin typeface="Yu Gothic"/>
                <a:ea typeface="Yu Gothic"/>
                <a:cs typeface="Yu Gothic"/>
              </a:defRPr>
            </a:lvl5pPr>
            <a:lvl6pPr algn="l">
              <a:defRPr sz="2625" b="1">
                <a:solidFill>
                  <a:srgbClr val="166B68"/>
                </a:solidFill>
                <a:latin typeface="Yu Gothic"/>
                <a:ea typeface="Yu Gothic"/>
                <a:cs typeface="Yu Gothic"/>
              </a:defRPr>
            </a:lvl6pPr>
            <a:lvl7pPr algn="l">
              <a:defRPr sz="2625" b="1">
                <a:solidFill>
                  <a:srgbClr val="166B68"/>
                </a:solidFill>
                <a:latin typeface="Yu Gothic"/>
                <a:ea typeface="Yu Gothic"/>
                <a:cs typeface="Yu Gothic"/>
              </a:defRPr>
            </a:lvl7pPr>
            <a:lvl8pPr algn="l">
              <a:defRPr sz="2625" b="1">
                <a:solidFill>
                  <a:srgbClr val="166B68"/>
                </a:solidFill>
                <a:latin typeface="Yu Gothic"/>
                <a:ea typeface="Yu Gothic"/>
                <a:cs typeface="Yu Gothic"/>
              </a:defRPr>
            </a:lvl8pPr>
            <a:lvl9pPr algn="l">
              <a:defRPr sz="2625" b="1">
                <a:solidFill>
                  <a:srgbClr val="166B68"/>
                </a:solidFill>
                <a:latin typeface="Yu Gothic"/>
                <a:ea typeface="Yu Gothic"/>
                <a:cs typeface="Yu Gothic"/>
              </a:defRPr>
            </a:lvl9pPr>
          </a:lstStyle>
          <a:p xmlns:a="http://schemas.openxmlformats.org/drawingml/2006/main">
            <a:pPr algn="l">
              <a:defRPr sz="2625" b="1">
                <a:solidFill>
                  <a:srgbClr val="166B68"/>
                </a:solidFill>
                <a:latin typeface="Yu Gothic"/>
                <a:ea typeface="Yu Gothic"/>
                <a:cs typeface="Yu Gothic"/>
              </a:defRPr>
            </a:pPr>
            <a:r>
              <a:rPr sz="2625" b="1">
                <a:solidFill>
                  <a:srgbClr val="166B68"/>
                </a:solidFill>
                <a:latin typeface="Yu Gothic"/>
                <a:ea typeface="Yu Gothic"/>
                <a:cs typeface="Yu Gothic"/>
              </a:rPr>
              <a:t>C₁＝＋4″、C₂＝−2″</a:t>
            </a:r>
          </a:p>
        </p:txBody>
      </p:sp>
    </p:spTree>
    <p:extLst>
      <p:ext uri="{BB962C8B-B14F-4D97-AF65-F5344CB8AC3E}">
        <p14:creationId xmlns:p14="http://schemas.microsoft.com/office/powerpoint/2010/main" val="88349780"/>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1CF90DC4-4B40-47F6-BFD1-62A97E5AAFE6}"/>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D2ADE950-3C75-4454-8E48-7EE6C80911B1}"/>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方向法</a:t>
            </a:r>
          </a:p>
        </p:txBody>
      </p:sp>
      <p:sp>
        <p:nvSpPr>
          <p:cNvPr id="3" name="">
            <a:extLst xmlns:a="http://schemas.openxmlformats.org/drawingml/2006/main">
              <a:ext uri="{FF2B5EF4-FFF2-40B4-BE49-F238E27FC236}">
                <a16:creationId xmlns:a16="http://schemas.microsoft.com/office/drawing/2014/main" id="{6785611E-28F2-4DCB-81B8-351D3803AB8E}"/>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倍角Dはp＋q</a:t>
            </a:r>
          </a:p>
        </p:txBody>
      </p:sp>
      <p:sp>
        <p:nvSpPr>
          <p:cNvPr id="4" name="">
            <a:extLst xmlns:a="http://schemas.openxmlformats.org/drawingml/2006/main">
              <a:ext uri="{FF2B5EF4-FFF2-40B4-BE49-F238E27FC236}">
                <a16:creationId xmlns:a16="http://schemas.microsoft.com/office/drawing/2014/main" id="{C34FFFD2-B7FE-43D7-832E-70AE6149B10B}"/>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E895A3D1-E124-4A10-90FD-78ED0E6750CE}"/>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31</a:t>
            </a:r>
          </a:p>
        </p:txBody>
      </p:sp>
      <p:sp>
        <p:nvSpPr>
          <p:cNvPr id="6" name="">
            <a:extLst xmlns:a="http://schemas.openxmlformats.org/drawingml/2006/main">
              <a:ext uri="{FF2B5EF4-FFF2-40B4-BE49-F238E27FC236}">
                <a16:creationId xmlns:a16="http://schemas.microsoft.com/office/drawing/2014/main" id="{07A1BFD6-9ADD-46BA-9B03-8CCC90007EEE}"/>
              </a:ext>
            </a:extLst>
          </p:cNvPr>
          <p:cNvSpPr>
            <a:spLocks xmlns:a="http://schemas.openxmlformats.org/drawingml/2006/main" noGrp="1"/>
          </p:cNvSpPr>
          <p:nvPr/>
        </p:nvSpPr>
        <p:spPr>
          <a:xfrm xmlns:a="http://schemas.openxmlformats.org/drawingml/2006/main">
            <a:off x="723900" y="1504950"/>
            <a:ext cx="10287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1">
                <a:solidFill>
                  <a:srgbClr val="52616A"/>
                </a:solidFill>
                <a:latin typeface="Yu Gothic"/>
                <a:ea typeface="Yu Gothic"/>
                <a:cs typeface="Yu Gothic"/>
              </a:defRPr>
            </a:defPPr>
            <a:lvl1pPr algn="l">
              <a:defRPr sz="2250" b="1">
                <a:solidFill>
                  <a:srgbClr val="52616A"/>
                </a:solidFill>
                <a:latin typeface="Yu Gothic"/>
                <a:ea typeface="Yu Gothic"/>
                <a:cs typeface="Yu Gothic"/>
              </a:defRPr>
            </a:lvl1pPr>
            <a:lvl2pPr algn="l">
              <a:defRPr sz="2250" b="1">
                <a:solidFill>
                  <a:srgbClr val="52616A"/>
                </a:solidFill>
                <a:latin typeface="Yu Gothic"/>
                <a:ea typeface="Yu Gothic"/>
                <a:cs typeface="Yu Gothic"/>
              </a:defRPr>
            </a:lvl2pPr>
            <a:lvl3pPr algn="l">
              <a:defRPr sz="2250" b="1">
                <a:solidFill>
                  <a:srgbClr val="52616A"/>
                </a:solidFill>
                <a:latin typeface="Yu Gothic"/>
                <a:ea typeface="Yu Gothic"/>
                <a:cs typeface="Yu Gothic"/>
              </a:defRPr>
            </a:lvl3pPr>
            <a:lvl4pPr algn="l">
              <a:defRPr sz="2250" b="1">
                <a:solidFill>
                  <a:srgbClr val="52616A"/>
                </a:solidFill>
                <a:latin typeface="Yu Gothic"/>
                <a:ea typeface="Yu Gothic"/>
                <a:cs typeface="Yu Gothic"/>
              </a:defRPr>
            </a:lvl4pPr>
            <a:lvl5pPr algn="l">
              <a:defRPr sz="2250" b="1">
                <a:solidFill>
                  <a:srgbClr val="52616A"/>
                </a:solidFill>
                <a:latin typeface="Yu Gothic"/>
                <a:ea typeface="Yu Gothic"/>
                <a:cs typeface="Yu Gothic"/>
              </a:defRPr>
            </a:lvl5pPr>
            <a:lvl6pPr algn="l">
              <a:defRPr sz="2250" b="1">
                <a:solidFill>
                  <a:srgbClr val="52616A"/>
                </a:solidFill>
                <a:latin typeface="Yu Gothic"/>
                <a:ea typeface="Yu Gothic"/>
                <a:cs typeface="Yu Gothic"/>
              </a:defRPr>
            </a:lvl6pPr>
            <a:lvl7pPr algn="l">
              <a:defRPr sz="2250" b="1">
                <a:solidFill>
                  <a:srgbClr val="52616A"/>
                </a:solidFill>
                <a:latin typeface="Yu Gothic"/>
                <a:ea typeface="Yu Gothic"/>
                <a:cs typeface="Yu Gothic"/>
              </a:defRPr>
            </a:lvl7pPr>
            <a:lvl8pPr algn="l">
              <a:defRPr sz="2250" b="1">
                <a:solidFill>
                  <a:srgbClr val="52616A"/>
                </a:solidFill>
                <a:latin typeface="Yu Gothic"/>
                <a:ea typeface="Yu Gothic"/>
                <a:cs typeface="Yu Gothic"/>
              </a:defRPr>
            </a:lvl8pPr>
            <a:lvl9pPr algn="l">
              <a:defRPr sz="2250" b="1">
                <a:solidFill>
                  <a:srgbClr val="52616A"/>
                </a:solidFill>
                <a:latin typeface="Yu Gothic"/>
                <a:ea typeface="Yu Gothic"/>
                <a:cs typeface="Yu Gothic"/>
              </a:defRPr>
            </a:lvl9pPr>
          </a:lstStyle>
          <a:p xmlns:a="http://schemas.openxmlformats.org/drawingml/2006/main">
            <a:pPr algn="l">
              <a:defRPr sz="2250" b="1">
                <a:solidFill>
                  <a:srgbClr val="52616A"/>
                </a:solidFill>
                <a:latin typeface="Yu Gothic"/>
                <a:ea typeface="Yu Gothic"/>
                <a:cs typeface="Yu Gothic"/>
              </a:defRPr>
            </a:pPr>
            <a:r>
              <a:rPr sz="2250" b="1">
                <a:solidFill>
                  <a:srgbClr val="52616A"/>
                </a:solidFill>
                <a:latin typeface="Yu Gothic"/>
                <a:ea typeface="Yu Gothic"/>
                <a:cs typeface="Yu Gothic"/>
              </a:rPr>
              <a:t>同じ対回の正と反の結果を足す</a:t>
            </a:r>
          </a:p>
        </p:txBody>
      </p:sp>
      <p:sp>
        <p:nvSpPr>
          <p:cNvPr id="7" name="">
            <a:extLst xmlns:a="http://schemas.openxmlformats.org/drawingml/2006/main">
              <a:ext uri="{FF2B5EF4-FFF2-40B4-BE49-F238E27FC236}">
                <a16:creationId xmlns:a16="http://schemas.microsoft.com/office/drawing/2014/main" id="{1589167C-EA9B-4004-A87D-D1D262D2693C}"/>
              </a:ext>
            </a:extLst>
          </p:cNvPr>
          <p:cNvSpPr>
            <a:spLocks xmlns:a="http://schemas.openxmlformats.org/drawingml/2006/main" noGrp="1"/>
          </p:cNvSpPr>
          <p:nvPr/>
        </p:nvSpPr>
        <p:spPr>
          <a:xfrm xmlns:a="http://schemas.openxmlformats.org/drawingml/2006/main">
            <a:off x="819150" y="2143125"/>
            <a:ext cx="228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425" b="1">
                <a:solidFill>
                  <a:srgbClr val="166B68"/>
                </a:solidFill>
                <a:latin typeface="Yu Gothic"/>
                <a:ea typeface="Yu Gothic"/>
                <a:cs typeface="Yu Gothic"/>
              </a:defRPr>
            </a:defPPr>
            <a:lvl1pPr algn="ctr">
              <a:defRPr sz="1425" b="1">
                <a:solidFill>
                  <a:srgbClr val="166B68"/>
                </a:solidFill>
                <a:latin typeface="Yu Gothic"/>
                <a:ea typeface="Yu Gothic"/>
                <a:cs typeface="Yu Gothic"/>
              </a:defRPr>
            </a:lvl1pPr>
            <a:lvl2pPr algn="ctr">
              <a:defRPr sz="1425" b="1">
                <a:solidFill>
                  <a:srgbClr val="166B68"/>
                </a:solidFill>
                <a:latin typeface="Yu Gothic"/>
                <a:ea typeface="Yu Gothic"/>
                <a:cs typeface="Yu Gothic"/>
              </a:defRPr>
            </a:lvl2pPr>
            <a:lvl3pPr algn="ctr">
              <a:defRPr sz="1425" b="1">
                <a:solidFill>
                  <a:srgbClr val="166B68"/>
                </a:solidFill>
                <a:latin typeface="Yu Gothic"/>
                <a:ea typeface="Yu Gothic"/>
                <a:cs typeface="Yu Gothic"/>
              </a:defRPr>
            </a:lvl3pPr>
            <a:lvl4pPr algn="ctr">
              <a:defRPr sz="1425" b="1">
                <a:solidFill>
                  <a:srgbClr val="166B68"/>
                </a:solidFill>
                <a:latin typeface="Yu Gothic"/>
                <a:ea typeface="Yu Gothic"/>
                <a:cs typeface="Yu Gothic"/>
              </a:defRPr>
            </a:lvl4pPr>
            <a:lvl5pPr algn="ctr">
              <a:defRPr sz="1425" b="1">
                <a:solidFill>
                  <a:srgbClr val="166B68"/>
                </a:solidFill>
                <a:latin typeface="Yu Gothic"/>
                <a:ea typeface="Yu Gothic"/>
                <a:cs typeface="Yu Gothic"/>
              </a:defRPr>
            </a:lvl5pPr>
            <a:lvl6pPr algn="ctr">
              <a:defRPr sz="1425" b="1">
                <a:solidFill>
                  <a:srgbClr val="166B68"/>
                </a:solidFill>
                <a:latin typeface="Yu Gothic"/>
                <a:ea typeface="Yu Gothic"/>
                <a:cs typeface="Yu Gothic"/>
              </a:defRPr>
            </a:lvl6pPr>
            <a:lvl7pPr algn="ctr">
              <a:defRPr sz="1425" b="1">
                <a:solidFill>
                  <a:srgbClr val="166B68"/>
                </a:solidFill>
                <a:latin typeface="Yu Gothic"/>
                <a:ea typeface="Yu Gothic"/>
                <a:cs typeface="Yu Gothic"/>
              </a:defRPr>
            </a:lvl7pPr>
            <a:lvl8pPr algn="ctr">
              <a:defRPr sz="1425" b="1">
                <a:solidFill>
                  <a:srgbClr val="166B68"/>
                </a:solidFill>
                <a:latin typeface="Yu Gothic"/>
                <a:ea typeface="Yu Gothic"/>
                <a:cs typeface="Yu Gothic"/>
              </a:defRPr>
            </a:lvl8pPr>
            <a:lvl9pPr algn="ctr">
              <a:defRPr sz="1425" b="1">
                <a:solidFill>
                  <a:srgbClr val="166B68"/>
                </a:solidFill>
                <a:latin typeface="Yu Gothic"/>
                <a:ea typeface="Yu Gothic"/>
                <a:cs typeface="Yu Gothic"/>
              </a:defRPr>
            </a:lvl9pPr>
          </a:lstStyle>
          <a:p xmlns:a="http://schemas.openxmlformats.org/drawingml/2006/main">
            <a:pPr algn="ctr">
              <a:defRPr sz="1425" b="1">
                <a:solidFill>
                  <a:srgbClr val="166B68"/>
                </a:solidFill>
                <a:latin typeface="Yu Gothic"/>
                <a:ea typeface="Yu Gothic"/>
                <a:cs typeface="Yu Gothic"/>
              </a:defRPr>
            </a:pPr>
            <a:r>
              <a:rPr sz="1425" b="1">
                <a:solidFill>
                  <a:srgbClr val="166B68"/>
                </a:solidFill>
                <a:latin typeface="Yu Gothic"/>
                <a:ea typeface="Yu Gothic"/>
                <a:cs typeface="Yu Gothic"/>
              </a:rPr>
              <a:t>●</a:t>
            </a:r>
          </a:p>
        </p:txBody>
      </p:sp>
      <p:sp>
        <p:nvSpPr>
          <p:cNvPr id="8" name="">
            <a:extLst xmlns:a="http://schemas.openxmlformats.org/drawingml/2006/main">
              <a:ext uri="{FF2B5EF4-FFF2-40B4-BE49-F238E27FC236}">
                <a16:creationId xmlns:a16="http://schemas.microsoft.com/office/drawing/2014/main" id="{5C95F6B3-148C-4D96-AEED-59C8DB715B5E}"/>
              </a:ext>
            </a:extLst>
          </p:cNvPr>
          <p:cNvSpPr>
            <a:spLocks xmlns:a="http://schemas.openxmlformats.org/drawingml/2006/main" noGrp="1"/>
          </p:cNvSpPr>
          <p:nvPr/>
        </p:nvSpPr>
        <p:spPr>
          <a:xfrm xmlns:a="http://schemas.openxmlformats.org/drawingml/2006/main">
            <a:off x="1143000" y="2143125"/>
            <a:ext cx="9772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第1：73°25′15″＋73°25′11″</a:t>
            </a:r>
          </a:p>
        </p:txBody>
      </p:sp>
      <p:sp>
        <p:nvSpPr>
          <p:cNvPr id="9" name="">
            <a:extLst xmlns:a="http://schemas.openxmlformats.org/drawingml/2006/main">
              <a:ext uri="{FF2B5EF4-FFF2-40B4-BE49-F238E27FC236}">
                <a16:creationId xmlns:a16="http://schemas.microsoft.com/office/drawing/2014/main" id="{096D7F3E-C5B5-43A7-B88F-276059CE06EF}"/>
              </a:ext>
            </a:extLst>
          </p:cNvPr>
          <p:cNvSpPr>
            <a:spLocks xmlns:a="http://schemas.openxmlformats.org/drawingml/2006/main" noGrp="1"/>
          </p:cNvSpPr>
          <p:nvPr/>
        </p:nvSpPr>
        <p:spPr>
          <a:xfrm xmlns:a="http://schemas.openxmlformats.org/drawingml/2006/main">
            <a:off x="819150" y="2714625"/>
            <a:ext cx="228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425" b="1">
                <a:solidFill>
                  <a:srgbClr val="166B68"/>
                </a:solidFill>
                <a:latin typeface="Yu Gothic"/>
                <a:ea typeface="Yu Gothic"/>
                <a:cs typeface="Yu Gothic"/>
              </a:defRPr>
            </a:defPPr>
            <a:lvl1pPr algn="ctr">
              <a:defRPr sz="1425" b="1">
                <a:solidFill>
                  <a:srgbClr val="166B68"/>
                </a:solidFill>
                <a:latin typeface="Yu Gothic"/>
                <a:ea typeface="Yu Gothic"/>
                <a:cs typeface="Yu Gothic"/>
              </a:defRPr>
            </a:lvl1pPr>
            <a:lvl2pPr algn="ctr">
              <a:defRPr sz="1425" b="1">
                <a:solidFill>
                  <a:srgbClr val="166B68"/>
                </a:solidFill>
                <a:latin typeface="Yu Gothic"/>
                <a:ea typeface="Yu Gothic"/>
                <a:cs typeface="Yu Gothic"/>
              </a:defRPr>
            </a:lvl2pPr>
            <a:lvl3pPr algn="ctr">
              <a:defRPr sz="1425" b="1">
                <a:solidFill>
                  <a:srgbClr val="166B68"/>
                </a:solidFill>
                <a:latin typeface="Yu Gothic"/>
                <a:ea typeface="Yu Gothic"/>
                <a:cs typeface="Yu Gothic"/>
              </a:defRPr>
            </a:lvl3pPr>
            <a:lvl4pPr algn="ctr">
              <a:defRPr sz="1425" b="1">
                <a:solidFill>
                  <a:srgbClr val="166B68"/>
                </a:solidFill>
                <a:latin typeface="Yu Gothic"/>
                <a:ea typeface="Yu Gothic"/>
                <a:cs typeface="Yu Gothic"/>
              </a:defRPr>
            </a:lvl4pPr>
            <a:lvl5pPr algn="ctr">
              <a:defRPr sz="1425" b="1">
                <a:solidFill>
                  <a:srgbClr val="166B68"/>
                </a:solidFill>
                <a:latin typeface="Yu Gothic"/>
                <a:ea typeface="Yu Gothic"/>
                <a:cs typeface="Yu Gothic"/>
              </a:defRPr>
            </a:lvl5pPr>
            <a:lvl6pPr algn="ctr">
              <a:defRPr sz="1425" b="1">
                <a:solidFill>
                  <a:srgbClr val="166B68"/>
                </a:solidFill>
                <a:latin typeface="Yu Gothic"/>
                <a:ea typeface="Yu Gothic"/>
                <a:cs typeface="Yu Gothic"/>
              </a:defRPr>
            </a:lvl6pPr>
            <a:lvl7pPr algn="ctr">
              <a:defRPr sz="1425" b="1">
                <a:solidFill>
                  <a:srgbClr val="166B68"/>
                </a:solidFill>
                <a:latin typeface="Yu Gothic"/>
                <a:ea typeface="Yu Gothic"/>
                <a:cs typeface="Yu Gothic"/>
              </a:defRPr>
            </a:lvl7pPr>
            <a:lvl8pPr algn="ctr">
              <a:defRPr sz="1425" b="1">
                <a:solidFill>
                  <a:srgbClr val="166B68"/>
                </a:solidFill>
                <a:latin typeface="Yu Gothic"/>
                <a:ea typeface="Yu Gothic"/>
                <a:cs typeface="Yu Gothic"/>
              </a:defRPr>
            </a:lvl8pPr>
            <a:lvl9pPr algn="ctr">
              <a:defRPr sz="1425" b="1">
                <a:solidFill>
                  <a:srgbClr val="166B68"/>
                </a:solidFill>
                <a:latin typeface="Yu Gothic"/>
                <a:ea typeface="Yu Gothic"/>
                <a:cs typeface="Yu Gothic"/>
              </a:defRPr>
            </a:lvl9pPr>
          </a:lstStyle>
          <a:p xmlns:a="http://schemas.openxmlformats.org/drawingml/2006/main">
            <a:pPr algn="ctr">
              <a:defRPr sz="1425" b="1">
                <a:solidFill>
                  <a:srgbClr val="166B68"/>
                </a:solidFill>
                <a:latin typeface="Yu Gothic"/>
                <a:ea typeface="Yu Gothic"/>
                <a:cs typeface="Yu Gothic"/>
              </a:defRPr>
            </a:pPr>
            <a:r>
              <a:rPr sz="1425" b="1">
                <a:solidFill>
                  <a:srgbClr val="166B68"/>
                </a:solidFill>
                <a:latin typeface="Yu Gothic"/>
                <a:ea typeface="Yu Gothic"/>
                <a:cs typeface="Yu Gothic"/>
              </a:rPr>
              <a:t>●</a:t>
            </a:r>
          </a:p>
        </p:txBody>
      </p:sp>
      <p:sp>
        <p:nvSpPr>
          <p:cNvPr id="10" name="">
            <a:extLst xmlns:a="http://schemas.openxmlformats.org/drawingml/2006/main">
              <a:ext uri="{FF2B5EF4-FFF2-40B4-BE49-F238E27FC236}">
                <a16:creationId xmlns:a16="http://schemas.microsoft.com/office/drawing/2014/main" id="{6FEF8720-593A-47CE-98C9-76455A772551}"/>
              </a:ext>
            </a:extLst>
          </p:cNvPr>
          <p:cNvSpPr>
            <a:spLocks xmlns:a="http://schemas.openxmlformats.org/drawingml/2006/main" noGrp="1"/>
          </p:cNvSpPr>
          <p:nvPr/>
        </p:nvSpPr>
        <p:spPr>
          <a:xfrm xmlns:a="http://schemas.openxmlformats.org/drawingml/2006/main">
            <a:off x="1143000" y="2714625"/>
            <a:ext cx="9772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第2：73°25′09″＋73°25′11″</a:t>
            </a:r>
          </a:p>
        </p:txBody>
      </p:sp>
      <p:sp>
        <p:nvSpPr>
          <p:cNvPr id="11" name="">
            <a:extLst xmlns:a="http://schemas.openxmlformats.org/drawingml/2006/main">
              <a:ext uri="{FF2B5EF4-FFF2-40B4-BE49-F238E27FC236}">
                <a16:creationId xmlns:a16="http://schemas.microsoft.com/office/drawing/2014/main" id="{3E855B19-05C4-450C-A5F0-08B9AF9524CE}"/>
              </a:ext>
            </a:extLst>
          </p:cNvPr>
          <p:cNvSpPr>
            <a:spLocks xmlns:a="http://schemas.openxmlformats.org/drawingml/2006/main" noGrp="1"/>
          </p:cNvSpPr>
          <p:nvPr/>
        </p:nvSpPr>
        <p:spPr>
          <a:xfrm xmlns:a="http://schemas.openxmlformats.org/drawingml/2006/main">
            <a:off x="819150" y="3381375"/>
            <a:ext cx="228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275" b="1">
                <a:solidFill>
                  <a:srgbClr val="166B68"/>
                </a:solidFill>
                <a:latin typeface="Yu Gothic"/>
                <a:ea typeface="Yu Gothic"/>
                <a:cs typeface="Yu Gothic"/>
              </a:defRPr>
            </a:defPPr>
            <a:lvl1pPr algn="ctr">
              <a:defRPr sz="1275" b="1">
                <a:solidFill>
                  <a:srgbClr val="166B68"/>
                </a:solidFill>
                <a:latin typeface="Yu Gothic"/>
                <a:ea typeface="Yu Gothic"/>
                <a:cs typeface="Yu Gothic"/>
              </a:defRPr>
            </a:lvl1pPr>
            <a:lvl2pPr algn="ctr">
              <a:defRPr sz="1275" b="1">
                <a:solidFill>
                  <a:srgbClr val="166B68"/>
                </a:solidFill>
                <a:latin typeface="Yu Gothic"/>
                <a:ea typeface="Yu Gothic"/>
                <a:cs typeface="Yu Gothic"/>
              </a:defRPr>
            </a:lvl2pPr>
            <a:lvl3pPr algn="ctr">
              <a:defRPr sz="1275" b="1">
                <a:solidFill>
                  <a:srgbClr val="166B68"/>
                </a:solidFill>
                <a:latin typeface="Yu Gothic"/>
                <a:ea typeface="Yu Gothic"/>
                <a:cs typeface="Yu Gothic"/>
              </a:defRPr>
            </a:lvl3pPr>
            <a:lvl4pPr algn="ctr">
              <a:defRPr sz="1275" b="1">
                <a:solidFill>
                  <a:srgbClr val="166B68"/>
                </a:solidFill>
                <a:latin typeface="Yu Gothic"/>
                <a:ea typeface="Yu Gothic"/>
                <a:cs typeface="Yu Gothic"/>
              </a:defRPr>
            </a:lvl4pPr>
            <a:lvl5pPr algn="ctr">
              <a:defRPr sz="1275" b="1">
                <a:solidFill>
                  <a:srgbClr val="166B68"/>
                </a:solidFill>
                <a:latin typeface="Yu Gothic"/>
                <a:ea typeface="Yu Gothic"/>
                <a:cs typeface="Yu Gothic"/>
              </a:defRPr>
            </a:lvl5pPr>
            <a:lvl6pPr algn="ctr">
              <a:defRPr sz="1275" b="1">
                <a:solidFill>
                  <a:srgbClr val="166B68"/>
                </a:solidFill>
                <a:latin typeface="Yu Gothic"/>
                <a:ea typeface="Yu Gothic"/>
                <a:cs typeface="Yu Gothic"/>
              </a:defRPr>
            </a:lvl6pPr>
            <a:lvl7pPr algn="ctr">
              <a:defRPr sz="1275" b="1">
                <a:solidFill>
                  <a:srgbClr val="166B68"/>
                </a:solidFill>
                <a:latin typeface="Yu Gothic"/>
                <a:ea typeface="Yu Gothic"/>
                <a:cs typeface="Yu Gothic"/>
              </a:defRPr>
            </a:lvl7pPr>
            <a:lvl8pPr algn="ctr">
              <a:defRPr sz="1275" b="1">
                <a:solidFill>
                  <a:srgbClr val="166B68"/>
                </a:solidFill>
                <a:latin typeface="Yu Gothic"/>
                <a:ea typeface="Yu Gothic"/>
                <a:cs typeface="Yu Gothic"/>
              </a:defRPr>
            </a:lvl8pPr>
            <a:lvl9pPr algn="ctr">
              <a:defRPr sz="1275" b="1">
                <a:solidFill>
                  <a:srgbClr val="166B68"/>
                </a:solidFill>
                <a:latin typeface="Yu Gothic"/>
                <a:ea typeface="Yu Gothic"/>
                <a:cs typeface="Yu Gothic"/>
              </a:defRPr>
            </a:lvl9pPr>
          </a:lstStyle>
          <a:p xmlns:a="http://schemas.openxmlformats.org/drawingml/2006/main">
            <a:pPr algn="ctr">
              <a:defRPr sz="1275" b="1">
                <a:solidFill>
                  <a:srgbClr val="166B68"/>
                </a:solidFill>
                <a:latin typeface="Yu Gothic"/>
                <a:ea typeface="Yu Gothic"/>
                <a:cs typeface="Yu Gothic"/>
              </a:defRPr>
            </a:pPr>
            <a:r>
              <a:rPr sz="1275" b="1">
                <a:solidFill>
                  <a:srgbClr val="166B68"/>
                </a:solidFill>
                <a:latin typeface="Yu Gothic"/>
                <a:ea typeface="Yu Gothic"/>
                <a:cs typeface="Yu Gothic"/>
              </a:rPr>
              <a:t>●</a:t>
            </a:r>
          </a:p>
        </p:txBody>
      </p:sp>
      <p:sp>
        <p:nvSpPr>
          <p:cNvPr id="12" name="">
            <a:extLst xmlns:a="http://schemas.openxmlformats.org/drawingml/2006/main">
              <a:ext uri="{FF2B5EF4-FFF2-40B4-BE49-F238E27FC236}">
                <a16:creationId xmlns:a16="http://schemas.microsoft.com/office/drawing/2014/main" id="{2AE374D2-F49E-4B11-8CB3-0879CB536580}"/>
              </a:ext>
            </a:extLst>
          </p:cNvPr>
          <p:cNvSpPr>
            <a:spLocks xmlns:a="http://schemas.openxmlformats.org/drawingml/2006/main" noGrp="1"/>
          </p:cNvSpPr>
          <p:nvPr/>
        </p:nvSpPr>
        <p:spPr>
          <a:xfrm xmlns:a="http://schemas.openxmlformats.org/drawingml/2006/main">
            <a:off x="1143000" y="3381375"/>
            <a:ext cx="9772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00" b="0">
                <a:solidFill>
                  <a:srgbClr val="182B33"/>
                </a:solidFill>
                <a:latin typeface="Yu Gothic"/>
                <a:ea typeface="Yu Gothic"/>
                <a:cs typeface="Yu Gothic"/>
              </a:defRPr>
            </a:defPPr>
            <a:lvl1pPr algn="l">
              <a:defRPr sz="2100" b="0">
                <a:solidFill>
                  <a:srgbClr val="182B33"/>
                </a:solidFill>
                <a:latin typeface="Yu Gothic"/>
                <a:ea typeface="Yu Gothic"/>
                <a:cs typeface="Yu Gothic"/>
              </a:defRPr>
            </a:lvl1pPr>
            <a:lvl2pPr algn="l">
              <a:defRPr sz="2100" b="0">
                <a:solidFill>
                  <a:srgbClr val="182B33"/>
                </a:solidFill>
                <a:latin typeface="Yu Gothic"/>
                <a:ea typeface="Yu Gothic"/>
                <a:cs typeface="Yu Gothic"/>
              </a:defRPr>
            </a:lvl2pPr>
            <a:lvl3pPr algn="l">
              <a:defRPr sz="2100" b="0">
                <a:solidFill>
                  <a:srgbClr val="182B33"/>
                </a:solidFill>
                <a:latin typeface="Yu Gothic"/>
                <a:ea typeface="Yu Gothic"/>
                <a:cs typeface="Yu Gothic"/>
              </a:defRPr>
            </a:lvl3pPr>
            <a:lvl4pPr algn="l">
              <a:defRPr sz="2100" b="0">
                <a:solidFill>
                  <a:srgbClr val="182B33"/>
                </a:solidFill>
                <a:latin typeface="Yu Gothic"/>
                <a:ea typeface="Yu Gothic"/>
                <a:cs typeface="Yu Gothic"/>
              </a:defRPr>
            </a:lvl4pPr>
            <a:lvl5pPr algn="l">
              <a:defRPr sz="2100" b="0">
                <a:solidFill>
                  <a:srgbClr val="182B33"/>
                </a:solidFill>
                <a:latin typeface="Yu Gothic"/>
                <a:ea typeface="Yu Gothic"/>
                <a:cs typeface="Yu Gothic"/>
              </a:defRPr>
            </a:lvl5pPr>
            <a:lvl6pPr algn="l">
              <a:defRPr sz="2100" b="0">
                <a:solidFill>
                  <a:srgbClr val="182B33"/>
                </a:solidFill>
                <a:latin typeface="Yu Gothic"/>
                <a:ea typeface="Yu Gothic"/>
                <a:cs typeface="Yu Gothic"/>
              </a:defRPr>
            </a:lvl6pPr>
            <a:lvl7pPr algn="l">
              <a:defRPr sz="2100" b="0">
                <a:solidFill>
                  <a:srgbClr val="182B33"/>
                </a:solidFill>
                <a:latin typeface="Yu Gothic"/>
                <a:ea typeface="Yu Gothic"/>
                <a:cs typeface="Yu Gothic"/>
              </a:defRPr>
            </a:lvl7pPr>
            <a:lvl8pPr algn="l">
              <a:defRPr sz="2100" b="0">
                <a:solidFill>
                  <a:srgbClr val="182B33"/>
                </a:solidFill>
                <a:latin typeface="Yu Gothic"/>
                <a:ea typeface="Yu Gothic"/>
                <a:cs typeface="Yu Gothic"/>
              </a:defRPr>
            </a:lvl8pPr>
            <a:lvl9pPr algn="l">
              <a:defRPr sz="2100" b="0">
                <a:solidFill>
                  <a:srgbClr val="182B33"/>
                </a:solidFill>
                <a:latin typeface="Yu Gothic"/>
                <a:ea typeface="Yu Gothic"/>
                <a:cs typeface="Yu Gothic"/>
              </a:defRPr>
            </a:lvl9pPr>
          </a:lstStyle>
          <a:p xmlns:a="http://schemas.openxmlformats.org/drawingml/2006/main">
            <a:pPr algn="l">
              <a:defRPr sz="2100" b="0">
                <a:solidFill>
                  <a:srgbClr val="182B33"/>
                </a:solidFill>
                <a:latin typeface="Yu Gothic"/>
                <a:ea typeface="Yu Gothic"/>
                <a:cs typeface="Yu Gothic"/>
              </a:defRPr>
            </a:pPr>
            <a:r>
              <a:rPr sz="2100" b="0">
                <a:solidFill>
                  <a:srgbClr val="182B33"/>
                </a:solidFill>
                <a:latin typeface="Yu Gothic"/>
                <a:ea typeface="Yu Gothic"/>
                <a:cs typeface="Yu Gothic"/>
              </a:rPr>
              <a:t>度・分・秒の桁をそろえて加える</a:t>
            </a:r>
          </a:p>
        </p:txBody>
      </p:sp>
      <p:sp>
        <p:nvSpPr>
          <p:cNvPr id="13" name="">
            <a:extLst xmlns:a="http://schemas.openxmlformats.org/drawingml/2006/main">
              <a:ext uri="{FF2B5EF4-FFF2-40B4-BE49-F238E27FC236}">
                <a16:creationId xmlns:a16="http://schemas.microsoft.com/office/drawing/2014/main" id="{6180DC96-BDCB-4E7D-9227-FAAEB853E112}"/>
              </a:ext>
            </a:extLst>
          </p:cNvPr>
          <p:cNvSpPr>
            <a:spLocks xmlns:a="http://schemas.openxmlformats.org/drawingml/2006/main" noGrp="1"/>
          </p:cNvSpPr>
          <p:nvPr/>
        </p:nvSpPr>
        <p:spPr>
          <a:xfrm xmlns:a="http://schemas.openxmlformats.org/drawingml/2006/main">
            <a:off x="781050" y="5219700"/>
            <a:ext cx="10287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625" b="1">
                <a:solidFill>
                  <a:srgbClr val="166B68"/>
                </a:solidFill>
                <a:latin typeface="Yu Gothic"/>
                <a:ea typeface="Yu Gothic"/>
                <a:cs typeface="Yu Gothic"/>
              </a:defRPr>
            </a:defPPr>
            <a:lvl1pPr algn="l">
              <a:defRPr sz="2625" b="1">
                <a:solidFill>
                  <a:srgbClr val="166B68"/>
                </a:solidFill>
                <a:latin typeface="Yu Gothic"/>
                <a:ea typeface="Yu Gothic"/>
                <a:cs typeface="Yu Gothic"/>
              </a:defRPr>
            </a:lvl1pPr>
            <a:lvl2pPr algn="l">
              <a:defRPr sz="2625" b="1">
                <a:solidFill>
                  <a:srgbClr val="166B68"/>
                </a:solidFill>
                <a:latin typeface="Yu Gothic"/>
                <a:ea typeface="Yu Gothic"/>
                <a:cs typeface="Yu Gothic"/>
              </a:defRPr>
            </a:lvl2pPr>
            <a:lvl3pPr algn="l">
              <a:defRPr sz="2625" b="1">
                <a:solidFill>
                  <a:srgbClr val="166B68"/>
                </a:solidFill>
                <a:latin typeface="Yu Gothic"/>
                <a:ea typeface="Yu Gothic"/>
                <a:cs typeface="Yu Gothic"/>
              </a:defRPr>
            </a:lvl3pPr>
            <a:lvl4pPr algn="l">
              <a:defRPr sz="2625" b="1">
                <a:solidFill>
                  <a:srgbClr val="166B68"/>
                </a:solidFill>
                <a:latin typeface="Yu Gothic"/>
                <a:ea typeface="Yu Gothic"/>
                <a:cs typeface="Yu Gothic"/>
              </a:defRPr>
            </a:lvl4pPr>
            <a:lvl5pPr algn="l">
              <a:defRPr sz="2625" b="1">
                <a:solidFill>
                  <a:srgbClr val="166B68"/>
                </a:solidFill>
                <a:latin typeface="Yu Gothic"/>
                <a:ea typeface="Yu Gothic"/>
                <a:cs typeface="Yu Gothic"/>
              </a:defRPr>
            </a:lvl5pPr>
            <a:lvl6pPr algn="l">
              <a:defRPr sz="2625" b="1">
                <a:solidFill>
                  <a:srgbClr val="166B68"/>
                </a:solidFill>
                <a:latin typeface="Yu Gothic"/>
                <a:ea typeface="Yu Gothic"/>
                <a:cs typeface="Yu Gothic"/>
              </a:defRPr>
            </a:lvl6pPr>
            <a:lvl7pPr algn="l">
              <a:defRPr sz="2625" b="1">
                <a:solidFill>
                  <a:srgbClr val="166B68"/>
                </a:solidFill>
                <a:latin typeface="Yu Gothic"/>
                <a:ea typeface="Yu Gothic"/>
                <a:cs typeface="Yu Gothic"/>
              </a:defRPr>
            </a:lvl7pPr>
            <a:lvl8pPr algn="l">
              <a:defRPr sz="2625" b="1">
                <a:solidFill>
                  <a:srgbClr val="166B68"/>
                </a:solidFill>
                <a:latin typeface="Yu Gothic"/>
                <a:ea typeface="Yu Gothic"/>
                <a:cs typeface="Yu Gothic"/>
              </a:defRPr>
            </a:lvl8pPr>
            <a:lvl9pPr algn="l">
              <a:defRPr sz="2625" b="1">
                <a:solidFill>
                  <a:srgbClr val="166B68"/>
                </a:solidFill>
                <a:latin typeface="Yu Gothic"/>
                <a:ea typeface="Yu Gothic"/>
                <a:cs typeface="Yu Gothic"/>
              </a:defRPr>
            </a:lvl9pPr>
          </a:lstStyle>
          <a:p xmlns:a="http://schemas.openxmlformats.org/drawingml/2006/main">
            <a:pPr algn="l">
              <a:defRPr sz="2625" b="1">
                <a:solidFill>
                  <a:srgbClr val="166B68"/>
                </a:solidFill>
                <a:latin typeface="Yu Gothic"/>
                <a:ea typeface="Yu Gothic"/>
                <a:cs typeface="Yu Gothic"/>
              </a:defRPr>
            </a:pPr>
            <a:r>
              <a:rPr sz="2625" b="1">
                <a:solidFill>
                  <a:srgbClr val="166B68"/>
                </a:solidFill>
                <a:latin typeface="Yu Gothic"/>
                <a:ea typeface="Yu Gothic"/>
                <a:cs typeface="Yu Gothic"/>
              </a:rPr>
              <a:t>D₁＝146°50′26″、D₂＝146°50′20″</a:t>
            </a:r>
          </a:p>
        </p:txBody>
      </p:sp>
    </p:spTree>
    <p:extLst>
      <p:ext uri="{BB962C8B-B14F-4D97-AF65-F5344CB8AC3E}">
        <p14:creationId xmlns:p14="http://schemas.microsoft.com/office/powerpoint/2010/main" val="1017696944"/>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0405CF4C-568D-4265-8EF5-907D64A7C347}"/>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93D2BD98-2083-41FC-BAA4-031CE84CFDE1}"/>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方向法</a:t>
            </a:r>
          </a:p>
        </p:txBody>
      </p:sp>
      <p:sp>
        <p:nvSpPr>
          <p:cNvPr id="3" name="">
            <a:extLst xmlns:a="http://schemas.openxmlformats.org/drawingml/2006/main">
              <a:ext uri="{FF2B5EF4-FFF2-40B4-BE49-F238E27FC236}">
                <a16:creationId xmlns:a16="http://schemas.microsoft.com/office/drawing/2014/main" id="{6ECC4127-65D9-41E4-8ED7-6D466E2C1A83}"/>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Bの二つの点検値はどちらも6″</a:t>
            </a:r>
          </a:p>
        </p:txBody>
      </p:sp>
      <p:sp>
        <p:nvSpPr>
          <p:cNvPr id="4" name="">
            <a:extLst xmlns:a="http://schemas.openxmlformats.org/drawingml/2006/main">
              <a:ext uri="{FF2B5EF4-FFF2-40B4-BE49-F238E27FC236}">
                <a16:creationId xmlns:a16="http://schemas.microsoft.com/office/drawing/2014/main" id="{9F89B8A4-CA85-42CB-8DE3-C234022A6D9F}"/>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DFF80B1D-A5C0-4FAD-BD09-682FF0507AD1}"/>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32</a:t>
            </a:r>
          </a:p>
        </p:txBody>
      </p:sp>
      <p:sp>
        <p:nvSpPr>
          <p:cNvPr id="6" name="">
            <a:extLst xmlns:a="http://schemas.openxmlformats.org/drawingml/2006/main">
              <a:ext uri="{FF2B5EF4-FFF2-40B4-BE49-F238E27FC236}">
                <a16:creationId xmlns:a16="http://schemas.microsoft.com/office/drawing/2014/main" id="{2BF849C6-ECE3-4806-910A-BA9DC31CC2DC}"/>
              </a:ext>
            </a:extLst>
          </p:cNvPr>
          <p:cNvSpPr>
            <a:spLocks xmlns:a="http://schemas.openxmlformats.org/drawingml/2006/main" noGrp="1"/>
          </p:cNvSpPr>
          <p:nvPr/>
        </p:nvSpPr>
        <p:spPr>
          <a:xfrm xmlns:a="http://schemas.openxmlformats.org/drawingml/2006/main">
            <a:off x="723900" y="1504950"/>
            <a:ext cx="10668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75" b="1">
                <a:solidFill>
                  <a:srgbClr val="52616A"/>
                </a:solidFill>
                <a:latin typeface="Yu Gothic"/>
                <a:ea typeface="Yu Gothic"/>
                <a:cs typeface="Yu Gothic"/>
              </a:defRPr>
            </a:defPPr>
            <a:lvl1pPr algn="l">
              <a:defRPr sz="2175" b="1">
                <a:solidFill>
                  <a:srgbClr val="52616A"/>
                </a:solidFill>
                <a:latin typeface="Yu Gothic"/>
                <a:ea typeface="Yu Gothic"/>
                <a:cs typeface="Yu Gothic"/>
              </a:defRPr>
            </a:lvl1pPr>
            <a:lvl2pPr algn="l">
              <a:defRPr sz="2175" b="1">
                <a:solidFill>
                  <a:srgbClr val="52616A"/>
                </a:solidFill>
                <a:latin typeface="Yu Gothic"/>
                <a:ea typeface="Yu Gothic"/>
                <a:cs typeface="Yu Gothic"/>
              </a:defRPr>
            </a:lvl2pPr>
            <a:lvl3pPr algn="l">
              <a:defRPr sz="2175" b="1">
                <a:solidFill>
                  <a:srgbClr val="52616A"/>
                </a:solidFill>
                <a:latin typeface="Yu Gothic"/>
                <a:ea typeface="Yu Gothic"/>
                <a:cs typeface="Yu Gothic"/>
              </a:defRPr>
            </a:lvl3pPr>
            <a:lvl4pPr algn="l">
              <a:defRPr sz="2175" b="1">
                <a:solidFill>
                  <a:srgbClr val="52616A"/>
                </a:solidFill>
                <a:latin typeface="Yu Gothic"/>
                <a:ea typeface="Yu Gothic"/>
                <a:cs typeface="Yu Gothic"/>
              </a:defRPr>
            </a:lvl4pPr>
            <a:lvl5pPr algn="l">
              <a:defRPr sz="2175" b="1">
                <a:solidFill>
                  <a:srgbClr val="52616A"/>
                </a:solidFill>
                <a:latin typeface="Yu Gothic"/>
                <a:ea typeface="Yu Gothic"/>
                <a:cs typeface="Yu Gothic"/>
              </a:defRPr>
            </a:lvl5pPr>
            <a:lvl6pPr algn="l">
              <a:defRPr sz="2175" b="1">
                <a:solidFill>
                  <a:srgbClr val="52616A"/>
                </a:solidFill>
                <a:latin typeface="Yu Gothic"/>
                <a:ea typeface="Yu Gothic"/>
                <a:cs typeface="Yu Gothic"/>
              </a:defRPr>
            </a:lvl6pPr>
            <a:lvl7pPr algn="l">
              <a:defRPr sz="2175" b="1">
                <a:solidFill>
                  <a:srgbClr val="52616A"/>
                </a:solidFill>
                <a:latin typeface="Yu Gothic"/>
                <a:ea typeface="Yu Gothic"/>
                <a:cs typeface="Yu Gothic"/>
              </a:defRPr>
            </a:lvl7pPr>
            <a:lvl8pPr algn="l">
              <a:defRPr sz="2175" b="1">
                <a:solidFill>
                  <a:srgbClr val="52616A"/>
                </a:solidFill>
                <a:latin typeface="Yu Gothic"/>
                <a:ea typeface="Yu Gothic"/>
                <a:cs typeface="Yu Gothic"/>
              </a:defRPr>
            </a:lvl8pPr>
            <a:lvl9pPr algn="l">
              <a:defRPr sz="2175" b="1">
                <a:solidFill>
                  <a:srgbClr val="52616A"/>
                </a:solidFill>
                <a:latin typeface="Yu Gothic"/>
                <a:ea typeface="Yu Gothic"/>
                <a:cs typeface="Yu Gothic"/>
              </a:defRPr>
            </a:lvl9pPr>
          </a:lstStyle>
          <a:p xmlns:a="http://schemas.openxmlformats.org/drawingml/2006/main">
            <a:pPr algn="l">
              <a:defRPr sz="2175" b="1">
                <a:solidFill>
                  <a:srgbClr val="52616A"/>
                </a:solidFill>
                <a:latin typeface="Yu Gothic"/>
                <a:ea typeface="Yu Gothic"/>
                <a:cs typeface="Yu Gothic"/>
              </a:defRPr>
            </a:pPr>
            <a:r>
              <a:rPr sz="2175" b="1">
                <a:solidFill>
                  <a:srgbClr val="52616A"/>
                </a:solidFill>
                <a:latin typeface="Yu Gothic"/>
                <a:ea typeface="Yu Gothic"/>
                <a:cs typeface="Yu Gothic"/>
              </a:rPr>
              <a:t>Dの幅とCの幅は別々に求める</a:t>
            </a:r>
          </a:p>
        </p:txBody>
      </p:sp>
      <p:sp>
        <p:nvSpPr>
          <p:cNvPr id="7" name="">
            <a:extLst xmlns:a="http://schemas.openxmlformats.org/drawingml/2006/main">
              <a:ext uri="{FF2B5EF4-FFF2-40B4-BE49-F238E27FC236}">
                <a16:creationId xmlns:a16="http://schemas.microsoft.com/office/drawing/2014/main" id="{FF339651-AA0D-4606-B9FF-FC80A3BDBDC4}"/>
              </a:ext>
            </a:extLst>
          </p:cNvPr>
          <p:cNvSpPr>
            <a:spLocks xmlns:a="http://schemas.openxmlformats.org/drawingml/2006/main" noGrp="1"/>
          </p:cNvSpPr>
          <p:nvPr/>
        </p:nvSpPr>
        <p:spPr>
          <a:xfrm xmlns:a="http://schemas.openxmlformats.org/drawingml/2006/main">
            <a:off x="6076950" y="2095500"/>
            <a:ext cx="0" cy="314325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8" name="">
            <a:extLst xmlns:a="http://schemas.openxmlformats.org/drawingml/2006/main">
              <a:ext uri="{FF2B5EF4-FFF2-40B4-BE49-F238E27FC236}">
                <a16:creationId xmlns:a16="http://schemas.microsoft.com/office/drawing/2014/main" id="{70C0F7D2-E5EE-4F86-9683-BB53427B67DD}"/>
              </a:ext>
            </a:extLst>
          </p:cNvPr>
          <p:cNvSpPr>
            <a:spLocks xmlns:a="http://schemas.openxmlformats.org/drawingml/2006/main" noGrp="1"/>
          </p:cNvSpPr>
          <p:nvPr/>
        </p:nvSpPr>
        <p:spPr>
          <a:xfrm xmlns:a="http://schemas.openxmlformats.org/drawingml/2006/main">
            <a:off x="742950" y="2095500"/>
            <a:ext cx="4953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550" b="1">
                <a:solidFill>
                  <a:srgbClr val="166B68"/>
                </a:solidFill>
                <a:latin typeface="Yu Gothic"/>
                <a:ea typeface="Yu Gothic"/>
                <a:cs typeface="Yu Gothic"/>
              </a:defRPr>
            </a:defPPr>
            <a:lvl1pPr algn="l">
              <a:defRPr sz="2550" b="1">
                <a:solidFill>
                  <a:srgbClr val="166B68"/>
                </a:solidFill>
                <a:latin typeface="Yu Gothic"/>
                <a:ea typeface="Yu Gothic"/>
                <a:cs typeface="Yu Gothic"/>
              </a:defRPr>
            </a:lvl1pPr>
            <a:lvl2pPr algn="l">
              <a:defRPr sz="2550" b="1">
                <a:solidFill>
                  <a:srgbClr val="166B68"/>
                </a:solidFill>
                <a:latin typeface="Yu Gothic"/>
                <a:ea typeface="Yu Gothic"/>
                <a:cs typeface="Yu Gothic"/>
              </a:defRPr>
            </a:lvl2pPr>
            <a:lvl3pPr algn="l">
              <a:defRPr sz="2550" b="1">
                <a:solidFill>
                  <a:srgbClr val="166B68"/>
                </a:solidFill>
                <a:latin typeface="Yu Gothic"/>
                <a:ea typeface="Yu Gothic"/>
                <a:cs typeface="Yu Gothic"/>
              </a:defRPr>
            </a:lvl3pPr>
            <a:lvl4pPr algn="l">
              <a:defRPr sz="2550" b="1">
                <a:solidFill>
                  <a:srgbClr val="166B68"/>
                </a:solidFill>
                <a:latin typeface="Yu Gothic"/>
                <a:ea typeface="Yu Gothic"/>
                <a:cs typeface="Yu Gothic"/>
              </a:defRPr>
            </a:lvl4pPr>
            <a:lvl5pPr algn="l">
              <a:defRPr sz="2550" b="1">
                <a:solidFill>
                  <a:srgbClr val="166B68"/>
                </a:solidFill>
                <a:latin typeface="Yu Gothic"/>
                <a:ea typeface="Yu Gothic"/>
                <a:cs typeface="Yu Gothic"/>
              </a:defRPr>
            </a:lvl5pPr>
            <a:lvl6pPr algn="l">
              <a:defRPr sz="2550" b="1">
                <a:solidFill>
                  <a:srgbClr val="166B68"/>
                </a:solidFill>
                <a:latin typeface="Yu Gothic"/>
                <a:ea typeface="Yu Gothic"/>
                <a:cs typeface="Yu Gothic"/>
              </a:defRPr>
            </a:lvl6pPr>
            <a:lvl7pPr algn="l">
              <a:defRPr sz="2550" b="1">
                <a:solidFill>
                  <a:srgbClr val="166B68"/>
                </a:solidFill>
                <a:latin typeface="Yu Gothic"/>
                <a:ea typeface="Yu Gothic"/>
                <a:cs typeface="Yu Gothic"/>
              </a:defRPr>
            </a:lvl7pPr>
            <a:lvl8pPr algn="l">
              <a:defRPr sz="2550" b="1">
                <a:solidFill>
                  <a:srgbClr val="166B68"/>
                </a:solidFill>
                <a:latin typeface="Yu Gothic"/>
                <a:ea typeface="Yu Gothic"/>
                <a:cs typeface="Yu Gothic"/>
              </a:defRPr>
            </a:lvl8pPr>
            <a:lvl9pPr algn="l">
              <a:defRPr sz="2550" b="1">
                <a:solidFill>
                  <a:srgbClr val="166B68"/>
                </a:solidFill>
                <a:latin typeface="Yu Gothic"/>
                <a:ea typeface="Yu Gothic"/>
                <a:cs typeface="Yu Gothic"/>
              </a:defRPr>
            </a:lvl9pPr>
          </a:lstStyle>
          <a:p xmlns:a="http://schemas.openxmlformats.org/drawingml/2006/main">
            <a:pPr algn="l">
              <a:defRPr sz="2550" b="1">
                <a:solidFill>
                  <a:srgbClr val="166B68"/>
                </a:solidFill>
                <a:latin typeface="Yu Gothic"/>
                <a:ea typeface="Yu Gothic"/>
                <a:cs typeface="Yu Gothic"/>
              </a:defRPr>
            </a:pPr>
            <a:r>
              <a:rPr sz="2550" b="1">
                <a:solidFill>
                  <a:srgbClr val="166B68"/>
                </a:solidFill>
                <a:latin typeface="Yu Gothic"/>
                <a:ea typeface="Yu Gothic"/>
                <a:cs typeface="Yu Gothic"/>
              </a:rPr>
              <a:t>倍角差</a:t>
            </a:r>
          </a:p>
        </p:txBody>
      </p:sp>
      <p:sp>
        <p:nvSpPr>
          <p:cNvPr id="9" name="">
            <a:extLst xmlns:a="http://schemas.openxmlformats.org/drawingml/2006/main">
              <a:ext uri="{FF2B5EF4-FFF2-40B4-BE49-F238E27FC236}">
                <a16:creationId xmlns:a16="http://schemas.microsoft.com/office/drawing/2014/main" id="{0C92FF02-2CD6-4A3A-8CEA-8FD1DAB80194}"/>
              </a:ext>
            </a:extLst>
          </p:cNvPr>
          <p:cNvSpPr>
            <a:spLocks xmlns:a="http://schemas.openxmlformats.org/drawingml/2006/main" noGrp="1"/>
          </p:cNvSpPr>
          <p:nvPr/>
        </p:nvSpPr>
        <p:spPr>
          <a:xfrm xmlns:a="http://schemas.openxmlformats.org/drawingml/2006/main">
            <a:off x="6477000" y="2095500"/>
            <a:ext cx="4953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550" b="1">
                <a:solidFill>
                  <a:srgbClr val="A94737"/>
                </a:solidFill>
                <a:latin typeface="Yu Gothic"/>
                <a:ea typeface="Yu Gothic"/>
                <a:cs typeface="Yu Gothic"/>
              </a:defRPr>
            </a:defPPr>
            <a:lvl1pPr algn="l">
              <a:defRPr sz="2550" b="1">
                <a:solidFill>
                  <a:srgbClr val="A94737"/>
                </a:solidFill>
                <a:latin typeface="Yu Gothic"/>
                <a:ea typeface="Yu Gothic"/>
                <a:cs typeface="Yu Gothic"/>
              </a:defRPr>
            </a:lvl1pPr>
            <a:lvl2pPr algn="l">
              <a:defRPr sz="2550" b="1">
                <a:solidFill>
                  <a:srgbClr val="A94737"/>
                </a:solidFill>
                <a:latin typeface="Yu Gothic"/>
                <a:ea typeface="Yu Gothic"/>
                <a:cs typeface="Yu Gothic"/>
              </a:defRPr>
            </a:lvl2pPr>
            <a:lvl3pPr algn="l">
              <a:defRPr sz="2550" b="1">
                <a:solidFill>
                  <a:srgbClr val="A94737"/>
                </a:solidFill>
                <a:latin typeface="Yu Gothic"/>
                <a:ea typeface="Yu Gothic"/>
                <a:cs typeface="Yu Gothic"/>
              </a:defRPr>
            </a:lvl3pPr>
            <a:lvl4pPr algn="l">
              <a:defRPr sz="2550" b="1">
                <a:solidFill>
                  <a:srgbClr val="A94737"/>
                </a:solidFill>
                <a:latin typeface="Yu Gothic"/>
                <a:ea typeface="Yu Gothic"/>
                <a:cs typeface="Yu Gothic"/>
              </a:defRPr>
            </a:lvl4pPr>
            <a:lvl5pPr algn="l">
              <a:defRPr sz="2550" b="1">
                <a:solidFill>
                  <a:srgbClr val="A94737"/>
                </a:solidFill>
                <a:latin typeface="Yu Gothic"/>
                <a:ea typeface="Yu Gothic"/>
                <a:cs typeface="Yu Gothic"/>
              </a:defRPr>
            </a:lvl5pPr>
            <a:lvl6pPr algn="l">
              <a:defRPr sz="2550" b="1">
                <a:solidFill>
                  <a:srgbClr val="A94737"/>
                </a:solidFill>
                <a:latin typeface="Yu Gothic"/>
                <a:ea typeface="Yu Gothic"/>
                <a:cs typeface="Yu Gothic"/>
              </a:defRPr>
            </a:lvl6pPr>
            <a:lvl7pPr algn="l">
              <a:defRPr sz="2550" b="1">
                <a:solidFill>
                  <a:srgbClr val="A94737"/>
                </a:solidFill>
                <a:latin typeface="Yu Gothic"/>
                <a:ea typeface="Yu Gothic"/>
                <a:cs typeface="Yu Gothic"/>
              </a:defRPr>
            </a:lvl7pPr>
            <a:lvl8pPr algn="l">
              <a:defRPr sz="2550" b="1">
                <a:solidFill>
                  <a:srgbClr val="A94737"/>
                </a:solidFill>
                <a:latin typeface="Yu Gothic"/>
                <a:ea typeface="Yu Gothic"/>
                <a:cs typeface="Yu Gothic"/>
              </a:defRPr>
            </a:lvl8pPr>
            <a:lvl9pPr algn="l">
              <a:defRPr sz="2550" b="1">
                <a:solidFill>
                  <a:srgbClr val="A94737"/>
                </a:solidFill>
                <a:latin typeface="Yu Gothic"/>
                <a:ea typeface="Yu Gothic"/>
                <a:cs typeface="Yu Gothic"/>
              </a:defRPr>
            </a:lvl9pPr>
          </a:lstStyle>
          <a:p xmlns:a="http://schemas.openxmlformats.org/drawingml/2006/main">
            <a:pPr algn="l">
              <a:defRPr sz="2550" b="1">
                <a:solidFill>
                  <a:srgbClr val="A94737"/>
                </a:solidFill>
                <a:latin typeface="Yu Gothic"/>
                <a:ea typeface="Yu Gothic"/>
                <a:cs typeface="Yu Gothic"/>
              </a:defRPr>
            </a:pPr>
            <a:r>
              <a:rPr sz="2550" b="1">
                <a:solidFill>
                  <a:srgbClr val="A94737"/>
                </a:solidFill>
                <a:latin typeface="Yu Gothic"/>
                <a:ea typeface="Yu Gothic"/>
                <a:cs typeface="Yu Gothic"/>
              </a:rPr>
              <a:t>観測差</a:t>
            </a:r>
          </a:p>
        </p:txBody>
      </p:sp>
      <p:sp>
        <p:nvSpPr>
          <p:cNvPr id="10" name="">
            <a:extLst xmlns:a="http://schemas.openxmlformats.org/drawingml/2006/main">
              <a:ext uri="{FF2B5EF4-FFF2-40B4-BE49-F238E27FC236}">
                <a16:creationId xmlns:a16="http://schemas.microsoft.com/office/drawing/2014/main" id="{42994493-4340-4935-AC87-1E708B150440}"/>
              </a:ext>
            </a:extLst>
          </p:cNvPr>
          <p:cNvSpPr>
            <a:spLocks xmlns:a="http://schemas.openxmlformats.org/drawingml/2006/main" noGrp="1"/>
          </p:cNvSpPr>
          <p:nvPr/>
        </p:nvSpPr>
        <p:spPr>
          <a:xfrm xmlns:a="http://schemas.openxmlformats.org/drawingml/2006/main">
            <a:off x="781050" y="2686050"/>
            <a:ext cx="228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275" b="1">
                <a:solidFill>
                  <a:srgbClr val="166B68"/>
                </a:solidFill>
                <a:latin typeface="Yu Gothic"/>
                <a:ea typeface="Yu Gothic"/>
                <a:cs typeface="Yu Gothic"/>
              </a:defRPr>
            </a:defPPr>
            <a:lvl1pPr algn="ctr">
              <a:defRPr sz="1275" b="1">
                <a:solidFill>
                  <a:srgbClr val="166B68"/>
                </a:solidFill>
                <a:latin typeface="Yu Gothic"/>
                <a:ea typeface="Yu Gothic"/>
                <a:cs typeface="Yu Gothic"/>
              </a:defRPr>
            </a:lvl1pPr>
            <a:lvl2pPr algn="ctr">
              <a:defRPr sz="1275" b="1">
                <a:solidFill>
                  <a:srgbClr val="166B68"/>
                </a:solidFill>
                <a:latin typeface="Yu Gothic"/>
                <a:ea typeface="Yu Gothic"/>
                <a:cs typeface="Yu Gothic"/>
              </a:defRPr>
            </a:lvl2pPr>
            <a:lvl3pPr algn="ctr">
              <a:defRPr sz="1275" b="1">
                <a:solidFill>
                  <a:srgbClr val="166B68"/>
                </a:solidFill>
                <a:latin typeface="Yu Gothic"/>
                <a:ea typeface="Yu Gothic"/>
                <a:cs typeface="Yu Gothic"/>
              </a:defRPr>
            </a:lvl3pPr>
            <a:lvl4pPr algn="ctr">
              <a:defRPr sz="1275" b="1">
                <a:solidFill>
                  <a:srgbClr val="166B68"/>
                </a:solidFill>
                <a:latin typeface="Yu Gothic"/>
                <a:ea typeface="Yu Gothic"/>
                <a:cs typeface="Yu Gothic"/>
              </a:defRPr>
            </a:lvl4pPr>
            <a:lvl5pPr algn="ctr">
              <a:defRPr sz="1275" b="1">
                <a:solidFill>
                  <a:srgbClr val="166B68"/>
                </a:solidFill>
                <a:latin typeface="Yu Gothic"/>
                <a:ea typeface="Yu Gothic"/>
                <a:cs typeface="Yu Gothic"/>
              </a:defRPr>
            </a:lvl5pPr>
            <a:lvl6pPr algn="ctr">
              <a:defRPr sz="1275" b="1">
                <a:solidFill>
                  <a:srgbClr val="166B68"/>
                </a:solidFill>
                <a:latin typeface="Yu Gothic"/>
                <a:ea typeface="Yu Gothic"/>
                <a:cs typeface="Yu Gothic"/>
              </a:defRPr>
            </a:lvl6pPr>
            <a:lvl7pPr algn="ctr">
              <a:defRPr sz="1275" b="1">
                <a:solidFill>
                  <a:srgbClr val="166B68"/>
                </a:solidFill>
                <a:latin typeface="Yu Gothic"/>
                <a:ea typeface="Yu Gothic"/>
                <a:cs typeface="Yu Gothic"/>
              </a:defRPr>
            </a:lvl7pPr>
            <a:lvl8pPr algn="ctr">
              <a:defRPr sz="1275" b="1">
                <a:solidFill>
                  <a:srgbClr val="166B68"/>
                </a:solidFill>
                <a:latin typeface="Yu Gothic"/>
                <a:ea typeface="Yu Gothic"/>
                <a:cs typeface="Yu Gothic"/>
              </a:defRPr>
            </a:lvl8pPr>
            <a:lvl9pPr algn="ctr">
              <a:defRPr sz="1275" b="1">
                <a:solidFill>
                  <a:srgbClr val="166B68"/>
                </a:solidFill>
                <a:latin typeface="Yu Gothic"/>
                <a:ea typeface="Yu Gothic"/>
                <a:cs typeface="Yu Gothic"/>
              </a:defRPr>
            </a:lvl9pPr>
          </a:lstStyle>
          <a:p xmlns:a="http://schemas.openxmlformats.org/drawingml/2006/main">
            <a:pPr algn="ctr">
              <a:defRPr sz="1275" b="1">
                <a:solidFill>
                  <a:srgbClr val="166B68"/>
                </a:solidFill>
                <a:latin typeface="Yu Gothic"/>
                <a:ea typeface="Yu Gothic"/>
                <a:cs typeface="Yu Gothic"/>
              </a:defRPr>
            </a:pPr>
            <a:r>
              <a:rPr sz="1275" b="1">
                <a:solidFill>
                  <a:srgbClr val="166B68"/>
                </a:solidFill>
                <a:latin typeface="Yu Gothic"/>
                <a:ea typeface="Yu Gothic"/>
                <a:cs typeface="Yu Gothic"/>
              </a:rPr>
              <a:t>●</a:t>
            </a:r>
          </a:p>
        </p:txBody>
      </p:sp>
      <p:sp>
        <p:nvSpPr>
          <p:cNvPr id="11" name="">
            <a:extLst xmlns:a="http://schemas.openxmlformats.org/drawingml/2006/main">
              <a:ext uri="{FF2B5EF4-FFF2-40B4-BE49-F238E27FC236}">
                <a16:creationId xmlns:a16="http://schemas.microsoft.com/office/drawing/2014/main" id="{C6235088-DE1E-4BBE-888E-F4D13CA82CBD}"/>
              </a:ext>
            </a:extLst>
          </p:cNvPr>
          <p:cNvSpPr>
            <a:spLocks xmlns:a="http://schemas.openxmlformats.org/drawingml/2006/main" noGrp="1"/>
          </p:cNvSpPr>
          <p:nvPr/>
        </p:nvSpPr>
        <p:spPr>
          <a:xfrm xmlns:a="http://schemas.openxmlformats.org/drawingml/2006/main">
            <a:off x="1104900" y="2686050"/>
            <a:ext cx="453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00" b="0">
                <a:solidFill>
                  <a:srgbClr val="182B33"/>
                </a:solidFill>
                <a:latin typeface="Yu Gothic"/>
                <a:ea typeface="Yu Gothic"/>
                <a:cs typeface="Yu Gothic"/>
              </a:defRPr>
            </a:defPPr>
            <a:lvl1pPr algn="l">
              <a:defRPr sz="2100" b="0">
                <a:solidFill>
                  <a:srgbClr val="182B33"/>
                </a:solidFill>
                <a:latin typeface="Yu Gothic"/>
                <a:ea typeface="Yu Gothic"/>
                <a:cs typeface="Yu Gothic"/>
              </a:defRPr>
            </a:lvl1pPr>
            <a:lvl2pPr algn="l">
              <a:defRPr sz="2100" b="0">
                <a:solidFill>
                  <a:srgbClr val="182B33"/>
                </a:solidFill>
                <a:latin typeface="Yu Gothic"/>
                <a:ea typeface="Yu Gothic"/>
                <a:cs typeface="Yu Gothic"/>
              </a:defRPr>
            </a:lvl2pPr>
            <a:lvl3pPr algn="l">
              <a:defRPr sz="2100" b="0">
                <a:solidFill>
                  <a:srgbClr val="182B33"/>
                </a:solidFill>
                <a:latin typeface="Yu Gothic"/>
                <a:ea typeface="Yu Gothic"/>
                <a:cs typeface="Yu Gothic"/>
              </a:defRPr>
            </a:lvl3pPr>
            <a:lvl4pPr algn="l">
              <a:defRPr sz="2100" b="0">
                <a:solidFill>
                  <a:srgbClr val="182B33"/>
                </a:solidFill>
                <a:latin typeface="Yu Gothic"/>
                <a:ea typeface="Yu Gothic"/>
                <a:cs typeface="Yu Gothic"/>
              </a:defRPr>
            </a:lvl4pPr>
            <a:lvl5pPr algn="l">
              <a:defRPr sz="2100" b="0">
                <a:solidFill>
                  <a:srgbClr val="182B33"/>
                </a:solidFill>
                <a:latin typeface="Yu Gothic"/>
                <a:ea typeface="Yu Gothic"/>
                <a:cs typeface="Yu Gothic"/>
              </a:defRPr>
            </a:lvl5pPr>
            <a:lvl6pPr algn="l">
              <a:defRPr sz="2100" b="0">
                <a:solidFill>
                  <a:srgbClr val="182B33"/>
                </a:solidFill>
                <a:latin typeface="Yu Gothic"/>
                <a:ea typeface="Yu Gothic"/>
                <a:cs typeface="Yu Gothic"/>
              </a:defRPr>
            </a:lvl6pPr>
            <a:lvl7pPr algn="l">
              <a:defRPr sz="2100" b="0">
                <a:solidFill>
                  <a:srgbClr val="182B33"/>
                </a:solidFill>
                <a:latin typeface="Yu Gothic"/>
                <a:ea typeface="Yu Gothic"/>
                <a:cs typeface="Yu Gothic"/>
              </a:defRPr>
            </a:lvl7pPr>
            <a:lvl8pPr algn="l">
              <a:defRPr sz="2100" b="0">
                <a:solidFill>
                  <a:srgbClr val="182B33"/>
                </a:solidFill>
                <a:latin typeface="Yu Gothic"/>
                <a:ea typeface="Yu Gothic"/>
                <a:cs typeface="Yu Gothic"/>
              </a:defRPr>
            </a:lvl8pPr>
            <a:lvl9pPr algn="l">
              <a:defRPr sz="2100" b="0">
                <a:solidFill>
                  <a:srgbClr val="182B33"/>
                </a:solidFill>
                <a:latin typeface="Yu Gothic"/>
                <a:ea typeface="Yu Gothic"/>
                <a:cs typeface="Yu Gothic"/>
              </a:defRPr>
            </a:lvl9pPr>
          </a:lstStyle>
          <a:p xmlns:a="http://schemas.openxmlformats.org/drawingml/2006/main">
            <a:pPr algn="l">
              <a:defRPr sz="2100" b="0">
                <a:solidFill>
                  <a:srgbClr val="182B33"/>
                </a:solidFill>
                <a:latin typeface="Yu Gothic"/>
                <a:ea typeface="Yu Gothic"/>
                <a:cs typeface="Yu Gothic"/>
              </a:defRPr>
            </a:pPr>
            <a:r>
              <a:rPr sz="2100" b="0">
                <a:solidFill>
                  <a:srgbClr val="182B33"/>
                </a:solidFill>
                <a:latin typeface="Yu Gothic"/>
                <a:ea typeface="Yu Gothic"/>
                <a:cs typeface="Yu Gothic"/>
              </a:rPr>
              <a:t>最大D−最小D</a:t>
            </a:r>
          </a:p>
        </p:txBody>
      </p:sp>
      <p:sp>
        <p:nvSpPr>
          <p:cNvPr id="12" name="">
            <a:extLst xmlns:a="http://schemas.openxmlformats.org/drawingml/2006/main">
              <a:ext uri="{FF2B5EF4-FFF2-40B4-BE49-F238E27FC236}">
                <a16:creationId xmlns:a16="http://schemas.microsoft.com/office/drawing/2014/main" id="{5BFFA0E4-98DF-4F04-8457-DBE91B020F02}"/>
              </a:ext>
            </a:extLst>
          </p:cNvPr>
          <p:cNvSpPr>
            <a:spLocks xmlns:a="http://schemas.openxmlformats.org/drawingml/2006/main" noGrp="1"/>
          </p:cNvSpPr>
          <p:nvPr/>
        </p:nvSpPr>
        <p:spPr>
          <a:xfrm xmlns:a="http://schemas.openxmlformats.org/drawingml/2006/main">
            <a:off x="781050" y="3181350"/>
            <a:ext cx="228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275" b="1">
                <a:solidFill>
                  <a:srgbClr val="166B68"/>
                </a:solidFill>
                <a:latin typeface="Yu Gothic"/>
                <a:ea typeface="Yu Gothic"/>
                <a:cs typeface="Yu Gothic"/>
              </a:defRPr>
            </a:defPPr>
            <a:lvl1pPr algn="ctr">
              <a:defRPr sz="1275" b="1">
                <a:solidFill>
                  <a:srgbClr val="166B68"/>
                </a:solidFill>
                <a:latin typeface="Yu Gothic"/>
                <a:ea typeface="Yu Gothic"/>
                <a:cs typeface="Yu Gothic"/>
              </a:defRPr>
            </a:lvl1pPr>
            <a:lvl2pPr algn="ctr">
              <a:defRPr sz="1275" b="1">
                <a:solidFill>
                  <a:srgbClr val="166B68"/>
                </a:solidFill>
                <a:latin typeface="Yu Gothic"/>
                <a:ea typeface="Yu Gothic"/>
                <a:cs typeface="Yu Gothic"/>
              </a:defRPr>
            </a:lvl2pPr>
            <a:lvl3pPr algn="ctr">
              <a:defRPr sz="1275" b="1">
                <a:solidFill>
                  <a:srgbClr val="166B68"/>
                </a:solidFill>
                <a:latin typeface="Yu Gothic"/>
                <a:ea typeface="Yu Gothic"/>
                <a:cs typeface="Yu Gothic"/>
              </a:defRPr>
            </a:lvl3pPr>
            <a:lvl4pPr algn="ctr">
              <a:defRPr sz="1275" b="1">
                <a:solidFill>
                  <a:srgbClr val="166B68"/>
                </a:solidFill>
                <a:latin typeface="Yu Gothic"/>
                <a:ea typeface="Yu Gothic"/>
                <a:cs typeface="Yu Gothic"/>
              </a:defRPr>
            </a:lvl4pPr>
            <a:lvl5pPr algn="ctr">
              <a:defRPr sz="1275" b="1">
                <a:solidFill>
                  <a:srgbClr val="166B68"/>
                </a:solidFill>
                <a:latin typeface="Yu Gothic"/>
                <a:ea typeface="Yu Gothic"/>
                <a:cs typeface="Yu Gothic"/>
              </a:defRPr>
            </a:lvl5pPr>
            <a:lvl6pPr algn="ctr">
              <a:defRPr sz="1275" b="1">
                <a:solidFill>
                  <a:srgbClr val="166B68"/>
                </a:solidFill>
                <a:latin typeface="Yu Gothic"/>
                <a:ea typeface="Yu Gothic"/>
                <a:cs typeface="Yu Gothic"/>
              </a:defRPr>
            </a:lvl6pPr>
            <a:lvl7pPr algn="ctr">
              <a:defRPr sz="1275" b="1">
                <a:solidFill>
                  <a:srgbClr val="166B68"/>
                </a:solidFill>
                <a:latin typeface="Yu Gothic"/>
                <a:ea typeface="Yu Gothic"/>
                <a:cs typeface="Yu Gothic"/>
              </a:defRPr>
            </a:lvl7pPr>
            <a:lvl8pPr algn="ctr">
              <a:defRPr sz="1275" b="1">
                <a:solidFill>
                  <a:srgbClr val="166B68"/>
                </a:solidFill>
                <a:latin typeface="Yu Gothic"/>
                <a:ea typeface="Yu Gothic"/>
                <a:cs typeface="Yu Gothic"/>
              </a:defRPr>
            </a:lvl8pPr>
            <a:lvl9pPr algn="ctr">
              <a:defRPr sz="1275" b="1">
                <a:solidFill>
                  <a:srgbClr val="166B68"/>
                </a:solidFill>
                <a:latin typeface="Yu Gothic"/>
                <a:ea typeface="Yu Gothic"/>
                <a:cs typeface="Yu Gothic"/>
              </a:defRPr>
            </a:lvl9pPr>
          </a:lstStyle>
          <a:p xmlns:a="http://schemas.openxmlformats.org/drawingml/2006/main">
            <a:pPr algn="ctr">
              <a:defRPr sz="1275" b="1">
                <a:solidFill>
                  <a:srgbClr val="166B68"/>
                </a:solidFill>
                <a:latin typeface="Yu Gothic"/>
                <a:ea typeface="Yu Gothic"/>
                <a:cs typeface="Yu Gothic"/>
              </a:defRPr>
            </a:pPr>
            <a:r>
              <a:rPr sz="1275" b="1">
                <a:solidFill>
                  <a:srgbClr val="166B68"/>
                </a:solidFill>
                <a:latin typeface="Yu Gothic"/>
                <a:ea typeface="Yu Gothic"/>
                <a:cs typeface="Yu Gothic"/>
              </a:rPr>
              <a:t>●</a:t>
            </a:r>
          </a:p>
        </p:txBody>
      </p:sp>
      <p:sp>
        <p:nvSpPr>
          <p:cNvPr id="13" name="">
            <a:extLst xmlns:a="http://schemas.openxmlformats.org/drawingml/2006/main">
              <a:ext uri="{FF2B5EF4-FFF2-40B4-BE49-F238E27FC236}">
                <a16:creationId xmlns:a16="http://schemas.microsoft.com/office/drawing/2014/main" id="{F3571F4B-E2AE-4D79-AD47-08A21BF50D28}"/>
              </a:ext>
            </a:extLst>
          </p:cNvPr>
          <p:cNvSpPr>
            <a:spLocks xmlns:a="http://schemas.openxmlformats.org/drawingml/2006/main" noGrp="1"/>
          </p:cNvSpPr>
          <p:nvPr/>
        </p:nvSpPr>
        <p:spPr>
          <a:xfrm xmlns:a="http://schemas.openxmlformats.org/drawingml/2006/main">
            <a:off x="1104900" y="3181350"/>
            <a:ext cx="453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00" b="0">
                <a:solidFill>
                  <a:srgbClr val="182B33"/>
                </a:solidFill>
                <a:latin typeface="Yu Gothic"/>
                <a:ea typeface="Yu Gothic"/>
                <a:cs typeface="Yu Gothic"/>
              </a:defRPr>
            </a:defPPr>
            <a:lvl1pPr algn="l">
              <a:defRPr sz="2100" b="0">
                <a:solidFill>
                  <a:srgbClr val="182B33"/>
                </a:solidFill>
                <a:latin typeface="Yu Gothic"/>
                <a:ea typeface="Yu Gothic"/>
                <a:cs typeface="Yu Gothic"/>
              </a:defRPr>
            </a:lvl1pPr>
            <a:lvl2pPr algn="l">
              <a:defRPr sz="2100" b="0">
                <a:solidFill>
                  <a:srgbClr val="182B33"/>
                </a:solidFill>
                <a:latin typeface="Yu Gothic"/>
                <a:ea typeface="Yu Gothic"/>
                <a:cs typeface="Yu Gothic"/>
              </a:defRPr>
            </a:lvl2pPr>
            <a:lvl3pPr algn="l">
              <a:defRPr sz="2100" b="0">
                <a:solidFill>
                  <a:srgbClr val="182B33"/>
                </a:solidFill>
                <a:latin typeface="Yu Gothic"/>
                <a:ea typeface="Yu Gothic"/>
                <a:cs typeface="Yu Gothic"/>
              </a:defRPr>
            </a:lvl3pPr>
            <a:lvl4pPr algn="l">
              <a:defRPr sz="2100" b="0">
                <a:solidFill>
                  <a:srgbClr val="182B33"/>
                </a:solidFill>
                <a:latin typeface="Yu Gothic"/>
                <a:ea typeface="Yu Gothic"/>
                <a:cs typeface="Yu Gothic"/>
              </a:defRPr>
            </a:lvl4pPr>
            <a:lvl5pPr algn="l">
              <a:defRPr sz="2100" b="0">
                <a:solidFill>
                  <a:srgbClr val="182B33"/>
                </a:solidFill>
                <a:latin typeface="Yu Gothic"/>
                <a:ea typeface="Yu Gothic"/>
                <a:cs typeface="Yu Gothic"/>
              </a:defRPr>
            </a:lvl5pPr>
            <a:lvl6pPr algn="l">
              <a:defRPr sz="2100" b="0">
                <a:solidFill>
                  <a:srgbClr val="182B33"/>
                </a:solidFill>
                <a:latin typeface="Yu Gothic"/>
                <a:ea typeface="Yu Gothic"/>
                <a:cs typeface="Yu Gothic"/>
              </a:defRPr>
            </a:lvl6pPr>
            <a:lvl7pPr algn="l">
              <a:defRPr sz="2100" b="0">
                <a:solidFill>
                  <a:srgbClr val="182B33"/>
                </a:solidFill>
                <a:latin typeface="Yu Gothic"/>
                <a:ea typeface="Yu Gothic"/>
                <a:cs typeface="Yu Gothic"/>
              </a:defRPr>
            </a:lvl7pPr>
            <a:lvl8pPr algn="l">
              <a:defRPr sz="2100" b="0">
                <a:solidFill>
                  <a:srgbClr val="182B33"/>
                </a:solidFill>
                <a:latin typeface="Yu Gothic"/>
                <a:ea typeface="Yu Gothic"/>
                <a:cs typeface="Yu Gothic"/>
              </a:defRPr>
            </a:lvl8pPr>
            <a:lvl9pPr algn="l">
              <a:defRPr sz="2100" b="0">
                <a:solidFill>
                  <a:srgbClr val="182B33"/>
                </a:solidFill>
                <a:latin typeface="Yu Gothic"/>
                <a:ea typeface="Yu Gothic"/>
                <a:cs typeface="Yu Gothic"/>
              </a:defRPr>
            </a:lvl9pPr>
          </a:lstStyle>
          <a:p xmlns:a="http://schemas.openxmlformats.org/drawingml/2006/main">
            <a:pPr algn="l">
              <a:defRPr sz="2100" b="0">
                <a:solidFill>
                  <a:srgbClr val="182B33"/>
                </a:solidFill>
                <a:latin typeface="Yu Gothic"/>
                <a:ea typeface="Yu Gothic"/>
                <a:cs typeface="Yu Gothic"/>
              </a:defRPr>
            </a:pPr>
            <a:r>
              <a:rPr sz="2100" b="0">
                <a:solidFill>
                  <a:srgbClr val="182B33"/>
                </a:solidFill>
                <a:latin typeface="Yu Gothic"/>
                <a:ea typeface="Yu Gothic"/>
                <a:cs typeface="Yu Gothic"/>
              </a:rPr>
              <a:t>26″−20″＝6″</a:t>
            </a:r>
          </a:p>
        </p:txBody>
      </p:sp>
      <p:sp>
        <p:nvSpPr>
          <p:cNvPr id="14" name="">
            <a:extLst xmlns:a="http://schemas.openxmlformats.org/drawingml/2006/main">
              <a:ext uri="{FF2B5EF4-FFF2-40B4-BE49-F238E27FC236}">
                <a16:creationId xmlns:a16="http://schemas.microsoft.com/office/drawing/2014/main" id="{1BF2533C-AEB2-40E6-9B0B-2A4688794622}"/>
              </a:ext>
            </a:extLst>
          </p:cNvPr>
          <p:cNvSpPr>
            <a:spLocks xmlns:a="http://schemas.openxmlformats.org/drawingml/2006/main" noGrp="1"/>
          </p:cNvSpPr>
          <p:nvPr/>
        </p:nvSpPr>
        <p:spPr>
          <a:xfrm xmlns:a="http://schemas.openxmlformats.org/drawingml/2006/main">
            <a:off x="6515100" y="2686050"/>
            <a:ext cx="228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275" b="1">
                <a:solidFill>
                  <a:srgbClr val="166B68"/>
                </a:solidFill>
                <a:latin typeface="Yu Gothic"/>
                <a:ea typeface="Yu Gothic"/>
                <a:cs typeface="Yu Gothic"/>
              </a:defRPr>
            </a:defPPr>
            <a:lvl1pPr algn="ctr">
              <a:defRPr sz="1275" b="1">
                <a:solidFill>
                  <a:srgbClr val="166B68"/>
                </a:solidFill>
                <a:latin typeface="Yu Gothic"/>
                <a:ea typeface="Yu Gothic"/>
                <a:cs typeface="Yu Gothic"/>
              </a:defRPr>
            </a:lvl1pPr>
            <a:lvl2pPr algn="ctr">
              <a:defRPr sz="1275" b="1">
                <a:solidFill>
                  <a:srgbClr val="166B68"/>
                </a:solidFill>
                <a:latin typeface="Yu Gothic"/>
                <a:ea typeface="Yu Gothic"/>
                <a:cs typeface="Yu Gothic"/>
              </a:defRPr>
            </a:lvl2pPr>
            <a:lvl3pPr algn="ctr">
              <a:defRPr sz="1275" b="1">
                <a:solidFill>
                  <a:srgbClr val="166B68"/>
                </a:solidFill>
                <a:latin typeface="Yu Gothic"/>
                <a:ea typeface="Yu Gothic"/>
                <a:cs typeface="Yu Gothic"/>
              </a:defRPr>
            </a:lvl3pPr>
            <a:lvl4pPr algn="ctr">
              <a:defRPr sz="1275" b="1">
                <a:solidFill>
                  <a:srgbClr val="166B68"/>
                </a:solidFill>
                <a:latin typeface="Yu Gothic"/>
                <a:ea typeface="Yu Gothic"/>
                <a:cs typeface="Yu Gothic"/>
              </a:defRPr>
            </a:lvl4pPr>
            <a:lvl5pPr algn="ctr">
              <a:defRPr sz="1275" b="1">
                <a:solidFill>
                  <a:srgbClr val="166B68"/>
                </a:solidFill>
                <a:latin typeface="Yu Gothic"/>
                <a:ea typeface="Yu Gothic"/>
                <a:cs typeface="Yu Gothic"/>
              </a:defRPr>
            </a:lvl5pPr>
            <a:lvl6pPr algn="ctr">
              <a:defRPr sz="1275" b="1">
                <a:solidFill>
                  <a:srgbClr val="166B68"/>
                </a:solidFill>
                <a:latin typeface="Yu Gothic"/>
                <a:ea typeface="Yu Gothic"/>
                <a:cs typeface="Yu Gothic"/>
              </a:defRPr>
            </a:lvl6pPr>
            <a:lvl7pPr algn="ctr">
              <a:defRPr sz="1275" b="1">
                <a:solidFill>
                  <a:srgbClr val="166B68"/>
                </a:solidFill>
                <a:latin typeface="Yu Gothic"/>
                <a:ea typeface="Yu Gothic"/>
                <a:cs typeface="Yu Gothic"/>
              </a:defRPr>
            </a:lvl7pPr>
            <a:lvl8pPr algn="ctr">
              <a:defRPr sz="1275" b="1">
                <a:solidFill>
                  <a:srgbClr val="166B68"/>
                </a:solidFill>
                <a:latin typeface="Yu Gothic"/>
                <a:ea typeface="Yu Gothic"/>
                <a:cs typeface="Yu Gothic"/>
              </a:defRPr>
            </a:lvl8pPr>
            <a:lvl9pPr algn="ctr">
              <a:defRPr sz="1275" b="1">
                <a:solidFill>
                  <a:srgbClr val="166B68"/>
                </a:solidFill>
                <a:latin typeface="Yu Gothic"/>
                <a:ea typeface="Yu Gothic"/>
                <a:cs typeface="Yu Gothic"/>
              </a:defRPr>
            </a:lvl9pPr>
          </a:lstStyle>
          <a:p xmlns:a="http://schemas.openxmlformats.org/drawingml/2006/main">
            <a:pPr algn="ctr">
              <a:defRPr sz="1275" b="1">
                <a:solidFill>
                  <a:srgbClr val="166B68"/>
                </a:solidFill>
                <a:latin typeface="Yu Gothic"/>
                <a:ea typeface="Yu Gothic"/>
                <a:cs typeface="Yu Gothic"/>
              </a:defRPr>
            </a:pPr>
            <a:r>
              <a:rPr sz="1275" b="1">
                <a:solidFill>
                  <a:srgbClr val="166B68"/>
                </a:solidFill>
                <a:latin typeface="Yu Gothic"/>
                <a:ea typeface="Yu Gothic"/>
                <a:cs typeface="Yu Gothic"/>
              </a:rPr>
              <a:t>●</a:t>
            </a:r>
          </a:p>
        </p:txBody>
      </p:sp>
      <p:sp>
        <p:nvSpPr>
          <p:cNvPr id="15" name="">
            <a:extLst xmlns:a="http://schemas.openxmlformats.org/drawingml/2006/main">
              <a:ext uri="{FF2B5EF4-FFF2-40B4-BE49-F238E27FC236}">
                <a16:creationId xmlns:a16="http://schemas.microsoft.com/office/drawing/2014/main" id="{A5014DB3-97F1-427D-A93C-CA35B0FB547E}"/>
              </a:ext>
            </a:extLst>
          </p:cNvPr>
          <p:cNvSpPr>
            <a:spLocks xmlns:a="http://schemas.openxmlformats.org/drawingml/2006/main" noGrp="1"/>
          </p:cNvSpPr>
          <p:nvPr/>
        </p:nvSpPr>
        <p:spPr>
          <a:xfrm xmlns:a="http://schemas.openxmlformats.org/drawingml/2006/main">
            <a:off x="6838950" y="2686050"/>
            <a:ext cx="453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00" b="0">
                <a:solidFill>
                  <a:srgbClr val="182B33"/>
                </a:solidFill>
                <a:latin typeface="Yu Gothic"/>
                <a:ea typeface="Yu Gothic"/>
                <a:cs typeface="Yu Gothic"/>
              </a:defRPr>
            </a:defPPr>
            <a:lvl1pPr algn="l">
              <a:defRPr sz="2100" b="0">
                <a:solidFill>
                  <a:srgbClr val="182B33"/>
                </a:solidFill>
                <a:latin typeface="Yu Gothic"/>
                <a:ea typeface="Yu Gothic"/>
                <a:cs typeface="Yu Gothic"/>
              </a:defRPr>
            </a:lvl1pPr>
            <a:lvl2pPr algn="l">
              <a:defRPr sz="2100" b="0">
                <a:solidFill>
                  <a:srgbClr val="182B33"/>
                </a:solidFill>
                <a:latin typeface="Yu Gothic"/>
                <a:ea typeface="Yu Gothic"/>
                <a:cs typeface="Yu Gothic"/>
              </a:defRPr>
            </a:lvl2pPr>
            <a:lvl3pPr algn="l">
              <a:defRPr sz="2100" b="0">
                <a:solidFill>
                  <a:srgbClr val="182B33"/>
                </a:solidFill>
                <a:latin typeface="Yu Gothic"/>
                <a:ea typeface="Yu Gothic"/>
                <a:cs typeface="Yu Gothic"/>
              </a:defRPr>
            </a:lvl3pPr>
            <a:lvl4pPr algn="l">
              <a:defRPr sz="2100" b="0">
                <a:solidFill>
                  <a:srgbClr val="182B33"/>
                </a:solidFill>
                <a:latin typeface="Yu Gothic"/>
                <a:ea typeface="Yu Gothic"/>
                <a:cs typeface="Yu Gothic"/>
              </a:defRPr>
            </a:lvl4pPr>
            <a:lvl5pPr algn="l">
              <a:defRPr sz="2100" b="0">
                <a:solidFill>
                  <a:srgbClr val="182B33"/>
                </a:solidFill>
                <a:latin typeface="Yu Gothic"/>
                <a:ea typeface="Yu Gothic"/>
                <a:cs typeface="Yu Gothic"/>
              </a:defRPr>
            </a:lvl5pPr>
            <a:lvl6pPr algn="l">
              <a:defRPr sz="2100" b="0">
                <a:solidFill>
                  <a:srgbClr val="182B33"/>
                </a:solidFill>
                <a:latin typeface="Yu Gothic"/>
                <a:ea typeface="Yu Gothic"/>
                <a:cs typeface="Yu Gothic"/>
              </a:defRPr>
            </a:lvl6pPr>
            <a:lvl7pPr algn="l">
              <a:defRPr sz="2100" b="0">
                <a:solidFill>
                  <a:srgbClr val="182B33"/>
                </a:solidFill>
                <a:latin typeface="Yu Gothic"/>
                <a:ea typeface="Yu Gothic"/>
                <a:cs typeface="Yu Gothic"/>
              </a:defRPr>
            </a:lvl7pPr>
            <a:lvl8pPr algn="l">
              <a:defRPr sz="2100" b="0">
                <a:solidFill>
                  <a:srgbClr val="182B33"/>
                </a:solidFill>
                <a:latin typeface="Yu Gothic"/>
                <a:ea typeface="Yu Gothic"/>
                <a:cs typeface="Yu Gothic"/>
              </a:defRPr>
            </a:lvl8pPr>
            <a:lvl9pPr algn="l">
              <a:defRPr sz="2100" b="0">
                <a:solidFill>
                  <a:srgbClr val="182B33"/>
                </a:solidFill>
                <a:latin typeface="Yu Gothic"/>
                <a:ea typeface="Yu Gothic"/>
                <a:cs typeface="Yu Gothic"/>
              </a:defRPr>
            </a:lvl9pPr>
          </a:lstStyle>
          <a:p xmlns:a="http://schemas.openxmlformats.org/drawingml/2006/main">
            <a:pPr algn="l">
              <a:defRPr sz="2100" b="0">
                <a:solidFill>
                  <a:srgbClr val="182B33"/>
                </a:solidFill>
                <a:latin typeface="Yu Gothic"/>
                <a:ea typeface="Yu Gothic"/>
                <a:cs typeface="Yu Gothic"/>
              </a:defRPr>
            </a:pPr>
            <a:r>
              <a:rPr sz="2100" b="0">
                <a:solidFill>
                  <a:srgbClr val="182B33"/>
                </a:solidFill>
                <a:latin typeface="Yu Gothic"/>
                <a:ea typeface="Yu Gothic"/>
                <a:cs typeface="Yu Gothic"/>
              </a:rPr>
              <a:t>最大C−最小C</a:t>
            </a:r>
          </a:p>
        </p:txBody>
      </p:sp>
      <p:sp>
        <p:nvSpPr>
          <p:cNvPr id="16" name="">
            <a:extLst xmlns:a="http://schemas.openxmlformats.org/drawingml/2006/main">
              <a:ext uri="{FF2B5EF4-FFF2-40B4-BE49-F238E27FC236}">
                <a16:creationId xmlns:a16="http://schemas.microsoft.com/office/drawing/2014/main" id="{81A972FE-F011-44F2-9A43-D346AA698BD7}"/>
              </a:ext>
            </a:extLst>
          </p:cNvPr>
          <p:cNvSpPr>
            <a:spLocks xmlns:a="http://schemas.openxmlformats.org/drawingml/2006/main" noGrp="1"/>
          </p:cNvSpPr>
          <p:nvPr/>
        </p:nvSpPr>
        <p:spPr>
          <a:xfrm xmlns:a="http://schemas.openxmlformats.org/drawingml/2006/main">
            <a:off x="6515100" y="3181350"/>
            <a:ext cx="228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275" b="1">
                <a:solidFill>
                  <a:srgbClr val="166B68"/>
                </a:solidFill>
                <a:latin typeface="Yu Gothic"/>
                <a:ea typeface="Yu Gothic"/>
                <a:cs typeface="Yu Gothic"/>
              </a:defRPr>
            </a:defPPr>
            <a:lvl1pPr algn="ctr">
              <a:defRPr sz="1275" b="1">
                <a:solidFill>
                  <a:srgbClr val="166B68"/>
                </a:solidFill>
                <a:latin typeface="Yu Gothic"/>
                <a:ea typeface="Yu Gothic"/>
                <a:cs typeface="Yu Gothic"/>
              </a:defRPr>
            </a:lvl1pPr>
            <a:lvl2pPr algn="ctr">
              <a:defRPr sz="1275" b="1">
                <a:solidFill>
                  <a:srgbClr val="166B68"/>
                </a:solidFill>
                <a:latin typeface="Yu Gothic"/>
                <a:ea typeface="Yu Gothic"/>
                <a:cs typeface="Yu Gothic"/>
              </a:defRPr>
            </a:lvl2pPr>
            <a:lvl3pPr algn="ctr">
              <a:defRPr sz="1275" b="1">
                <a:solidFill>
                  <a:srgbClr val="166B68"/>
                </a:solidFill>
                <a:latin typeface="Yu Gothic"/>
                <a:ea typeface="Yu Gothic"/>
                <a:cs typeface="Yu Gothic"/>
              </a:defRPr>
            </a:lvl3pPr>
            <a:lvl4pPr algn="ctr">
              <a:defRPr sz="1275" b="1">
                <a:solidFill>
                  <a:srgbClr val="166B68"/>
                </a:solidFill>
                <a:latin typeface="Yu Gothic"/>
                <a:ea typeface="Yu Gothic"/>
                <a:cs typeface="Yu Gothic"/>
              </a:defRPr>
            </a:lvl4pPr>
            <a:lvl5pPr algn="ctr">
              <a:defRPr sz="1275" b="1">
                <a:solidFill>
                  <a:srgbClr val="166B68"/>
                </a:solidFill>
                <a:latin typeface="Yu Gothic"/>
                <a:ea typeface="Yu Gothic"/>
                <a:cs typeface="Yu Gothic"/>
              </a:defRPr>
            </a:lvl5pPr>
            <a:lvl6pPr algn="ctr">
              <a:defRPr sz="1275" b="1">
                <a:solidFill>
                  <a:srgbClr val="166B68"/>
                </a:solidFill>
                <a:latin typeface="Yu Gothic"/>
                <a:ea typeface="Yu Gothic"/>
                <a:cs typeface="Yu Gothic"/>
              </a:defRPr>
            </a:lvl6pPr>
            <a:lvl7pPr algn="ctr">
              <a:defRPr sz="1275" b="1">
                <a:solidFill>
                  <a:srgbClr val="166B68"/>
                </a:solidFill>
                <a:latin typeface="Yu Gothic"/>
                <a:ea typeface="Yu Gothic"/>
                <a:cs typeface="Yu Gothic"/>
              </a:defRPr>
            </a:lvl7pPr>
            <a:lvl8pPr algn="ctr">
              <a:defRPr sz="1275" b="1">
                <a:solidFill>
                  <a:srgbClr val="166B68"/>
                </a:solidFill>
                <a:latin typeface="Yu Gothic"/>
                <a:ea typeface="Yu Gothic"/>
                <a:cs typeface="Yu Gothic"/>
              </a:defRPr>
            </a:lvl8pPr>
            <a:lvl9pPr algn="ctr">
              <a:defRPr sz="1275" b="1">
                <a:solidFill>
                  <a:srgbClr val="166B68"/>
                </a:solidFill>
                <a:latin typeface="Yu Gothic"/>
                <a:ea typeface="Yu Gothic"/>
                <a:cs typeface="Yu Gothic"/>
              </a:defRPr>
            </a:lvl9pPr>
          </a:lstStyle>
          <a:p xmlns:a="http://schemas.openxmlformats.org/drawingml/2006/main">
            <a:pPr algn="ctr">
              <a:defRPr sz="1275" b="1">
                <a:solidFill>
                  <a:srgbClr val="166B68"/>
                </a:solidFill>
                <a:latin typeface="Yu Gothic"/>
                <a:ea typeface="Yu Gothic"/>
                <a:cs typeface="Yu Gothic"/>
              </a:defRPr>
            </a:pPr>
            <a:r>
              <a:rPr sz="1275" b="1">
                <a:solidFill>
                  <a:srgbClr val="166B68"/>
                </a:solidFill>
                <a:latin typeface="Yu Gothic"/>
                <a:ea typeface="Yu Gothic"/>
                <a:cs typeface="Yu Gothic"/>
              </a:rPr>
              <a:t>●</a:t>
            </a:r>
          </a:p>
        </p:txBody>
      </p:sp>
      <p:sp>
        <p:nvSpPr>
          <p:cNvPr id="17" name="">
            <a:extLst xmlns:a="http://schemas.openxmlformats.org/drawingml/2006/main">
              <a:ext uri="{FF2B5EF4-FFF2-40B4-BE49-F238E27FC236}">
                <a16:creationId xmlns:a16="http://schemas.microsoft.com/office/drawing/2014/main" id="{F39788E0-8F87-439D-976E-12021A8B55FA}"/>
              </a:ext>
            </a:extLst>
          </p:cNvPr>
          <p:cNvSpPr>
            <a:spLocks xmlns:a="http://schemas.openxmlformats.org/drawingml/2006/main" noGrp="1"/>
          </p:cNvSpPr>
          <p:nvPr/>
        </p:nvSpPr>
        <p:spPr>
          <a:xfrm xmlns:a="http://schemas.openxmlformats.org/drawingml/2006/main">
            <a:off x="6838950" y="3181350"/>
            <a:ext cx="453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00" b="0">
                <a:solidFill>
                  <a:srgbClr val="182B33"/>
                </a:solidFill>
                <a:latin typeface="Yu Gothic"/>
                <a:ea typeface="Yu Gothic"/>
                <a:cs typeface="Yu Gothic"/>
              </a:defRPr>
            </a:defPPr>
            <a:lvl1pPr algn="l">
              <a:defRPr sz="2100" b="0">
                <a:solidFill>
                  <a:srgbClr val="182B33"/>
                </a:solidFill>
                <a:latin typeface="Yu Gothic"/>
                <a:ea typeface="Yu Gothic"/>
                <a:cs typeface="Yu Gothic"/>
              </a:defRPr>
            </a:lvl1pPr>
            <a:lvl2pPr algn="l">
              <a:defRPr sz="2100" b="0">
                <a:solidFill>
                  <a:srgbClr val="182B33"/>
                </a:solidFill>
                <a:latin typeface="Yu Gothic"/>
                <a:ea typeface="Yu Gothic"/>
                <a:cs typeface="Yu Gothic"/>
              </a:defRPr>
            </a:lvl2pPr>
            <a:lvl3pPr algn="l">
              <a:defRPr sz="2100" b="0">
                <a:solidFill>
                  <a:srgbClr val="182B33"/>
                </a:solidFill>
                <a:latin typeface="Yu Gothic"/>
                <a:ea typeface="Yu Gothic"/>
                <a:cs typeface="Yu Gothic"/>
              </a:defRPr>
            </a:lvl3pPr>
            <a:lvl4pPr algn="l">
              <a:defRPr sz="2100" b="0">
                <a:solidFill>
                  <a:srgbClr val="182B33"/>
                </a:solidFill>
                <a:latin typeface="Yu Gothic"/>
                <a:ea typeface="Yu Gothic"/>
                <a:cs typeface="Yu Gothic"/>
              </a:defRPr>
            </a:lvl4pPr>
            <a:lvl5pPr algn="l">
              <a:defRPr sz="2100" b="0">
                <a:solidFill>
                  <a:srgbClr val="182B33"/>
                </a:solidFill>
                <a:latin typeface="Yu Gothic"/>
                <a:ea typeface="Yu Gothic"/>
                <a:cs typeface="Yu Gothic"/>
              </a:defRPr>
            </a:lvl5pPr>
            <a:lvl6pPr algn="l">
              <a:defRPr sz="2100" b="0">
                <a:solidFill>
                  <a:srgbClr val="182B33"/>
                </a:solidFill>
                <a:latin typeface="Yu Gothic"/>
                <a:ea typeface="Yu Gothic"/>
                <a:cs typeface="Yu Gothic"/>
              </a:defRPr>
            </a:lvl6pPr>
            <a:lvl7pPr algn="l">
              <a:defRPr sz="2100" b="0">
                <a:solidFill>
                  <a:srgbClr val="182B33"/>
                </a:solidFill>
                <a:latin typeface="Yu Gothic"/>
                <a:ea typeface="Yu Gothic"/>
                <a:cs typeface="Yu Gothic"/>
              </a:defRPr>
            </a:lvl7pPr>
            <a:lvl8pPr algn="l">
              <a:defRPr sz="2100" b="0">
                <a:solidFill>
                  <a:srgbClr val="182B33"/>
                </a:solidFill>
                <a:latin typeface="Yu Gothic"/>
                <a:ea typeface="Yu Gothic"/>
                <a:cs typeface="Yu Gothic"/>
              </a:defRPr>
            </a:lvl8pPr>
            <a:lvl9pPr algn="l">
              <a:defRPr sz="2100" b="0">
                <a:solidFill>
                  <a:srgbClr val="182B33"/>
                </a:solidFill>
                <a:latin typeface="Yu Gothic"/>
                <a:ea typeface="Yu Gothic"/>
                <a:cs typeface="Yu Gothic"/>
              </a:defRPr>
            </a:lvl9pPr>
          </a:lstStyle>
          <a:p xmlns:a="http://schemas.openxmlformats.org/drawingml/2006/main">
            <a:pPr algn="l">
              <a:defRPr sz="2100" b="0">
                <a:solidFill>
                  <a:srgbClr val="182B33"/>
                </a:solidFill>
                <a:latin typeface="Yu Gothic"/>
                <a:ea typeface="Yu Gothic"/>
                <a:cs typeface="Yu Gothic"/>
              </a:defRPr>
            </a:pPr>
            <a:r>
              <a:rPr sz="2100" b="0">
                <a:solidFill>
                  <a:srgbClr val="182B33"/>
                </a:solidFill>
                <a:latin typeface="Yu Gothic"/>
                <a:ea typeface="Yu Gothic"/>
                <a:cs typeface="Yu Gothic"/>
              </a:rPr>
              <a:t>+4″−(−2″)＝6″</a:t>
            </a:r>
          </a:p>
        </p:txBody>
      </p:sp>
      <p:sp>
        <p:nvSpPr>
          <p:cNvPr id="18" name="">
            <a:extLst xmlns:a="http://schemas.openxmlformats.org/drawingml/2006/main">
              <a:ext uri="{FF2B5EF4-FFF2-40B4-BE49-F238E27FC236}">
                <a16:creationId xmlns:a16="http://schemas.microsoft.com/office/drawing/2014/main" id="{4D6D2585-AE6E-4E05-81A1-9DDEAA1AB63A}"/>
              </a:ext>
            </a:extLst>
          </p:cNvPr>
          <p:cNvSpPr>
            <a:spLocks xmlns:a="http://schemas.openxmlformats.org/drawingml/2006/main" noGrp="1"/>
          </p:cNvSpPr>
          <p:nvPr/>
        </p:nvSpPr>
        <p:spPr>
          <a:xfrm xmlns:a="http://schemas.openxmlformats.org/drawingml/2006/main">
            <a:off x="781050" y="5143500"/>
            <a:ext cx="228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200" b="1">
                <a:solidFill>
                  <a:srgbClr val="166B68"/>
                </a:solidFill>
                <a:latin typeface="Yu Gothic"/>
                <a:ea typeface="Yu Gothic"/>
                <a:cs typeface="Yu Gothic"/>
              </a:defRPr>
            </a:defPPr>
            <a:lvl1pPr algn="ctr">
              <a:defRPr sz="1200" b="1">
                <a:solidFill>
                  <a:srgbClr val="166B68"/>
                </a:solidFill>
                <a:latin typeface="Yu Gothic"/>
                <a:ea typeface="Yu Gothic"/>
                <a:cs typeface="Yu Gothic"/>
              </a:defRPr>
            </a:lvl1pPr>
            <a:lvl2pPr algn="ctr">
              <a:defRPr sz="1200" b="1">
                <a:solidFill>
                  <a:srgbClr val="166B68"/>
                </a:solidFill>
                <a:latin typeface="Yu Gothic"/>
                <a:ea typeface="Yu Gothic"/>
                <a:cs typeface="Yu Gothic"/>
              </a:defRPr>
            </a:lvl2pPr>
            <a:lvl3pPr algn="ctr">
              <a:defRPr sz="1200" b="1">
                <a:solidFill>
                  <a:srgbClr val="166B68"/>
                </a:solidFill>
                <a:latin typeface="Yu Gothic"/>
                <a:ea typeface="Yu Gothic"/>
                <a:cs typeface="Yu Gothic"/>
              </a:defRPr>
            </a:lvl3pPr>
            <a:lvl4pPr algn="ctr">
              <a:defRPr sz="1200" b="1">
                <a:solidFill>
                  <a:srgbClr val="166B68"/>
                </a:solidFill>
                <a:latin typeface="Yu Gothic"/>
                <a:ea typeface="Yu Gothic"/>
                <a:cs typeface="Yu Gothic"/>
              </a:defRPr>
            </a:lvl4pPr>
            <a:lvl5pPr algn="ctr">
              <a:defRPr sz="1200" b="1">
                <a:solidFill>
                  <a:srgbClr val="166B68"/>
                </a:solidFill>
                <a:latin typeface="Yu Gothic"/>
                <a:ea typeface="Yu Gothic"/>
                <a:cs typeface="Yu Gothic"/>
              </a:defRPr>
            </a:lvl5pPr>
            <a:lvl6pPr algn="ctr">
              <a:defRPr sz="1200" b="1">
                <a:solidFill>
                  <a:srgbClr val="166B68"/>
                </a:solidFill>
                <a:latin typeface="Yu Gothic"/>
                <a:ea typeface="Yu Gothic"/>
                <a:cs typeface="Yu Gothic"/>
              </a:defRPr>
            </a:lvl6pPr>
            <a:lvl7pPr algn="ctr">
              <a:defRPr sz="1200" b="1">
                <a:solidFill>
                  <a:srgbClr val="166B68"/>
                </a:solidFill>
                <a:latin typeface="Yu Gothic"/>
                <a:ea typeface="Yu Gothic"/>
                <a:cs typeface="Yu Gothic"/>
              </a:defRPr>
            </a:lvl7pPr>
            <a:lvl8pPr algn="ctr">
              <a:defRPr sz="1200" b="1">
                <a:solidFill>
                  <a:srgbClr val="166B68"/>
                </a:solidFill>
                <a:latin typeface="Yu Gothic"/>
                <a:ea typeface="Yu Gothic"/>
                <a:cs typeface="Yu Gothic"/>
              </a:defRPr>
            </a:lvl8pPr>
            <a:lvl9pPr algn="ctr">
              <a:defRPr sz="1200" b="1">
                <a:solidFill>
                  <a:srgbClr val="166B68"/>
                </a:solidFill>
                <a:latin typeface="Yu Gothic"/>
                <a:ea typeface="Yu Gothic"/>
                <a:cs typeface="Yu Gothic"/>
              </a:defRPr>
            </a:lvl9pPr>
          </a:lstStyle>
          <a:p xmlns:a="http://schemas.openxmlformats.org/drawingml/2006/main">
            <a:pPr algn="ctr">
              <a:defRPr sz="1200" b="1">
                <a:solidFill>
                  <a:srgbClr val="166B68"/>
                </a:solidFill>
                <a:latin typeface="Yu Gothic"/>
                <a:ea typeface="Yu Gothic"/>
                <a:cs typeface="Yu Gothic"/>
              </a:defRPr>
            </a:pPr>
            <a:r>
              <a:rPr sz="1200" b="1">
                <a:solidFill>
                  <a:srgbClr val="166B68"/>
                </a:solidFill>
                <a:latin typeface="Yu Gothic"/>
                <a:ea typeface="Yu Gothic"/>
                <a:cs typeface="Yu Gothic"/>
              </a:rPr>
              <a:t>●</a:t>
            </a:r>
          </a:p>
        </p:txBody>
      </p:sp>
      <p:sp>
        <p:nvSpPr>
          <p:cNvPr id="19" name="">
            <a:extLst xmlns:a="http://schemas.openxmlformats.org/drawingml/2006/main">
              <a:ext uri="{FF2B5EF4-FFF2-40B4-BE49-F238E27FC236}">
                <a16:creationId xmlns:a16="http://schemas.microsoft.com/office/drawing/2014/main" id="{07C0C072-F139-42B8-B681-944C050411DC}"/>
              </a:ext>
            </a:extLst>
          </p:cNvPr>
          <p:cNvSpPr>
            <a:spLocks xmlns:a="http://schemas.openxmlformats.org/drawingml/2006/main" noGrp="1"/>
          </p:cNvSpPr>
          <p:nvPr/>
        </p:nvSpPr>
        <p:spPr>
          <a:xfrm xmlns:a="http://schemas.openxmlformats.org/drawingml/2006/main">
            <a:off x="1104900" y="5143500"/>
            <a:ext cx="99631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025" b="0">
                <a:solidFill>
                  <a:srgbClr val="182B33"/>
                </a:solidFill>
                <a:latin typeface="Yu Gothic"/>
                <a:ea typeface="Yu Gothic"/>
                <a:cs typeface="Yu Gothic"/>
              </a:defRPr>
            </a:defPPr>
            <a:lvl1pPr algn="l">
              <a:defRPr sz="2025" b="0">
                <a:solidFill>
                  <a:srgbClr val="182B33"/>
                </a:solidFill>
                <a:latin typeface="Yu Gothic"/>
                <a:ea typeface="Yu Gothic"/>
                <a:cs typeface="Yu Gothic"/>
              </a:defRPr>
            </a:lvl1pPr>
            <a:lvl2pPr algn="l">
              <a:defRPr sz="2025" b="0">
                <a:solidFill>
                  <a:srgbClr val="182B33"/>
                </a:solidFill>
                <a:latin typeface="Yu Gothic"/>
                <a:ea typeface="Yu Gothic"/>
                <a:cs typeface="Yu Gothic"/>
              </a:defRPr>
            </a:lvl2pPr>
            <a:lvl3pPr algn="l">
              <a:defRPr sz="2025" b="0">
                <a:solidFill>
                  <a:srgbClr val="182B33"/>
                </a:solidFill>
                <a:latin typeface="Yu Gothic"/>
                <a:ea typeface="Yu Gothic"/>
                <a:cs typeface="Yu Gothic"/>
              </a:defRPr>
            </a:lvl3pPr>
            <a:lvl4pPr algn="l">
              <a:defRPr sz="2025" b="0">
                <a:solidFill>
                  <a:srgbClr val="182B33"/>
                </a:solidFill>
                <a:latin typeface="Yu Gothic"/>
                <a:ea typeface="Yu Gothic"/>
                <a:cs typeface="Yu Gothic"/>
              </a:defRPr>
            </a:lvl4pPr>
            <a:lvl5pPr algn="l">
              <a:defRPr sz="2025" b="0">
                <a:solidFill>
                  <a:srgbClr val="182B33"/>
                </a:solidFill>
                <a:latin typeface="Yu Gothic"/>
                <a:ea typeface="Yu Gothic"/>
                <a:cs typeface="Yu Gothic"/>
              </a:defRPr>
            </a:lvl5pPr>
            <a:lvl6pPr algn="l">
              <a:defRPr sz="2025" b="0">
                <a:solidFill>
                  <a:srgbClr val="182B33"/>
                </a:solidFill>
                <a:latin typeface="Yu Gothic"/>
                <a:ea typeface="Yu Gothic"/>
                <a:cs typeface="Yu Gothic"/>
              </a:defRPr>
            </a:lvl6pPr>
            <a:lvl7pPr algn="l">
              <a:defRPr sz="2025" b="0">
                <a:solidFill>
                  <a:srgbClr val="182B33"/>
                </a:solidFill>
                <a:latin typeface="Yu Gothic"/>
                <a:ea typeface="Yu Gothic"/>
                <a:cs typeface="Yu Gothic"/>
              </a:defRPr>
            </a:lvl7pPr>
            <a:lvl8pPr algn="l">
              <a:defRPr sz="2025" b="0">
                <a:solidFill>
                  <a:srgbClr val="182B33"/>
                </a:solidFill>
                <a:latin typeface="Yu Gothic"/>
                <a:ea typeface="Yu Gothic"/>
                <a:cs typeface="Yu Gothic"/>
              </a:defRPr>
            </a:lvl8pPr>
            <a:lvl9pPr algn="l">
              <a:defRPr sz="2025" b="0">
                <a:solidFill>
                  <a:srgbClr val="182B33"/>
                </a:solidFill>
                <a:latin typeface="Yu Gothic"/>
                <a:ea typeface="Yu Gothic"/>
                <a:cs typeface="Yu Gothic"/>
              </a:defRPr>
            </a:lvl9pPr>
          </a:lstStyle>
          <a:p xmlns:a="http://schemas.openxmlformats.org/drawingml/2006/main">
            <a:pPr algn="l">
              <a:defRPr sz="2025" b="0">
                <a:solidFill>
                  <a:srgbClr val="182B33"/>
                </a:solidFill>
                <a:latin typeface="Yu Gothic"/>
                <a:ea typeface="Yu Gothic"/>
                <a:cs typeface="Yu Gothic"/>
              </a:defRPr>
            </a:pPr>
            <a:r>
              <a:rPr sz="2025" b="0">
                <a:solidFill>
                  <a:srgbClr val="182B33"/>
                </a:solidFill>
                <a:latin typeface="Yu Gothic"/>
                <a:ea typeface="Yu Gothic"/>
                <a:cs typeface="Yu Gothic"/>
              </a:rPr>
              <a:t>同一目標Bを対回間で比較</a:t>
            </a:r>
          </a:p>
        </p:txBody>
      </p:sp>
    </p:spTree>
    <p:extLst>
      <p:ext uri="{BB962C8B-B14F-4D97-AF65-F5344CB8AC3E}">
        <p14:creationId xmlns:p14="http://schemas.microsoft.com/office/powerpoint/2010/main" val="1625558705"/>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695928C9-F7C2-4F2F-BB11-DEB759DFDE89}"/>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049AAEE9-8FCA-4626-AED2-39EA157AB4B5}"/>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方向法</a:t>
            </a:r>
          </a:p>
        </p:txBody>
      </p:sp>
      <p:sp>
        <p:nvSpPr>
          <p:cNvPr id="3" name="">
            <a:extLst xmlns:a="http://schemas.openxmlformats.org/drawingml/2006/main">
              <a:ext uri="{FF2B5EF4-FFF2-40B4-BE49-F238E27FC236}">
                <a16:creationId xmlns:a16="http://schemas.microsoft.com/office/drawing/2014/main" id="{C1716475-AEB4-4C97-ADA3-3B1CA4497775}"/>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超過を見つけたら、原因確認と再測</a:t>
            </a:r>
          </a:p>
        </p:txBody>
      </p:sp>
      <p:sp>
        <p:nvSpPr>
          <p:cNvPr id="4" name="">
            <a:extLst xmlns:a="http://schemas.openxmlformats.org/drawingml/2006/main">
              <a:ext uri="{FF2B5EF4-FFF2-40B4-BE49-F238E27FC236}">
                <a16:creationId xmlns:a16="http://schemas.microsoft.com/office/drawing/2014/main" id="{4CB658FD-62A1-4F33-A1C0-A1B550205C4B}"/>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F40DEABE-995D-4ACF-9E99-361CE530BBD2}"/>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33</a:t>
            </a:r>
          </a:p>
        </p:txBody>
      </p:sp>
      <p:sp>
        <p:nvSpPr>
          <p:cNvPr id="6" name="">
            <a:extLst xmlns:a="http://schemas.openxmlformats.org/drawingml/2006/main">
              <a:ext uri="{FF2B5EF4-FFF2-40B4-BE49-F238E27FC236}">
                <a16:creationId xmlns:a16="http://schemas.microsoft.com/office/drawing/2014/main" id="{711A60D1-4AD6-435D-915F-AB348DC181BB}"/>
              </a:ext>
            </a:extLst>
          </p:cNvPr>
          <p:cNvSpPr>
            <a:spLocks xmlns:a="http://schemas.openxmlformats.org/drawingml/2006/main" noGrp="1"/>
          </p:cNvSpPr>
          <p:nvPr/>
        </p:nvSpPr>
        <p:spPr>
          <a:xfrm xmlns:a="http://schemas.openxmlformats.org/drawingml/2006/main">
            <a:off x="723900" y="1571625"/>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1">
                <a:solidFill>
                  <a:srgbClr val="52616A"/>
                </a:solidFill>
                <a:latin typeface="Yu Gothic"/>
                <a:ea typeface="Yu Gothic"/>
                <a:cs typeface="Yu Gothic"/>
              </a:defRPr>
            </a:defPPr>
            <a:lvl1pPr algn="l">
              <a:defRPr sz="2250" b="1">
                <a:solidFill>
                  <a:srgbClr val="52616A"/>
                </a:solidFill>
                <a:latin typeface="Yu Gothic"/>
                <a:ea typeface="Yu Gothic"/>
                <a:cs typeface="Yu Gothic"/>
              </a:defRPr>
            </a:lvl1pPr>
            <a:lvl2pPr algn="l">
              <a:defRPr sz="2250" b="1">
                <a:solidFill>
                  <a:srgbClr val="52616A"/>
                </a:solidFill>
                <a:latin typeface="Yu Gothic"/>
                <a:ea typeface="Yu Gothic"/>
                <a:cs typeface="Yu Gothic"/>
              </a:defRPr>
            </a:lvl2pPr>
            <a:lvl3pPr algn="l">
              <a:defRPr sz="2250" b="1">
                <a:solidFill>
                  <a:srgbClr val="52616A"/>
                </a:solidFill>
                <a:latin typeface="Yu Gothic"/>
                <a:ea typeface="Yu Gothic"/>
                <a:cs typeface="Yu Gothic"/>
              </a:defRPr>
            </a:lvl3pPr>
            <a:lvl4pPr algn="l">
              <a:defRPr sz="2250" b="1">
                <a:solidFill>
                  <a:srgbClr val="52616A"/>
                </a:solidFill>
                <a:latin typeface="Yu Gothic"/>
                <a:ea typeface="Yu Gothic"/>
                <a:cs typeface="Yu Gothic"/>
              </a:defRPr>
            </a:lvl4pPr>
            <a:lvl5pPr algn="l">
              <a:defRPr sz="2250" b="1">
                <a:solidFill>
                  <a:srgbClr val="52616A"/>
                </a:solidFill>
                <a:latin typeface="Yu Gothic"/>
                <a:ea typeface="Yu Gothic"/>
                <a:cs typeface="Yu Gothic"/>
              </a:defRPr>
            </a:lvl5pPr>
            <a:lvl6pPr algn="l">
              <a:defRPr sz="2250" b="1">
                <a:solidFill>
                  <a:srgbClr val="52616A"/>
                </a:solidFill>
                <a:latin typeface="Yu Gothic"/>
                <a:ea typeface="Yu Gothic"/>
                <a:cs typeface="Yu Gothic"/>
              </a:defRPr>
            </a:lvl6pPr>
            <a:lvl7pPr algn="l">
              <a:defRPr sz="2250" b="1">
                <a:solidFill>
                  <a:srgbClr val="52616A"/>
                </a:solidFill>
                <a:latin typeface="Yu Gothic"/>
                <a:ea typeface="Yu Gothic"/>
                <a:cs typeface="Yu Gothic"/>
              </a:defRPr>
            </a:lvl7pPr>
            <a:lvl8pPr algn="l">
              <a:defRPr sz="2250" b="1">
                <a:solidFill>
                  <a:srgbClr val="52616A"/>
                </a:solidFill>
                <a:latin typeface="Yu Gothic"/>
                <a:ea typeface="Yu Gothic"/>
                <a:cs typeface="Yu Gothic"/>
              </a:defRPr>
            </a:lvl8pPr>
            <a:lvl9pPr algn="l">
              <a:defRPr sz="2250" b="1">
                <a:solidFill>
                  <a:srgbClr val="52616A"/>
                </a:solidFill>
                <a:latin typeface="Yu Gothic"/>
                <a:ea typeface="Yu Gothic"/>
                <a:cs typeface="Yu Gothic"/>
              </a:defRPr>
            </a:lvl9pPr>
          </a:lstStyle>
          <a:p xmlns:a="http://schemas.openxmlformats.org/drawingml/2006/main">
            <a:pPr algn="l">
              <a:defRPr sz="2250" b="1">
                <a:solidFill>
                  <a:srgbClr val="52616A"/>
                </a:solidFill>
                <a:latin typeface="Yu Gothic"/>
                <a:ea typeface="Yu Gothic"/>
                <a:cs typeface="Yu Gothic"/>
              </a:defRPr>
            </a:pPr>
            <a:r>
              <a:rPr sz="2250" b="1">
                <a:solidFill>
                  <a:srgbClr val="52616A"/>
                </a:solidFill>
                <a:latin typeface="Yu Gothic"/>
                <a:ea typeface="Yu Gothic"/>
                <a:cs typeface="Yu Gothic"/>
              </a:rPr>
              <a:t>授業用の仮基準で三つを別々に判定</a:t>
            </a:r>
          </a:p>
        </p:txBody>
      </p:sp>
      <p:graphicFrame>
        <p:nvGraphicFramePr>
          <p:cNvPr id="7" name="">
            <a:extLst xmlns:a="http://schemas.openxmlformats.org/drawingml/2006/main">
              <a:ext uri="{FF2B5EF4-FFF2-40B4-BE49-F238E27FC236}">
                <a16:creationId xmlns:a16="http://schemas.microsoft.com/office/drawing/2014/main" id="{2D123C72-1262-407D-BDD9-DF149C5823E8}"/>
              </a:ext>
            </a:extLst>
          </p:cNvPr>
          <p:cNvGraphicFramePr/>
          <p:nvPr/>
        </p:nvGraphicFramePr>
        <p:xfrm>
          <a:off xmlns:a="http://schemas.openxmlformats.org/drawingml/2006/main" x="723900" y="2381250"/>
          <a:ext xmlns:a="http://schemas.openxmlformats.org/drawingml/2006/main" cx="10744200" cy="2762250"/>
        </p:xfrm>
        <a:graphic xmlns:a="http://schemas.openxmlformats.org/drawingml/2006/main">
          <a:graphicData uri="http://schemas.openxmlformats.org/drawingml/2006/table">
            <a:tbl>
              <a:tblPr/>
              <a:tblGrid>
                <a:gridCol w="3008376"/>
                <a:gridCol w="1933956"/>
                <a:gridCol w="3223260"/>
                <a:gridCol w="2578608"/>
              </a:tblGrid>
              <a:tr h="690563">
                <a:tc>
                  <a:txBody>
                    <a:bodyPr wrap="square" lIns="57150" tIns="57150" rIns="57150" bIns="57150">
                      <a:noAutofit/>
                    </a:bodyPr>
                    <a:lstStyle/>
                    <a:p>
                      <a:pPr algn="ctr"/>
                      <a:r>
                        <a:rPr sz="1950" b="1">
                          <a:solidFill>
                            <a:srgbClr val="FFFFFF"/>
                          </a:solidFill>
                          <a:latin typeface="Yu Gothic"/>
                          <a:ea typeface="Yu Gothic"/>
                          <a:cs typeface="Yu Gothic"/>
                        </a:rPr>
                        <a:t>点検量</a:t>
                      </a:r>
                    </a:p>
                  </a:txBody>
                  <a:tcPr marL="91440" marR="91440" marT="45720" marB="45720" anchor="ctr">
                    <a:solidFill>
                      <a:srgbClr val="166B68"/>
                    </a:solidFill>
                  </a:tcPr>
                </a:tc>
                <a:tc>
                  <a:txBody>
                    <a:bodyPr wrap="square" lIns="57150" tIns="57150" rIns="57150" bIns="57150">
                      <a:noAutofit/>
                    </a:bodyPr>
                    <a:lstStyle/>
                    <a:p>
                      <a:pPr algn="ctr"/>
                      <a:r>
                        <a:rPr sz="1950" b="1">
                          <a:solidFill>
                            <a:srgbClr val="FFFFFF"/>
                          </a:solidFill>
                          <a:latin typeface="Yu Gothic"/>
                          <a:ea typeface="Yu Gothic"/>
                          <a:cs typeface="Yu Gothic"/>
                        </a:rPr>
                        <a:t>値</a:t>
                      </a:r>
                    </a:p>
                  </a:txBody>
                  <a:tcPr marL="91440" marR="91440" marT="45720" marB="45720" anchor="ctr">
                    <a:solidFill>
                      <a:srgbClr val="166B68"/>
                    </a:solidFill>
                  </a:tcPr>
                </a:tc>
                <a:tc>
                  <a:txBody>
                    <a:bodyPr wrap="square" lIns="57150" tIns="57150" rIns="57150" bIns="57150">
                      <a:noAutofit/>
                    </a:bodyPr>
                    <a:lstStyle/>
                    <a:p>
                      <a:pPr algn="ctr"/>
                      <a:r>
                        <a:rPr sz="1950" b="1">
                          <a:solidFill>
                            <a:srgbClr val="FFFFFF"/>
                          </a:solidFill>
                          <a:latin typeface="Yu Gothic"/>
                          <a:ea typeface="Yu Gothic"/>
                          <a:cs typeface="Yu Gothic"/>
                        </a:rPr>
                        <a:t>仮基準</a:t>
                      </a:r>
                    </a:p>
                  </a:txBody>
                  <a:tcPr marL="91440" marR="91440" marT="45720" marB="45720" anchor="ctr">
                    <a:solidFill>
                      <a:srgbClr val="166B68"/>
                    </a:solidFill>
                  </a:tcPr>
                </a:tc>
                <a:tc>
                  <a:txBody>
                    <a:bodyPr wrap="square" lIns="57150" tIns="57150" rIns="57150" bIns="57150">
                      <a:noAutofit/>
                    </a:bodyPr>
                    <a:lstStyle/>
                    <a:p>
                      <a:pPr algn="ctr"/>
                      <a:r>
                        <a:rPr sz="1950" b="1">
                          <a:solidFill>
                            <a:srgbClr val="FFFFFF"/>
                          </a:solidFill>
                          <a:latin typeface="Yu Gothic"/>
                          <a:ea typeface="Yu Gothic"/>
                          <a:cs typeface="Yu Gothic"/>
                        </a:rPr>
                        <a:t>判定</a:t>
                      </a:r>
                    </a:p>
                  </a:txBody>
                  <a:tcPr marL="91440" marR="91440" marT="45720" marB="45720" anchor="ctr">
                    <a:solidFill>
                      <a:srgbClr val="166B68"/>
                    </a:solidFill>
                  </a:tcPr>
                </a:tc>
              </a:tr>
              <a:tr h="690563">
                <a:tc>
                  <a:txBody>
                    <a:bodyPr wrap="square" lIns="57150" tIns="57150" rIns="57150" bIns="57150">
                      <a:noAutofit/>
                    </a:bodyPr>
                    <a:lstStyle/>
                    <a:p>
                      <a:pPr algn="ctr"/>
                      <a:r>
                        <a:rPr sz="1950" b="0">
                          <a:solidFill>
                            <a:srgbClr val="182B33"/>
                          </a:solidFill>
                          <a:latin typeface="Yu Gothic"/>
                          <a:ea typeface="Yu Gothic"/>
                          <a:cs typeface="Yu Gothic"/>
                        </a:rPr>
                        <a:t>倍角差</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6″</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8″以内</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可</a:t>
                      </a:r>
                    </a:p>
                  </a:txBody>
                  <a:tcPr marL="91440" marR="91440" marT="45720" marB="45720" anchor="ctr"/>
                </a:tc>
              </a:tr>
              <a:tr h="690563">
                <a:tc>
                  <a:txBody>
                    <a:bodyPr wrap="square" lIns="57150" tIns="57150" rIns="57150" bIns="57150">
                      <a:noAutofit/>
                    </a:bodyPr>
                    <a:lstStyle/>
                    <a:p>
                      <a:pPr algn="ctr"/>
                      <a:r>
                        <a:rPr sz="1950" b="0">
                          <a:solidFill>
                            <a:srgbClr val="182B33"/>
                          </a:solidFill>
                          <a:latin typeface="Yu Gothic"/>
                          <a:ea typeface="Yu Gothic"/>
                          <a:cs typeface="Yu Gothic"/>
                        </a:rPr>
                        <a:t>観測差</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6″</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5″以内</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超過</a:t>
                      </a:r>
                    </a:p>
                  </a:txBody>
                  <a:tcPr marL="91440" marR="91440" marT="45720" marB="45720" anchor="ctr"/>
                </a:tc>
              </a:tr>
              <a:tr h="690563">
                <a:tc>
                  <a:txBody>
                    <a:bodyPr wrap="square" lIns="57150" tIns="57150" rIns="57150" bIns="57150">
                      <a:noAutofit/>
                    </a:bodyPr>
                    <a:lstStyle/>
                    <a:p>
                      <a:pPr algn="ctr"/>
                      <a:r>
                        <a:rPr sz="1950" b="0">
                          <a:solidFill>
                            <a:srgbClr val="182B33"/>
                          </a:solidFill>
                          <a:latin typeface="Yu Gothic"/>
                          <a:ea typeface="Yu Gothic"/>
                          <a:cs typeface="Yu Gothic"/>
                        </a:rPr>
                        <a:t>帰零差</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最大5″</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6″以内</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可</a:t>
                      </a:r>
                    </a:p>
                  </a:txBody>
                  <a:tcPr marL="91440" marR="91440" marT="45720" marB="45720" anchor="ctr"/>
                </a:tc>
              </a:tr>
            </a:tbl>
          </a:graphicData>
        </a:graphic>
      </p:graphicFrame>
      <p:sp>
        <p:nvSpPr>
          <p:cNvPr id="8" name="">
            <a:extLst xmlns:a="http://schemas.openxmlformats.org/drawingml/2006/main">
              <a:ext uri="{FF2B5EF4-FFF2-40B4-BE49-F238E27FC236}">
                <a16:creationId xmlns:a16="http://schemas.microsoft.com/office/drawing/2014/main" id="{D64A0F13-7226-4A29-A185-4936CDC89C99}"/>
              </a:ext>
            </a:extLst>
          </p:cNvPr>
          <p:cNvSpPr>
            <a:spLocks xmlns:a="http://schemas.openxmlformats.org/drawingml/2006/main" noGrp="1"/>
          </p:cNvSpPr>
          <p:nvPr/>
        </p:nvSpPr>
        <p:spPr>
          <a:xfrm xmlns:a="http://schemas.openxmlformats.org/drawingml/2006/main">
            <a:off x="762000" y="5619750"/>
            <a:ext cx="228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200" b="1">
                <a:solidFill>
                  <a:srgbClr val="166B68"/>
                </a:solidFill>
                <a:latin typeface="Yu Gothic"/>
                <a:ea typeface="Yu Gothic"/>
                <a:cs typeface="Yu Gothic"/>
              </a:defRPr>
            </a:defPPr>
            <a:lvl1pPr algn="ctr">
              <a:defRPr sz="1200" b="1">
                <a:solidFill>
                  <a:srgbClr val="166B68"/>
                </a:solidFill>
                <a:latin typeface="Yu Gothic"/>
                <a:ea typeface="Yu Gothic"/>
                <a:cs typeface="Yu Gothic"/>
              </a:defRPr>
            </a:lvl1pPr>
            <a:lvl2pPr algn="ctr">
              <a:defRPr sz="1200" b="1">
                <a:solidFill>
                  <a:srgbClr val="166B68"/>
                </a:solidFill>
                <a:latin typeface="Yu Gothic"/>
                <a:ea typeface="Yu Gothic"/>
                <a:cs typeface="Yu Gothic"/>
              </a:defRPr>
            </a:lvl2pPr>
            <a:lvl3pPr algn="ctr">
              <a:defRPr sz="1200" b="1">
                <a:solidFill>
                  <a:srgbClr val="166B68"/>
                </a:solidFill>
                <a:latin typeface="Yu Gothic"/>
                <a:ea typeface="Yu Gothic"/>
                <a:cs typeface="Yu Gothic"/>
              </a:defRPr>
            </a:lvl3pPr>
            <a:lvl4pPr algn="ctr">
              <a:defRPr sz="1200" b="1">
                <a:solidFill>
                  <a:srgbClr val="166B68"/>
                </a:solidFill>
                <a:latin typeface="Yu Gothic"/>
                <a:ea typeface="Yu Gothic"/>
                <a:cs typeface="Yu Gothic"/>
              </a:defRPr>
            </a:lvl4pPr>
            <a:lvl5pPr algn="ctr">
              <a:defRPr sz="1200" b="1">
                <a:solidFill>
                  <a:srgbClr val="166B68"/>
                </a:solidFill>
                <a:latin typeface="Yu Gothic"/>
                <a:ea typeface="Yu Gothic"/>
                <a:cs typeface="Yu Gothic"/>
              </a:defRPr>
            </a:lvl5pPr>
            <a:lvl6pPr algn="ctr">
              <a:defRPr sz="1200" b="1">
                <a:solidFill>
                  <a:srgbClr val="166B68"/>
                </a:solidFill>
                <a:latin typeface="Yu Gothic"/>
                <a:ea typeface="Yu Gothic"/>
                <a:cs typeface="Yu Gothic"/>
              </a:defRPr>
            </a:lvl6pPr>
            <a:lvl7pPr algn="ctr">
              <a:defRPr sz="1200" b="1">
                <a:solidFill>
                  <a:srgbClr val="166B68"/>
                </a:solidFill>
                <a:latin typeface="Yu Gothic"/>
                <a:ea typeface="Yu Gothic"/>
                <a:cs typeface="Yu Gothic"/>
              </a:defRPr>
            </a:lvl7pPr>
            <a:lvl8pPr algn="ctr">
              <a:defRPr sz="1200" b="1">
                <a:solidFill>
                  <a:srgbClr val="166B68"/>
                </a:solidFill>
                <a:latin typeface="Yu Gothic"/>
                <a:ea typeface="Yu Gothic"/>
                <a:cs typeface="Yu Gothic"/>
              </a:defRPr>
            </a:lvl8pPr>
            <a:lvl9pPr algn="ctr">
              <a:defRPr sz="1200" b="1">
                <a:solidFill>
                  <a:srgbClr val="166B68"/>
                </a:solidFill>
                <a:latin typeface="Yu Gothic"/>
                <a:ea typeface="Yu Gothic"/>
                <a:cs typeface="Yu Gothic"/>
              </a:defRPr>
            </a:lvl9pPr>
          </a:lstStyle>
          <a:p xmlns:a="http://schemas.openxmlformats.org/drawingml/2006/main">
            <a:pPr algn="ctr">
              <a:defRPr sz="1200" b="1">
                <a:solidFill>
                  <a:srgbClr val="166B68"/>
                </a:solidFill>
                <a:latin typeface="Yu Gothic"/>
                <a:ea typeface="Yu Gothic"/>
                <a:cs typeface="Yu Gothic"/>
              </a:defRPr>
            </a:pPr>
            <a:r>
              <a:rPr sz="1200" b="1">
                <a:solidFill>
                  <a:srgbClr val="166B68"/>
                </a:solidFill>
                <a:latin typeface="Yu Gothic"/>
                <a:ea typeface="Yu Gothic"/>
                <a:cs typeface="Yu Gothic"/>
              </a:rPr>
              <a:t>●</a:t>
            </a:r>
          </a:p>
        </p:txBody>
      </p:sp>
      <p:sp>
        <p:nvSpPr>
          <p:cNvPr id="9" name="">
            <a:extLst xmlns:a="http://schemas.openxmlformats.org/drawingml/2006/main">
              <a:ext uri="{FF2B5EF4-FFF2-40B4-BE49-F238E27FC236}">
                <a16:creationId xmlns:a16="http://schemas.microsoft.com/office/drawing/2014/main" id="{0151EC7E-06F6-45FD-A808-974A211683C5}"/>
              </a:ext>
            </a:extLst>
          </p:cNvPr>
          <p:cNvSpPr>
            <a:spLocks xmlns:a="http://schemas.openxmlformats.org/drawingml/2006/main" noGrp="1"/>
          </p:cNvSpPr>
          <p:nvPr/>
        </p:nvSpPr>
        <p:spPr>
          <a:xfrm xmlns:a="http://schemas.openxmlformats.org/drawingml/2006/main">
            <a:off x="1085850" y="5619750"/>
            <a:ext cx="10058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025" b="0">
                <a:solidFill>
                  <a:srgbClr val="182B33"/>
                </a:solidFill>
                <a:latin typeface="Yu Gothic"/>
                <a:ea typeface="Yu Gothic"/>
                <a:cs typeface="Yu Gothic"/>
              </a:defRPr>
            </a:defPPr>
            <a:lvl1pPr algn="l">
              <a:defRPr sz="2025" b="0">
                <a:solidFill>
                  <a:srgbClr val="182B33"/>
                </a:solidFill>
                <a:latin typeface="Yu Gothic"/>
                <a:ea typeface="Yu Gothic"/>
                <a:cs typeface="Yu Gothic"/>
              </a:defRPr>
            </a:lvl1pPr>
            <a:lvl2pPr algn="l">
              <a:defRPr sz="2025" b="0">
                <a:solidFill>
                  <a:srgbClr val="182B33"/>
                </a:solidFill>
                <a:latin typeface="Yu Gothic"/>
                <a:ea typeface="Yu Gothic"/>
                <a:cs typeface="Yu Gothic"/>
              </a:defRPr>
            </a:lvl2pPr>
            <a:lvl3pPr algn="l">
              <a:defRPr sz="2025" b="0">
                <a:solidFill>
                  <a:srgbClr val="182B33"/>
                </a:solidFill>
                <a:latin typeface="Yu Gothic"/>
                <a:ea typeface="Yu Gothic"/>
                <a:cs typeface="Yu Gothic"/>
              </a:defRPr>
            </a:lvl3pPr>
            <a:lvl4pPr algn="l">
              <a:defRPr sz="2025" b="0">
                <a:solidFill>
                  <a:srgbClr val="182B33"/>
                </a:solidFill>
                <a:latin typeface="Yu Gothic"/>
                <a:ea typeface="Yu Gothic"/>
                <a:cs typeface="Yu Gothic"/>
              </a:defRPr>
            </a:lvl4pPr>
            <a:lvl5pPr algn="l">
              <a:defRPr sz="2025" b="0">
                <a:solidFill>
                  <a:srgbClr val="182B33"/>
                </a:solidFill>
                <a:latin typeface="Yu Gothic"/>
                <a:ea typeface="Yu Gothic"/>
                <a:cs typeface="Yu Gothic"/>
              </a:defRPr>
            </a:lvl5pPr>
            <a:lvl6pPr algn="l">
              <a:defRPr sz="2025" b="0">
                <a:solidFill>
                  <a:srgbClr val="182B33"/>
                </a:solidFill>
                <a:latin typeface="Yu Gothic"/>
                <a:ea typeface="Yu Gothic"/>
                <a:cs typeface="Yu Gothic"/>
              </a:defRPr>
            </a:lvl6pPr>
            <a:lvl7pPr algn="l">
              <a:defRPr sz="2025" b="0">
                <a:solidFill>
                  <a:srgbClr val="182B33"/>
                </a:solidFill>
                <a:latin typeface="Yu Gothic"/>
                <a:ea typeface="Yu Gothic"/>
                <a:cs typeface="Yu Gothic"/>
              </a:defRPr>
            </a:lvl7pPr>
            <a:lvl8pPr algn="l">
              <a:defRPr sz="2025" b="0">
                <a:solidFill>
                  <a:srgbClr val="182B33"/>
                </a:solidFill>
                <a:latin typeface="Yu Gothic"/>
                <a:ea typeface="Yu Gothic"/>
                <a:cs typeface="Yu Gothic"/>
              </a:defRPr>
            </a:lvl8pPr>
            <a:lvl9pPr algn="l">
              <a:defRPr sz="2025" b="0">
                <a:solidFill>
                  <a:srgbClr val="182B33"/>
                </a:solidFill>
                <a:latin typeface="Yu Gothic"/>
                <a:ea typeface="Yu Gothic"/>
                <a:cs typeface="Yu Gothic"/>
              </a:defRPr>
            </a:lvl9pPr>
          </a:lstStyle>
          <a:p xmlns:a="http://schemas.openxmlformats.org/drawingml/2006/main">
            <a:pPr algn="l">
              <a:defRPr sz="2025" b="0">
                <a:solidFill>
                  <a:srgbClr val="182B33"/>
                </a:solidFill>
                <a:latin typeface="Yu Gothic"/>
                <a:ea typeface="Yu Gothic"/>
                <a:cs typeface="Yu Gothic"/>
              </a:defRPr>
            </a:pPr>
            <a:r>
              <a:rPr sz="2025" b="0">
                <a:solidFill>
                  <a:srgbClr val="182B33"/>
                </a:solidFill>
                <a:latin typeface="Yu Gothic"/>
                <a:ea typeface="Yu Gothic"/>
                <a:cs typeface="Yu Gothic"/>
              </a:rPr>
              <a:t>教材用の架空値</a:t>
            </a:r>
          </a:p>
        </p:txBody>
      </p:sp>
      <p:sp>
        <p:nvSpPr>
          <p:cNvPr id="10" name="">
            <a:extLst xmlns:a="http://schemas.openxmlformats.org/drawingml/2006/main">
              <a:ext uri="{FF2B5EF4-FFF2-40B4-BE49-F238E27FC236}">
                <a16:creationId xmlns:a16="http://schemas.microsoft.com/office/drawing/2014/main" id="{9970F56B-F0B2-4C40-B47B-F0E2585C4990}"/>
              </a:ext>
            </a:extLst>
          </p:cNvPr>
          <p:cNvSpPr>
            <a:spLocks xmlns:a="http://schemas.openxmlformats.org/drawingml/2006/main" noGrp="1"/>
          </p:cNvSpPr>
          <p:nvPr/>
        </p:nvSpPr>
        <p:spPr>
          <a:xfrm xmlns:a="http://schemas.openxmlformats.org/drawingml/2006/main">
            <a:off x="762000" y="6038850"/>
            <a:ext cx="228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200" b="1">
                <a:solidFill>
                  <a:srgbClr val="166B68"/>
                </a:solidFill>
                <a:latin typeface="Yu Gothic"/>
                <a:ea typeface="Yu Gothic"/>
                <a:cs typeface="Yu Gothic"/>
              </a:defRPr>
            </a:defPPr>
            <a:lvl1pPr algn="ctr">
              <a:defRPr sz="1200" b="1">
                <a:solidFill>
                  <a:srgbClr val="166B68"/>
                </a:solidFill>
                <a:latin typeface="Yu Gothic"/>
                <a:ea typeface="Yu Gothic"/>
                <a:cs typeface="Yu Gothic"/>
              </a:defRPr>
            </a:lvl1pPr>
            <a:lvl2pPr algn="ctr">
              <a:defRPr sz="1200" b="1">
                <a:solidFill>
                  <a:srgbClr val="166B68"/>
                </a:solidFill>
                <a:latin typeface="Yu Gothic"/>
                <a:ea typeface="Yu Gothic"/>
                <a:cs typeface="Yu Gothic"/>
              </a:defRPr>
            </a:lvl2pPr>
            <a:lvl3pPr algn="ctr">
              <a:defRPr sz="1200" b="1">
                <a:solidFill>
                  <a:srgbClr val="166B68"/>
                </a:solidFill>
                <a:latin typeface="Yu Gothic"/>
                <a:ea typeface="Yu Gothic"/>
                <a:cs typeface="Yu Gothic"/>
              </a:defRPr>
            </a:lvl3pPr>
            <a:lvl4pPr algn="ctr">
              <a:defRPr sz="1200" b="1">
                <a:solidFill>
                  <a:srgbClr val="166B68"/>
                </a:solidFill>
                <a:latin typeface="Yu Gothic"/>
                <a:ea typeface="Yu Gothic"/>
                <a:cs typeface="Yu Gothic"/>
              </a:defRPr>
            </a:lvl4pPr>
            <a:lvl5pPr algn="ctr">
              <a:defRPr sz="1200" b="1">
                <a:solidFill>
                  <a:srgbClr val="166B68"/>
                </a:solidFill>
                <a:latin typeface="Yu Gothic"/>
                <a:ea typeface="Yu Gothic"/>
                <a:cs typeface="Yu Gothic"/>
              </a:defRPr>
            </a:lvl5pPr>
            <a:lvl6pPr algn="ctr">
              <a:defRPr sz="1200" b="1">
                <a:solidFill>
                  <a:srgbClr val="166B68"/>
                </a:solidFill>
                <a:latin typeface="Yu Gothic"/>
                <a:ea typeface="Yu Gothic"/>
                <a:cs typeface="Yu Gothic"/>
              </a:defRPr>
            </a:lvl6pPr>
            <a:lvl7pPr algn="ctr">
              <a:defRPr sz="1200" b="1">
                <a:solidFill>
                  <a:srgbClr val="166B68"/>
                </a:solidFill>
                <a:latin typeface="Yu Gothic"/>
                <a:ea typeface="Yu Gothic"/>
                <a:cs typeface="Yu Gothic"/>
              </a:defRPr>
            </a:lvl7pPr>
            <a:lvl8pPr algn="ctr">
              <a:defRPr sz="1200" b="1">
                <a:solidFill>
                  <a:srgbClr val="166B68"/>
                </a:solidFill>
                <a:latin typeface="Yu Gothic"/>
                <a:ea typeface="Yu Gothic"/>
                <a:cs typeface="Yu Gothic"/>
              </a:defRPr>
            </a:lvl8pPr>
            <a:lvl9pPr algn="ctr">
              <a:defRPr sz="1200" b="1">
                <a:solidFill>
                  <a:srgbClr val="166B68"/>
                </a:solidFill>
                <a:latin typeface="Yu Gothic"/>
                <a:ea typeface="Yu Gothic"/>
                <a:cs typeface="Yu Gothic"/>
              </a:defRPr>
            </a:lvl9pPr>
          </a:lstStyle>
          <a:p xmlns:a="http://schemas.openxmlformats.org/drawingml/2006/main">
            <a:pPr algn="ctr">
              <a:defRPr sz="1200" b="1">
                <a:solidFill>
                  <a:srgbClr val="166B68"/>
                </a:solidFill>
                <a:latin typeface="Yu Gothic"/>
                <a:ea typeface="Yu Gothic"/>
                <a:cs typeface="Yu Gothic"/>
              </a:defRPr>
            </a:pPr>
            <a:r>
              <a:rPr sz="1200" b="1">
                <a:solidFill>
                  <a:srgbClr val="166B68"/>
                </a:solidFill>
                <a:latin typeface="Yu Gothic"/>
                <a:ea typeface="Yu Gothic"/>
                <a:cs typeface="Yu Gothic"/>
              </a:rPr>
              <a:t>●</a:t>
            </a:r>
          </a:p>
        </p:txBody>
      </p:sp>
      <p:sp>
        <p:nvSpPr>
          <p:cNvPr id="11" name="">
            <a:extLst xmlns:a="http://schemas.openxmlformats.org/drawingml/2006/main">
              <a:ext uri="{FF2B5EF4-FFF2-40B4-BE49-F238E27FC236}">
                <a16:creationId xmlns:a16="http://schemas.microsoft.com/office/drawing/2014/main" id="{F578405A-C72D-4AFB-9C1E-4F0AC9BA1023}"/>
              </a:ext>
            </a:extLst>
          </p:cNvPr>
          <p:cNvSpPr>
            <a:spLocks xmlns:a="http://schemas.openxmlformats.org/drawingml/2006/main" noGrp="1"/>
          </p:cNvSpPr>
          <p:nvPr/>
        </p:nvSpPr>
        <p:spPr>
          <a:xfrm xmlns:a="http://schemas.openxmlformats.org/drawingml/2006/main">
            <a:off x="1085850" y="6038850"/>
            <a:ext cx="10058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025" b="0">
                <a:solidFill>
                  <a:srgbClr val="182B33"/>
                </a:solidFill>
                <a:latin typeface="Yu Gothic"/>
                <a:ea typeface="Yu Gothic"/>
                <a:cs typeface="Yu Gothic"/>
              </a:defRPr>
            </a:defPPr>
            <a:lvl1pPr algn="l">
              <a:defRPr sz="2025" b="0">
                <a:solidFill>
                  <a:srgbClr val="182B33"/>
                </a:solidFill>
                <a:latin typeface="Yu Gothic"/>
                <a:ea typeface="Yu Gothic"/>
                <a:cs typeface="Yu Gothic"/>
              </a:defRPr>
            </a:lvl1pPr>
            <a:lvl2pPr algn="l">
              <a:defRPr sz="2025" b="0">
                <a:solidFill>
                  <a:srgbClr val="182B33"/>
                </a:solidFill>
                <a:latin typeface="Yu Gothic"/>
                <a:ea typeface="Yu Gothic"/>
                <a:cs typeface="Yu Gothic"/>
              </a:defRPr>
            </a:lvl2pPr>
            <a:lvl3pPr algn="l">
              <a:defRPr sz="2025" b="0">
                <a:solidFill>
                  <a:srgbClr val="182B33"/>
                </a:solidFill>
                <a:latin typeface="Yu Gothic"/>
                <a:ea typeface="Yu Gothic"/>
                <a:cs typeface="Yu Gothic"/>
              </a:defRPr>
            </a:lvl3pPr>
            <a:lvl4pPr algn="l">
              <a:defRPr sz="2025" b="0">
                <a:solidFill>
                  <a:srgbClr val="182B33"/>
                </a:solidFill>
                <a:latin typeface="Yu Gothic"/>
                <a:ea typeface="Yu Gothic"/>
                <a:cs typeface="Yu Gothic"/>
              </a:defRPr>
            </a:lvl4pPr>
            <a:lvl5pPr algn="l">
              <a:defRPr sz="2025" b="0">
                <a:solidFill>
                  <a:srgbClr val="182B33"/>
                </a:solidFill>
                <a:latin typeface="Yu Gothic"/>
                <a:ea typeface="Yu Gothic"/>
                <a:cs typeface="Yu Gothic"/>
              </a:defRPr>
            </a:lvl5pPr>
            <a:lvl6pPr algn="l">
              <a:defRPr sz="2025" b="0">
                <a:solidFill>
                  <a:srgbClr val="182B33"/>
                </a:solidFill>
                <a:latin typeface="Yu Gothic"/>
                <a:ea typeface="Yu Gothic"/>
                <a:cs typeface="Yu Gothic"/>
              </a:defRPr>
            </a:lvl6pPr>
            <a:lvl7pPr algn="l">
              <a:defRPr sz="2025" b="0">
                <a:solidFill>
                  <a:srgbClr val="182B33"/>
                </a:solidFill>
                <a:latin typeface="Yu Gothic"/>
                <a:ea typeface="Yu Gothic"/>
                <a:cs typeface="Yu Gothic"/>
              </a:defRPr>
            </a:lvl7pPr>
            <a:lvl8pPr algn="l">
              <a:defRPr sz="2025" b="0">
                <a:solidFill>
                  <a:srgbClr val="182B33"/>
                </a:solidFill>
                <a:latin typeface="Yu Gothic"/>
                <a:ea typeface="Yu Gothic"/>
                <a:cs typeface="Yu Gothic"/>
              </a:defRPr>
            </a:lvl8pPr>
            <a:lvl9pPr algn="l">
              <a:defRPr sz="2025" b="0">
                <a:solidFill>
                  <a:srgbClr val="182B33"/>
                </a:solidFill>
                <a:latin typeface="Yu Gothic"/>
                <a:ea typeface="Yu Gothic"/>
                <a:cs typeface="Yu Gothic"/>
              </a:defRPr>
            </a:lvl9pPr>
          </a:lstStyle>
          <a:p xmlns:a="http://schemas.openxmlformats.org/drawingml/2006/main">
            <a:pPr algn="l">
              <a:defRPr sz="2025" b="0">
                <a:solidFill>
                  <a:srgbClr val="182B33"/>
                </a:solidFill>
                <a:latin typeface="Yu Gothic"/>
                <a:ea typeface="Yu Gothic"/>
                <a:cs typeface="Yu Gothic"/>
              </a:defRPr>
            </a:pPr>
            <a:r>
              <a:rPr sz="2025" b="0">
                <a:solidFill>
                  <a:srgbClr val="182B33"/>
                </a:solidFill>
                <a:latin typeface="Yu Gothic"/>
                <a:ea typeface="Yu Gothic"/>
                <a:cs typeface="Yu Gothic"/>
              </a:rPr>
              <a:t>公共測量の規程値ではない</a:t>
            </a:r>
          </a:p>
        </p:txBody>
      </p:sp>
    </p:spTree>
    <p:extLst>
      <p:ext uri="{BB962C8B-B14F-4D97-AF65-F5344CB8AC3E}">
        <p14:creationId xmlns:p14="http://schemas.microsoft.com/office/powerpoint/2010/main" val="878774479"/>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343C5DEE-0428-48BD-B94F-01AF801E82BD}"/>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4CDB529D-0E85-4ACE-B5C9-F1141723A50D}"/>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方向法</a:t>
            </a:r>
          </a:p>
        </p:txBody>
      </p:sp>
      <p:sp>
        <p:nvSpPr>
          <p:cNvPr id="3" name="">
            <a:extLst xmlns:a="http://schemas.openxmlformats.org/drawingml/2006/main">
              <a:ext uri="{FF2B5EF4-FFF2-40B4-BE49-F238E27FC236}">
                <a16:creationId xmlns:a16="http://schemas.microsoft.com/office/drawing/2014/main" id="{30028052-BCBF-4BEC-8B38-C724EC277512}"/>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方向法と倍角法は、観測の仕方が違う</a:t>
            </a:r>
          </a:p>
        </p:txBody>
      </p:sp>
      <p:sp>
        <p:nvSpPr>
          <p:cNvPr id="4" name="">
            <a:extLst xmlns:a="http://schemas.openxmlformats.org/drawingml/2006/main">
              <a:ext uri="{FF2B5EF4-FFF2-40B4-BE49-F238E27FC236}">
                <a16:creationId xmlns:a16="http://schemas.microsoft.com/office/drawing/2014/main" id="{7FC0DCE0-5922-4121-91BF-14948B7C1877}"/>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7F3843CD-00B3-4F35-9CC8-ED340946B65A}"/>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34</a:t>
            </a:r>
          </a:p>
        </p:txBody>
      </p:sp>
      <p:sp>
        <p:nvSpPr>
          <p:cNvPr id="6" name="">
            <a:extLst xmlns:a="http://schemas.openxmlformats.org/drawingml/2006/main">
              <a:ext uri="{FF2B5EF4-FFF2-40B4-BE49-F238E27FC236}">
                <a16:creationId xmlns:a16="http://schemas.microsoft.com/office/drawing/2014/main" id="{80C29179-EFA4-4085-825E-344F3451B502}"/>
              </a:ext>
            </a:extLst>
          </p:cNvPr>
          <p:cNvSpPr>
            <a:spLocks xmlns:a="http://schemas.openxmlformats.org/drawingml/2006/main" noGrp="1"/>
          </p:cNvSpPr>
          <p:nvPr/>
        </p:nvSpPr>
        <p:spPr>
          <a:xfrm xmlns:a="http://schemas.openxmlformats.org/drawingml/2006/main">
            <a:off x="723900" y="1504950"/>
            <a:ext cx="10668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75" b="1">
                <a:solidFill>
                  <a:srgbClr val="52616A"/>
                </a:solidFill>
                <a:latin typeface="Yu Gothic"/>
                <a:ea typeface="Yu Gothic"/>
                <a:cs typeface="Yu Gothic"/>
              </a:defRPr>
            </a:defPPr>
            <a:lvl1pPr algn="l">
              <a:defRPr sz="2175" b="1">
                <a:solidFill>
                  <a:srgbClr val="52616A"/>
                </a:solidFill>
                <a:latin typeface="Yu Gothic"/>
                <a:ea typeface="Yu Gothic"/>
                <a:cs typeface="Yu Gothic"/>
              </a:defRPr>
            </a:lvl1pPr>
            <a:lvl2pPr algn="l">
              <a:defRPr sz="2175" b="1">
                <a:solidFill>
                  <a:srgbClr val="52616A"/>
                </a:solidFill>
                <a:latin typeface="Yu Gothic"/>
                <a:ea typeface="Yu Gothic"/>
                <a:cs typeface="Yu Gothic"/>
              </a:defRPr>
            </a:lvl2pPr>
            <a:lvl3pPr algn="l">
              <a:defRPr sz="2175" b="1">
                <a:solidFill>
                  <a:srgbClr val="52616A"/>
                </a:solidFill>
                <a:latin typeface="Yu Gothic"/>
                <a:ea typeface="Yu Gothic"/>
                <a:cs typeface="Yu Gothic"/>
              </a:defRPr>
            </a:lvl3pPr>
            <a:lvl4pPr algn="l">
              <a:defRPr sz="2175" b="1">
                <a:solidFill>
                  <a:srgbClr val="52616A"/>
                </a:solidFill>
                <a:latin typeface="Yu Gothic"/>
                <a:ea typeface="Yu Gothic"/>
                <a:cs typeface="Yu Gothic"/>
              </a:defRPr>
            </a:lvl4pPr>
            <a:lvl5pPr algn="l">
              <a:defRPr sz="2175" b="1">
                <a:solidFill>
                  <a:srgbClr val="52616A"/>
                </a:solidFill>
                <a:latin typeface="Yu Gothic"/>
                <a:ea typeface="Yu Gothic"/>
                <a:cs typeface="Yu Gothic"/>
              </a:defRPr>
            </a:lvl5pPr>
            <a:lvl6pPr algn="l">
              <a:defRPr sz="2175" b="1">
                <a:solidFill>
                  <a:srgbClr val="52616A"/>
                </a:solidFill>
                <a:latin typeface="Yu Gothic"/>
                <a:ea typeface="Yu Gothic"/>
                <a:cs typeface="Yu Gothic"/>
              </a:defRPr>
            </a:lvl6pPr>
            <a:lvl7pPr algn="l">
              <a:defRPr sz="2175" b="1">
                <a:solidFill>
                  <a:srgbClr val="52616A"/>
                </a:solidFill>
                <a:latin typeface="Yu Gothic"/>
                <a:ea typeface="Yu Gothic"/>
                <a:cs typeface="Yu Gothic"/>
              </a:defRPr>
            </a:lvl7pPr>
            <a:lvl8pPr algn="l">
              <a:defRPr sz="2175" b="1">
                <a:solidFill>
                  <a:srgbClr val="52616A"/>
                </a:solidFill>
                <a:latin typeface="Yu Gothic"/>
                <a:ea typeface="Yu Gothic"/>
                <a:cs typeface="Yu Gothic"/>
              </a:defRPr>
            </a:lvl8pPr>
            <a:lvl9pPr algn="l">
              <a:defRPr sz="2175" b="1">
                <a:solidFill>
                  <a:srgbClr val="52616A"/>
                </a:solidFill>
                <a:latin typeface="Yu Gothic"/>
                <a:ea typeface="Yu Gothic"/>
                <a:cs typeface="Yu Gothic"/>
              </a:defRPr>
            </a:lvl9pPr>
          </a:lstStyle>
          <a:p xmlns:a="http://schemas.openxmlformats.org/drawingml/2006/main">
            <a:pPr algn="l">
              <a:defRPr sz="2175" b="1">
                <a:solidFill>
                  <a:srgbClr val="52616A"/>
                </a:solidFill>
                <a:latin typeface="Yu Gothic"/>
                <a:ea typeface="Yu Gothic"/>
                <a:cs typeface="Yu Gothic"/>
              </a:defRPr>
            </a:pPr>
            <a:r>
              <a:rPr sz="2175" b="1">
                <a:solidFill>
                  <a:srgbClr val="52616A"/>
                </a:solidFill>
                <a:latin typeface="Yu Gothic"/>
                <a:ea typeface="Yu Gothic"/>
                <a:cs typeface="Yu Gothic"/>
              </a:rPr>
              <a:t>複数の方向を読む方法と、一つの角を積み重ねる方法</a:t>
            </a:r>
          </a:p>
        </p:txBody>
      </p:sp>
      <p:sp>
        <p:nvSpPr>
          <p:cNvPr id="7" name="">
            <a:extLst xmlns:a="http://schemas.openxmlformats.org/drawingml/2006/main">
              <a:ext uri="{FF2B5EF4-FFF2-40B4-BE49-F238E27FC236}">
                <a16:creationId xmlns:a16="http://schemas.microsoft.com/office/drawing/2014/main" id="{91E2181F-19BB-42A8-B53F-634FB6DEB198}"/>
              </a:ext>
            </a:extLst>
          </p:cNvPr>
          <p:cNvSpPr>
            <a:spLocks xmlns:a="http://schemas.openxmlformats.org/drawingml/2006/main" noGrp="1"/>
          </p:cNvSpPr>
          <p:nvPr/>
        </p:nvSpPr>
        <p:spPr>
          <a:xfrm xmlns:a="http://schemas.openxmlformats.org/drawingml/2006/main">
            <a:off x="6076950" y="2095500"/>
            <a:ext cx="0" cy="314325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8" name="">
            <a:extLst xmlns:a="http://schemas.openxmlformats.org/drawingml/2006/main">
              <a:ext uri="{FF2B5EF4-FFF2-40B4-BE49-F238E27FC236}">
                <a16:creationId xmlns:a16="http://schemas.microsoft.com/office/drawing/2014/main" id="{A0B9CFB9-BAB3-4376-BF71-5314525404A3}"/>
              </a:ext>
            </a:extLst>
          </p:cNvPr>
          <p:cNvSpPr>
            <a:spLocks xmlns:a="http://schemas.openxmlformats.org/drawingml/2006/main" noGrp="1"/>
          </p:cNvSpPr>
          <p:nvPr/>
        </p:nvSpPr>
        <p:spPr>
          <a:xfrm xmlns:a="http://schemas.openxmlformats.org/drawingml/2006/main">
            <a:off x="742950" y="2095500"/>
            <a:ext cx="4953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550" b="1">
                <a:solidFill>
                  <a:srgbClr val="166B68"/>
                </a:solidFill>
                <a:latin typeface="Yu Gothic"/>
                <a:ea typeface="Yu Gothic"/>
                <a:cs typeface="Yu Gothic"/>
              </a:defRPr>
            </a:defPPr>
            <a:lvl1pPr algn="l">
              <a:defRPr sz="2550" b="1">
                <a:solidFill>
                  <a:srgbClr val="166B68"/>
                </a:solidFill>
                <a:latin typeface="Yu Gothic"/>
                <a:ea typeface="Yu Gothic"/>
                <a:cs typeface="Yu Gothic"/>
              </a:defRPr>
            </a:lvl1pPr>
            <a:lvl2pPr algn="l">
              <a:defRPr sz="2550" b="1">
                <a:solidFill>
                  <a:srgbClr val="166B68"/>
                </a:solidFill>
                <a:latin typeface="Yu Gothic"/>
                <a:ea typeface="Yu Gothic"/>
                <a:cs typeface="Yu Gothic"/>
              </a:defRPr>
            </a:lvl2pPr>
            <a:lvl3pPr algn="l">
              <a:defRPr sz="2550" b="1">
                <a:solidFill>
                  <a:srgbClr val="166B68"/>
                </a:solidFill>
                <a:latin typeface="Yu Gothic"/>
                <a:ea typeface="Yu Gothic"/>
                <a:cs typeface="Yu Gothic"/>
              </a:defRPr>
            </a:lvl3pPr>
            <a:lvl4pPr algn="l">
              <a:defRPr sz="2550" b="1">
                <a:solidFill>
                  <a:srgbClr val="166B68"/>
                </a:solidFill>
                <a:latin typeface="Yu Gothic"/>
                <a:ea typeface="Yu Gothic"/>
                <a:cs typeface="Yu Gothic"/>
              </a:defRPr>
            </a:lvl4pPr>
            <a:lvl5pPr algn="l">
              <a:defRPr sz="2550" b="1">
                <a:solidFill>
                  <a:srgbClr val="166B68"/>
                </a:solidFill>
                <a:latin typeface="Yu Gothic"/>
                <a:ea typeface="Yu Gothic"/>
                <a:cs typeface="Yu Gothic"/>
              </a:defRPr>
            </a:lvl5pPr>
            <a:lvl6pPr algn="l">
              <a:defRPr sz="2550" b="1">
                <a:solidFill>
                  <a:srgbClr val="166B68"/>
                </a:solidFill>
                <a:latin typeface="Yu Gothic"/>
                <a:ea typeface="Yu Gothic"/>
                <a:cs typeface="Yu Gothic"/>
              </a:defRPr>
            </a:lvl6pPr>
            <a:lvl7pPr algn="l">
              <a:defRPr sz="2550" b="1">
                <a:solidFill>
                  <a:srgbClr val="166B68"/>
                </a:solidFill>
                <a:latin typeface="Yu Gothic"/>
                <a:ea typeface="Yu Gothic"/>
                <a:cs typeface="Yu Gothic"/>
              </a:defRPr>
            </a:lvl7pPr>
            <a:lvl8pPr algn="l">
              <a:defRPr sz="2550" b="1">
                <a:solidFill>
                  <a:srgbClr val="166B68"/>
                </a:solidFill>
                <a:latin typeface="Yu Gothic"/>
                <a:ea typeface="Yu Gothic"/>
                <a:cs typeface="Yu Gothic"/>
              </a:defRPr>
            </a:lvl8pPr>
            <a:lvl9pPr algn="l">
              <a:defRPr sz="2550" b="1">
                <a:solidFill>
                  <a:srgbClr val="166B68"/>
                </a:solidFill>
                <a:latin typeface="Yu Gothic"/>
                <a:ea typeface="Yu Gothic"/>
                <a:cs typeface="Yu Gothic"/>
              </a:defRPr>
            </a:lvl9pPr>
          </a:lstStyle>
          <a:p xmlns:a="http://schemas.openxmlformats.org/drawingml/2006/main">
            <a:pPr algn="l">
              <a:defRPr sz="2550" b="1">
                <a:solidFill>
                  <a:srgbClr val="166B68"/>
                </a:solidFill>
                <a:latin typeface="Yu Gothic"/>
                <a:ea typeface="Yu Gothic"/>
                <a:cs typeface="Yu Gothic"/>
              </a:defRPr>
            </a:pPr>
            <a:r>
              <a:rPr sz="2550" b="1">
                <a:solidFill>
                  <a:srgbClr val="166B68"/>
                </a:solidFill>
                <a:latin typeface="Yu Gothic"/>
                <a:ea typeface="Yu Gothic"/>
                <a:cs typeface="Yu Gothic"/>
              </a:rPr>
              <a:t>方向法</a:t>
            </a:r>
          </a:p>
        </p:txBody>
      </p:sp>
      <p:sp>
        <p:nvSpPr>
          <p:cNvPr id="9" name="">
            <a:extLst xmlns:a="http://schemas.openxmlformats.org/drawingml/2006/main">
              <a:ext uri="{FF2B5EF4-FFF2-40B4-BE49-F238E27FC236}">
                <a16:creationId xmlns:a16="http://schemas.microsoft.com/office/drawing/2014/main" id="{88809F67-05AF-4A11-911E-68D510114141}"/>
              </a:ext>
            </a:extLst>
          </p:cNvPr>
          <p:cNvSpPr>
            <a:spLocks xmlns:a="http://schemas.openxmlformats.org/drawingml/2006/main" noGrp="1"/>
          </p:cNvSpPr>
          <p:nvPr/>
        </p:nvSpPr>
        <p:spPr>
          <a:xfrm xmlns:a="http://schemas.openxmlformats.org/drawingml/2006/main">
            <a:off x="6477000" y="2095500"/>
            <a:ext cx="4953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550" b="1">
                <a:solidFill>
                  <a:srgbClr val="A94737"/>
                </a:solidFill>
                <a:latin typeface="Yu Gothic"/>
                <a:ea typeface="Yu Gothic"/>
                <a:cs typeface="Yu Gothic"/>
              </a:defRPr>
            </a:defPPr>
            <a:lvl1pPr algn="l">
              <a:defRPr sz="2550" b="1">
                <a:solidFill>
                  <a:srgbClr val="A94737"/>
                </a:solidFill>
                <a:latin typeface="Yu Gothic"/>
                <a:ea typeface="Yu Gothic"/>
                <a:cs typeface="Yu Gothic"/>
              </a:defRPr>
            </a:lvl1pPr>
            <a:lvl2pPr algn="l">
              <a:defRPr sz="2550" b="1">
                <a:solidFill>
                  <a:srgbClr val="A94737"/>
                </a:solidFill>
                <a:latin typeface="Yu Gothic"/>
                <a:ea typeface="Yu Gothic"/>
                <a:cs typeface="Yu Gothic"/>
              </a:defRPr>
            </a:lvl2pPr>
            <a:lvl3pPr algn="l">
              <a:defRPr sz="2550" b="1">
                <a:solidFill>
                  <a:srgbClr val="A94737"/>
                </a:solidFill>
                <a:latin typeface="Yu Gothic"/>
                <a:ea typeface="Yu Gothic"/>
                <a:cs typeface="Yu Gothic"/>
              </a:defRPr>
            </a:lvl3pPr>
            <a:lvl4pPr algn="l">
              <a:defRPr sz="2550" b="1">
                <a:solidFill>
                  <a:srgbClr val="A94737"/>
                </a:solidFill>
                <a:latin typeface="Yu Gothic"/>
                <a:ea typeface="Yu Gothic"/>
                <a:cs typeface="Yu Gothic"/>
              </a:defRPr>
            </a:lvl4pPr>
            <a:lvl5pPr algn="l">
              <a:defRPr sz="2550" b="1">
                <a:solidFill>
                  <a:srgbClr val="A94737"/>
                </a:solidFill>
                <a:latin typeface="Yu Gothic"/>
                <a:ea typeface="Yu Gothic"/>
                <a:cs typeface="Yu Gothic"/>
              </a:defRPr>
            </a:lvl5pPr>
            <a:lvl6pPr algn="l">
              <a:defRPr sz="2550" b="1">
                <a:solidFill>
                  <a:srgbClr val="A94737"/>
                </a:solidFill>
                <a:latin typeface="Yu Gothic"/>
                <a:ea typeface="Yu Gothic"/>
                <a:cs typeface="Yu Gothic"/>
              </a:defRPr>
            </a:lvl6pPr>
            <a:lvl7pPr algn="l">
              <a:defRPr sz="2550" b="1">
                <a:solidFill>
                  <a:srgbClr val="A94737"/>
                </a:solidFill>
                <a:latin typeface="Yu Gothic"/>
                <a:ea typeface="Yu Gothic"/>
                <a:cs typeface="Yu Gothic"/>
              </a:defRPr>
            </a:lvl7pPr>
            <a:lvl8pPr algn="l">
              <a:defRPr sz="2550" b="1">
                <a:solidFill>
                  <a:srgbClr val="A94737"/>
                </a:solidFill>
                <a:latin typeface="Yu Gothic"/>
                <a:ea typeface="Yu Gothic"/>
                <a:cs typeface="Yu Gothic"/>
              </a:defRPr>
            </a:lvl8pPr>
            <a:lvl9pPr algn="l">
              <a:defRPr sz="2550" b="1">
                <a:solidFill>
                  <a:srgbClr val="A94737"/>
                </a:solidFill>
                <a:latin typeface="Yu Gothic"/>
                <a:ea typeface="Yu Gothic"/>
                <a:cs typeface="Yu Gothic"/>
              </a:defRPr>
            </a:lvl9pPr>
          </a:lstStyle>
          <a:p xmlns:a="http://schemas.openxmlformats.org/drawingml/2006/main">
            <a:pPr algn="l">
              <a:defRPr sz="2550" b="1">
                <a:solidFill>
                  <a:srgbClr val="A94737"/>
                </a:solidFill>
                <a:latin typeface="Yu Gothic"/>
                <a:ea typeface="Yu Gothic"/>
                <a:cs typeface="Yu Gothic"/>
              </a:defRPr>
            </a:pPr>
            <a:r>
              <a:rPr sz="2550" b="1">
                <a:solidFill>
                  <a:srgbClr val="A94737"/>
                </a:solidFill>
                <a:latin typeface="Yu Gothic"/>
                <a:ea typeface="Yu Gothic"/>
                <a:cs typeface="Yu Gothic"/>
              </a:rPr>
              <a:t>倍角法</a:t>
            </a:r>
          </a:p>
        </p:txBody>
      </p:sp>
      <p:sp>
        <p:nvSpPr>
          <p:cNvPr id="10" name="">
            <a:extLst xmlns:a="http://schemas.openxmlformats.org/drawingml/2006/main">
              <a:ext uri="{FF2B5EF4-FFF2-40B4-BE49-F238E27FC236}">
                <a16:creationId xmlns:a16="http://schemas.microsoft.com/office/drawing/2014/main" id="{8831F1D0-CC55-4A98-A481-0664AD135205}"/>
              </a:ext>
            </a:extLst>
          </p:cNvPr>
          <p:cNvSpPr>
            <a:spLocks xmlns:a="http://schemas.openxmlformats.org/drawingml/2006/main" noGrp="1"/>
          </p:cNvSpPr>
          <p:nvPr/>
        </p:nvSpPr>
        <p:spPr>
          <a:xfrm xmlns:a="http://schemas.openxmlformats.org/drawingml/2006/main">
            <a:off x="781050" y="2686050"/>
            <a:ext cx="228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275" b="1">
                <a:solidFill>
                  <a:srgbClr val="166B68"/>
                </a:solidFill>
                <a:latin typeface="Yu Gothic"/>
                <a:ea typeface="Yu Gothic"/>
                <a:cs typeface="Yu Gothic"/>
              </a:defRPr>
            </a:defPPr>
            <a:lvl1pPr algn="ctr">
              <a:defRPr sz="1275" b="1">
                <a:solidFill>
                  <a:srgbClr val="166B68"/>
                </a:solidFill>
                <a:latin typeface="Yu Gothic"/>
                <a:ea typeface="Yu Gothic"/>
                <a:cs typeface="Yu Gothic"/>
              </a:defRPr>
            </a:lvl1pPr>
            <a:lvl2pPr algn="ctr">
              <a:defRPr sz="1275" b="1">
                <a:solidFill>
                  <a:srgbClr val="166B68"/>
                </a:solidFill>
                <a:latin typeface="Yu Gothic"/>
                <a:ea typeface="Yu Gothic"/>
                <a:cs typeface="Yu Gothic"/>
              </a:defRPr>
            </a:lvl2pPr>
            <a:lvl3pPr algn="ctr">
              <a:defRPr sz="1275" b="1">
                <a:solidFill>
                  <a:srgbClr val="166B68"/>
                </a:solidFill>
                <a:latin typeface="Yu Gothic"/>
                <a:ea typeface="Yu Gothic"/>
                <a:cs typeface="Yu Gothic"/>
              </a:defRPr>
            </a:lvl3pPr>
            <a:lvl4pPr algn="ctr">
              <a:defRPr sz="1275" b="1">
                <a:solidFill>
                  <a:srgbClr val="166B68"/>
                </a:solidFill>
                <a:latin typeface="Yu Gothic"/>
                <a:ea typeface="Yu Gothic"/>
                <a:cs typeface="Yu Gothic"/>
              </a:defRPr>
            </a:lvl4pPr>
            <a:lvl5pPr algn="ctr">
              <a:defRPr sz="1275" b="1">
                <a:solidFill>
                  <a:srgbClr val="166B68"/>
                </a:solidFill>
                <a:latin typeface="Yu Gothic"/>
                <a:ea typeface="Yu Gothic"/>
                <a:cs typeface="Yu Gothic"/>
              </a:defRPr>
            </a:lvl5pPr>
            <a:lvl6pPr algn="ctr">
              <a:defRPr sz="1275" b="1">
                <a:solidFill>
                  <a:srgbClr val="166B68"/>
                </a:solidFill>
                <a:latin typeface="Yu Gothic"/>
                <a:ea typeface="Yu Gothic"/>
                <a:cs typeface="Yu Gothic"/>
              </a:defRPr>
            </a:lvl6pPr>
            <a:lvl7pPr algn="ctr">
              <a:defRPr sz="1275" b="1">
                <a:solidFill>
                  <a:srgbClr val="166B68"/>
                </a:solidFill>
                <a:latin typeface="Yu Gothic"/>
                <a:ea typeface="Yu Gothic"/>
                <a:cs typeface="Yu Gothic"/>
              </a:defRPr>
            </a:lvl7pPr>
            <a:lvl8pPr algn="ctr">
              <a:defRPr sz="1275" b="1">
                <a:solidFill>
                  <a:srgbClr val="166B68"/>
                </a:solidFill>
                <a:latin typeface="Yu Gothic"/>
                <a:ea typeface="Yu Gothic"/>
                <a:cs typeface="Yu Gothic"/>
              </a:defRPr>
            </a:lvl8pPr>
            <a:lvl9pPr algn="ctr">
              <a:defRPr sz="1275" b="1">
                <a:solidFill>
                  <a:srgbClr val="166B68"/>
                </a:solidFill>
                <a:latin typeface="Yu Gothic"/>
                <a:ea typeface="Yu Gothic"/>
                <a:cs typeface="Yu Gothic"/>
              </a:defRPr>
            </a:lvl9pPr>
          </a:lstStyle>
          <a:p xmlns:a="http://schemas.openxmlformats.org/drawingml/2006/main">
            <a:pPr algn="ctr">
              <a:defRPr sz="1275" b="1">
                <a:solidFill>
                  <a:srgbClr val="166B68"/>
                </a:solidFill>
                <a:latin typeface="Yu Gothic"/>
                <a:ea typeface="Yu Gothic"/>
                <a:cs typeface="Yu Gothic"/>
              </a:defRPr>
            </a:pPr>
            <a:r>
              <a:rPr sz="1275" b="1">
                <a:solidFill>
                  <a:srgbClr val="166B68"/>
                </a:solidFill>
                <a:latin typeface="Yu Gothic"/>
                <a:ea typeface="Yu Gothic"/>
                <a:cs typeface="Yu Gothic"/>
              </a:rPr>
              <a:t>●</a:t>
            </a:r>
          </a:p>
        </p:txBody>
      </p:sp>
      <p:sp>
        <p:nvSpPr>
          <p:cNvPr id="11" name="">
            <a:extLst xmlns:a="http://schemas.openxmlformats.org/drawingml/2006/main">
              <a:ext uri="{FF2B5EF4-FFF2-40B4-BE49-F238E27FC236}">
                <a16:creationId xmlns:a16="http://schemas.microsoft.com/office/drawing/2014/main" id="{C67D3000-7557-453C-99A8-ECAF68DEB83E}"/>
              </a:ext>
            </a:extLst>
          </p:cNvPr>
          <p:cNvSpPr>
            <a:spLocks xmlns:a="http://schemas.openxmlformats.org/drawingml/2006/main" noGrp="1"/>
          </p:cNvSpPr>
          <p:nvPr/>
        </p:nvSpPr>
        <p:spPr>
          <a:xfrm xmlns:a="http://schemas.openxmlformats.org/drawingml/2006/main">
            <a:off x="1104900" y="2686050"/>
            <a:ext cx="453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00" b="0">
                <a:solidFill>
                  <a:srgbClr val="182B33"/>
                </a:solidFill>
                <a:latin typeface="Yu Gothic"/>
                <a:ea typeface="Yu Gothic"/>
                <a:cs typeface="Yu Gothic"/>
              </a:defRPr>
            </a:defPPr>
            <a:lvl1pPr algn="l">
              <a:defRPr sz="2100" b="0">
                <a:solidFill>
                  <a:srgbClr val="182B33"/>
                </a:solidFill>
                <a:latin typeface="Yu Gothic"/>
                <a:ea typeface="Yu Gothic"/>
                <a:cs typeface="Yu Gothic"/>
              </a:defRPr>
            </a:lvl1pPr>
            <a:lvl2pPr algn="l">
              <a:defRPr sz="2100" b="0">
                <a:solidFill>
                  <a:srgbClr val="182B33"/>
                </a:solidFill>
                <a:latin typeface="Yu Gothic"/>
                <a:ea typeface="Yu Gothic"/>
                <a:cs typeface="Yu Gothic"/>
              </a:defRPr>
            </a:lvl2pPr>
            <a:lvl3pPr algn="l">
              <a:defRPr sz="2100" b="0">
                <a:solidFill>
                  <a:srgbClr val="182B33"/>
                </a:solidFill>
                <a:latin typeface="Yu Gothic"/>
                <a:ea typeface="Yu Gothic"/>
                <a:cs typeface="Yu Gothic"/>
              </a:defRPr>
            </a:lvl3pPr>
            <a:lvl4pPr algn="l">
              <a:defRPr sz="2100" b="0">
                <a:solidFill>
                  <a:srgbClr val="182B33"/>
                </a:solidFill>
                <a:latin typeface="Yu Gothic"/>
                <a:ea typeface="Yu Gothic"/>
                <a:cs typeface="Yu Gothic"/>
              </a:defRPr>
            </a:lvl4pPr>
            <a:lvl5pPr algn="l">
              <a:defRPr sz="2100" b="0">
                <a:solidFill>
                  <a:srgbClr val="182B33"/>
                </a:solidFill>
                <a:latin typeface="Yu Gothic"/>
                <a:ea typeface="Yu Gothic"/>
                <a:cs typeface="Yu Gothic"/>
              </a:defRPr>
            </a:lvl5pPr>
            <a:lvl6pPr algn="l">
              <a:defRPr sz="2100" b="0">
                <a:solidFill>
                  <a:srgbClr val="182B33"/>
                </a:solidFill>
                <a:latin typeface="Yu Gothic"/>
                <a:ea typeface="Yu Gothic"/>
                <a:cs typeface="Yu Gothic"/>
              </a:defRPr>
            </a:lvl6pPr>
            <a:lvl7pPr algn="l">
              <a:defRPr sz="2100" b="0">
                <a:solidFill>
                  <a:srgbClr val="182B33"/>
                </a:solidFill>
                <a:latin typeface="Yu Gothic"/>
                <a:ea typeface="Yu Gothic"/>
                <a:cs typeface="Yu Gothic"/>
              </a:defRPr>
            </a:lvl7pPr>
            <a:lvl8pPr algn="l">
              <a:defRPr sz="2100" b="0">
                <a:solidFill>
                  <a:srgbClr val="182B33"/>
                </a:solidFill>
                <a:latin typeface="Yu Gothic"/>
                <a:ea typeface="Yu Gothic"/>
                <a:cs typeface="Yu Gothic"/>
              </a:defRPr>
            </a:lvl8pPr>
            <a:lvl9pPr algn="l">
              <a:defRPr sz="2100" b="0">
                <a:solidFill>
                  <a:srgbClr val="182B33"/>
                </a:solidFill>
                <a:latin typeface="Yu Gothic"/>
                <a:ea typeface="Yu Gothic"/>
                <a:cs typeface="Yu Gothic"/>
              </a:defRPr>
            </a:lvl9pPr>
          </a:lstStyle>
          <a:p xmlns:a="http://schemas.openxmlformats.org/drawingml/2006/main">
            <a:pPr algn="l">
              <a:defRPr sz="2100" b="0">
                <a:solidFill>
                  <a:srgbClr val="182B33"/>
                </a:solidFill>
                <a:latin typeface="Yu Gothic"/>
                <a:ea typeface="Yu Gothic"/>
                <a:cs typeface="Yu Gothic"/>
              </a:defRPr>
            </a:pPr>
            <a:r>
              <a:rPr sz="2100" b="0">
                <a:solidFill>
                  <a:srgbClr val="182B33"/>
                </a:solidFill>
                <a:latin typeface="Yu Gothic"/>
                <a:ea typeface="Yu Gothic"/>
                <a:cs typeface="Yu Gothic"/>
              </a:rPr>
              <a:t>Aから複数方向を見る</a:t>
            </a:r>
          </a:p>
        </p:txBody>
      </p:sp>
      <p:sp>
        <p:nvSpPr>
          <p:cNvPr id="12" name="">
            <a:extLst xmlns:a="http://schemas.openxmlformats.org/drawingml/2006/main">
              <a:ext uri="{FF2B5EF4-FFF2-40B4-BE49-F238E27FC236}">
                <a16:creationId xmlns:a16="http://schemas.microsoft.com/office/drawing/2014/main" id="{D4D810F0-B4DA-4A01-B8D9-0A16C2E655E1}"/>
              </a:ext>
            </a:extLst>
          </p:cNvPr>
          <p:cNvSpPr>
            <a:spLocks xmlns:a="http://schemas.openxmlformats.org/drawingml/2006/main" noGrp="1"/>
          </p:cNvSpPr>
          <p:nvPr/>
        </p:nvSpPr>
        <p:spPr>
          <a:xfrm xmlns:a="http://schemas.openxmlformats.org/drawingml/2006/main">
            <a:off x="781050" y="3181350"/>
            <a:ext cx="228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275" b="1">
                <a:solidFill>
                  <a:srgbClr val="166B68"/>
                </a:solidFill>
                <a:latin typeface="Yu Gothic"/>
                <a:ea typeface="Yu Gothic"/>
                <a:cs typeface="Yu Gothic"/>
              </a:defRPr>
            </a:defPPr>
            <a:lvl1pPr algn="ctr">
              <a:defRPr sz="1275" b="1">
                <a:solidFill>
                  <a:srgbClr val="166B68"/>
                </a:solidFill>
                <a:latin typeface="Yu Gothic"/>
                <a:ea typeface="Yu Gothic"/>
                <a:cs typeface="Yu Gothic"/>
              </a:defRPr>
            </a:lvl1pPr>
            <a:lvl2pPr algn="ctr">
              <a:defRPr sz="1275" b="1">
                <a:solidFill>
                  <a:srgbClr val="166B68"/>
                </a:solidFill>
                <a:latin typeface="Yu Gothic"/>
                <a:ea typeface="Yu Gothic"/>
                <a:cs typeface="Yu Gothic"/>
              </a:defRPr>
            </a:lvl2pPr>
            <a:lvl3pPr algn="ctr">
              <a:defRPr sz="1275" b="1">
                <a:solidFill>
                  <a:srgbClr val="166B68"/>
                </a:solidFill>
                <a:latin typeface="Yu Gothic"/>
                <a:ea typeface="Yu Gothic"/>
                <a:cs typeface="Yu Gothic"/>
              </a:defRPr>
            </a:lvl3pPr>
            <a:lvl4pPr algn="ctr">
              <a:defRPr sz="1275" b="1">
                <a:solidFill>
                  <a:srgbClr val="166B68"/>
                </a:solidFill>
                <a:latin typeface="Yu Gothic"/>
                <a:ea typeface="Yu Gothic"/>
                <a:cs typeface="Yu Gothic"/>
              </a:defRPr>
            </a:lvl4pPr>
            <a:lvl5pPr algn="ctr">
              <a:defRPr sz="1275" b="1">
                <a:solidFill>
                  <a:srgbClr val="166B68"/>
                </a:solidFill>
                <a:latin typeface="Yu Gothic"/>
                <a:ea typeface="Yu Gothic"/>
                <a:cs typeface="Yu Gothic"/>
              </a:defRPr>
            </a:lvl5pPr>
            <a:lvl6pPr algn="ctr">
              <a:defRPr sz="1275" b="1">
                <a:solidFill>
                  <a:srgbClr val="166B68"/>
                </a:solidFill>
                <a:latin typeface="Yu Gothic"/>
                <a:ea typeface="Yu Gothic"/>
                <a:cs typeface="Yu Gothic"/>
              </a:defRPr>
            </a:lvl6pPr>
            <a:lvl7pPr algn="ctr">
              <a:defRPr sz="1275" b="1">
                <a:solidFill>
                  <a:srgbClr val="166B68"/>
                </a:solidFill>
                <a:latin typeface="Yu Gothic"/>
                <a:ea typeface="Yu Gothic"/>
                <a:cs typeface="Yu Gothic"/>
              </a:defRPr>
            </a:lvl7pPr>
            <a:lvl8pPr algn="ctr">
              <a:defRPr sz="1275" b="1">
                <a:solidFill>
                  <a:srgbClr val="166B68"/>
                </a:solidFill>
                <a:latin typeface="Yu Gothic"/>
                <a:ea typeface="Yu Gothic"/>
                <a:cs typeface="Yu Gothic"/>
              </a:defRPr>
            </a:lvl8pPr>
            <a:lvl9pPr algn="ctr">
              <a:defRPr sz="1275" b="1">
                <a:solidFill>
                  <a:srgbClr val="166B68"/>
                </a:solidFill>
                <a:latin typeface="Yu Gothic"/>
                <a:ea typeface="Yu Gothic"/>
                <a:cs typeface="Yu Gothic"/>
              </a:defRPr>
            </a:lvl9pPr>
          </a:lstStyle>
          <a:p xmlns:a="http://schemas.openxmlformats.org/drawingml/2006/main">
            <a:pPr algn="ctr">
              <a:defRPr sz="1275" b="1">
                <a:solidFill>
                  <a:srgbClr val="166B68"/>
                </a:solidFill>
                <a:latin typeface="Yu Gothic"/>
                <a:ea typeface="Yu Gothic"/>
                <a:cs typeface="Yu Gothic"/>
              </a:defRPr>
            </a:pPr>
            <a:r>
              <a:rPr sz="1275" b="1">
                <a:solidFill>
                  <a:srgbClr val="166B68"/>
                </a:solidFill>
                <a:latin typeface="Yu Gothic"/>
                <a:ea typeface="Yu Gothic"/>
                <a:cs typeface="Yu Gothic"/>
              </a:rPr>
              <a:t>●</a:t>
            </a:r>
          </a:p>
        </p:txBody>
      </p:sp>
      <p:sp>
        <p:nvSpPr>
          <p:cNvPr id="13" name="">
            <a:extLst xmlns:a="http://schemas.openxmlformats.org/drawingml/2006/main">
              <a:ext uri="{FF2B5EF4-FFF2-40B4-BE49-F238E27FC236}">
                <a16:creationId xmlns:a16="http://schemas.microsoft.com/office/drawing/2014/main" id="{436E77CF-BCD3-48F4-B5F4-3E3E965C978F}"/>
              </a:ext>
            </a:extLst>
          </p:cNvPr>
          <p:cNvSpPr>
            <a:spLocks xmlns:a="http://schemas.openxmlformats.org/drawingml/2006/main" noGrp="1"/>
          </p:cNvSpPr>
          <p:nvPr/>
        </p:nvSpPr>
        <p:spPr>
          <a:xfrm xmlns:a="http://schemas.openxmlformats.org/drawingml/2006/main">
            <a:off x="1104900" y="3181350"/>
            <a:ext cx="453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00" b="0">
                <a:solidFill>
                  <a:srgbClr val="182B33"/>
                </a:solidFill>
                <a:latin typeface="Yu Gothic"/>
                <a:ea typeface="Yu Gothic"/>
                <a:cs typeface="Yu Gothic"/>
              </a:defRPr>
            </a:defPPr>
            <a:lvl1pPr algn="l">
              <a:defRPr sz="2100" b="0">
                <a:solidFill>
                  <a:srgbClr val="182B33"/>
                </a:solidFill>
                <a:latin typeface="Yu Gothic"/>
                <a:ea typeface="Yu Gothic"/>
                <a:cs typeface="Yu Gothic"/>
              </a:defRPr>
            </a:lvl1pPr>
            <a:lvl2pPr algn="l">
              <a:defRPr sz="2100" b="0">
                <a:solidFill>
                  <a:srgbClr val="182B33"/>
                </a:solidFill>
                <a:latin typeface="Yu Gothic"/>
                <a:ea typeface="Yu Gothic"/>
                <a:cs typeface="Yu Gothic"/>
              </a:defRPr>
            </a:lvl2pPr>
            <a:lvl3pPr algn="l">
              <a:defRPr sz="2100" b="0">
                <a:solidFill>
                  <a:srgbClr val="182B33"/>
                </a:solidFill>
                <a:latin typeface="Yu Gothic"/>
                <a:ea typeface="Yu Gothic"/>
                <a:cs typeface="Yu Gothic"/>
              </a:defRPr>
            </a:lvl3pPr>
            <a:lvl4pPr algn="l">
              <a:defRPr sz="2100" b="0">
                <a:solidFill>
                  <a:srgbClr val="182B33"/>
                </a:solidFill>
                <a:latin typeface="Yu Gothic"/>
                <a:ea typeface="Yu Gothic"/>
                <a:cs typeface="Yu Gothic"/>
              </a:defRPr>
            </a:lvl4pPr>
            <a:lvl5pPr algn="l">
              <a:defRPr sz="2100" b="0">
                <a:solidFill>
                  <a:srgbClr val="182B33"/>
                </a:solidFill>
                <a:latin typeface="Yu Gothic"/>
                <a:ea typeface="Yu Gothic"/>
                <a:cs typeface="Yu Gothic"/>
              </a:defRPr>
            </a:lvl5pPr>
            <a:lvl6pPr algn="l">
              <a:defRPr sz="2100" b="0">
                <a:solidFill>
                  <a:srgbClr val="182B33"/>
                </a:solidFill>
                <a:latin typeface="Yu Gothic"/>
                <a:ea typeface="Yu Gothic"/>
                <a:cs typeface="Yu Gothic"/>
              </a:defRPr>
            </a:lvl6pPr>
            <a:lvl7pPr algn="l">
              <a:defRPr sz="2100" b="0">
                <a:solidFill>
                  <a:srgbClr val="182B33"/>
                </a:solidFill>
                <a:latin typeface="Yu Gothic"/>
                <a:ea typeface="Yu Gothic"/>
                <a:cs typeface="Yu Gothic"/>
              </a:defRPr>
            </a:lvl7pPr>
            <a:lvl8pPr algn="l">
              <a:defRPr sz="2100" b="0">
                <a:solidFill>
                  <a:srgbClr val="182B33"/>
                </a:solidFill>
                <a:latin typeface="Yu Gothic"/>
                <a:ea typeface="Yu Gothic"/>
                <a:cs typeface="Yu Gothic"/>
              </a:defRPr>
            </a:lvl8pPr>
            <a:lvl9pPr algn="l">
              <a:defRPr sz="2100" b="0">
                <a:solidFill>
                  <a:srgbClr val="182B33"/>
                </a:solidFill>
                <a:latin typeface="Yu Gothic"/>
                <a:ea typeface="Yu Gothic"/>
                <a:cs typeface="Yu Gothic"/>
              </a:defRPr>
            </a:lvl9pPr>
          </a:lstStyle>
          <a:p xmlns:a="http://schemas.openxmlformats.org/drawingml/2006/main">
            <a:pPr algn="l">
              <a:defRPr sz="2100" b="0">
                <a:solidFill>
                  <a:srgbClr val="182B33"/>
                </a:solidFill>
                <a:latin typeface="Yu Gothic"/>
                <a:ea typeface="Yu Gothic"/>
                <a:cs typeface="Yu Gothic"/>
              </a:defRPr>
            </a:pPr>
            <a:r>
              <a:rPr sz="2100" b="0">
                <a:solidFill>
                  <a:srgbClr val="182B33"/>
                </a:solidFill>
                <a:latin typeface="Yu Gothic"/>
                <a:ea typeface="Yu Gothic"/>
                <a:cs typeface="Yu Gothic"/>
              </a:rPr>
              <a:t>対回ごとにp・qを求める</a:t>
            </a:r>
          </a:p>
        </p:txBody>
      </p:sp>
      <p:sp>
        <p:nvSpPr>
          <p:cNvPr id="14" name="">
            <a:extLst xmlns:a="http://schemas.openxmlformats.org/drawingml/2006/main">
              <a:ext uri="{FF2B5EF4-FFF2-40B4-BE49-F238E27FC236}">
                <a16:creationId xmlns:a16="http://schemas.microsoft.com/office/drawing/2014/main" id="{81EA574B-A45C-490B-9EB6-A98BEA8E5519}"/>
              </a:ext>
            </a:extLst>
          </p:cNvPr>
          <p:cNvSpPr>
            <a:spLocks xmlns:a="http://schemas.openxmlformats.org/drawingml/2006/main" noGrp="1"/>
          </p:cNvSpPr>
          <p:nvPr/>
        </p:nvSpPr>
        <p:spPr>
          <a:xfrm xmlns:a="http://schemas.openxmlformats.org/drawingml/2006/main">
            <a:off x="781050" y="3676650"/>
            <a:ext cx="228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275" b="1">
                <a:solidFill>
                  <a:srgbClr val="166B68"/>
                </a:solidFill>
                <a:latin typeface="Yu Gothic"/>
                <a:ea typeface="Yu Gothic"/>
                <a:cs typeface="Yu Gothic"/>
              </a:defRPr>
            </a:defPPr>
            <a:lvl1pPr algn="ctr">
              <a:defRPr sz="1275" b="1">
                <a:solidFill>
                  <a:srgbClr val="166B68"/>
                </a:solidFill>
                <a:latin typeface="Yu Gothic"/>
                <a:ea typeface="Yu Gothic"/>
                <a:cs typeface="Yu Gothic"/>
              </a:defRPr>
            </a:lvl1pPr>
            <a:lvl2pPr algn="ctr">
              <a:defRPr sz="1275" b="1">
                <a:solidFill>
                  <a:srgbClr val="166B68"/>
                </a:solidFill>
                <a:latin typeface="Yu Gothic"/>
                <a:ea typeface="Yu Gothic"/>
                <a:cs typeface="Yu Gothic"/>
              </a:defRPr>
            </a:lvl2pPr>
            <a:lvl3pPr algn="ctr">
              <a:defRPr sz="1275" b="1">
                <a:solidFill>
                  <a:srgbClr val="166B68"/>
                </a:solidFill>
                <a:latin typeface="Yu Gothic"/>
                <a:ea typeface="Yu Gothic"/>
                <a:cs typeface="Yu Gothic"/>
              </a:defRPr>
            </a:lvl3pPr>
            <a:lvl4pPr algn="ctr">
              <a:defRPr sz="1275" b="1">
                <a:solidFill>
                  <a:srgbClr val="166B68"/>
                </a:solidFill>
                <a:latin typeface="Yu Gothic"/>
                <a:ea typeface="Yu Gothic"/>
                <a:cs typeface="Yu Gothic"/>
              </a:defRPr>
            </a:lvl4pPr>
            <a:lvl5pPr algn="ctr">
              <a:defRPr sz="1275" b="1">
                <a:solidFill>
                  <a:srgbClr val="166B68"/>
                </a:solidFill>
                <a:latin typeface="Yu Gothic"/>
                <a:ea typeface="Yu Gothic"/>
                <a:cs typeface="Yu Gothic"/>
              </a:defRPr>
            </a:lvl5pPr>
            <a:lvl6pPr algn="ctr">
              <a:defRPr sz="1275" b="1">
                <a:solidFill>
                  <a:srgbClr val="166B68"/>
                </a:solidFill>
                <a:latin typeface="Yu Gothic"/>
                <a:ea typeface="Yu Gothic"/>
                <a:cs typeface="Yu Gothic"/>
              </a:defRPr>
            </a:lvl6pPr>
            <a:lvl7pPr algn="ctr">
              <a:defRPr sz="1275" b="1">
                <a:solidFill>
                  <a:srgbClr val="166B68"/>
                </a:solidFill>
                <a:latin typeface="Yu Gothic"/>
                <a:ea typeface="Yu Gothic"/>
                <a:cs typeface="Yu Gothic"/>
              </a:defRPr>
            </a:lvl7pPr>
            <a:lvl8pPr algn="ctr">
              <a:defRPr sz="1275" b="1">
                <a:solidFill>
                  <a:srgbClr val="166B68"/>
                </a:solidFill>
                <a:latin typeface="Yu Gothic"/>
                <a:ea typeface="Yu Gothic"/>
                <a:cs typeface="Yu Gothic"/>
              </a:defRPr>
            </a:lvl8pPr>
            <a:lvl9pPr algn="ctr">
              <a:defRPr sz="1275" b="1">
                <a:solidFill>
                  <a:srgbClr val="166B68"/>
                </a:solidFill>
                <a:latin typeface="Yu Gothic"/>
                <a:ea typeface="Yu Gothic"/>
                <a:cs typeface="Yu Gothic"/>
              </a:defRPr>
            </a:lvl9pPr>
          </a:lstStyle>
          <a:p xmlns:a="http://schemas.openxmlformats.org/drawingml/2006/main">
            <a:pPr algn="ctr">
              <a:defRPr sz="1275" b="1">
                <a:solidFill>
                  <a:srgbClr val="166B68"/>
                </a:solidFill>
                <a:latin typeface="Yu Gothic"/>
                <a:ea typeface="Yu Gothic"/>
                <a:cs typeface="Yu Gothic"/>
              </a:defRPr>
            </a:pPr>
            <a:r>
              <a:rPr sz="1275" b="1">
                <a:solidFill>
                  <a:srgbClr val="166B68"/>
                </a:solidFill>
                <a:latin typeface="Yu Gothic"/>
                <a:ea typeface="Yu Gothic"/>
                <a:cs typeface="Yu Gothic"/>
              </a:rPr>
              <a:t>●</a:t>
            </a:r>
          </a:p>
        </p:txBody>
      </p:sp>
      <p:sp>
        <p:nvSpPr>
          <p:cNvPr id="15" name="">
            <a:extLst xmlns:a="http://schemas.openxmlformats.org/drawingml/2006/main">
              <a:ext uri="{FF2B5EF4-FFF2-40B4-BE49-F238E27FC236}">
                <a16:creationId xmlns:a16="http://schemas.microsoft.com/office/drawing/2014/main" id="{76B42517-644F-485E-B6E4-3F81E8E71529}"/>
              </a:ext>
            </a:extLst>
          </p:cNvPr>
          <p:cNvSpPr>
            <a:spLocks xmlns:a="http://schemas.openxmlformats.org/drawingml/2006/main" noGrp="1"/>
          </p:cNvSpPr>
          <p:nvPr/>
        </p:nvSpPr>
        <p:spPr>
          <a:xfrm xmlns:a="http://schemas.openxmlformats.org/drawingml/2006/main">
            <a:off x="1104900" y="3676650"/>
            <a:ext cx="453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00" b="0">
                <a:solidFill>
                  <a:srgbClr val="182B33"/>
                </a:solidFill>
                <a:latin typeface="Yu Gothic"/>
                <a:ea typeface="Yu Gothic"/>
                <a:cs typeface="Yu Gothic"/>
              </a:defRPr>
            </a:defPPr>
            <a:lvl1pPr algn="l">
              <a:defRPr sz="2100" b="0">
                <a:solidFill>
                  <a:srgbClr val="182B33"/>
                </a:solidFill>
                <a:latin typeface="Yu Gothic"/>
                <a:ea typeface="Yu Gothic"/>
                <a:cs typeface="Yu Gothic"/>
              </a:defRPr>
            </a:lvl1pPr>
            <a:lvl2pPr algn="l">
              <a:defRPr sz="2100" b="0">
                <a:solidFill>
                  <a:srgbClr val="182B33"/>
                </a:solidFill>
                <a:latin typeface="Yu Gothic"/>
                <a:ea typeface="Yu Gothic"/>
                <a:cs typeface="Yu Gothic"/>
              </a:defRPr>
            </a:lvl2pPr>
            <a:lvl3pPr algn="l">
              <a:defRPr sz="2100" b="0">
                <a:solidFill>
                  <a:srgbClr val="182B33"/>
                </a:solidFill>
                <a:latin typeface="Yu Gothic"/>
                <a:ea typeface="Yu Gothic"/>
                <a:cs typeface="Yu Gothic"/>
              </a:defRPr>
            </a:lvl3pPr>
            <a:lvl4pPr algn="l">
              <a:defRPr sz="2100" b="0">
                <a:solidFill>
                  <a:srgbClr val="182B33"/>
                </a:solidFill>
                <a:latin typeface="Yu Gothic"/>
                <a:ea typeface="Yu Gothic"/>
                <a:cs typeface="Yu Gothic"/>
              </a:defRPr>
            </a:lvl4pPr>
            <a:lvl5pPr algn="l">
              <a:defRPr sz="2100" b="0">
                <a:solidFill>
                  <a:srgbClr val="182B33"/>
                </a:solidFill>
                <a:latin typeface="Yu Gothic"/>
                <a:ea typeface="Yu Gothic"/>
                <a:cs typeface="Yu Gothic"/>
              </a:defRPr>
            </a:lvl5pPr>
            <a:lvl6pPr algn="l">
              <a:defRPr sz="2100" b="0">
                <a:solidFill>
                  <a:srgbClr val="182B33"/>
                </a:solidFill>
                <a:latin typeface="Yu Gothic"/>
                <a:ea typeface="Yu Gothic"/>
                <a:cs typeface="Yu Gothic"/>
              </a:defRPr>
            </a:lvl6pPr>
            <a:lvl7pPr algn="l">
              <a:defRPr sz="2100" b="0">
                <a:solidFill>
                  <a:srgbClr val="182B33"/>
                </a:solidFill>
                <a:latin typeface="Yu Gothic"/>
                <a:ea typeface="Yu Gothic"/>
                <a:cs typeface="Yu Gothic"/>
              </a:defRPr>
            </a:lvl7pPr>
            <a:lvl8pPr algn="l">
              <a:defRPr sz="2100" b="0">
                <a:solidFill>
                  <a:srgbClr val="182B33"/>
                </a:solidFill>
                <a:latin typeface="Yu Gothic"/>
                <a:ea typeface="Yu Gothic"/>
                <a:cs typeface="Yu Gothic"/>
              </a:defRPr>
            </a:lvl8pPr>
            <a:lvl9pPr algn="l">
              <a:defRPr sz="2100" b="0">
                <a:solidFill>
                  <a:srgbClr val="182B33"/>
                </a:solidFill>
                <a:latin typeface="Yu Gothic"/>
                <a:ea typeface="Yu Gothic"/>
                <a:cs typeface="Yu Gothic"/>
              </a:defRPr>
            </a:lvl9pPr>
          </a:lstStyle>
          <a:p xmlns:a="http://schemas.openxmlformats.org/drawingml/2006/main">
            <a:pPr algn="l">
              <a:defRPr sz="2100" b="0">
                <a:solidFill>
                  <a:srgbClr val="182B33"/>
                </a:solidFill>
                <a:latin typeface="Yu Gothic"/>
                <a:ea typeface="Yu Gothic"/>
                <a:cs typeface="Yu Gothic"/>
              </a:defRPr>
            </a:pPr>
            <a:r>
              <a:rPr sz="2100" b="0">
                <a:solidFill>
                  <a:srgbClr val="182B33"/>
                </a:solidFill>
                <a:latin typeface="Yu Gothic"/>
                <a:ea typeface="Yu Gothic"/>
                <a:cs typeface="Yu Gothic"/>
              </a:rPr>
              <a:t>DとCの再現性を点検</a:t>
            </a:r>
          </a:p>
        </p:txBody>
      </p:sp>
      <p:sp>
        <p:nvSpPr>
          <p:cNvPr id="16" name="">
            <a:extLst xmlns:a="http://schemas.openxmlformats.org/drawingml/2006/main">
              <a:ext uri="{FF2B5EF4-FFF2-40B4-BE49-F238E27FC236}">
                <a16:creationId xmlns:a16="http://schemas.microsoft.com/office/drawing/2014/main" id="{3885AC54-CA0D-4575-91BA-113CAE4D6F7F}"/>
              </a:ext>
            </a:extLst>
          </p:cNvPr>
          <p:cNvSpPr>
            <a:spLocks xmlns:a="http://schemas.openxmlformats.org/drawingml/2006/main" noGrp="1"/>
          </p:cNvSpPr>
          <p:nvPr/>
        </p:nvSpPr>
        <p:spPr>
          <a:xfrm xmlns:a="http://schemas.openxmlformats.org/drawingml/2006/main">
            <a:off x="6515100" y="2686050"/>
            <a:ext cx="228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275" b="1">
                <a:solidFill>
                  <a:srgbClr val="166B68"/>
                </a:solidFill>
                <a:latin typeface="Yu Gothic"/>
                <a:ea typeface="Yu Gothic"/>
                <a:cs typeface="Yu Gothic"/>
              </a:defRPr>
            </a:defPPr>
            <a:lvl1pPr algn="ctr">
              <a:defRPr sz="1275" b="1">
                <a:solidFill>
                  <a:srgbClr val="166B68"/>
                </a:solidFill>
                <a:latin typeface="Yu Gothic"/>
                <a:ea typeface="Yu Gothic"/>
                <a:cs typeface="Yu Gothic"/>
              </a:defRPr>
            </a:lvl1pPr>
            <a:lvl2pPr algn="ctr">
              <a:defRPr sz="1275" b="1">
                <a:solidFill>
                  <a:srgbClr val="166B68"/>
                </a:solidFill>
                <a:latin typeface="Yu Gothic"/>
                <a:ea typeface="Yu Gothic"/>
                <a:cs typeface="Yu Gothic"/>
              </a:defRPr>
            </a:lvl2pPr>
            <a:lvl3pPr algn="ctr">
              <a:defRPr sz="1275" b="1">
                <a:solidFill>
                  <a:srgbClr val="166B68"/>
                </a:solidFill>
                <a:latin typeface="Yu Gothic"/>
                <a:ea typeface="Yu Gothic"/>
                <a:cs typeface="Yu Gothic"/>
              </a:defRPr>
            </a:lvl3pPr>
            <a:lvl4pPr algn="ctr">
              <a:defRPr sz="1275" b="1">
                <a:solidFill>
                  <a:srgbClr val="166B68"/>
                </a:solidFill>
                <a:latin typeface="Yu Gothic"/>
                <a:ea typeface="Yu Gothic"/>
                <a:cs typeface="Yu Gothic"/>
              </a:defRPr>
            </a:lvl4pPr>
            <a:lvl5pPr algn="ctr">
              <a:defRPr sz="1275" b="1">
                <a:solidFill>
                  <a:srgbClr val="166B68"/>
                </a:solidFill>
                <a:latin typeface="Yu Gothic"/>
                <a:ea typeface="Yu Gothic"/>
                <a:cs typeface="Yu Gothic"/>
              </a:defRPr>
            </a:lvl5pPr>
            <a:lvl6pPr algn="ctr">
              <a:defRPr sz="1275" b="1">
                <a:solidFill>
                  <a:srgbClr val="166B68"/>
                </a:solidFill>
                <a:latin typeface="Yu Gothic"/>
                <a:ea typeface="Yu Gothic"/>
                <a:cs typeface="Yu Gothic"/>
              </a:defRPr>
            </a:lvl6pPr>
            <a:lvl7pPr algn="ctr">
              <a:defRPr sz="1275" b="1">
                <a:solidFill>
                  <a:srgbClr val="166B68"/>
                </a:solidFill>
                <a:latin typeface="Yu Gothic"/>
                <a:ea typeface="Yu Gothic"/>
                <a:cs typeface="Yu Gothic"/>
              </a:defRPr>
            </a:lvl7pPr>
            <a:lvl8pPr algn="ctr">
              <a:defRPr sz="1275" b="1">
                <a:solidFill>
                  <a:srgbClr val="166B68"/>
                </a:solidFill>
                <a:latin typeface="Yu Gothic"/>
                <a:ea typeface="Yu Gothic"/>
                <a:cs typeface="Yu Gothic"/>
              </a:defRPr>
            </a:lvl8pPr>
            <a:lvl9pPr algn="ctr">
              <a:defRPr sz="1275" b="1">
                <a:solidFill>
                  <a:srgbClr val="166B68"/>
                </a:solidFill>
                <a:latin typeface="Yu Gothic"/>
                <a:ea typeface="Yu Gothic"/>
                <a:cs typeface="Yu Gothic"/>
              </a:defRPr>
            </a:lvl9pPr>
          </a:lstStyle>
          <a:p xmlns:a="http://schemas.openxmlformats.org/drawingml/2006/main">
            <a:pPr algn="ctr">
              <a:defRPr sz="1275" b="1">
                <a:solidFill>
                  <a:srgbClr val="166B68"/>
                </a:solidFill>
                <a:latin typeface="Yu Gothic"/>
                <a:ea typeface="Yu Gothic"/>
                <a:cs typeface="Yu Gothic"/>
              </a:defRPr>
            </a:pPr>
            <a:r>
              <a:rPr sz="1275" b="1">
                <a:solidFill>
                  <a:srgbClr val="166B68"/>
                </a:solidFill>
                <a:latin typeface="Yu Gothic"/>
                <a:ea typeface="Yu Gothic"/>
                <a:cs typeface="Yu Gothic"/>
              </a:rPr>
              <a:t>●</a:t>
            </a:r>
          </a:p>
        </p:txBody>
      </p:sp>
      <p:sp>
        <p:nvSpPr>
          <p:cNvPr id="17" name="">
            <a:extLst xmlns:a="http://schemas.openxmlformats.org/drawingml/2006/main">
              <a:ext uri="{FF2B5EF4-FFF2-40B4-BE49-F238E27FC236}">
                <a16:creationId xmlns:a16="http://schemas.microsoft.com/office/drawing/2014/main" id="{4A653CB5-4E50-4362-BD45-6AC23360012F}"/>
              </a:ext>
            </a:extLst>
          </p:cNvPr>
          <p:cNvSpPr>
            <a:spLocks xmlns:a="http://schemas.openxmlformats.org/drawingml/2006/main" noGrp="1"/>
          </p:cNvSpPr>
          <p:nvPr/>
        </p:nvSpPr>
        <p:spPr>
          <a:xfrm xmlns:a="http://schemas.openxmlformats.org/drawingml/2006/main">
            <a:off x="6838950" y="2686050"/>
            <a:ext cx="453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00" b="0">
                <a:solidFill>
                  <a:srgbClr val="182B33"/>
                </a:solidFill>
                <a:latin typeface="Yu Gothic"/>
                <a:ea typeface="Yu Gothic"/>
                <a:cs typeface="Yu Gothic"/>
              </a:defRPr>
            </a:defPPr>
            <a:lvl1pPr algn="l">
              <a:defRPr sz="2100" b="0">
                <a:solidFill>
                  <a:srgbClr val="182B33"/>
                </a:solidFill>
                <a:latin typeface="Yu Gothic"/>
                <a:ea typeface="Yu Gothic"/>
                <a:cs typeface="Yu Gothic"/>
              </a:defRPr>
            </a:lvl1pPr>
            <a:lvl2pPr algn="l">
              <a:defRPr sz="2100" b="0">
                <a:solidFill>
                  <a:srgbClr val="182B33"/>
                </a:solidFill>
                <a:latin typeface="Yu Gothic"/>
                <a:ea typeface="Yu Gothic"/>
                <a:cs typeface="Yu Gothic"/>
              </a:defRPr>
            </a:lvl2pPr>
            <a:lvl3pPr algn="l">
              <a:defRPr sz="2100" b="0">
                <a:solidFill>
                  <a:srgbClr val="182B33"/>
                </a:solidFill>
                <a:latin typeface="Yu Gothic"/>
                <a:ea typeface="Yu Gothic"/>
                <a:cs typeface="Yu Gothic"/>
              </a:defRPr>
            </a:lvl3pPr>
            <a:lvl4pPr algn="l">
              <a:defRPr sz="2100" b="0">
                <a:solidFill>
                  <a:srgbClr val="182B33"/>
                </a:solidFill>
                <a:latin typeface="Yu Gothic"/>
                <a:ea typeface="Yu Gothic"/>
                <a:cs typeface="Yu Gothic"/>
              </a:defRPr>
            </a:lvl4pPr>
            <a:lvl5pPr algn="l">
              <a:defRPr sz="2100" b="0">
                <a:solidFill>
                  <a:srgbClr val="182B33"/>
                </a:solidFill>
                <a:latin typeface="Yu Gothic"/>
                <a:ea typeface="Yu Gothic"/>
                <a:cs typeface="Yu Gothic"/>
              </a:defRPr>
            </a:lvl5pPr>
            <a:lvl6pPr algn="l">
              <a:defRPr sz="2100" b="0">
                <a:solidFill>
                  <a:srgbClr val="182B33"/>
                </a:solidFill>
                <a:latin typeface="Yu Gothic"/>
                <a:ea typeface="Yu Gothic"/>
                <a:cs typeface="Yu Gothic"/>
              </a:defRPr>
            </a:lvl6pPr>
            <a:lvl7pPr algn="l">
              <a:defRPr sz="2100" b="0">
                <a:solidFill>
                  <a:srgbClr val="182B33"/>
                </a:solidFill>
                <a:latin typeface="Yu Gothic"/>
                <a:ea typeface="Yu Gothic"/>
                <a:cs typeface="Yu Gothic"/>
              </a:defRPr>
            </a:lvl7pPr>
            <a:lvl8pPr algn="l">
              <a:defRPr sz="2100" b="0">
                <a:solidFill>
                  <a:srgbClr val="182B33"/>
                </a:solidFill>
                <a:latin typeface="Yu Gothic"/>
                <a:ea typeface="Yu Gothic"/>
                <a:cs typeface="Yu Gothic"/>
              </a:defRPr>
            </a:lvl8pPr>
            <a:lvl9pPr algn="l">
              <a:defRPr sz="2100" b="0">
                <a:solidFill>
                  <a:srgbClr val="182B33"/>
                </a:solidFill>
                <a:latin typeface="Yu Gothic"/>
                <a:ea typeface="Yu Gothic"/>
                <a:cs typeface="Yu Gothic"/>
              </a:defRPr>
            </a:lvl9pPr>
          </a:lstStyle>
          <a:p xmlns:a="http://schemas.openxmlformats.org/drawingml/2006/main">
            <a:pPr algn="l">
              <a:defRPr sz="2100" b="0">
                <a:solidFill>
                  <a:srgbClr val="182B33"/>
                </a:solidFill>
                <a:latin typeface="Yu Gothic"/>
                <a:ea typeface="Yu Gothic"/>
                <a:cs typeface="Yu Gothic"/>
              </a:defRPr>
            </a:pPr>
            <a:r>
              <a:rPr sz="2100" b="0">
                <a:solidFill>
                  <a:srgbClr val="182B33"/>
                </a:solidFill>
                <a:latin typeface="Yu Gothic"/>
                <a:ea typeface="Yu Gothic"/>
                <a:cs typeface="Yu Gothic"/>
              </a:rPr>
              <a:t>A–Bの一角を反復する</a:t>
            </a:r>
          </a:p>
        </p:txBody>
      </p:sp>
      <p:sp>
        <p:nvSpPr>
          <p:cNvPr id="18" name="">
            <a:extLst xmlns:a="http://schemas.openxmlformats.org/drawingml/2006/main">
              <a:ext uri="{FF2B5EF4-FFF2-40B4-BE49-F238E27FC236}">
                <a16:creationId xmlns:a16="http://schemas.microsoft.com/office/drawing/2014/main" id="{12E4F94B-0A03-41C6-B0E2-E18673524875}"/>
              </a:ext>
            </a:extLst>
          </p:cNvPr>
          <p:cNvSpPr>
            <a:spLocks xmlns:a="http://schemas.openxmlformats.org/drawingml/2006/main" noGrp="1"/>
          </p:cNvSpPr>
          <p:nvPr/>
        </p:nvSpPr>
        <p:spPr>
          <a:xfrm xmlns:a="http://schemas.openxmlformats.org/drawingml/2006/main">
            <a:off x="6515100" y="3181350"/>
            <a:ext cx="228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275" b="1">
                <a:solidFill>
                  <a:srgbClr val="166B68"/>
                </a:solidFill>
                <a:latin typeface="Yu Gothic"/>
                <a:ea typeface="Yu Gothic"/>
                <a:cs typeface="Yu Gothic"/>
              </a:defRPr>
            </a:defPPr>
            <a:lvl1pPr algn="ctr">
              <a:defRPr sz="1275" b="1">
                <a:solidFill>
                  <a:srgbClr val="166B68"/>
                </a:solidFill>
                <a:latin typeface="Yu Gothic"/>
                <a:ea typeface="Yu Gothic"/>
                <a:cs typeface="Yu Gothic"/>
              </a:defRPr>
            </a:lvl1pPr>
            <a:lvl2pPr algn="ctr">
              <a:defRPr sz="1275" b="1">
                <a:solidFill>
                  <a:srgbClr val="166B68"/>
                </a:solidFill>
                <a:latin typeface="Yu Gothic"/>
                <a:ea typeface="Yu Gothic"/>
                <a:cs typeface="Yu Gothic"/>
              </a:defRPr>
            </a:lvl2pPr>
            <a:lvl3pPr algn="ctr">
              <a:defRPr sz="1275" b="1">
                <a:solidFill>
                  <a:srgbClr val="166B68"/>
                </a:solidFill>
                <a:latin typeface="Yu Gothic"/>
                <a:ea typeface="Yu Gothic"/>
                <a:cs typeface="Yu Gothic"/>
              </a:defRPr>
            </a:lvl3pPr>
            <a:lvl4pPr algn="ctr">
              <a:defRPr sz="1275" b="1">
                <a:solidFill>
                  <a:srgbClr val="166B68"/>
                </a:solidFill>
                <a:latin typeface="Yu Gothic"/>
                <a:ea typeface="Yu Gothic"/>
                <a:cs typeface="Yu Gothic"/>
              </a:defRPr>
            </a:lvl4pPr>
            <a:lvl5pPr algn="ctr">
              <a:defRPr sz="1275" b="1">
                <a:solidFill>
                  <a:srgbClr val="166B68"/>
                </a:solidFill>
                <a:latin typeface="Yu Gothic"/>
                <a:ea typeface="Yu Gothic"/>
                <a:cs typeface="Yu Gothic"/>
              </a:defRPr>
            </a:lvl5pPr>
            <a:lvl6pPr algn="ctr">
              <a:defRPr sz="1275" b="1">
                <a:solidFill>
                  <a:srgbClr val="166B68"/>
                </a:solidFill>
                <a:latin typeface="Yu Gothic"/>
                <a:ea typeface="Yu Gothic"/>
                <a:cs typeface="Yu Gothic"/>
              </a:defRPr>
            </a:lvl6pPr>
            <a:lvl7pPr algn="ctr">
              <a:defRPr sz="1275" b="1">
                <a:solidFill>
                  <a:srgbClr val="166B68"/>
                </a:solidFill>
                <a:latin typeface="Yu Gothic"/>
                <a:ea typeface="Yu Gothic"/>
                <a:cs typeface="Yu Gothic"/>
              </a:defRPr>
            </a:lvl7pPr>
            <a:lvl8pPr algn="ctr">
              <a:defRPr sz="1275" b="1">
                <a:solidFill>
                  <a:srgbClr val="166B68"/>
                </a:solidFill>
                <a:latin typeface="Yu Gothic"/>
                <a:ea typeface="Yu Gothic"/>
                <a:cs typeface="Yu Gothic"/>
              </a:defRPr>
            </a:lvl8pPr>
            <a:lvl9pPr algn="ctr">
              <a:defRPr sz="1275" b="1">
                <a:solidFill>
                  <a:srgbClr val="166B68"/>
                </a:solidFill>
                <a:latin typeface="Yu Gothic"/>
                <a:ea typeface="Yu Gothic"/>
                <a:cs typeface="Yu Gothic"/>
              </a:defRPr>
            </a:lvl9pPr>
          </a:lstStyle>
          <a:p xmlns:a="http://schemas.openxmlformats.org/drawingml/2006/main">
            <a:pPr algn="ctr">
              <a:defRPr sz="1275" b="1">
                <a:solidFill>
                  <a:srgbClr val="166B68"/>
                </a:solidFill>
                <a:latin typeface="Yu Gothic"/>
                <a:ea typeface="Yu Gothic"/>
                <a:cs typeface="Yu Gothic"/>
              </a:defRPr>
            </a:pPr>
            <a:r>
              <a:rPr sz="1275" b="1">
                <a:solidFill>
                  <a:srgbClr val="166B68"/>
                </a:solidFill>
                <a:latin typeface="Yu Gothic"/>
                <a:ea typeface="Yu Gothic"/>
                <a:cs typeface="Yu Gothic"/>
              </a:rPr>
              <a:t>●</a:t>
            </a:r>
          </a:p>
        </p:txBody>
      </p:sp>
      <p:sp>
        <p:nvSpPr>
          <p:cNvPr id="19" name="">
            <a:extLst xmlns:a="http://schemas.openxmlformats.org/drawingml/2006/main">
              <a:ext uri="{FF2B5EF4-FFF2-40B4-BE49-F238E27FC236}">
                <a16:creationId xmlns:a16="http://schemas.microsoft.com/office/drawing/2014/main" id="{DBF5C892-A931-4A52-8023-09C82021BAD7}"/>
              </a:ext>
            </a:extLst>
          </p:cNvPr>
          <p:cNvSpPr>
            <a:spLocks xmlns:a="http://schemas.openxmlformats.org/drawingml/2006/main" noGrp="1"/>
          </p:cNvSpPr>
          <p:nvPr/>
        </p:nvSpPr>
        <p:spPr>
          <a:xfrm xmlns:a="http://schemas.openxmlformats.org/drawingml/2006/main">
            <a:off x="6838950" y="3181350"/>
            <a:ext cx="453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00" b="0">
                <a:solidFill>
                  <a:srgbClr val="182B33"/>
                </a:solidFill>
                <a:latin typeface="Yu Gothic"/>
                <a:ea typeface="Yu Gothic"/>
                <a:cs typeface="Yu Gothic"/>
              </a:defRPr>
            </a:defPPr>
            <a:lvl1pPr algn="l">
              <a:defRPr sz="2100" b="0">
                <a:solidFill>
                  <a:srgbClr val="182B33"/>
                </a:solidFill>
                <a:latin typeface="Yu Gothic"/>
                <a:ea typeface="Yu Gothic"/>
                <a:cs typeface="Yu Gothic"/>
              </a:defRPr>
            </a:lvl1pPr>
            <a:lvl2pPr algn="l">
              <a:defRPr sz="2100" b="0">
                <a:solidFill>
                  <a:srgbClr val="182B33"/>
                </a:solidFill>
                <a:latin typeface="Yu Gothic"/>
                <a:ea typeface="Yu Gothic"/>
                <a:cs typeface="Yu Gothic"/>
              </a:defRPr>
            </a:lvl2pPr>
            <a:lvl3pPr algn="l">
              <a:defRPr sz="2100" b="0">
                <a:solidFill>
                  <a:srgbClr val="182B33"/>
                </a:solidFill>
                <a:latin typeface="Yu Gothic"/>
                <a:ea typeface="Yu Gothic"/>
                <a:cs typeface="Yu Gothic"/>
              </a:defRPr>
            </a:lvl3pPr>
            <a:lvl4pPr algn="l">
              <a:defRPr sz="2100" b="0">
                <a:solidFill>
                  <a:srgbClr val="182B33"/>
                </a:solidFill>
                <a:latin typeface="Yu Gothic"/>
                <a:ea typeface="Yu Gothic"/>
                <a:cs typeface="Yu Gothic"/>
              </a:defRPr>
            </a:lvl4pPr>
            <a:lvl5pPr algn="l">
              <a:defRPr sz="2100" b="0">
                <a:solidFill>
                  <a:srgbClr val="182B33"/>
                </a:solidFill>
                <a:latin typeface="Yu Gothic"/>
                <a:ea typeface="Yu Gothic"/>
                <a:cs typeface="Yu Gothic"/>
              </a:defRPr>
            </a:lvl5pPr>
            <a:lvl6pPr algn="l">
              <a:defRPr sz="2100" b="0">
                <a:solidFill>
                  <a:srgbClr val="182B33"/>
                </a:solidFill>
                <a:latin typeface="Yu Gothic"/>
                <a:ea typeface="Yu Gothic"/>
                <a:cs typeface="Yu Gothic"/>
              </a:defRPr>
            </a:lvl6pPr>
            <a:lvl7pPr algn="l">
              <a:defRPr sz="2100" b="0">
                <a:solidFill>
                  <a:srgbClr val="182B33"/>
                </a:solidFill>
                <a:latin typeface="Yu Gothic"/>
                <a:ea typeface="Yu Gothic"/>
                <a:cs typeface="Yu Gothic"/>
              </a:defRPr>
            </a:lvl7pPr>
            <a:lvl8pPr algn="l">
              <a:defRPr sz="2100" b="0">
                <a:solidFill>
                  <a:srgbClr val="182B33"/>
                </a:solidFill>
                <a:latin typeface="Yu Gothic"/>
                <a:ea typeface="Yu Gothic"/>
                <a:cs typeface="Yu Gothic"/>
              </a:defRPr>
            </a:lvl8pPr>
            <a:lvl9pPr algn="l">
              <a:defRPr sz="2100" b="0">
                <a:solidFill>
                  <a:srgbClr val="182B33"/>
                </a:solidFill>
                <a:latin typeface="Yu Gothic"/>
                <a:ea typeface="Yu Gothic"/>
                <a:cs typeface="Yu Gothic"/>
              </a:defRPr>
            </a:lvl9pPr>
          </a:lstStyle>
          <a:p xmlns:a="http://schemas.openxmlformats.org/drawingml/2006/main">
            <a:pPr algn="l">
              <a:defRPr sz="2100" b="0">
                <a:solidFill>
                  <a:srgbClr val="182B33"/>
                </a:solidFill>
                <a:latin typeface="Yu Gothic"/>
                <a:ea typeface="Yu Gothic"/>
                <a:cs typeface="Yu Gothic"/>
              </a:defRPr>
            </a:pPr>
            <a:r>
              <a:rPr sz="2100" b="0">
                <a:solidFill>
                  <a:srgbClr val="182B33"/>
                </a:solidFill>
                <a:latin typeface="Yu Gothic"/>
                <a:ea typeface="Yu Gothic"/>
                <a:cs typeface="Yu Gothic"/>
              </a:rPr>
              <a:t>目盛上へθを重ねる</a:t>
            </a:r>
          </a:p>
        </p:txBody>
      </p:sp>
      <p:sp>
        <p:nvSpPr>
          <p:cNvPr id="20" name="">
            <a:extLst xmlns:a="http://schemas.openxmlformats.org/drawingml/2006/main">
              <a:ext uri="{FF2B5EF4-FFF2-40B4-BE49-F238E27FC236}">
                <a16:creationId xmlns:a16="http://schemas.microsoft.com/office/drawing/2014/main" id="{180ACFB3-4E4F-4196-A8E0-6F0D1941CD09}"/>
              </a:ext>
            </a:extLst>
          </p:cNvPr>
          <p:cNvSpPr>
            <a:spLocks xmlns:a="http://schemas.openxmlformats.org/drawingml/2006/main" noGrp="1"/>
          </p:cNvSpPr>
          <p:nvPr/>
        </p:nvSpPr>
        <p:spPr>
          <a:xfrm xmlns:a="http://schemas.openxmlformats.org/drawingml/2006/main">
            <a:off x="6515100" y="3676650"/>
            <a:ext cx="228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275" b="1">
                <a:solidFill>
                  <a:srgbClr val="166B68"/>
                </a:solidFill>
                <a:latin typeface="Yu Gothic"/>
                <a:ea typeface="Yu Gothic"/>
                <a:cs typeface="Yu Gothic"/>
              </a:defRPr>
            </a:defPPr>
            <a:lvl1pPr algn="ctr">
              <a:defRPr sz="1275" b="1">
                <a:solidFill>
                  <a:srgbClr val="166B68"/>
                </a:solidFill>
                <a:latin typeface="Yu Gothic"/>
                <a:ea typeface="Yu Gothic"/>
                <a:cs typeface="Yu Gothic"/>
              </a:defRPr>
            </a:lvl1pPr>
            <a:lvl2pPr algn="ctr">
              <a:defRPr sz="1275" b="1">
                <a:solidFill>
                  <a:srgbClr val="166B68"/>
                </a:solidFill>
                <a:latin typeface="Yu Gothic"/>
                <a:ea typeface="Yu Gothic"/>
                <a:cs typeface="Yu Gothic"/>
              </a:defRPr>
            </a:lvl2pPr>
            <a:lvl3pPr algn="ctr">
              <a:defRPr sz="1275" b="1">
                <a:solidFill>
                  <a:srgbClr val="166B68"/>
                </a:solidFill>
                <a:latin typeface="Yu Gothic"/>
                <a:ea typeface="Yu Gothic"/>
                <a:cs typeface="Yu Gothic"/>
              </a:defRPr>
            </a:lvl3pPr>
            <a:lvl4pPr algn="ctr">
              <a:defRPr sz="1275" b="1">
                <a:solidFill>
                  <a:srgbClr val="166B68"/>
                </a:solidFill>
                <a:latin typeface="Yu Gothic"/>
                <a:ea typeface="Yu Gothic"/>
                <a:cs typeface="Yu Gothic"/>
              </a:defRPr>
            </a:lvl4pPr>
            <a:lvl5pPr algn="ctr">
              <a:defRPr sz="1275" b="1">
                <a:solidFill>
                  <a:srgbClr val="166B68"/>
                </a:solidFill>
                <a:latin typeface="Yu Gothic"/>
                <a:ea typeface="Yu Gothic"/>
                <a:cs typeface="Yu Gothic"/>
              </a:defRPr>
            </a:lvl5pPr>
            <a:lvl6pPr algn="ctr">
              <a:defRPr sz="1275" b="1">
                <a:solidFill>
                  <a:srgbClr val="166B68"/>
                </a:solidFill>
                <a:latin typeface="Yu Gothic"/>
                <a:ea typeface="Yu Gothic"/>
                <a:cs typeface="Yu Gothic"/>
              </a:defRPr>
            </a:lvl6pPr>
            <a:lvl7pPr algn="ctr">
              <a:defRPr sz="1275" b="1">
                <a:solidFill>
                  <a:srgbClr val="166B68"/>
                </a:solidFill>
                <a:latin typeface="Yu Gothic"/>
                <a:ea typeface="Yu Gothic"/>
                <a:cs typeface="Yu Gothic"/>
              </a:defRPr>
            </a:lvl7pPr>
            <a:lvl8pPr algn="ctr">
              <a:defRPr sz="1275" b="1">
                <a:solidFill>
                  <a:srgbClr val="166B68"/>
                </a:solidFill>
                <a:latin typeface="Yu Gothic"/>
                <a:ea typeface="Yu Gothic"/>
                <a:cs typeface="Yu Gothic"/>
              </a:defRPr>
            </a:lvl8pPr>
            <a:lvl9pPr algn="ctr">
              <a:defRPr sz="1275" b="1">
                <a:solidFill>
                  <a:srgbClr val="166B68"/>
                </a:solidFill>
                <a:latin typeface="Yu Gothic"/>
                <a:ea typeface="Yu Gothic"/>
                <a:cs typeface="Yu Gothic"/>
              </a:defRPr>
            </a:lvl9pPr>
          </a:lstStyle>
          <a:p xmlns:a="http://schemas.openxmlformats.org/drawingml/2006/main">
            <a:pPr algn="ctr">
              <a:defRPr sz="1275" b="1">
                <a:solidFill>
                  <a:srgbClr val="166B68"/>
                </a:solidFill>
                <a:latin typeface="Yu Gothic"/>
                <a:ea typeface="Yu Gothic"/>
                <a:cs typeface="Yu Gothic"/>
              </a:defRPr>
            </a:pPr>
            <a:r>
              <a:rPr sz="1275" b="1">
                <a:solidFill>
                  <a:srgbClr val="166B68"/>
                </a:solidFill>
                <a:latin typeface="Yu Gothic"/>
                <a:ea typeface="Yu Gothic"/>
                <a:cs typeface="Yu Gothic"/>
              </a:rPr>
              <a:t>●</a:t>
            </a:r>
          </a:p>
        </p:txBody>
      </p:sp>
      <p:sp>
        <p:nvSpPr>
          <p:cNvPr id="21" name="">
            <a:extLst xmlns:a="http://schemas.openxmlformats.org/drawingml/2006/main">
              <a:ext uri="{FF2B5EF4-FFF2-40B4-BE49-F238E27FC236}">
                <a16:creationId xmlns:a16="http://schemas.microsoft.com/office/drawing/2014/main" id="{A0329CCF-1795-49A3-8817-956C6C5B7E29}"/>
              </a:ext>
            </a:extLst>
          </p:cNvPr>
          <p:cNvSpPr>
            <a:spLocks xmlns:a="http://schemas.openxmlformats.org/drawingml/2006/main" noGrp="1"/>
          </p:cNvSpPr>
          <p:nvPr/>
        </p:nvSpPr>
        <p:spPr>
          <a:xfrm xmlns:a="http://schemas.openxmlformats.org/drawingml/2006/main">
            <a:off x="6838950" y="3676650"/>
            <a:ext cx="453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00" b="0">
                <a:solidFill>
                  <a:srgbClr val="182B33"/>
                </a:solidFill>
                <a:latin typeface="Yu Gothic"/>
                <a:ea typeface="Yu Gothic"/>
                <a:cs typeface="Yu Gothic"/>
              </a:defRPr>
            </a:defPPr>
            <a:lvl1pPr algn="l">
              <a:defRPr sz="2100" b="0">
                <a:solidFill>
                  <a:srgbClr val="182B33"/>
                </a:solidFill>
                <a:latin typeface="Yu Gothic"/>
                <a:ea typeface="Yu Gothic"/>
                <a:cs typeface="Yu Gothic"/>
              </a:defRPr>
            </a:lvl1pPr>
            <a:lvl2pPr algn="l">
              <a:defRPr sz="2100" b="0">
                <a:solidFill>
                  <a:srgbClr val="182B33"/>
                </a:solidFill>
                <a:latin typeface="Yu Gothic"/>
                <a:ea typeface="Yu Gothic"/>
                <a:cs typeface="Yu Gothic"/>
              </a:defRPr>
            </a:lvl2pPr>
            <a:lvl3pPr algn="l">
              <a:defRPr sz="2100" b="0">
                <a:solidFill>
                  <a:srgbClr val="182B33"/>
                </a:solidFill>
                <a:latin typeface="Yu Gothic"/>
                <a:ea typeface="Yu Gothic"/>
                <a:cs typeface="Yu Gothic"/>
              </a:defRPr>
            </a:lvl3pPr>
            <a:lvl4pPr algn="l">
              <a:defRPr sz="2100" b="0">
                <a:solidFill>
                  <a:srgbClr val="182B33"/>
                </a:solidFill>
                <a:latin typeface="Yu Gothic"/>
                <a:ea typeface="Yu Gothic"/>
                <a:cs typeface="Yu Gothic"/>
              </a:defRPr>
            </a:lvl4pPr>
            <a:lvl5pPr algn="l">
              <a:defRPr sz="2100" b="0">
                <a:solidFill>
                  <a:srgbClr val="182B33"/>
                </a:solidFill>
                <a:latin typeface="Yu Gothic"/>
                <a:ea typeface="Yu Gothic"/>
                <a:cs typeface="Yu Gothic"/>
              </a:defRPr>
            </a:lvl5pPr>
            <a:lvl6pPr algn="l">
              <a:defRPr sz="2100" b="0">
                <a:solidFill>
                  <a:srgbClr val="182B33"/>
                </a:solidFill>
                <a:latin typeface="Yu Gothic"/>
                <a:ea typeface="Yu Gothic"/>
                <a:cs typeface="Yu Gothic"/>
              </a:defRPr>
            </a:lvl6pPr>
            <a:lvl7pPr algn="l">
              <a:defRPr sz="2100" b="0">
                <a:solidFill>
                  <a:srgbClr val="182B33"/>
                </a:solidFill>
                <a:latin typeface="Yu Gothic"/>
                <a:ea typeface="Yu Gothic"/>
                <a:cs typeface="Yu Gothic"/>
              </a:defRPr>
            </a:lvl7pPr>
            <a:lvl8pPr algn="l">
              <a:defRPr sz="2100" b="0">
                <a:solidFill>
                  <a:srgbClr val="182B33"/>
                </a:solidFill>
                <a:latin typeface="Yu Gothic"/>
                <a:ea typeface="Yu Gothic"/>
                <a:cs typeface="Yu Gothic"/>
              </a:defRPr>
            </a:lvl8pPr>
            <a:lvl9pPr algn="l">
              <a:defRPr sz="2100" b="0">
                <a:solidFill>
                  <a:srgbClr val="182B33"/>
                </a:solidFill>
                <a:latin typeface="Yu Gothic"/>
                <a:ea typeface="Yu Gothic"/>
                <a:cs typeface="Yu Gothic"/>
              </a:defRPr>
            </a:lvl9pPr>
          </a:lstStyle>
          <a:p xmlns:a="http://schemas.openxmlformats.org/drawingml/2006/main">
            <a:pPr algn="l">
              <a:defRPr sz="2100" b="0">
                <a:solidFill>
                  <a:srgbClr val="182B33"/>
                </a:solidFill>
                <a:latin typeface="Yu Gothic"/>
                <a:ea typeface="Yu Gothic"/>
                <a:cs typeface="Yu Gothic"/>
              </a:defRPr>
            </a:pPr>
            <a:r>
              <a:rPr sz="2100" b="0">
                <a:solidFill>
                  <a:srgbClr val="182B33"/>
                </a:solidFill>
                <a:latin typeface="Yu Gothic"/>
                <a:ea typeface="Yu Gothic"/>
                <a:cs typeface="Yu Gothic"/>
              </a:rPr>
              <a:t>読定差を反復数で割る</a:t>
            </a:r>
          </a:p>
        </p:txBody>
      </p:sp>
      <p:sp>
        <p:nvSpPr>
          <p:cNvPr id="22" name="">
            <a:extLst xmlns:a="http://schemas.openxmlformats.org/drawingml/2006/main">
              <a:ext uri="{FF2B5EF4-FFF2-40B4-BE49-F238E27FC236}">
                <a16:creationId xmlns:a16="http://schemas.microsoft.com/office/drawing/2014/main" id="{E4F0EF81-BF71-42DC-A8BB-0A7F11E8356D}"/>
              </a:ext>
            </a:extLst>
          </p:cNvPr>
          <p:cNvSpPr>
            <a:spLocks xmlns:a="http://schemas.openxmlformats.org/drawingml/2006/main" noGrp="1"/>
          </p:cNvSpPr>
          <p:nvPr/>
        </p:nvSpPr>
        <p:spPr>
          <a:xfrm xmlns:a="http://schemas.openxmlformats.org/drawingml/2006/main">
            <a:off x="781050" y="5143500"/>
            <a:ext cx="228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200" b="1">
                <a:solidFill>
                  <a:srgbClr val="166B68"/>
                </a:solidFill>
                <a:latin typeface="Yu Gothic"/>
                <a:ea typeface="Yu Gothic"/>
                <a:cs typeface="Yu Gothic"/>
              </a:defRPr>
            </a:defPPr>
            <a:lvl1pPr algn="ctr">
              <a:defRPr sz="1200" b="1">
                <a:solidFill>
                  <a:srgbClr val="166B68"/>
                </a:solidFill>
                <a:latin typeface="Yu Gothic"/>
                <a:ea typeface="Yu Gothic"/>
                <a:cs typeface="Yu Gothic"/>
              </a:defRPr>
            </a:lvl1pPr>
            <a:lvl2pPr algn="ctr">
              <a:defRPr sz="1200" b="1">
                <a:solidFill>
                  <a:srgbClr val="166B68"/>
                </a:solidFill>
                <a:latin typeface="Yu Gothic"/>
                <a:ea typeface="Yu Gothic"/>
                <a:cs typeface="Yu Gothic"/>
              </a:defRPr>
            </a:lvl2pPr>
            <a:lvl3pPr algn="ctr">
              <a:defRPr sz="1200" b="1">
                <a:solidFill>
                  <a:srgbClr val="166B68"/>
                </a:solidFill>
                <a:latin typeface="Yu Gothic"/>
                <a:ea typeface="Yu Gothic"/>
                <a:cs typeface="Yu Gothic"/>
              </a:defRPr>
            </a:lvl3pPr>
            <a:lvl4pPr algn="ctr">
              <a:defRPr sz="1200" b="1">
                <a:solidFill>
                  <a:srgbClr val="166B68"/>
                </a:solidFill>
                <a:latin typeface="Yu Gothic"/>
                <a:ea typeface="Yu Gothic"/>
                <a:cs typeface="Yu Gothic"/>
              </a:defRPr>
            </a:lvl4pPr>
            <a:lvl5pPr algn="ctr">
              <a:defRPr sz="1200" b="1">
                <a:solidFill>
                  <a:srgbClr val="166B68"/>
                </a:solidFill>
                <a:latin typeface="Yu Gothic"/>
                <a:ea typeface="Yu Gothic"/>
                <a:cs typeface="Yu Gothic"/>
              </a:defRPr>
            </a:lvl5pPr>
            <a:lvl6pPr algn="ctr">
              <a:defRPr sz="1200" b="1">
                <a:solidFill>
                  <a:srgbClr val="166B68"/>
                </a:solidFill>
                <a:latin typeface="Yu Gothic"/>
                <a:ea typeface="Yu Gothic"/>
                <a:cs typeface="Yu Gothic"/>
              </a:defRPr>
            </a:lvl6pPr>
            <a:lvl7pPr algn="ctr">
              <a:defRPr sz="1200" b="1">
                <a:solidFill>
                  <a:srgbClr val="166B68"/>
                </a:solidFill>
                <a:latin typeface="Yu Gothic"/>
                <a:ea typeface="Yu Gothic"/>
                <a:cs typeface="Yu Gothic"/>
              </a:defRPr>
            </a:lvl7pPr>
            <a:lvl8pPr algn="ctr">
              <a:defRPr sz="1200" b="1">
                <a:solidFill>
                  <a:srgbClr val="166B68"/>
                </a:solidFill>
                <a:latin typeface="Yu Gothic"/>
                <a:ea typeface="Yu Gothic"/>
                <a:cs typeface="Yu Gothic"/>
              </a:defRPr>
            </a:lvl8pPr>
            <a:lvl9pPr algn="ctr">
              <a:defRPr sz="1200" b="1">
                <a:solidFill>
                  <a:srgbClr val="166B68"/>
                </a:solidFill>
                <a:latin typeface="Yu Gothic"/>
                <a:ea typeface="Yu Gothic"/>
                <a:cs typeface="Yu Gothic"/>
              </a:defRPr>
            </a:lvl9pPr>
          </a:lstStyle>
          <a:p xmlns:a="http://schemas.openxmlformats.org/drawingml/2006/main">
            <a:pPr algn="ctr">
              <a:defRPr sz="1200" b="1">
                <a:solidFill>
                  <a:srgbClr val="166B68"/>
                </a:solidFill>
                <a:latin typeface="Yu Gothic"/>
                <a:ea typeface="Yu Gothic"/>
                <a:cs typeface="Yu Gothic"/>
              </a:defRPr>
            </a:pPr>
            <a:r>
              <a:rPr sz="1200" b="1">
                <a:solidFill>
                  <a:srgbClr val="166B68"/>
                </a:solidFill>
                <a:latin typeface="Yu Gothic"/>
                <a:ea typeface="Yu Gothic"/>
                <a:cs typeface="Yu Gothic"/>
              </a:rPr>
              <a:t>●</a:t>
            </a:r>
          </a:p>
        </p:txBody>
      </p:sp>
      <p:sp>
        <p:nvSpPr>
          <p:cNvPr id="23" name="">
            <a:extLst xmlns:a="http://schemas.openxmlformats.org/drawingml/2006/main">
              <a:ext uri="{FF2B5EF4-FFF2-40B4-BE49-F238E27FC236}">
                <a16:creationId xmlns:a16="http://schemas.microsoft.com/office/drawing/2014/main" id="{E8BE0FBD-7C0A-4FEE-B1BC-FF2D19CE7DBE}"/>
              </a:ext>
            </a:extLst>
          </p:cNvPr>
          <p:cNvSpPr>
            <a:spLocks xmlns:a="http://schemas.openxmlformats.org/drawingml/2006/main" noGrp="1"/>
          </p:cNvSpPr>
          <p:nvPr/>
        </p:nvSpPr>
        <p:spPr>
          <a:xfrm xmlns:a="http://schemas.openxmlformats.org/drawingml/2006/main">
            <a:off x="1104900" y="5143500"/>
            <a:ext cx="99631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025" b="0">
                <a:solidFill>
                  <a:srgbClr val="182B33"/>
                </a:solidFill>
                <a:latin typeface="Yu Gothic"/>
                <a:ea typeface="Yu Gothic"/>
                <a:cs typeface="Yu Gothic"/>
              </a:defRPr>
            </a:defPPr>
            <a:lvl1pPr algn="l">
              <a:defRPr sz="2025" b="0">
                <a:solidFill>
                  <a:srgbClr val="182B33"/>
                </a:solidFill>
                <a:latin typeface="Yu Gothic"/>
                <a:ea typeface="Yu Gothic"/>
                <a:cs typeface="Yu Gothic"/>
              </a:defRPr>
            </a:lvl1pPr>
            <a:lvl2pPr algn="l">
              <a:defRPr sz="2025" b="0">
                <a:solidFill>
                  <a:srgbClr val="182B33"/>
                </a:solidFill>
                <a:latin typeface="Yu Gothic"/>
                <a:ea typeface="Yu Gothic"/>
                <a:cs typeface="Yu Gothic"/>
              </a:defRPr>
            </a:lvl2pPr>
            <a:lvl3pPr algn="l">
              <a:defRPr sz="2025" b="0">
                <a:solidFill>
                  <a:srgbClr val="182B33"/>
                </a:solidFill>
                <a:latin typeface="Yu Gothic"/>
                <a:ea typeface="Yu Gothic"/>
                <a:cs typeface="Yu Gothic"/>
              </a:defRPr>
            </a:lvl3pPr>
            <a:lvl4pPr algn="l">
              <a:defRPr sz="2025" b="0">
                <a:solidFill>
                  <a:srgbClr val="182B33"/>
                </a:solidFill>
                <a:latin typeface="Yu Gothic"/>
                <a:ea typeface="Yu Gothic"/>
                <a:cs typeface="Yu Gothic"/>
              </a:defRPr>
            </a:lvl4pPr>
            <a:lvl5pPr algn="l">
              <a:defRPr sz="2025" b="0">
                <a:solidFill>
                  <a:srgbClr val="182B33"/>
                </a:solidFill>
                <a:latin typeface="Yu Gothic"/>
                <a:ea typeface="Yu Gothic"/>
                <a:cs typeface="Yu Gothic"/>
              </a:defRPr>
            </a:lvl5pPr>
            <a:lvl6pPr algn="l">
              <a:defRPr sz="2025" b="0">
                <a:solidFill>
                  <a:srgbClr val="182B33"/>
                </a:solidFill>
                <a:latin typeface="Yu Gothic"/>
                <a:ea typeface="Yu Gothic"/>
                <a:cs typeface="Yu Gothic"/>
              </a:defRPr>
            </a:lvl6pPr>
            <a:lvl7pPr algn="l">
              <a:defRPr sz="2025" b="0">
                <a:solidFill>
                  <a:srgbClr val="182B33"/>
                </a:solidFill>
                <a:latin typeface="Yu Gothic"/>
                <a:ea typeface="Yu Gothic"/>
                <a:cs typeface="Yu Gothic"/>
              </a:defRPr>
            </a:lvl7pPr>
            <a:lvl8pPr algn="l">
              <a:defRPr sz="2025" b="0">
                <a:solidFill>
                  <a:srgbClr val="182B33"/>
                </a:solidFill>
                <a:latin typeface="Yu Gothic"/>
                <a:ea typeface="Yu Gothic"/>
                <a:cs typeface="Yu Gothic"/>
              </a:defRPr>
            </a:lvl8pPr>
            <a:lvl9pPr algn="l">
              <a:defRPr sz="2025" b="0">
                <a:solidFill>
                  <a:srgbClr val="182B33"/>
                </a:solidFill>
                <a:latin typeface="Yu Gothic"/>
                <a:ea typeface="Yu Gothic"/>
                <a:cs typeface="Yu Gothic"/>
              </a:defRPr>
            </a:lvl9pPr>
          </a:lstStyle>
          <a:p xmlns:a="http://schemas.openxmlformats.org/drawingml/2006/main">
            <a:pPr algn="l">
              <a:defRPr sz="2025" b="0">
                <a:solidFill>
                  <a:srgbClr val="182B33"/>
                </a:solidFill>
                <a:latin typeface="Yu Gothic"/>
                <a:ea typeface="Yu Gothic"/>
                <a:cs typeface="Yu Gothic"/>
              </a:defRPr>
            </a:pPr>
            <a:r>
              <a:rPr sz="2025" b="0">
                <a:solidFill>
                  <a:srgbClr val="182B33"/>
                </a:solidFill>
                <a:latin typeface="Yu Gothic"/>
                <a:ea typeface="Yu Gothic"/>
                <a:cs typeface="Yu Gothic"/>
              </a:rPr>
              <a:t>倍角法の計算は宿題。読定差120°を3回の反復で得たら？</a:t>
            </a:r>
          </a:p>
        </p:txBody>
      </p:sp>
    </p:spTree>
    <p:extLst>
      <p:ext uri="{BB962C8B-B14F-4D97-AF65-F5344CB8AC3E}">
        <p14:creationId xmlns:p14="http://schemas.microsoft.com/office/powerpoint/2010/main" val="1449435141"/>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593C9D00-60C9-450A-B84C-F6D8F20D19E2}"/>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630D80D1-0F7D-44C7-A91E-2E45CECA3994}"/>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角の基準</a:t>
            </a:r>
          </a:p>
        </p:txBody>
      </p:sp>
      <p:sp>
        <p:nvSpPr>
          <p:cNvPr id="3" name="">
            <a:extLst xmlns:a="http://schemas.openxmlformats.org/drawingml/2006/main">
              <a:ext uri="{FF2B5EF4-FFF2-40B4-BE49-F238E27FC236}">
                <a16:creationId xmlns:a16="http://schemas.microsoft.com/office/drawing/2014/main" id="{7F9B1C0A-96E0-4F27-8230-BBF052CAB2C9}"/>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北には三つの基準がある</a:t>
            </a:r>
          </a:p>
        </p:txBody>
      </p:sp>
      <p:sp>
        <p:nvSpPr>
          <p:cNvPr id="4" name="">
            <a:extLst xmlns:a="http://schemas.openxmlformats.org/drawingml/2006/main">
              <a:ext uri="{FF2B5EF4-FFF2-40B4-BE49-F238E27FC236}">
                <a16:creationId xmlns:a16="http://schemas.microsoft.com/office/drawing/2014/main" id="{157E162A-64D6-408B-A0D2-3DC1D8955393}"/>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1FE9A262-A721-4949-BC16-2C74A65CAD40}"/>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35</a:t>
            </a:r>
          </a:p>
        </p:txBody>
      </p:sp>
      <p:sp>
        <p:nvSpPr>
          <p:cNvPr id="6" name="">
            <a:extLst xmlns:a="http://schemas.openxmlformats.org/drawingml/2006/main">
              <a:ext uri="{FF2B5EF4-FFF2-40B4-BE49-F238E27FC236}">
                <a16:creationId xmlns:a16="http://schemas.microsoft.com/office/drawing/2014/main" id="{6686ABFC-700C-40A6-AD95-7897DDF2CC8E}"/>
              </a:ext>
            </a:extLst>
          </p:cNvPr>
          <p:cNvSpPr>
            <a:spLocks xmlns:a="http://schemas.openxmlformats.org/drawingml/2006/main" noGrp="1"/>
          </p:cNvSpPr>
          <p:nvPr/>
        </p:nvSpPr>
        <p:spPr>
          <a:xfrm xmlns:a="http://schemas.openxmlformats.org/drawingml/2006/main">
            <a:off x="723900" y="1562100"/>
            <a:ext cx="5286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325" b="1">
                <a:solidFill>
                  <a:srgbClr val="52616A"/>
                </a:solidFill>
                <a:latin typeface="Yu Gothic"/>
                <a:ea typeface="Yu Gothic"/>
                <a:cs typeface="Yu Gothic"/>
              </a:defRPr>
            </a:defPPr>
            <a:lvl1pPr algn="l">
              <a:defRPr sz="2325" b="1">
                <a:solidFill>
                  <a:srgbClr val="52616A"/>
                </a:solidFill>
                <a:latin typeface="Yu Gothic"/>
                <a:ea typeface="Yu Gothic"/>
                <a:cs typeface="Yu Gothic"/>
              </a:defRPr>
            </a:lvl1pPr>
            <a:lvl2pPr algn="l">
              <a:defRPr sz="2325" b="1">
                <a:solidFill>
                  <a:srgbClr val="52616A"/>
                </a:solidFill>
                <a:latin typeface="Yu Gothic"/>
                <a:ea typeface="Yu Gothic"/>
                <a:cs typeface="Yu Gothic"/>
              </a:defRPr>
            </a:lvl2pPr>
            <a:lvl3pPr algn="l">
              <a:defRPr sz="2325" b="1">
                <a:solidFill>
                  <a:srgbClr val="52616A"/>
                </a:solidFill>
                <a:latin typeface="Yu Gothic"/>
                <a:ea typeface="Yu Gothic"/>
                <a:cs typeface="Yu Gothic"/>
              </a:defRPr>
            </a:lvl3pPr>
            <a:lvl4pPr algn="l">
              <a:defRPr sz="2325" b="1">
                <a:solidFill>
                  <a:srgbClr val="52616A"/>
                </a:solidFill>
                <a:latin typeface="Yu Gothic"/>
                <a:ea typeface="Yu Gothic"/>
                <a:cs typeface="Yu Gothic"/>
              </a:defRPr>
            </a:lvl4pPr>
            <a:lvl5pPr algn="l">
              <a:defRPr sz="2325" b="1">
                <a:solidFill>
                  <a:srgbClr val="52616A"/>
                </a:solidFill>
                <a:latin typeface="Yu Gothic"/>
                <a:ea typeface="Yu Gothic"/>
                <a:cs typeface="Yu Gothic"/>
              </a:defRPr>
            </a:lvl5pPr>
            <a:lvl6pPr algn="l">
              <a:defRPr sz="2325" b="1">
                <a:solidFill>
                  <a:srgbClr val="52616A"/>
                </a:solidFill>
                <a:latin typeface="Yu Gothic"/>
                <a:ea typeface="Yu Gothic"/>
                <a:cs typeface="Yu Gothic"/>
              </a:defRPr>
            </a:lvl6pPr>
            <a:lvl7pPr algn="l">
              <a:defRPr sz="2325" b="1">
                <a:solidFill>
                  <a:srgbClr val="52616A"/>
                </a:solidFill>
                <a:latin typeface="Yu Gothic"/>
                <a:ea typeface="Yu Gothic"/>
                <a:cs typeface="Yu Gothic"/>
              </a:defRPr>
            </a:lvl7pPr>
            <a:lvl8pPr algn="l">
              <a:defRPr sz="2325" b="1">
                <a:solidFill>
                  <a:srgbClr val="52616A"/>
                </a:solidFill>
                <a:latin typeface="Yu Gothic"/>
                <a:ea typeface="Yu Gothic"/>
                <a:cs typeface="Yu Gothic"/>
              </a:defRPr>
            </a:lvl8pPr>
            <a:lvl9pPr algn="l">
              <a:defRPr sz="2325" b="1">
                <a:solidFill>
                  <a:srgbClr val="52616A"/>
                </a:solidFill>
                <a:latin typeface="Yu Gothic"/>
                <a:ea typeface="Yu Gothic"/>
                <a:cs typeface="Yu Gothic"/>
              </a:defRPr>
            </a:lvl9pPr>
          </a:lstStyle>
          <a:p xmlns:a="http://schemas.openxmlformats.org/drawingml/2006/main">
            <a:pPr algn="l">
              <a:defRPr sz="2325" b="1">
                <a:solidFill>
                  <a:srgbClr val="52616A"/>
                </a:solidFill>
                <a:latin typeface="Yu Gothic"/>
                <a:ea typeface="Yu Gothic"/>
                <a:cs typeface="Yu Gothic"/>
              </a:defRPr>
            </a:pPr>
            <a:r>
              <a:rPr sz="2325" b="1">
                <a:solidFill>
                  <a:srgbClr val="52616A"/>
                </a:solidFill>
                <a:latin typeface="Yu Gothic"/>
                <a:ea typeface="Yu Gothic"/>
                <a:cs typeface="Yu Gothic"/>
              </a:rPr>
              <a:t>真北・座標北・磁北は一致するとは限らない</a:t>
            </a:r>
          </a:p>
        </p:txBody>
      </p:sp>
      <p:sp>
        <p:nvSpPr>
          <p:cNvPr id="7" name="">
            <a:extLst xmlns:a="http://schemas.openxmlformats.org/drawingml/2006/main">
              <a:ext uri="{FF2B5EF4-FFF2-40B4-BE49-F238E27FC236}">
                <a16:creationId xmlns:a16="http://schemas.microsoft.com/office/drawing/2014/main" id="{AE856D73-3D12-4D44-ABDA-21527167C332}"/>
              </a:ext>
            </a:extLst>
          </p:cNvPr>
          <p:cNvSpPr>
            <a:spLocks xmlns:a="http://schemas.openxmlformats.org/drawingml/2006/main" noGrp="1"/>
          </p:cNvSpPr>
          <p:nvPr/>
        </p:nvSpPr>
        <p:spPr>
          <a:xfrm xmlns:a="http://schemas.openxmlformats.org/drawingml/2006/main">
            <a:off x="723900" y="2428875"/>
            <a:ext cx="228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425" b="1">
                <a:solidFill>
                  <a:srgbClr val="166B68"/>
                </a:solidFill>
                <a:latin typeface="Yu Gothic"/>
                <a:ea typeface="Yu Gothic"/>
                <a:cs typeface="Yu Gothic"/>
              </a:defRPr>
            </a:defPPr>
            <a:lvl1pPr algn="ctr">
              <a:defRPr sz="1425" b="1">
                <a:solidFill>
                  <a:srgbClr val="166B68"/>
                </a:solidFill>
                <a:latin typeface="Yu Gothic"/>
                <a:ea typeface="Yu Gothic"/>
                <a:cs typeface="Yu Gothic"/>
              </a:defRPr>
            </a:lvl1pPr>
            <a:lvl2pPr algn="ctr">
              <a:defRPr sz="1425" b="1">
                <a:solidFill>
                  <a:srgbClr val="166B68"/>
                </a:solidFill>
                <a:latin typeface="Yu Gothic"/>
                <a:ea typeface="Yu Gothic"/>
                <a:cs typeface="Yu Gothic"/>
              </a:defRPr>
            </a:lvl2pPr>
            <a:lvl3pPr algn="ctr">
              <a:defRPr sz="1425" b="1">
                <a:solidFill>
                  <a:srgbClr val="166B68"/>
                </a:solidFill>
                <a:latin typeface="Yu Gothic"/>
                <a:ea typeface="Yu Gothic"/>
                <a:cs typeface="Yu Gothic"/>
              </a:defRPr>
            </a:lvl3pPr>
            <a:lvl4pPr algn="ctr">
              <a:defRPr sz="1425" b="1">
                <a:solidFill>
                  <a:srgbClr val="166B68"/>
                </a:solidFill>
                <a:latin typeface="Yu Gothic"/>
                <a:ea typeface="Yu Gothic"/>
                <a:cs typeface="Yu Gothic"/>
              </a:defRPr>
            </a:lvl4pPr>
            <a:lvl5pPr algn="ctr">
              <a:defRPr sz="1425" b="1">
                <a:solidFill>
                  <a:srgbClr val="166B68"/>
                </a:solidFill>
                <a:latin typeface="Yu Gothic"/>
                <a:ea typeface="Yu Gothic"/>
                <a:cs typeface="Yu Gothic"/>
              </a:defRPr>
            </a:lvl5pPr>
            <a:lvl6pPr algn="ctr">
              <a:defRPr sz="1425" b="1">
                <a:solidFill>
                  <a:srgbClr val="166B68"/>
                </a:solidFill>
                <a:latin typeface="Yu Gothic"/>
                <a:ea typeface="Yu Gothic"/>
                <a:cs typeface="Yu Gothic"/>
              </a:defRPr>
            </a:lvl6pPr>
            <a:lvl7pPr algn="ctr">
              <a:defRPr sz="1425" b="1">
                <a:solidFill>
                  <a:srgbClr val="166B68"/>
                </a:solidFill>
                <a:latin typeface="Yu Gothic"/>
                <a:ea typeface="Yu Gothic"/>
                <a:cs typeface="Yu Gothic"/>
              </a:defRPr>
            </a:lvl7pPr>
            <a:lvl8pPr algn="ctr">
              <a:defRPr sz="1425" b="1">
                <a:solidFill>
                  <a:srgbClr val="166B68"/>
                </a:solidFill>
                <a:latin typeface="Yu Gothic"/>
                <a:ea typeface="Yu Gothic"/>
                <a:cs typeface="Yu Gothic"/>
              </a:defRPr>
            </a:lvl8pPr>
            <a:lvl9pPr algn="ctr">
              <a:defRPr sz="1425" b="1">
                <a:solidFill>
                  <a:srgbClr val="166B68"/>
                </a:solidFill>
                <a:latin typeface="Yu Gothic"/>
                <a:ea typeface="Yu Gothic"/>
                <a:cs typeface="Yu Gothic"/>
              </a:defRPr>
            </a:lvl9pPr>
          </a:lstStyle>
          <a:p xmlns:a="http://schemas.openxmlformats.org/drawingml/2006/main">
            <a:pPr algn="ctr">
              <a:defRPr sz="1425" b="1">
                <a:solidFill>
                  <a:srgbClr val="166B68"/>
                </a:solidFill>
                <a:latin typeface="Yu Gothic"/>
                <a:ea typeface="Yu Gothic"/>
                <a:cs typeface="Yu Gothic"/>
              </a:defRPr>
            </a:pPr>
            <a:r>
              <a:rPr sz="1425" b="1">
                <a:solidFill>
                  <a:srgbClr val="166B68"/>
                </a:solidFill>
                <a:latin typeface="Yu Gothic"/>
                <a:ea typeface="Yu Gothic"/>
                <a:cs typeface="Yu Gothic"/>
              </a:rPr>
              <a:t>●</a:t>
            </a:r>
          </a:p>
        </p:txBody>
      </p:sp>
      <p:sp>
        <p:nvSpPr>
          <p:cNvPr id="8" name="">
            <a:extLst xmlns:a="http://schemas.openxmlformats.org/drawingml/2006/main">
              <a:ext uri="{FF2B5EF4-FFF2-40B4-BE49-F238E27FC236}">
                <a16:creationId xmlns:a16="http://schemas.microsoft.com/office/drawing/2014/main" id="{3A98D5C7-0455-4AC0-9F61-AE6D5E2A607B}"/>
              </a:ext>
            </a:extLst>
          </p:cNvPr>
          <p:cNvSpPr>
            <a:spLocks xmlns:a="http://schemas.openxmlformats.org/drawingml/2006/main" noGrp="1"/>
          </p:cNvSpPr>
          <p:nvPr/>
        </p:nvSpPr>
        <p:spPr>
          <a:xfrm xmlns:a="http://schemas.openxmlformats.org/drawingml/2006/main">
            <a:off x="1047750" y="242887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真北：地理的な北</a:t>
            </a:r>
          </a:p>
        </p:txBody>
      </p:sp>
      <p:sp>
        <p:nvSpPr>
          <p:cNvPr id="9" name="">
            <a:extLst xmlns:a="http://schemas.openxmlformats.org/drawingml/2006/main">
              <a:ext uri="{FF2B5EF4-FFF2-40B4-BE49-F238E27FC236}">
                <a16:creationId xmlns:a16="http://schemas.microsoft.com/office/drawing/2014/main" id="{711EA4AB-12EC-433F-82CA-9606F717A7D8}"/>
              </a:ext>
            </a:extLst>
          </p:cNvPr>
          <p:cNvSpPr>
            <a:spLocks xmlns:a="http://schemas.openxmlformats.org/drawingml/2006/main" noGrp="1"/>
          </p:cNvSpPr>
          <p:nvPr/>
        </p:nvSpPr>
        <p:spPr>
          <a:xfrm xmlns:a="http://schemas.openxmlformats.org/drawingml/2006/main">
            <a:off x="723900" y="3019425"/>
            <a:ext cx="228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425" b="1">
                <a:solidFill>
                  <a:srgbClr val="166B68"/>
                </a:solidFill>
                <a:latin typeface="Yu Gothic"/>
                <a:ea typeface="Yu Gothic"/>
                <a:cs typeface="Yu Gothic"/>
              </a:defRPr>
            </a:defPPr>
            <a:lvl1pPr algn="ctr">
              <a:defRPr sz="1425" b="1">
                <a:solidFill>
                  <a:srgbClr val="166B68"/>
                </a:solidFill>
                <a:latin typeface="Yu Gothic"/>
                <a:ea typeface="Yu Gothic"/>
                <a:cs typeface="Yu Gothic"/>
              </a:defRPr>
            </a:lvl1pPr>
            <a:lvl2pPr algn="ctr">
              <a:defRPr sz="1425" b="1">
                <a:solidFill>
                  <a:srgbClr val="166B68"/>
                </a:solidFill>
                <a:latin typeface="Yu Gothic"/>
                <a:ea typeface="Yu Gothic"/>
                <a:cs typeface="Yu Gothic"/>
              </a:defRPr>
            </a:lvl2pPr>
            <a:lvl3pPr algn="ctr">
              <a:defRPr sz="1425" b="1">
                <a:solidFill>
                  <a:srgbClr val="166B68"/>
                </a:solidFill>
                <a:latin typeface="Yu Gothic"/>
                <a:ea typeface="Yu Gothic"/>
                <a:cs typeface="Yu Gothic"/>
              </a:defRPr>
            </a:lvl3pPr>
            <a:lvl4pPr algn="ctr">
              <a:defRPr sz="1425" b="1">
                <a:solidFill>
                  <a:srgbClr val="166B68"/>
                </a:solidFill>
                <a:latin typeface="Yu Gothic"/>
                <a:ea typeface="Yu Gothic"/>
                <a:cs typeface="Yu Gothic"/>
              </a:defRPr>
            </a:lvl4pPr>
            <a:lvl5pPr algn="ctr">
              <a:defRPr sz="1425" b="1">
                <a:solidFill>
                  <a:srgbClr val="166B68"/>
                </a:solidFill>
                <a:latin typeface="Yu Gothic"/>
                <a:ea typeface="Yu Gothic"/>
                <a:cs typeface="Yu Gothic"/>
              </a:defRPr>
            </a:lvl5pPr>
            <a:lvl6pPr algn="ctr">
              <a:defRPr sz="1425" b="1">
                <a:solidFill>
                  <a:srgbClr val="166B68"/>
                </a:solidFill>
                <a:latin typeface="Yu Gothic"/>
                <a:ea typeface="Yu Gothic"/>
                <a:cs typeface="Yu Gothic"/>
              </a:defRPr>
            </a:lvl6pPr>
            <a:lvl7pPr algn="ctr">
              <a:defRPr sz="1425" b="1">
                <a:solidFill>
                  <a:srgbClr val="166B68"/>
                </a:solidFill>
                <a:latin typeface="Yu Gothic"/>
                <a:ea typeface="Yu Gothic"/>
                <a:cs typeface="Yu Gothic"/>
              </a:defRPr>
            </a:lvl7pPr>
            <a:lvl8pPr algn="ctr">
              <a:defRPr sz="1425" b="1">
                <a:solidFill>
                  <a:srgbClr val="166B68"/>
                </a:solidFill>
                <a:latin typeface="Yu Gothic"/>
                <a:ea typeface="Yu Gothic"/>
                <a:cs typeface="Yu Gothic"/>
              </a:defRPr>
            </a:lvl8pPr>
            <a:lvl9pPr algn="ctr">
              <a:defRPr sz="1425" b="1">
                <a:solidFill>
                  <a:srgbClr val="166B68"/>
                </a:solidFill>
                <a:latin typeface="Yu Gothic"/>
                <a:ea typeface="Yu Gothic"/>
                <a:cs typeface="Yu Gothic"/>
              </a:defRPr>
            </a:lvl9pPr>
          </a:lstStyle>
          <a:p xmlns:a="http://schemas.openxmlformats.org/drawingml/2006/main">
            <a:pPr algn="ctr">
              <a:defRPr sz="1425" b="1">
                <a:solidFill>
                  <a:srgbClr val="166B68"/>
                </a:solidFill>
                <a:latin typeface="Yu Gothic"/>
                <a:ea typeface="Yu Gothic"/>
                <a:cs typeface="Yu Gothic"/>
              </a:defRPr>
            </a:pPr>
            <a:r>
              <a:rPr sz="1425" b="1">
                <a:solidFill>
                  <a:srgbClr val="166B68"/>
                </a:solidFill>
                <a:latin typeface="Yu Gothic"/>
                <a:ea typeface="Yu Gothic"/>
                <a:cs typeface="Yu Gothic"/>
              </a:rPr>
              <a:t>●</a:t>
            </a:r>
          </a:p>
        </p:txBody>
      </p:sp>
      <p:sp>
        <p:nvSpPr>
          <p:cNvPr id="10" name="">
            <a:extLst xmlns:a="http://schemas.openxmlformats.org/drawingml/2006/main">
              <a:ext uri="{FF2B5EF4-FFF2-40B4-BE49-F238E27FC236}">
                <a16:creationId xmlns:a16="http://schemas.microsoft.com/office/drawing/2014/main" id="{426B3DBA-460D-4CFF-8700-5888CD8B5D1C}"/>
              </a:ext>
            </a:extLst>
          </p:cNvPr>
          <p:cNvSpPr>
            <a:spLocks xmlns:a="http://schemas.openxmlformats.org/drawingml/2006/main" noGrp="1"/>
          </p:cNvSpPr>
          <p:nvPr/>
        </p:nvSpPr>
        <p:spPr>
          <a:xfrm xmlns:a="http://schemas.openxmlformats.org/drawingml/2006/main">
            <a:off x="1047750" y="301942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座標北：X軸の正方向</a:t>
            </a:r>
          </a:p>
        </p:txBody>
      </p:sp>
      <p:sp>
        <p:nvSpPr>
          <p:cNvPr id="11" name="">
            <a:extLst xmlns:a="http://schemas.openxmlformats.org/drawingml/2006/main">
              <a:ext uri="{FF2B5EF4-FFF2-40B4-BE49-F238E27FC236}">
                <a16:creationId xmlns:a16="http://schemas.microsoft.com/office/drawing/2014/main" id="{6E56998E-FE8D-4E4E-A516-E20ACD5F9F7B}"/>
              </a:ext>
            </a:extLst>
          </p:cNvPr>
          <p:cNvSpPr>
            <a:spLocks xmlns:a="http://schemas.openxmlformats.org/drawingml/2006/main" noGrp="1"/>
          </p:cNvSpPr>
          <p:nvPr/>
        </p:nvSpPr>
        <p:spPr>
          <a:xfrm xmlns:a="http://schemas.openxmlformats.org/drawingml/2006/main">
            <a:off x="723900" y="3609975"/>
            <a:ext cx="228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425" b="1">
                <a:solidFill>
                  <a:srgbClr val="166B68"/>
                </a:solidFill>
                <a:latin typeface="Yu Gothic"/>
                <a:ea typeface="Yu Gothic"/>
                <a:cs typeface="Yu Gothic"/>
              </a:defRPr>
            </a:defPPr>
            <a:lvl1pPr algn="ctr">
              <a:defRPr sz="1425" b="1">
                <a:solidFill>
                  <a:srgbClr val="166B68"/>
                </a:solidFill>
                <a:latin typeface="Yu Gothic"/>
                <a:ea typeface="Yu Gothic"/>
                <a:cs typeface="Yu Gothic"/>
              </a:defRPr>
            </a:lvl1pPr>
            <a:lvl2pPr algn="ctr">
              <a:defRPr sz="1425" b="1">
                <a:solidFill>
                  <a:srgbClr val="166B68"/>
                </a:solidFill>
                <a:latin typeface="Yu Gothic"/>
                <a:ea typeface="Yu Gothic"/>
                <a:cs typeface="Yu Gothic"/>
              </a:defRPr>
            </a:lvl2pPr>
            <a:lvl3pPr algn="ctr">
              <a:defRPr sz="1425" b="1">
                <a:solidFill>
                  <a:srgbClr val="166B68"/>
                </a:solidFill>
                <a:latin typeface="Yu Gothic"/>
                <a:ea typeface="Yu Gothic"/>
                <a:cs typeface="Yu Gothic"/>
              </a:defRPr>
            </a:lvl3pPr>
            <a:lvl4pPr algn="ctr">
              <a:defRPr sz="1425" b="1">
                <a:solidFill>
                  <a:srgbClr val="166B68"/>
                </a:solidFill>
                <a:latin typeface="Yu Gothic"/>
                <a:ea typeface="Yu Gothic"/>
                <a:cs typeface="Yu Gothic"/>
              </a:defRPr>
            </a:lvl4pPr>
            <a:lvl5pPr algn="ctr">
              <a:defRPr sz="1425" b="1">
                <a:solidFill>
                  <a:srgbClr val="166B68"/>
                </a:solidFill>
                <a:latin typeface="Yu Gothic"/>
                <a:ea typeface="Yu Gothic"/>
                <a:cs typeface="Yu Gothic"/>
              </a:defRPr>
            </a:lvl5pPr>
            <a:lvl6pPr algn="ctr">
              <a:defRPr sz="1425" b="1">
                <a:solidFill>
                  <a:srgbClr val="166B68"/>
                </a:solidFill>
                <a:latin typeface="Yu Gothic"/>
                <a:ea typeface="Yu Gothic"/>
                <a:cs typeface="Yu Gothic"/>
              </a:defRPr>
            </a:lvl6pPr>
            <a:lvl7pPr algn="ctr">
              <a:defRPr sz="1425" b="1">
                <a:solidFill>
                  <a:srgbClr val="166B68"/>
                </a:solidFill>
                <a:latin typeface="Yu Gothic"/>
                <a:ea typeface="Yu Gothic"/>
                <a:cs typeface="Yu Gothic"/>
              </a:defRPr>
            </a:lvl7pPr>
            <a:lvl8pPr algn="ctr">
              <a:defRPr sz="1425" b="1">
                <a:solidFill>
                  <a:srgbClr val="166B68"/>
                </a:solidFill>
                <a:latin typeface="Yu Gothic"/>
                <a:ea typeface="Yu Gothic"/>
                <a:cs typeface="Yu Gothic"/>
              </a:defRPr>
            </a:lvl8pPr>
            <a:lvl9pPr algn="ctr">
              <a:defRPr sz="1425" b="1">
                <a:solidFill>
                  <a:srgbClr val="166B68"/>
                </a:solidFill>
                <a:latin typeface="Yu Gothic"/>
                <a:ea typeface="Yu Gothic"/>
                <a:cs typeface="Yu Gothic"/>
              </a:defRPr>
            </a:lvl9pPr>
          </a:lstStyle>
          <a:p xmlns:a="http://schemas.openxmlformats.org/drawingml/2006/main">
            <a:pPr algn="ctr">
              <a:defRPr sz="1425" b="1">
                <a:solidFill>
                  <a:srgbClr val="166B68"/>
                </a:solidFill>
                <a:latin typeface="Yu Gothic"/>
                <a:ea typeface="Yu Gothic"/>
                <a:cs typeface="Yu Gothic"/>
              </a:defRPr>
            </a:pPr>
            <a:r>
              <a:rPr sz="1425" b="1">
                <a:solidFill>
                  <a:srgbClr val="166B68"/>
                </a:solidFill>
                <a:latin typeface="Yu Gothic"/>
                <a:ea typeface="Yu Gothic"/>
                <a:cs typeface="Yu Gothic"/>
              </a:rPr>
              <a:t>●</a:t>
            </a:r>
          </a:p>
        </p:txBody>
      </p:sp>
      <p:sp>
        <p:nvSpPr>
          <p:cNvPr id="12" name="">
            <a:extLst xmlns:a="http://schemas.openxmlformats.org/drawingml/2006/main">
              <a:ext uri="{FF2B5EF4-FFF2-40B4-BE49-F238E27FC236}">
                <a16:creationId xmlns:a16="http://schemas.microsoft.com/office/drawing/2014/main" id="{7470536A-377E-462B-97F3-C16A32D34327}"/>
              </a:ext>
            </a:extLst>
          </p:cNvPr>
          <p:cNvSpPr>
            <a:spLocks xmlns:a="http://schemas.openxmlformats.org/drawingml/2006/main" noGrp="1"/>
          </p:cNvSpPr>
          <p:nvPr/>
        </p:nvSpPr>
        <p:spPr>
          <a:xfrm xmlns:a="http://schemas.openxmlformats.org/drawingml/2006/main">
            <a:off x="1047750" y="360997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磁北：磁針が示す北</a:t>
            </a:r>
          </a:p>
        </p:txBody>
      </p:sp>
      <p:sp>
        <p:nvSpPr>
          <p:cNvPr id="13" name="">
            <a:extLst xmlns:a="http://schemas.openxmlformats.org/drawingml/2006/main">
              <a:ext uri="{FF2B5EF4-FFF2-40B4-BE49-F238E27FC236}">
                <a16:creationId xmlns:a16="http://schemas.microsoft.com/office/drawing/2014/main" id="{64D09818-7D7F-4C54-868B-5D405503EB63}"/>
              </a:ext>
            </a:extLst>
          </p:cNvPr>
          <p:cNvSpPr>
            <a:spLocks xmlns:a="http://schemas.openxmlformats.org/drawingml/2006/main" noGrp="1"/>
          </p:cNvSpPr>
          <p:nvPr/>
        </p:nvSpPr>
        <p:spPr>
          <a:xfrm xmlns:a="http://schemas.openxmlformats.org/drawingml/2006/main">
            <a:off x="8637270" y="1809750"/>
            <a:ext cx="9525" cy="3078480"/>
          </a:xfrm>
          <a:custGeom xmlns:a="http://schemas.openxmlformats.org/drawingml/2006/main">
            <a:pathLst>
              <a:path w="9525" h="3078480">
                <a:moveTo>
                  <a:pt x="0" y="3078480"/>
                </a:moveTo>
                <a:lnTo>
                  <a:pt x="0" y="0"/>
                </a:lnTo>
              </a:path>
            </a:pathLst>
          </a:custGeom>
          <a:noFill xmlns:a="http://schemas.openxmlformats.org/drawingml/2006/main"/>
          <a:ln xmlns:a="http://schemas.openxmlformats.org/drawingml/2006/main" w="38100">
            <a:solidFill>
              <a:srgbClr val="182B33"/>
            </a:solidFill>
            <a:prstDash val="solid"/>
          </a:ln>
        </p:spPr>
      </p:sp>
      <p:sp>
        <p:nvSpPr>
          <p:cNvPr id="14" name="">
            <a:extLst xmlns:a="http://schemas.openxmlformats.org/drawingml/2006/main">
              <a:ext uri="{FF2B5EF4-FFF2-40B4-BE49-F238E27FC236}">
                <a16:creationId xmlns:a16="http://schemas.microsoft.com/office/drawing/2014/main" id="{E7EE1A45-D284-4E38-8650-B763E64C6DE4}"/>
              </a:ext>
            </a:extLst>
          </p:cNvPr>
          <p:cNvSpPr>
            <a:spLocks xmlns:a="http://schemas.openxmlformats.org/drawingml/2006/main" noGrp="1"/>
          </p:cNvSpPr>
          <p:nvPr/>
        </p:nvSpPr>
        <p:spPr>
          <a:xfrm xmlns:a="http://schemas.openxmlformats.org/drawingml/2006/main">
            <a:off x="8587484" y="1809750"/>
            <a:ext cx="99572" cy="81203"/>
          </a:xfrm>
          <a:custGeom xmlns:a="http://schemas.openxmlformats.org/drawingml/2006/main">
            <a:pathLst>
              <a:path w="99572" h="81203">
                <a:moveTo>
                  <a:pt x="99572" y="81203"/>
                </a:moveTo>
                <a:lnTo>
                  <a:pt x="49786" y="0"/>
                </a:lnTo>
                <a:lnTo>
                  <a:pt x="0" y="81203"/>
                </a:lnTo>
              </a:path>
            </a:pathLst>
          </a:custGeom>
          <a:noFill xmlns:a="http://schemas.openxmlformats.org/drawingml/2006/main"/>
          <a:ln xmlns:a="http://schemas.openxmlformats.org/drawingml/2006/main" w="38100">
            <a:solidFill>
              <a:srgbClr val="182B33"/>
            </a:solidFill>
            <a:prstDash val="solid"/>
          </a:ln>
        </p:spPr>
      </p:sp>
      <p:sp>
        <p:nvSpPr>
          <p:cNvPr id="15" name="">
            <a:extLst xmlns:a="http://schemas.openxmlformats.org/drawingml/2006/main">
              <a:ext uri="{FF2B5EF4-FFF2-40B4-BE49-F238E27FC236}">
                <a16:creationId xmlns:a16="http://schemas.microsoft.com/office/drawing/2014/main" id="{CED8AE22-DF9C-4A39-BE0B-ECB4BDC86ED5}"/>
              </a:ext>
            </a:extLst>
          </p:cNvPr>
          <p:cNvSpPr>
            <a:spLocks xmlns:a="http://schemas.openxmlformats.org/drawingml/2006/main" noGrp="1"/>
          </p:cNvSpPr>
          <p:nvPr/>
        </p:nvSpPr>
        <p:spPr>
          <a:xfrm xmlns:a="http://schemas.openxmlformats.org/drawingml/2006/main">
            <a:off x="8637270" y="1847850"/>
            <a:ext cx="387286" cy="3040380"/>
          </a:xfrm>
          <a:custGeom xmlns:a="http://schemas.openxmlformats.org/drawingml/2006/main">
            <a:pathLst>
              <a:path w="387286" h="3040380">
                <a:moveTo>
                  <a:pt x="0" y="3040380"/>
                </a:moveTo>
                <a:lnTo>
                  <a:pt x="387286" y="0"/>
                </a:lnTo>
              </a:path>
            </a:pathLst>
          </a:custGeom>
          <a:noFill xmlns:a="http://schemas.openxmlformats.org/drawingml/2006/main"/>
          <a:ln xmlns:a="http://schemas.openxmlformats.org/drawingml/2006/main" w="38100">
            <a:solidFill>
              <a:srgbClr val="166B68"/>
            </a:solidFill>
            <a:prstDash val="solid"/>
          </a:ln>
        </p:spPr>
      </p:sp>
      <p:sp>
        <p:nvSpPr>
          <p:cNvPr id="16" name="">
            <a:extLst xmlns:a="http://schemas.openxmlformats.org/drawingml/2006/main">
              <a:ext uri="{FF2B5EF4-FFF2-40B4-BE49-F238E27FC236}">
                <a16:creationId xmlns:a16="http://schemas.microsoft.com/office/drawing/2014/main" id="{C691E405-1472-4C40-8E7D-B840DFD131FD}"/>
              </a:ext>
            </a:extLst>
          </p:cNvPr>
          <p:cNvSpPr>
            <a:spLocks xmlns:a="http://schemas.openxmlformats.org/drawingml/2006/main" noGrp="1"/>
          </p:cNvSpPr>
          <p:nvPr/>
        </p:nvSpPr>
        <p:spPr>
          <a:xfrm xmlns:a="http://schemas.openxmlformats.org/drawingml/2006/main">
            <a:off x="8964909" y="1847850"/>
            <a:ext cx="98774" cy="86843"/>
          </a:xfrm>
          <a:custGeom xmlns:a="http://schemas.openxmlformats.org/drawingml/2006/main">
            <a:pathLst>
              <a:path w="98774" h="86843">
                <a:moveTo>
                  <a:pt x="98774" y="86843"/>
                </a:moveTo>
                <a:lnTo>
                  <a:pt x="59648" y="0"/>
                </a:lnTo>
                <a:lnTo>
                  <a:pt x="0" y="74261"/>
                </a:lnTo>
              </a:path>
            </a:pathLst>
          </a:custGeom>
          <a:noFill xmlns:a="http://schemas.openxmlformats.org/drawingml/2006/main"/>
          <a:ln xmlns:a="http://schemas.openxmlformats.org/drawingml/2006/main" w="38100">
            <a:solidFill>
              <a:srgbClr val="166B68"/>
            </a:solidFill>
            <a:prstDash val="solid"/>
          </a:ln>
        </p:spPr>
      </p:sp>
      <p:sp>
        <p:nvSpPr>
          <p:cNvPr id="17" name="">
            <a:extLst xmlns:a="http://schemas.openxmlformats.org/drawingml/2006/main">
              <a:ext uri="{FF2B5EF4-FFF2-40B4-BE49-F238E27FC236}">
                <a16:creationId xmlns:a16="http://schemas.microsoft.com/office/drawing/2014/main" id="{21D2374F-CD89-4F47-8508-6B807451D919}"/>
              </a:ext>
            </a:extLst>
          </p:cNvPr>
          <p:cNvSpPr>
            <a:spLocks xmlns:a="http://schemas.openxmlformats.org/drawingml/2006/main" noGrp="1"/>
          </p:cNvSpPr>
          <p:nvPr/>
        </p:nvSpPr>
        <p:spPr>
          <a:xfrm xmlns:a="http://schemas.openxmlformats.org/drawingml/2006/main">
            <a:off x="8153162" y="1924050"/>
            <a:ext cx="484108" cy="2964180"/>
          </a:xfrm>
          <a:custGeom xmlns:a="http://schemas.openxmlformats.org/drawingml/2006/main">
            <a:pathLst>
              <a:path w="484108" h="2964180">
                <a:moveTo>
                  <a:pt x="484108" y="2964180"/>
                </a:moveTo>
                <a:lnTo>
                  <a:pt x="0" y="0"/>
                </a:lnTo>
              </a:path>
            </a:pathLst>
          </a:custGeom>
          <a:noFill xmlns:a="http://schemas.openxmlformats.org/drawingml/2006/main"/>
          <a:ln xmlns:a="http://schemas.openxmlformats.org/drawingml/2006/main" w="38100">
            <a:solidFill>
              <a:srgbClr val="A94737"/>
            </a:solidFill>
            <a:prstDash val="solid"/>
          </a:ln>
        </p:spPr>
      </p:sp>
      <p:sp>
        <p:nvSpPr>
          <p:cNvPr id="18" name="">
            <a:extLst xmlns:a="http://schemas.openxmlformats.org/drawingml/2006/main">
              <a:ext uri="{FF2B5EF4-FFF2-40B4-BE49-F238E27FC236}">
                <a16:creationId xmlns:a16="http://schemas.microsoft.com/office/drawing/2014/main" id="{A1B82478-1602-484A-8EA3-F8455B00027E}"/>
              </a:ext>
            </a:extLst>
          </p:cNvPr>
          <p:cNvSpPr>
            <a:spLocks xmlns:a="http://schemas.openxmlformats.org/drawingml/2006/main" noGrp="1"/>
          </p:cNvSpPr>
          <p:nvPr/>
        </p:nvSpPr>
        <p:spPr>
          <a:xfrm xmlns:a="http://schemas.openxmlformats.org/drawingml/2006/main">
            <a:off x="8117116" y="1924050"/>
            <a:ext cx="98270" cy="88166"/>
          </a:xfrm>
          <a:custGeom xmlns:a="http://schemas.openxmlformats.org/drawingml/2006/main">
            <a:pathLst>
              <a:path w="98270" h="88166">
                <a:moveTo>
                  <a:pt x="98270" y="72116"/>
                </a:moveTo>
                <a:lnTo>
                  <a:pt x="36046" y="0"/>
                </a:lnTo>
                <a:lnTo>
                  <a:pt x="0" y="88166"/>
                </a:lnTo>
              </a:path>
            </a:pathLst>
          </a:custGeom>
          <a:noFill xmlns:a="http://schemas.openxmlformats.org/drawingml/2006/main"/>
          <a:ln xmlns:a="http://schemas.openxmlformats.org/drawingml/2006/main" w="38100">
            <a:solidFill>
              <a:srgbClr val="A94737"/>
            </a:solidFill>
            <a:prstDash val="solid"/>
          </a:ln>
        </p:spPr>
      </p:sp>
      <p:sp>
        <p:nvSpPr>
          <p:cNvPr id="19" name="">
            <a:extLst xmlns:a="http://schemas.openxmlformats.org/drawingml/2006/main">
              <a:ext uri="{FF2B5EF4-FFF2-40B4-BE49-F238E27FC236}">
                <a16:creationId xmlns:a16="http://schemas.microsoft.com/office/drawing/2014/main" id="{2887687F-5D85-4612-B7BD-EF1CCC17894E}"/>
              </a:ext>
            </a:extLst>
          </p:cNvPr>
          <p:cNvSpPr>
            <a:spLocks xmlns:a="http://schemas.openxmlformats.org/drawingml/2006/main" noGrp="1"/>
          </p:cNvSpPr>
          <p:nvPr/>
        </p:nvSpPr>
        <p:spPr>
          <a:xfrm xmlns:a="http://schemas.openxmlformats.org/drawingml/2006/main">
            <a:off x="8237220" y="1619250"/>
            <a:ext cx="8001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1">
                <a:solidFill>
                  <a:srgbClr val="182B33"/>
                </a:solidFill>
                <a:latin typeface="Yu Gothic"/>
                <a:ea typeface="Yu Gothic"/>
                <a:cs typeface="Yu Gothic"/>
              </a:defRPr>
            </a:defPPr>
            <a:lvl1pPr algn="ctr">
              <a:defRPr sz="1650" b="1">
                <a:solidFill>
                  <a:srgbClr val="182B33"/>
                </a:solidFill>
                <a:latin typeface="Yu Gothic"/>
                <a:ea typeface="Yu Gothic"/>
                <a:cs typeface="Yu Gothic"/>
              </a:defRPr>
            </a:lvl1pPr>
            <a:lvl2pPr algn="ctr">
              <a:defRPr sz="1650" b="1">
                <a:solidFill>
                  <a:srgbClr val="182B33"/>
                </a:solidFill>
                <a:latin typeface="Yu Gothic"/>
                <a:ea typeface="Yu Gothic"/>
                <a:cs typeface="Yu Gothic"/>
              </a:defRPr>
            </a:lvl2pPr>
            <a:lvl3pPr algn="ctr">
              <a:defRPr sz="1650" b="1">
                <a:solidFill>
                  <a:srgbClr val="182B33"/>
                </a:solidFill>
                <a:latin typeface="Yu Gothic"/>
                <a:ea typeface="Yu Gothic"/>
                <a:cs typeface="Yu Gothic"/>
              </a:defRPr>
            </a:lvl3pPr>
            <a:lvl4pPr algn="ctr">
              <a:defRPr sz="1650" b="1">
                <a:solidFill>
                  <a:srgbClr val="182B33"/>
                </a:solidFill>
                <a:latin typeface="Yu Gothic"/>
                <a:ea typeface="Yu Gothic"/>
                <a:cs typeface="Yu Gothic"/>
              </a:defRPr>
            </a:lvl4pPr>
            <a:lvl5pPr algn="ctr">
              <a:defRPr sz="1650" b="1">
                <a:solidFill>
                  <a:srgbClr val="182B33"/>
                </a:solidFill>
                <a:latin typeface="Yu Gothic"/>
                <a:ea typeface="Yu Gothic"/>
                <a:cs typeface="Yu Gothic"/>
              </a:defRPr>
            </a:lvl5pPr>
            <a:lvl6pPr algn="ctr">
              <a:defRPr sz="1650" b="1">
                <a:solidFill>
                  <a:srgbClr val="182B33"/>
                </a:solidFill>
                <a:latin typeface="Yu Gothic"/>
                <a:ea typeface="Yu Gothic"/>
                <a:cs typeface="Yu Gothic"/>
              </a:defRPr>
            </a:lvl6pPr>
            <a:lvl7pPr algn="ctr">
              <a:defRPr sz="1650" b="1">
                <a:solidFill>
                  <a:srgbClr val="182B33"/>
                </a:solidFill>
                <a:latin typeface="Yu Gothic"/>
                <a:ea typeface="Yu Gothic"/>
                <a:cs typeface="Yu Gothic"/>
              </a:defRPr>
            </a:lvl7pPr>
            <a:lvl8pPr algn="ctr">
              <a:defRPr sz="1650" b="1">
                <a:solidFill>
                  <a:srgbClr val="182B33"/>
                </a:solidFill>
                <a:latin typeface="Yu Gothic"/>
                <a:ea typeface="Yu Gothic"/>
                <a:cs typeface="Yu Gothic"/>
              </a:defRPr>
            </a:lvl8pPr>
            <a:lvl9pPr algn="ctr">
              <a:defRPr sz="1650" b="1">
                <a:solidFill>
                  <a:srgbClr val="182B33"/>
                </a:solidFill>
                <a:latin typeface="Yu Gothic"/>
                <a:ea typeface="Yu Gothic"/>
                <a:cs typeface="Yu Gothic"/>
              </a:defRPr>
            </a:lvl9pPr>
          </a:lstStyle>
          <a:p xmlns:a="http://schemas.openxmlformats.org/drawingml/2006/main">
            <a:pPr algn="ctr">
              <a:defRPr sz="1650" b="1">
                <a:solidFill>
                  <a:srgbClr val="182B33"/>
                </a:solidFill>
                <a:latin typeface="Yu Gothic"/>
                <a:ea typeface="Yu Gothic"/>
                <a:cs typeface="Yu Gothic"/>
              </a:defRPr>
            </a:pPr>
            <a:r>
              <a:rPr sz="1650" b="1">
                <a:solidFill>
                  <a:srgbClr val="182B33"/>
                </a:solidFill>
                <a:latin typeface="Yu Gothic"/>
                <a:ea typeface="Yu Gothic"/>
                <a:cs typeface="Yu Gothic"/>
              </a:rPr>
              <a:t>真北</a:t>
            </a:r>
          </a:p>
        </p:txBody>
      </p:sp>
      <p:sp>
        <p:nvSpPr>
          <p:cNvPr id="20" name="">
            <a:extLst xmlns:a="http://schemas.openxmlformats.org/drawingml/2006/main">
              <a:ext uri="{FF2B5EF4-FFF2-40B4-BE49-F238E27FC236}">
                <a16:creationId xmlns:a16="http://schemas.microsoft.com/office/drawing/2014/main" id="{8FE870B3-B8D6-42DD-8264-9082574C9D65}"/>
              </a:ext>
            </a:extLst>
          </p:cNvPr>
          <p:cNvSpPr>
            <a:spLocks xmlns:a="http://schemas.openxmlformats.org/drawingml/2006/main" noGrp="1"/>
          </p:cNvSpPr>
          <p:nvPr/>
        </p:nvSpPr>
        <p:spPr>
          <a:xfrm xmlns:a="http://schemas.openxmlformats.org/drawingml/2006/main">
            <a:off x="8908371" y="1895475"/>
            <a:ext cx="876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166B68"/>
                </a:solidFill>
                <a:latin typeface="Yu Gothic"/>
                <a:ea typeface="Yu Gothic"/>
                <a:cs typeface="Yu Gothic"/>
              </a:defRPr>
            </a:defPPr>
            <a:lvl1pPr algn="l">
              <a:defRPr sz="1650" b="1">
                <a:solidFill>
                  <a:srgbClr val="166B68"/>
                </a:solidFill>
                <a:latin typeface="Yu Gothic"/>
                <a:ea typeface="Yu Gothic"/>
                <a:cs typeface="Yu Gothic"/>
              </a:defRPr>
            </a:lvl1pPr>
            <a:lvl2pPr algn="l">
              <a:defRPr sz="1650" b="1">
                <a:solidFill>
                  <a:srgbClr val="166B68"/>
                </a:solidFill>
                <a:latin typeface="Yu Gothic"/>
                <a:ea typeface="Yu Gothic"/>
                <a:cs typeface="Yu Gothic"/>
              </a:defRPr>
            </a:lvl2pPr>
            <a:lvl3pPr algn="l">
              <a:defRPr sz="1650" b="1">
                <a:solidFill>
                  <a:srgbClr val="166B68"/>
                </a:solidFill>
                <a:latin typeface="Yu Gothic"/>
                <a:ea typeface="Yu Gothic"/>
                <a:cs typeface="Yu Gothic"/>
              </a:defRPr>
            </a:lvl3pPr>
            <a:lvl4pPr algn="l">
              <a:defRPr sz="1650" b="1">
                <a:solidFill>
                  <a:srgbClr val="166B68"/>
                </a:solidFill>
                <a:latin typeface="Yu Gothic"/>
                <a:ea typeface="Yu Gothic"/>
                <a:cs typeface="Yu Gothic"/>
              </a:defRPr>
            </a:lvl4pPr>
            <a:lvl5pPr algn="l">
              <a:defRPr sz="1650" b="1">
                <a:solidFill>
                  <a:srgbClr val="166B68"/>
                </a:solidFill>
                <a:latin typeface="Yu Gothic"/>
                <a:ea typeface="Yu Gothic"/>
                <a:cs typeface="Yu Gothic"/>
              </a:defRPr>
            </a:lvl5pPr>
            <a:lvl6pPr algn="l">
              <a:defRPr sz="1650" b="1">
                <a:solidFill>
                  <a:srgbClr val="166B68"/>
                </a:solidFill>
                <a:latin typeface="Yu Gothic"/>
                <a:ea typeface="Yu Gothic"/>
                <a:cs typeface="Yu Gothic"/>
              </a:defRPr>
            </a:lvl6pPr>
            <a:lvl7pPr algn="l">
              <a:defRPr sz="1650" b="1">
                <a:solidFill>
                  <a:srgbClr val="166B68"/>
                </a:solidFill>
                <a:latin typeface="Yu Gothic"/>
                <a:ea typeface="Yu Gothic"/>
                <a:cs typeface="Yu Gothic"/>
              </a:defRPr>
            </a:lvl7pPr>
            <a:lvl8pPr algn="l">
              <a:defRPr sz="1650" b="1">
                <a:solidFill>
                  <a:srgbClr val="166B68"/>
                </a:solidFill>
                <a:latin typeface="Yu Gothic"/>
                <a:ea typeface="Yu Gothic"/>
                <a:cs typeface="Yu Gothic"/>
              </a:defRPr>
            </a:lvl8pPr>
            <a:lvl9pPr algn="l">
              <a:defRPr sz="1650" b="1">
                <a:solidFill>
                  <a:srgbClr val="166B68"/>
                </a:solidFill>
                <a:latin typeface="Yu Gothic"/>
                <a:ea typeface="Yu Gothic"/>
                <a:cs typeface="Yu Gothic"/>
              </a:defRPr>
            </a:lvl9pPr>
          </a:lstStyle>
          <a:p xmlns:a="http://schemas.openxmlformats.org/drawingml/2006/main">
            <a:pPr algn="l">
              <a:defRPr sz="1650" b="1">
                <a:solidFill>
                  <a:srgbClr val="166B68"/>
                </a:solidFill>
                <a:latin typeface="Yu Gothic"/>
                <a:ea typeface="Yu Gothic"/>
                <a:cs typeface="Yu Gothic"/>
              </a:defRPr>
            </a:pPr>
            <a:r>
              <a:rPr sz="1650" b="1">
                <a:solidFill>
                  <a:srgbClr val="166B68"/>
                </a:solidFill>
                <a:latin typeface="Yu Gothic"/>
                <a:ea typeface="Yu Gothic"/>
                <a:cs typeface="Yu Gothic"/>
              </a:rPr>
              <a:t>座標北</a:t>
            </a:r>
          </a:p>
        </p:txBody>
      </p:sp>
      <p:sp>
        <p:nvSpPr>
          <p:cNvPr id="21" name="">
            <a:extLst xmlns:a="http://schemas.openxmlformats.org/drawingml/2006/main">
              <a:ext uri="{FF2B5EF4-FFF2-40B4-BE49-F238E27FC236}">
                <a16:creationId xmlns:a16="http://schemas.microsoft.com/office/drawing/2014/main" id="{087086F6-8AB4-4AA6-832B-9F4406858E18}"/>
              </a:ext>
            </a:extLst>
          </p:cNvPr>
          <p:cNvSpPr>
            <a:spLocks xmlns:a="http://schemas.openxmlformats.org/drawingml/2006/main" noGrp="1"/>
          </p:cNvSpPr>
          <p:nvPr/>
        </p:nvSpPr>
        <p:spPr>
          <a:xfrm xmlns:a="http://schemas.openxmlformats.org/drawingml/2006/main">
            <a:off x="7707782" y="1981200"/>
            <a:ext cx="704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A94737"/>
                </a:solidFill>
                <a:latin typeface="Yu Gothic"/>
                <a:ea typeface="Yu Gothic"/>
                <a:cs typeface="Yu Gothic"/>
              </a:defRPr>
            </a:defPPr>
            <a:lvl1pPr algn="l">
              <a:defRPr sz="1650" b="1">
                <a:solidFill>
                  <a:srgbClr val="A94737"/>
                </a:solidFill>
                <a:latin typeface="Yu Gothic"/>
                <a:ea typeface="Yu Gothic"/>
                <a:cs typeface="Yu Gothic"/>
              </a:defRPr>
            </a:lvl1pPr>
            <a:lvl2pPr algn="l">
              <a:defRPr sz="1650" b="1">
                <a:solidFill>
                  <a:srgbClr val="A94737"/>
                </a:solidFill>
                <a:latin typeface="Yu Gothic"/>
                <a:ea typeface="Yu Gothic"/>
                <a:cs typeface="Yu Gothic"/>
              </a:defRPr>
            </a:lvl2pPr>
            <a:lvl3pPr algn="l">
              <a:defRPr sz="1650" b="1">
                <a:solidFill>
                  <a:srgbClr val="A94737"/>
                </a:solidFill>
                <a:latin typeface="Yu Gothic"/>
                <a:ea typeface="Yu Gothic"/>
                <a:cs typeface="Yu Gothic"/>
              </a:defRPr>
            </a:lvl3pPr>
            <a:lvl4pPr algn="l">
              <a:defRPr sz="1650" b="1">
                <a:solidFill>
                  <a:srgbClr val="A94737"/>
                </a:solidFill>
                <a:latin typeface="Yu Gothic"/>
                <a:ea typeface="Yu Gothic"/>
                <a:cs typeface="Yu Gothic"/>
              </a:defRPr>
            </a:lvl4pPr>
            <a:lvl5pPr algn="l">
              <a:defRPr sz="1650" b="1">
                <a:solidFill>
                  <a:srgbClr val="A94737"/>
                </a:solidFill>
                <a:latin typeface="Yu Gothic"/>
                <a:ea typeface="Yu Gothic"/>
                <a:cs typeface="Yu Gothic"/>
              </a:defRPr>
            </a:lvl5pPr>
            <a:lvl6pPr algn="l">
              <a:defRPr sz="1650" b="1">
                <a:solidFill>
                  <a:srgbClr val="A94737"/>
                </a:solidFill>
                <a:latin typeface="Yu Gothic"/>
                <a:ea typeface="Yu Gothic"/>
                <a:cs typeface="Yu Gothic"/>
              </a:defRPr>
            </a:lvl6pPr>
            <a:lvl7pPr algn="l">
              <a:defRPr sz="1650" b="1">
                <a:solidFill>
                  <a:srgbClr val="A94737"/>
                </a:solidFill>
                <a:latin typeface="Yu Gothic"/>
                <a:ea typeface="Yu Gothic"/>
                <a:cs typeface="Yu Gothic"/>
              </a:defRPr>
            </a:lvl7pPr>
            <a:lvl8pPr algn="l">
              <a:defRPr sz="1650" b="1">
                <a:solidFill>
                  <a:srgbClr val="A94737"/>
                </a:solidFill>
                <a:latin typeface="Yu Gothic"/>
                <a:ea typeface="Yu Gothic"/>
                <a:cs typeface="Yu Gothic"/>
              </a:defRPr>
            </a:lvl8pPr>
            <a:lvl9pPr algn="l">
              <a:defRPr sz="1650" b="1">
                <a:solidFill>
                  <a:srgbClr val="A94737"/>
                </a:solidFill>
                <a:latin typeface="Yu Gothic"/>
                <a:ea typeface="Yu Gothic"/>
                <a:cs typeface="Yu Gothic"/>
              </a:defRPr>
            </a:lvl9pPr>
          </a:lstStyle>
          <a:p xmlns:a="http://schemas.openxmlformats.org/drawingml/2006/main">
            <a:pPr algn="l">
              <a:defRPr sz="1650" b="1">
                <a:solidFill>
                  <a:srgbClr val="A94737"/>
                </a:solidFill>
                <a:latin typeface="Yu Gothic"/>
                <a:ea typeface="Yu Gothic"/>
                <a:cs typeface="Yu Gothic"/>
              </a:defRPr>
            </a:pPr>
            <a:r>
              <a:rPr sz="1650" b="1">
                <a:solidFill>
                  <a:srgbClr val="A94737"/>
                </a:solidFill>
                <a:latin typeface="Yu Gothic"/>
                <a:ea typeface="Yu Gothic"/>
                <a:cs typeface="Yu Gothic"/>
              </a:rPr>
              <a:t>磁北</a:t>
            </a:r>
          </a:p>
        </p:txBody>
      </p:sp>
      <p:sp>
        <p:nvSpPr>
          <p:cNvPr id="22" name="">
            <a:extLst xmlns:a="http://schemas.openxmlformats.org/drawingml/2006/main">
              <a:ext uri="{FF2B5EF4-FFF2-40B4-BE49-F238E27FC236}">
                <a16:creationId xmlns:a16="http://schemas.microsoft.com/office/drawing/2014/main" id="{866C6CB4-1567-4134-BF27-DE39E6754CD1}"/>
              </a:ext>
            </a:extLst>
          </p:cNvPr>
          <p:cNvSpPr>
            <a:spLocks xmlns:a="http://schemas.openxmlformats.org/drawingml/2006/main" noGrp="1"/>
          </p:cNvSpPr>
          <p:nvPr/>
        </p:nvSpPr>
        <p:spPr>
          <a:xfrm xmlns:a="http://schemas.openxmlformats.org/drawingml/2006/main">
            <a:off x="8506100" y="4346029"/>
            <a:ext cx="131170" cy="16106"/>
          </a:xfrm>
          <a:custGeom xmlns:a="http://schemas.openxmlformats.org/drawingml/2006/main">
            <a:pathLst>
              <a:path w="131170" h="16106">
                <a:moveTo>
                  <a:pt x="0" y="16106"/>
                </a:moveTo>
                <a:lnTo>
                  <a:pt x="12893" y="13058"/>
                </a:lnTo>
                <a:lnTo>
                  <a:pt x="25856" y="10326"/>
                </a:lnTo>
                <a:lnTo>
                  <a:pt x="38883" y="7912"/>
                </a:lnTo>
                <a:lnTo>
                  <a:pt x="51964" y="5817"/>
                </a:lnTo>
                <a:lnTo>
                  <a:pt x="65093" y="4041"/>
                </a:lnTo>
                <a:lnTo>
                  <a:pt x="78261" y="2588"/>
                </a:lnTo>
                <a:lnTo>
                  <a:pt x="91460" y="1456"/>
                </a:lnTo>
                <a:lnTo>
                  <a:pt x="104684" y="647"/>
                </a:lnTo>
                <a:lnTo>
                  <a:pt x="117923" y="162"/>
                </a:lnTo>
                <a:lnTo>
                  <a:pt x="131170" y="0"/>
                </a:lnTo>
              </a:path>
            </a:pathLst>
          </a:custGeom>
          <a:noFill xmlns:a="http://schemas.openxmlformats.org/drawingml/2006/main"/>
          <a:ln xmlns:a="http://schemas.openxmlformats.org/drawingml/2006/main" w="28575">
            <a:solidFill>
              <a:srgbClr val="A94737"/>
            </a:solidFill>
            <a:prstDash val="solid"/>
          </a:ln>
        </p:spPr>
      </p:sp>
      <p:sp>
        <p:nvSpPr>
          <p:cNvPr id="23" name="">
            <a:extLst xmlns:a="http://schemas.openxmlformats.org/drawingml/2006/main">
              <a:ext uri="{FF2B5EF4-FFF2-40B4-BE49-F238E27FC236}">
                <a16:creationId xmlns:a16="http://schemas.microsoft.com/office/drawing/2014/main" id="{BCC1E3E7-0031-4855-B295-2B01633DF68F}"/>
              </a:ext>
            </a:extLst>
          </p:cNvPr>
          <p:cNvSpPr>
            <a:spLocks xmlns:a="http://schemas.openxmlformats.org/drawingml/2006/main" noGrp="1"/>
          </p:cNvSpPr>
          <p:nvPr/>
        </p:nvSpPr>
        <p:spPr>
          <a:xfrm xmlns:a="http://schemas.openxmlformats.org/drawingml/2006/main">
            <a:off x="8637270" y="4133021"/>
            <a:ext cx="157017" cy="16503"/>
          </a:xfrm>
          <a:custGeom xmlns:a="http://schemas.openxmlformats.org/drawingml/2006/main">
            <a:pathLst>
              <a:path w="157017" h="16503">
                <a:moveTo>
                  <a:pt x="0" y="0"/>
                </a:moveTo>
                <a:lnTo>
                  <a:pt x="15816" y="166"/>
                </a:lnTo>
                <a:lnTo>
                  <a:pt x="31625" y="662"/>
                </a:lnTo>
                <a:lnTo>
                  <a:pt x="47420" y="1490"/>
                </a:lnTo>
                <a:lnTo>
                  <a:pt x="63194" y="2649"/>
                </a:lnTo>
                <a:lnTo>
                  <a:pt x="78941" y="4137"/>
                </a:lnTo>
                <a:lnTo>
                  <a:pt x="94653" y="5955"/>
                </a:lnTo>
                <a:lnTo>
                  <a:pt x="110323" y="8102"/>
                </a:lnTo>
                <a:lnTo>
                  <a:pt x="125945" y="10576"/>
                </a:lnTo>
                <a:lnTo>
                  <a:pt x="141512" y="13377"/>
                </a:lnTo>
                <a:lnTo>
                  <a:pt x="157017" y="16503"/>
                </a:lnTo>
              </a:path>
            </a:pathLst>
          </a:custGeom>
          <a:noFill xmlns:a="http://schemas.openxmlformats.org/drawingml/2006/main"/>
          <a:ln xmlns:a="http://schemas.openxmlformats.org/drawingml/2006/main" w="28575">
            <a:solidFill>
              <a:srgbClr val="166B68"/>
            </a:solidFill>
            <a:prstDash val="solid"/>
          </a:ln>
        </p:spPr>
      </p:sp>
      <p:sp>
        <p:nvSpPr>
          <p:cNvPr id="24" name="">
            <a:extLst xmlns:a="http://schemas.openxmlformats.org/drawingml/2006/main">
              <a:ext uri="{FF2B5EF4-FFF2-40B4-BE49-F238E27FC236}">
                <a16:creationId xmlns:a16="http://schemas.microsoft.com/office/drawing/2014/main" id="{3DED1354-B689-43DF-8C8B-9752E7D118AD}"/>
              </a:ext>
            </a:extLst>
          </p:cNvPr>
          <p:cNvSpPr>
            <a:spLocks xmlns:a="http://schemas.openxmlformats.org/drawingml/2006/main" noGrp="1"/>
          </p:cNvSpPr>
          <p:nvPr/>
        </p:nvSpPr>
        <p:spPr>
          <a:xfrm xmlns:a="http://schemas.openxmlformats.org/drawingml/2006/main">
            <a:off x="8580120" y="4831080"/>
            <a:ext cx="114300" cy="114300"/>
          </a:xfrm>
          <a:prstGeom xmlns:a="http://schemas.openxmlformats.org/drawingml/2006/main" prst="ellipse">
            <a:avLst/>
          </a:prstGeom>
          <a:solidFill xmlns:a="http://schemas.openxmlformats.org/drawingml/2006/main">
            <a:srgbClr val="166B68"/>
          </a:solidFill>
          <a:ln xmlns:a="http://schemas.openxmlformats.org/drawingml/2006/main" w="9525">
            <a:solidFill>
              <a:srgbClr val="166B68"/>
            </a:solidFill>
          </a:ln>
        </p:spPr>
      </p:sp>
      <p:sp>
        <p:nvSpPr>
          <p:cNvPr id="25" name="">
            <a:extLst xmlns:a="http://schemas.openxmlformats.org/drawingml/2006/main">
              <a:ext uri="{FF2B5EF4-FFF2-40B4-BE49-F238E27FC236}">
                <a16:creationId xmlns:a16="http://schemas.microsoft.com/office/drawing/2014/main" id="{D0790863-7364-46D4-8AC3-E7E4F1C32CC7}"/>
              </a:ext>
            </a:extLst>
          </p:cNvPr>
          <p:cNvSpPr>
            <a:spLocks xmlns:a="http://schemas.openxmlformats.org/drawingml/2006/main" noGrp="1"/>
          </p:cNvSpPr>
          <p:nvPr/>
        </p:nvSpPr>
        <p:spPr>
          <a:xfrm xmlns:a="http://schemas.openxmlformats.org/drawingml/2006/main">
            <a:off x="8370570" y="4945380"/>
            <a:ext cx="7048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182B33"/>
                </a:solidFill>
                <a:latin typeface="Yu Gothic"/>
                <a:ea typeface="Yu Gothic"/>
                <a:cs typeface="Yu Gothic"/>
              </a:defRPr>
            </a:defPPr>
            <a:lvl1pPr algn="l">
              <a:defRPr sz="1650" b="1">
                <a:solidFill>
                  <a:srgbClr val="182B33"/>
                </a:solidFill>
                <a:latin typeface="Yu Gothic"/>
                <a:ea typeface="Yu Gothic"/>
                <a:cs typeface="Yu Gothic"/>
              </a:defRPr>
            </a:lvl1pPr>
            <a:lvl2pPr algn="l">
              <a:defRPr sz="1650" b="1">
                <a:solidFill>
                  <a:srgbClr val="182B33"/>
                </a:solidFill>
                <a:latin typeface="Yu Gothic"/>
                <a:ea typeface="Yu Gothic"/>
                <a:cs typeface="Yu Gothic"/>
              </a:defRPr>
            </a:lvl2pPr>
            <a:lvl3pPr algn="l">
              <a:defRPr sz="1650" b="1">
                <a:solidFill>
                  <a:srgbClr val="182B33"/>
                </a:solidFill>
                <a:latin typeface="Yu Gothic"/>
                <a:ea typeface="Yu Gothic"/>
                <a:cs typeface="Yu Gothic"/>
              </a:defRPr>
            </a:lvl3pPr>
            <a:lvl4pPr algn="l">
              <a:defRPr sz="1650" b="1">
                <a:solidFill>
                  <a:srgbClr val="182B33"/>
                </a:solidFill>
                <a:latin typeface="Yu Gothic"/>
                <a:ea typeface="Yu Gothic"/>
                <a:cs typeface="Yu Gothic"/>
              </a:defRPr>
            </a:lvl4pPr>
            <a:lvl5pPr algn="l">
              <a:defRPr sz="1650" b="1">
                <a:solidFill>
                  <a:srgbClr val="182B33"/>
                </a:solidFill>
                <a:latin typeface="Yu Gothic"/>
                <a:ea typeface="Yu Gothic"/>
                <a:cs typeface="Yu Gothic"/>
              </a:defRPr>
            </a:lvl5pPr>
            <a:lvl6pPr algn="l">
              <a:defRPr sz="1650" b="1">
                <a:solidFill>
                  <a:srgbClr val="182B33"/>
                </a:solidFill>
                <a:latin typeface="Yu Gothic"/>
                <a:ea typeface="Yu Gothic"/>
                <a:cs typeface="Yu Gothic"/>
              </a:defRPr>
            </a:lvl6pPr>
            <a:lvl7pPr algn="l">
              <a:defRPr sz="1650" b="1">
                <a:solidFill>
                  <a:srgbClr val="182B33"/>
                </a:solidFill>
                <a:latin typeface="Yu Gothic"/>
                <a:ea typeface="Yu Gothic"/>
                <a:cs typeface="Yu Gothic"/>
              </a:defRPr>
            </a:lvl7pPr>
            <a:lvl8pPr algn="l">
              <a:defRPr sz="1650" b="1">
                <a:solidFill>
                  <a:srgbClr val="182B33"/>
                </a:solidFill>
                <a:latin typeface="Yu Gothic"/>
                <a:ea typeface="Yu Gothic"/>
                <a:cs typeface="Yu Gothic"/>
              </a:defRPr>
            </a:lvl8pPr>
            <a:lvl9pPr algn="l">
              <a:defRPr sz="1650" b="1">
                <a:solidFill>
                  <a:srgbClr val="182B33"/>
                </a:solidFill>
                <a:latin typeface="Yu Gothic"/>
                <a:ea typeface="Yu Gothic"/>
                <a:cs typeface="Yu Gothic"/>
              </a:defRPr>
            </a:lvl9pPr>
          </a:lstStyle>
          <a:p xmlns:a="http://schemas.openxmlformats.org/drawingml/2006/main">
            <a:pPr algn="l">
              <a:defRPr sz="1650" b="1">
                <a:solidFill>
                  <a:srgbClr val="182B33"/>
                </a:solidFill>
                <a:latin typeface="Yu Gothic"/>
                <a:ea typeface="Yu Gothic"/>
                <a:cs typeface="Yu Gothic"/>
              </a:defRPr>
            </a:pPr>
            <a:r>
              <a:rPr sz="1650" b="1">
                <a:solidFill>
                  <a:srgbClr val="182B33"/>
                </a:solidFill>
                <a:latin typeface="Yu Gothic"/>
                <a:ea typeface="Yu Gothic"/>
                <a:cs typeface="Yu Gothic"/>
              </a:rPr>
              <a:t>O</a:t>
            </a:r>
          </a:p>
        </p:txBody>
      </p:sp>
    </p:spTree>
    <p:extLst>
      <p:ext uri="{BB962C8B-B14F-4D97-AF65-F5344CB8AC3E}">
        <p14:creationId xmlns:p14="http://schemas.microsoft.com/office/powerpoint/2010/main" val="954928053"/>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DF1CB473-EFE6-4CE7-B243-6173949949DA}"/>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BC54296E-49B7-40EF-B292-6B981F1B96E8}"/>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角の基準</a:t>
            </a:r>
          </a:p>
        </p:txBody>
      </p:sp>
      <p:sp>
        <p:nvSpPr>
          <p:cNvPr id="3" name="">
            <a:extLst xmlns:a="http://schemas.openxmlformats.org/drawingml/2006/main">
              <a:ext uri="{FF2B5EF4-FFF2-40B4-BE49-F238E27FC236}">
                <a16:creationId xmlns:a16="http://schemas.microsoft.com/office/drawing/2014/main" id="{DB1A947B-BC87-44EC-B5B7-C39B2EC23BAD}"/>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水平角と方向角は基準が違う</a:t>
            </a:r>
          </a:p>
        </p:txBody>
      </p:sp>
      <p:sp>
        <p:nvSpPr>
          <p:cNvPr id="4" name="">
            <a:extLst xmlns:a="http://schemas.openxmlformats.org/drawingml/2006/main">
              <a:ext uri="{FF2B5EF4-FFF2-40B4-BE49-F238E27FC236}">
                <a16:creationId xmlns:a16="http://schemas.microsoft.com/office/drawing/2014/main" id="{D2B42DC1-5346-4443-A1AE-173BB25C0ED4}"/>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95D36119-2C8A-4259-AD3C-35F6EA899CFF}"/>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36</a:t>
            </a:r>
          </a:p>
        </p:txBody>
      </p:sp>
      <p:sp>
        <p:nvSpPr>
          <p:cNvPr id="6" name="">
            <a:extLst xmlns:a="http://schemas.openxmlformats.org/drawingml/2006/main">
              <a:ext uri="{FF2B5EF4-FFF2-40B4-BE49-F238E27FC236}">
                <a16:creationId xmlns:a16="http://schemas.microsoft.com/office/drawing/2014/main" id="{B0CAE858-E1B9-4FBD-87DD-071FB19565FF}"/>
              </a:ext>
            </a:extLst>
          </p:cNvPr>
          <p:cNvSpPr>
            <a:spLocks xmlns:a="http://schemas.openxmlformats.org/drawingml/2006/main" noGrp="1"/>
          </p:cNvSpPr>
          <p:nvPr/>
        </p:nvSpPr>
        <p:spPr>
          <a:xfrm xmlns:a="http://schemas.openxmlformats.org/drawingml/2006/main">
            <a:off x="723900" y="1504950"/>
            <a:ext cx="10668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75" b="1">
                <a:solidFill>
                  <a:srgbClr val="52616A"/>
                </a:solidFill>
                <a:latin typeface="Yu Gothic"/>
                <a:ea typeface="Yu Gothic"/>
                <a:cs typeface="Yu Gothic"/>
              </a:defRPr>
            </a:defPPr>
            <a:lvl1pPr algn="l">
              <a:defRPr sz="2175" b="1">
                <a:solidFill>
                  <a:srgbClr val="52616A"/>
                </a:solidFill>
                <a:latin typeface="Yu Gothic"/>
                <a:ea typeface="Yu Gothic"/>
                <a:cs typeface="Yu Gothic"/>
              </a:defRPr>
            </a:lvl1pPr>
            <a:lvl2pPr algn="l">
              <a:defRPr sz="2175" b="1">
                <a:solidFill>
                  <a:srgbClr val="52616A"/>
                </a:solidFill>
                <a:latin typeface="Yu Gothic"/>
                <a:ea typeface="Yu Gothic"/>
                <a:cs typeface="Yu Gothic"/>
              </a:defRPr>
            </a:lvl2pPr>
            <a:lvl3pPr algn="l">
              <a:defRPr sz="2175" b="1">
                <a:solidFill>
                  <a:srgbClr val="52616A"/>
                </a:solidFill>
                <a:latin typeface="Yu Gothic"/>
                <a:ea typeface="Yu Gothic"/>
                <a:cs typeface="Yu Gothic"/>
              </a:defRPr>
            </a:lvl3pPr>
            <a:lvl4pPr algn="l">
              <a:defRPr sz="2175" b="1">
                <a:solidFill>
                  <a:srgbClr val="52616A"/>
                </a:solidFill>
                <a:latin typeface="Yu Gothic"/>
                <a:ea typeface="Yu Gothic"/>
                <a:cs typeface="Yu Gothic"/>
              </a:defRPr>
            </a:lvl4pPr>
            <a:lvl5pPr algn="l">
              <a:defRPr sz="2175" b="1">
                <a:solidFill>
                  <a:srgbClr val="52616A"/>
                </a:solidFill>
                <a:latin typeface="Yu Gothic"/>
                <a:ea typeface="Yu Gothic"/>
                <a:cs typeface="Yu Gothic"/>
              </a:defRPr>
            </a:lvl5pPr>
            <a:lvl6pPr algn="l">
              <a:defRPr sz="2175" b="1">
                <a:solidFill>
                  <a:srgbClr val="52616A"/>
                </a:solidFill>
                <a:latin typeface="Yu Gothic"/>
                <a:ea typeface="Yu Gothic"/>
                <a:cs typeface="Yu Gothic"/>
              </a:defRPr>
            </a:lvl6pPr>
            <a:lvl7pPr algn="l">
              <a:defRPr sz="2175" b="1">
                <a:solidFill>
                  <a:srgbClr val="52616A"/>
                </a:solidFill>
                <a:latin typeface="Yu Gothic"/>
                <a:ea typeface="Yu Gothic"/>
                <a:cs typeface="Yu Gothic"/>
              </a:defRPr>
            </a:lvl7pPr>
            <a:lvl8pPr algn="l">
              <a:defRPr sz="2175" b="1">
                <a:solidFill>
                  <a:srgbClr val="52616A"/>
                </a:solidFill>
                <a:latin typeface="Yu Gothic"/>
                <a:ea typeface="Yu Gothic"/>
                <a:cs typeface="Yu Gothic"/>
              </a:defRPr>
            </a:lvl8pPr>
            <a:lvl9pPr algn="l">
              <a:defRPr sz="2175" b="1">
                <a:solidFill>
                  <a:srgbClr val="52616A"/>
                </a:solidFill>
                <a:latin typeface="Yu Gothic"/>
                <a:ea typeface="Yu Gothic"/>
                <a:cs typeface="Yu Gothic"/>
              </a:defRPr>
            </a:lvl9pPr>
          </a:lstStyle>
          <a:p xmlns:a="http://schemas.openxmlformats.org/drawingml/2006/main">
            <a:pPr algn="l">
              <a:defRPr sz="2175" b="1">
                <a:solidFill>
                  <a:srgbClr val="52616A"/>
                </a:solidFill>
                <a:latin typeface="Yu Gothic"/>
                <a:ea typeface="Yu Gothic"/>
                <a:cs typeface="Yu Gothic"/>
              </a:defRPr>
            </a:pPr>
            <a:r>
              <a:rPr sz="2175" b="1">
                <a:solidFill>
                  <a:srgbClr val="52616A"/>
                </a:solidFill>
                <a:latin typeface="Yu Gothic"/>
                <a:ea typeface="Yu Gothic"/>
                <a:cs typeface="Yu Gothic"/>
              </a:rPr>
              <a:t>どこから時計回りに測るかを言葉にする</a:t>
            </a:r>
          </a:p>
        </p:txBody>
      </p:sp>
      <p:sp>
        <p:nvSpPr>
          <p:cNvPr id="7" name="">
            <a:extLst xmlns:a="http://schemas.openxmlformats.org/drawingml/2006/main">
              <a:ext uri="{FF2B5EF4-FFF2-40B4-BE49-F238E27FC236}">
                <a16:creationId xmlns:a16="http://schemas.microsoft.com/office/drawing/2014/main" id="{25A559F3-ED1F-4F9D-AF54-A3A7EBB7F0F2}"/>
              </a:ext>
            </a:extLst>
          </p:cNvPr>
          <p:cNvSpPr>
            <a:spLocks xmlns:a="http://schemas.openxmlformats.org/drawingml/2006/main" noGrp="1"/>
          </p:cNvSpPr>
          <p:nvPr/>
        </p:nvSpPr>
        <p:spPr>
          <a:xfrm xmlns:a="http://schemas.openxmlformats.org/drawingml/2006/main">
            <a:off x="6076950" y="2095500"/>
            <a:ext cx="0" cy="314325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8" name="">
            <a:extLst xmlns:a="http://schemas.openxmlformats.org/drawingml/2006/main">
              <a:ext uri="{FF2B5EF4-FFF2-40B4-BE49-F238E27FC236}">
                <a16:creationId xmlns:a16="http://schemas.microsoft.com/office/drawing/2014/main" id="{A826D33C-76F9-4B63-8DFB-FCBA6C044F31}"/>
              </a:ext>
            </a:extLst>
          </p:cNvPr>
          <p:cNvSpPr>
            <a:spLocks xmlns:a="http://schemas.openxmlformats.org/drawingml/2006/main" noGrp="1"/>
          </p:cNvSpPr>
          <p:nvPr/>
        </p:nvSpPr>
        <p:spPr>
          <a:xfrm xmlns:a="http://schemas.openxmlformats.org/drawingml/2006/main">
            <a:off x="742950" y="2095500"/>
            <a:ext cx="4953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550" b="1">
                <a:solidFill>
                  <a:srgbClr val="166B68"/>
                </a:solidFill>
                <a:latin typeface="Yu Gothic"/>
                <a:ea typeface="Yu Gothic"/>
                <a:cs typeface="Yu Gothic"/>
              </a:defRPr>
            </a:defPPr>
            <a:lvl1pPr algn="l">
              <a:defRPr sz="2550" b="1">
                <a:solidFill>
                  <a:srgbClr val="166B68"/>
                </a:solidFill>
                <a:latin typeface="Yu Gothic"/>
                <a:ea typeface="Yu Gothic"/>
                <a:cs typeface="Yu Gothic"/>
              </a:defRPr>
            </a:lvl1pPr>
            <a:lvl2pPr algn="l">
              <a:defRPr sz="2550" b="1">
                <a:solidFill>
                  <a:srgbClr val="166B68"/>
                </a:solidFill>
                <a:latin typeface="Yu Gothic"/>
                <a:ea typeface="Yu Gothic"/>
                <a:cs typeface="Yu Gothic"/>
              </a:defRPr>
            </a:lvl2pPr>
            <a:lvl3pPr algn="l">
              <a:defRPr sz="2550" b="1">
                <a:solidFill>
                  <a:srgbClr val="166B68"/>
                </a:solidFill>
                <a:latin typeface="Yu Gothic"/>
                <a:ea typeface="Yu Gothic"/>
                <a:cs typeface="Yu Gothic"/>
              </a:defRPr>
            </a:lvl3pPr>
            <a:lvl4pPr algn="l">
              <a:defRPr sz="2550" b="1">
                <a:solidFill>
                  <a:srgbClr val="166B68"/>
                </a:solidFill>
                <a:latin typeface="Yu Gothic"/>
                <a:ea typeface="Yu Gothic"/>
                <a:cs typeface="Yu Gothic"/>
              </a:defRPr>
            </a:lvl4pPr>
            <a:lvl5pPr algn="l">
              <a:defRPr sz="2550" b="1">
                <a:solidFill>
                  <a:srgbClr val="166B68"/>
                </a:solidFill>
                <a:latin typeface="Yu Gothic"/>
                <a:ea typeface="Yu Gothic"/>
                <a:cs typeface="Yu Gothic"/>
              </a:defRPr>
            </a:lvl5pPr>
            <a:lvl6pPr algn="l">
              <a:defRPr sz="2550" b="1">
                <a:solidFill>
                  <a:srgbClr val="166B68"/>
                </a:solidFill>
                <a:latin typeface="Yu Gothic"/>
                <a:ea typeface="Yu Gothic"/>
                <a:cs typeface="Yu Gothic"/>
              </a:defRPr>
            </a:lvl6pPr>
            <a:lvl7pPr algn="l">
              <a:defRPr sz="2550" b="1">
                <a:solidFill>
                  <a:srgbClr val="166B68"/>
                </a:solidFill>
                <a:latin typeface="Yu Gothic"/>
                <a:ea typeface="Yu Gothic"/>
                <a:cs typeface="Yu Gothic"/>
              </a:defRPr>
            </a:lvl7pPr>
            <a:lvl8pPr algn="l">
              <a:defRPr sz="2550" b="1">
                <a:solidFill>
                  <a:srgbClr val="166B68"/>
                </a:solidFill>
                <a:latin typeface="Yu Gothic"/>
                <a:ea typeface="Yu Gothic"/>
                <a:cs typeface="Yu Gothic"/>
              </a:defRPr>
            </a:lvl8pPr>
            <a:lvl9pPr algn="l">
              <a:defRPr sz="2550" b="1">
                <a:solidFill>
                  <a:srgbClr val="166B68"/>
                </a:solidFill>
                <a:latin typeface="Yu Gothic"/>
                <a:ea typeface="Yu Gothic"/>
                <a:cs typeface="Yu Gothic"/>
              </a:defRPr>
            </a:lvl9pPr>
          </a:lstStyle>
          <a:p xmlns:a="http://schemas.openxmlformats.org/drawingml/2006/main">
            <a:pPr algn="l">
              <a:defRPr sz="2550" b="1">
                <a:solidFill>
                  <a:srgbClr val="166B68"/>
                </a:solidFill>
                <a:latin typeface="Yu Gothic"/>
                <a:ea typeface="Yu Gothic"/>
                <a:cs typeface="Yu Gothic"/>
              </a:defRPr>
            </a:pPr>
            <a:r>
              <a:rPr sz="2550" b="1">
                <a:solidFill>
                  <a:srgbClr val="166B68"/>
                </a:solidFill>
                <a:latin typeface="Yu Gothic"/>
                <a:ea typeface="Yu Gothic"/>
                <a:cs typeface="Yu Gothic"/>
              </a:rPr>
              <a:t>水平角</a:t>
            </a:r>
          </a:p>
        </p:txBody>
      </p:sp>
      <p:sp>
        <p:nvSpPr>
          <p:cNvPr id="9" name="">
            <a:extLst xmlns:a="http://schemas.openxmlformats.org/drawingml/2006/main">
              <a:ext uri="{FF2B5EF4-FFF2-40B4-BE49-F238E27FC236}">
                <a16:creationId xmlns:a16="http://schemas.microsoft.com/office/drawing/2014/main" id="{C1D3AC1B-3AC1-47E3-AECB-BDEE37B32BA0}"/>
              </a:ext>
            </a:extLst>
          </p:cNvPr>
          <p:cNvSpPr>
            <a:spLocks xmlns:a="http://schemas.openxmlformats.org/drawingml/2006/main" noGrp="1"/>
          </p:cNvSpPr>
          <p:nvPr/>
        </p:nvSpPr>
        <p:spPr>
          <a:xfrm xmlns:a="http://schemas.openxmlformats.org/drawingml/2006/main">
            <a:off x="6477000" y="2095500"/>
            <a:ext cx="4953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550" b="1">
                <a:solidFill>
                  <a:srgbClr val="A94737"/>
                </a:solidFill>
                <a:latin typeface="Yu Gothic"/>
                <a:ea typeface="Yu Gothic"/>
                <a:cs typeface="Yu Gothic"/>
              </a:defRPr>
            </a:defPPr>
            <a:lvl1pPr algn="l">
              <a:defRPr sz="2550" b="1">
                <a:solidFill>
                  <a:srgbClr val="A94737"/>
                </a:solidFill>
                <a:latin typeface="Yu Gothic"/>
                <a:ea typeface="Yu Gothic"/>
                <a:cs typeface="Yu Gothic"/>
              </a:defRPr>
            </a:lvl1pPr>
            <a:lvl2pPr algn="l">
              <a:defRPr sz="2550" b="1">
                <a:solidFill>
                  <a:srgbClr val="A94737"/>
                </a:solidFill>
                <a:latin typeface="Yu Gothic"/>
                <a:ea typeface="Yu Gothic"/>
                <a:cs typeface="Yu Gothic"/>
              </a:defRPr>
            </a:lvl2pPr>
            <a:lvl3pPr algn="l">
              <a:defRPr sz="2550" b="1">
                <a:solidFill>
                  <a:srgbClr val="A94737"/>
                </a:solidFill>
                <a:latin typeface="Yu Gothic"/>
                <a:ea typeface="Yu Gothic"/>
                <a:cs typeface="Yu Gothic"/>
              </a:defRPr>
            </a:lvl3pPr>
            <a:lvl4pPr algn="l">
              <a:defRPr sz="2550" b="1">
                <a:solidFill>
                  <a:srgbClr val="A94737"/>
                </a:solidFill>
                <a:latin typeface="Yu Gothic"/>
                <a:ea typeface="Yu Gothic"/>
                <a:cs typeface="Yu Gothic"/>
              </a:defRPr>
            </a:lvl4pPr>
            <a:lvl5pPr algn="l">
              <a:defRPr sz="2550" b="1">
                <a:solidFill>
                  <a:srgbClr val="A94737"/>
                </a:solidFill>
                <a:latin typeface="Yu Gothic"/>
                <a:ea typeface="Yu Gothic"/>
                <a:cs typeface="Yu Gothic"/>
              </a:defRPr>
            </a:lvl5pPr>
            <a:lvl6pPr algn="l">
              <a:defRPr sz="2550" b="1">
                <a:solidFill>
                  <a:srgbClr val="A94737"/>
                </a:solidFill>
                <a:latin typeface="Yu Gothic"/>
                <a:ea typeface="Yu Gothic"/>
                <a:cs typeface="Yu Gothic"/>
              </a:defRPr>
            </a:lvl6pPr>
            <a:lvl7pPr algn="l">
              <a:defRPr sz="2550" b="1">
                <a:solidFill>
                  <a:srgbClr val="A94737"/>
                </a:solidFill>
                <a:latin typeface="Yu Gothic"/>
                <a:ea typeface="Yu Gothic"/>
                <a:cs typeface="Yu Gothic"/>
              </a:defRPr>
            </a:lvl7pPr>
            <a:lvl8pPr algn="l">
              <a:defRPr sz="2550" b="1">
                <a:solidFill>
                  <a:srgbClr val="A94737"/>
                </a:solidFill>
                <a:latin typeface="Yu Gothic"/>
                <a:ea typeface="Yu Gothic"/>
                <a:cs typeface="Yu Gothic"/>
              </a:defRPr>
            </a:lvl8pPr>
            <a:lvl9pPr algn="l">
              <a:defRPr sz="2550" b="1">
                <a:solidFill>
                  <a:srgbClr val="A94737"/>
                </a:solidFill>
                <a:latin typeface="Yu Gothic"/>
                <a:ea typeface="Yu Gothic"/>
                <a:cs typeface="Yu Gothic"/>
              </a:defRPr>
            </a:lvl9pPr>
          </a:lstStyle>
          <a:p xmlns:a="http://schemas.openxmlformats.org/drawingml/2006/main">
            <a:pPr algn="l">
              <a:defRPr sz="2550" b="1">
                <a:solidFill>
                  <a:srgbClr val="A94737"/>
                </a:solidFill>
                <a:latin typeface="Yu Gothic"/>
                <a:ea typeface="Yu Gothic"/>
                <a:cs typeface="Yu Gothic"/>
              </a:defRPr>
            </a:pPr>
            <a:r>
              <a:rPr sz="2550" b="1">
                <a:solidFill>
                  <a:srgbClr val="A94737"/>
                </a:solidFill>
                <a:latin typeface="Yu Gothic"/>
                <a:ea typeface="Yu Gothic"/>
                <a:cs typeface="Yu Gothic"/>
              </a:rPr>
              <a:t>方向角</a:t>
            </a:r>
          </a:p>
        </p:txBody>
      </p:sp>
      <p:sp>
        <p:nvSpPr>
          <p:cNvPr id="10" name="">
            <a:extLst xmlns:a="http://schemas.openxmlformats.org/drawingml/2006/main">
              <a:ext uri="{FF2B5EF4-FFF2-40B4-BE49-F238E27FC236}">
                <a16:creationId xmlns:a16="http://schemas.microsoft.com/office/drawing/2014/main" id="{BB717BF5-FB5E-4662-82A1-25CD2B71314B}"/>
              </a:ext>
            </a:extLst>
          </p:cNvPr>
          <p:cNvSpPr>
            <a:spLocks xmlns:a="http://schemas.openxmlformats.org/drawingml/2006/main" noGrp="1"/>
          </p:cNvSpPr>
          <p:nvPr/>
        </p:nvSpPr>
        <p:spPr>
          <a:xfrm xmlns:a="http://schemas.openxmlformats.org/drawingml/2006/main">
            <a:off x="781050" y="2686050"/>
            <a:ext cx="228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275" b="1">
                <a:solidFill>
                  <a:srgbClr val="166B68"/>
                </a:solidFill>
                <a:latin typeface="Yu Gothic"/>
                <a:ea typeface="Yu Gothic"/>
                <a:cs typeface="Yu Gothic"/>
              </a:defRPr>
            </a:defPPr>
            <a:lvl1pPr algn="ctr">
              <a:defRPr sz="1275" b="1">
                <a:solidFill>
                  <a:srgbClr val="166B68"/>
                </a:solidFill>
                <a:latin typeface="Yu Gothic"/>
                <a:ea typeface="Yu Gothic"/>
                <a:cs typeface="Yu Gothic"/>
              </a:defRPr>
            </a:lvl1pPr>
            <a:lvl2pPr algn="ctr">
              <a:defRPr sz="1275" b="1">
                <a:solidFill>
                  <a:srgbClr val="166B68"/>
                </a:solidFill>
                <a:latin typeface="Yu Gothic"/>
                <a:ea typeface="Yu Gothic"/>
                <a:cs typeface="Yu Gothic"/>
              </a:defRPr>
            </a:lvl2pPr>
            <a:lvl3pPr algn="ctr">
              <a:defRPr sz="1275" b="1">
                <a:solidFill>
                  <a:srgbClr val="166B68"/>
                </a:solidFill>
                <a:latin typeface="Yu Gothic"/>
                <a:ea typeface="Yu Gothic"/>
                <a:cs typeface="Yu Gothic"/>
              </a:defRPr>
            </a:lvl3pPr>
            <a:lvl4pPr algn="ctr">
              <a:defRPr sz="1275" b="1">
                <a:solidFill>
                  <a:srgbClr val="166B68"/>
                </a:solidFill>
                <a:latin typeface="Yu Gothic"/>
                <a:ea typeface="Yu Gothic"/>
                <a:cs typeface="Yu Gothic"/>
              </a:defRPr>
            </a:lvl4pPr>
            <a:lvl5pPr algn="ctr">
              <a:defRPr sz="1275" b="1">
                <a:solidFill>
                  <a:srgbClr val="166B68"/>
                </a:solidFill>
                <a:latin typeface="Yu Gothic"/>
                <a:ea typeface="Yu Gothic"/>
                <a:cs typeface="Yu Gothic"/>
              </a:defRPr>
            </a:lvl5pPr>
            <a:lvl6pPr algn="ctr">
              <a:defRPr sz="1275" b="1">
                <a:solidFill>
                  <a:srgbClr val="166B68"/>
                </a:solidFill>
                <a:latin typeface="Yu Gothic"/>
                <a:ea typeface="Yu Gothic"/>
                <a:cs typeface="Yu Gothic"/>
              </a:defRPr>
            </a:lvl6pPr>
            <a:lvl7pPr algn="ctr">
              <a:defRPr sz="1275" b="1">
                <a:solidFill>
                  <a:srgbClr val="166B68"/>
                </a:solidFill>
                <a:latin typeface="Yu Gothic"/>
                <a:ea typeface="Yu Gothic"/>
                <a:cs typeface="Yu Gothic"/>
              </a:defRPr>
            </a:lvl7pPr>
            <a:lvl8pPr algn="ctr">
              <a:defRPr sz="1275" b="1">
                <a:solidFill>
                  <a:srgbClr val="166B68"/>
                </a:solidFill>
                <a:latin typeface="Yu Gothic"/>
                <a:ea typeface="Yu Gothic"/>
                <a:cs typeface="Yu Gothic"/>
              </a:defRPr>
            </a:lvl8pPr>
            <a:lvl9pPr algn="ctr">
              <a:defRPr sz="1275" b="1">
                <a:solidFill>
                  <a:srgbClr val="166B68"/>
                </a:solidFill>
                <a:latin typeface="Yu Gothic"/>
                <a:ea typeface="Yu Gothic"/>
                <a:cs typeface="Yu Gothic"/>
              </a:defRPr>
            </a:lvl9pPr>
          </a:lstStyle>
          <a:p xmlns:a="http://schemas.openxmlformats.org/drawingml/2006/main">
            <a:pPr algn="ctr">
              <a:defRPr sz="1275" b="1">
                <a:solidFill>
                  <a:srgbClr val="166B68"/>
                </a:solidFill>
                <a:latin typeface="Yu Gothic"/>
                <a:ea typeface="Yu Gothic"/>
                <a:cs typeface="Yu Gothic"/>
              </a:defRPr>
            </a:pPr>
            <a:r>
              <a:rPr sz="1275" b="1">
                <a:solidFill>
                  <a:srgbClr val="166B68"/>
                </a:solidFill>
                <a:latin typeface="Yu Gothic"/>
                <a:ea typeface="Yu Gothic"/>
                <a:cs typeface="Yu Gothic"/>
              </a:rPr>
              <a:t>●</a:t>
            </a:r>
          </a:p>
        </p:txBody>
      </p:sp>
      <p:sp>
        <p:nvSpPr>
          <p:cNvPr id="11" name="">
            <a:extLst xmlns:a="http://schemas.openxmlformats.org/drawingml/2006/main">
              <a:ext uri="{FF2B5EF4-FFF2-40B4-BE49-F238E27FC236}">
                <a16:creationId xmlns:a16="http://schemas.microsoft.com/office/drawing/2014/main" id="{5F2F8C01-411F-4390-8FB6-7D4796203F12}"/>
              </a:ext>
            </a:extLst>
          </p:cNvPr>
          <p:cNvSpPr>
            <a:spLocks xmlns:a="http://schemas.openxmlformats.org/drawingml/2006/main" noGrp="1"/>
          </p:cNvSpPr>
          <p:nvPr/>
        </p:nvSpPr>
        <p:spPr>
          <a:xfrm xmlns:a="http://schemas.openxmlformats.org/drawingml/2006/main">
            <a:off x="1104900" y="2686050"/>
            <a:ext cx="453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00" b="0">
                <a:solidFill>
                  <a:srgbClr val="182B33"/>
                </a:solidFill>
                <a:latin typeface="Yu Gothic"/>
                <a:ea typeface="Yu Gothic"/>
                <a:cs typeface="Yu Gothic"/>
              </a:defRPr>
            </a:defPPr>
            <a:lvl1pPr algn="l">
              <a:defRPr sz="2100" b="0">
                <a:solidFill>
                  <a:srgbClr val="182B33"/>
                </a:solidFill>
                <a:latin typeface="Yu Gothic"/>
                <a:ea typeface="Yu Gothic"/>
                <a:cs typeface="Yu Gothic"/>
              </a:defRPr>
            </a:lvl1pPr>
            <a:lvl2pPr algn="l">
              <a:defRPr sz="2100" b="0">
                <a:solidFill>
                  <a:srgbClr val="182B33"/>
                </a:solidFill>
                <a:latin typeface="Yu Gothic"/>
                <a:ea typeface="Yu Gothic"/>
                <a:cs typeface="Yu Gothic"/>
              </a:defRPr>
            </a:lvl2pPr>
            <a:lvl3pPr algn="l">
              <a:defRPr sz="2100" b="0">
                <a:solidFill>
                  <a:srgbClr val="182B33"/>
                </a:solidFill>
                <a:latin typeface="Yu Gothic"/>
                <a:ea typeface="Yu Gothic"/>
                <a:cs typeface="Yu Gothic"/>
              </a:defRPr>
            </a:lvl3pPr>
            <a:lvl4pPr algn="l">
              <a:defRPr sz="2100" b="0">
                <a:solidFill>
                  <a:srgbClr val="182B33"/>
                </a:solidFill>
                <a:latin typeface="Yu Gothic"/>
                <a:ea typeface="Yu Gothic"/>
                <a:cs typeface="Yu Gothic"/>
              </a:defRPr>
            </a:lvl4pPr>
            <a:lvl5pPr algn="l">
              <a:defRPr sz="2100" b="0">
                <a:solidFill>
                  <a:srgbClr val="182B33"/>
                </a:solidFill>
                <a:latin typeface="Yu Gothic"/>
                <a:ea typeface="Yu Gothic"/>
                <a:cs typeface="Yu Gothic"/>
              </a:defRPr>
            </a:lvl5pPr>
            <a:lvl6pPr algn="l">
              <a:defRPr sz="2100" b="0">
                <a:solidFill>
                  <a:srgbClr val="182B33"/>
                </a:solidFill>
                <a:latin typeface="Yu Gothic"/>
                <a:ea typeface="Yu Gothic"/>
                <a:cs typeface="Yu Gothic"/>
              </a:defRPr>
            </a:lvl6pPr>
            <a:lvl7pPr algn="l">
              <a:defRPr sz="2100" b="0">
                <a:solidFill>
                  <a:srgbClr val="182B33"/>
                </a:solidFill>
                <a:latin typeface="Yu Gothic"/>
                <a:ea typeface="Yu Gothic"/>
                <a:cs typeface="Yu Gothic"/>
              </a:defRPr>
            </a:lvl7pPr>
            <a:lvl8pPr algn="l">
              <a:defRPr sz="2100" b="0">
                <a:solidFill>
                  <a:srgbClr val="182B33"/>
                </a:solidFill>
                <a:latin typeface="Yu Gothic"/>
                <a:ea typeface="Yu Gothic"/>
                <a:cs typeface="Yu Gothic"/>
              </a:defRPr>
            </a:lvl8pPr>
            <a:lvl9pPr algn="l">
              <a:defRPr sz="2100" b="0">
                <a:solidFill>
                  <a:srgbClr val="182B33"/>
                </a:solidFill>
                <a:latin typeface="Yu Gothic"/>
                <a:ea typeface="Yu Gothic"/>
                <a:cs typeface="Yu Gothic"/>
              </a:defRPr>
            </a:lvl9pPr>
          </a:lstStyle>
          <a:p xmlns:a="http://schemas.openxmlformats.org/drawingml/2006/main">
            <a:pPr algn="l">
              <a:defRPr sz="2100" b="0">
                <a:solidFill>
                  <a:srgbClr val="182B33"/>
                </a:solidFill>
                <a:latin typeface="Yu Gothic"/>
                <a:ea typeface="Yu Gothic"/>
                <a:cs typeface="Yu Gothic"/>
              </a:defRPr>
            </a:pPr>
            <a:r>
              <a:rPr sz="2100" b="0">
                <a:solidFill>
                  <a:srgbClr val="182B33"/>
                </a:solidFill>
                <a:latin typeface="Yu Gothic"/>
                <a:ea typeface="Yu Gothic"/>
                <a:cs typeface="Yu Gothic"/>
              </a:rPr>
              <a:t>指定した視準線から</a:t>
            </a:r>
          </a:p>
        </p:txBody>
      </p:sp>
      <p:sp>
        <p:nvSpPr>
          <p:cNvPr id="12" name="">
            <a:extLst xmlns:a="http://schemas.openxmlformats.org/drawingml/2006/main">
              <a:ext uri="{FF2B5EF4-FFF2-40B4-BE49-F238E27FC236}">
                <a16:creationId xmlns:a16="http://schemas.microsoft.com/office/drawing/2014/main" id="{6CF217C7-921B-4B6A-85CB-1605E68F2645}"/>
              </a:ext>
            </a:extLst>
          </p:cNvPr>
          <p:cNvSpPr>
            <a:spLocks xmlns:a="http://schemas.openxmlformats.org/drawingml/2006/main" noGrp="1"/>
          </p:cNvSpPr>
          <p:nvPr/>
        </p:nvSpPr>
        <p:spPr>
          <a:xfrm xmlns:a="http://schemas.openxmlformats.org/drawingml/2006/main">
            <a:off x="781050" y="3181350"/>
            <a:ext cx="228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275" b="1">
                <a:solidFill>
                  <a:srgbClr val="166B68"/>
                </a:solidFill>
                <a:latin typeface="Yu Gothic"/>
                <a:ea typeface="Yu Gothic"/>
                <a:cs typeface="Yu Gothic"/>
              </a:defRPr>
            </a:defPPr>
            <a:lvl1pPr algn="ctr">
              <a:defRPr sz="1275" b="1">
                <a:solidFill>
                  <a:srgbClr val="166B68"/>
                </a:solidFill>
                <a:latin typeface="Yu Gothic"/>
                <a:ea typeface="Yu Gothic"/>
                <a:cs typeface="Yu Gothic"/>
              </a:defRPr>
            </a:lvl1pPr>
            <a:lvl2pPr algn="ctr">
              <a:defRPr sz="1275" b="1">
                <a:solidFill>
                  <a:srgbClr val="166B68"/>
                </a:solidFill>
                <a:latin typeface="Yu Gothic"/>
                <a:ea typeface="Yu Gothic"/>
                <a:cs typeface="Yu Gothic"/>
              </a:defRPr>
            </a:lvl2pPr>
            <a:lvl3pPr algn="ctr">
              <a:defRPr sz="1275" b="1">
                <a:solidFill>
                  <a:srgbClr val="166B68"/>
                </a:solidFill>
                <a:latin typeface="Yu Gothic"/>
                <a:ea typeface="Yu Gothic"/>
                <a:cs typeface="Yu Gothic"/>
              </a:defRPr>
            </a:lvl3pPr>
            <a:lvl4pPr algn="ctr">
              <a:defRPr sz="1275" b="1">
                <a:solidFill>
                  <a:srgbClr val="166B68"/>
                </a:solidFill>
                <a:latin typeface="Yu Gothic"/>
                <a:ea typeface="Yu Gothic"/>
                <a:cs typeface="Yu Gothic"/>
              </a:defRPr>
            </a:lvl4pPr>
            <a:lvl5pPr algn="ctr">
              <a:defRPr sz="1275" b="1">
                <a:solidFill>
                  <a:srgbClr val="166B68"/>
                </a:solidFill>
                <a:latin typeface="Yu Gothic"/>
                <a:ea typeface="Yu Gothic"/>
                <a:cs typeface="Yu Gothic"/>
              </a:defRPr>
            </a:lvl5pPr>
            <a:lvl6pPr algn="ctr">
              <a:defRPr sz="1275" b="1">
                <a:solidFill>
                  <a:srgbClr val="166B68"/>
                </a:solidFill>
                <a:latin typeface="Yu Gothic"/>
                <a:ea typeface="Yu Gothic"/>
                <a:cs typeface="Yu Gothic"/>
              </a:defRPr>
            </a:lvl6pPr>
            <a:lvl7pPr algn="ctr">
              <a:defRPr sz="1275" b="1">
                <a:solidFill>
                  <a:srgbClr val="166B68"/>
                </a:solidFill>
                <a:latin typeface="Yu Gothic"/>
                <a:ea typeface="Yu Gothic"/>
                <a:cs typeface="Yu Gothic"/>
              </a:defRPr>
            </a:lvl7pPr>
            <a:lvl8pPr algn="ctr">
              <a:defRPr sz="1275" b="1">
                <a:solidFill>
                  <a:srgbClr val="166B68"/>
                </a:solidFill>
                <a:latin typeface="Yu Gothic"/>
                <a:ea typeface="Yu Gothic"/>
                <a:cs typeface="Yu Gothic"/>
              </a:defRPr>
            </a:lvl8pPr>
            <a:lvl9pPr algn="ctr">
              <a:defRPr sz="1275" b="1">
                <a:solidFill>
                  <a:srgbClr val="166B68"/>
                </a:solidFill>
                <a:latin typeface="Yu Gothic"/>
                <a:ea typeface="Yu Gothic"/>
                <a:cs typeface="Yu Gothic"/>
              </a:defRPr>
            </a:lvl9pPr>
          </a:lstStyle>
          <a:p xmlns:a="http://schemas.openxmlformats.org/drawingml/2006/main">
            <a:pPr algn="ctr">
              <a:defRPr sz="1275" b="1">
                <a:solidFill>
                  <a:srgbClr val="166B68"/>
                </a:solidFill>
                <a:latin typeface="Yu Gothic"/>
                <a:ea typeface="Yu Gothic"/>
                <a:cs typeface="Yu Gothic"/>
              </a:defRPr>
            </a:pPr>
            <a:r>
              <a:rPr sz="1275" b="1">
                <a:solidFill>
                  <a:srgbClr val="166B68"/>
                </a:solidFill>
                <a:latin typeface="Yu Gothic"/>
                <a:ea typeface="Yu Gothic"/>
                <a:cs typeface="Yu Gothic"/>
              </a:rPr>
              <a:t>●</a:t>
            </a:r>
          </a:p>
        </p:txBody>
      </p:sp>
      <p:sp>
        <p:nvSpPr>
          <p:cNvPr id="13" name="">
            <a:extLst xmlns:a="http://schemas.openxmlformats.org/drawingml/2006/main">
              <a:ext uri="{FF2B5EF4-FFF2-40B4-BE49-F238E27FC236}">
                <a16:creationId xmlns:a16="http://schemas.microsoft.com/office/drawing/2014/main" id="{48E43CBF-D0C5-4A00-8945-92DCB6084947}"/>
              </a:ext>
            </a:extLst>
          </p:cNvPr>
          <p:cNvSpPr>
            <a:spLocks xmlns:a="http://schemas.openxmlformats.org/drawingml/2006/main" noGrp="1"/>
          </p:cNvSpPr>
          <p:nvPr/>
        </p:nvSpPr>
        <p:spPr>
          <a:xfrm xmlns:a="http://schemas.openxmlformats.org/drawingml/2006/main">
            <a:off x="1104900" y="3181350"/>
            <a:ext cx="453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00" b="0">
                <a:solidFill>
                  <a:srgbClr val="182B33"/>
                </a:solidFill>
                <a:latin typeface="Yu Gothic"/>
                <a:ea typeface="Yu Gothic"/>
                <a:cs typeface="Yu Gothic"/>
              </a:defRPr>
            </a:defPPr>
            <a:lvl1pPr algn="l">
              <a:defRPr sz="2100" b="0">
                <a:solidFill>
                  <a:srgbClr val="182B33"/>
                </a:solidFill>
                <a:latin typeface="Yu Gothic"/>
                <a:ea typeface="Yu Gothic"/>
                <a:cs typeface="Yu Gothic"/>
              </a:defRPr>
            </a:lvl1pPr>
            <a:lvl2pPr algn="l">
              <a:defRPr sz="2100" b="0">
                <a:solidFill>
                  <a:srgbClr val="182B33"/>
                </a:solidFill>
                <a:latin typeface="Yu Gothic"/>
                <a:ea typeface="Yu Gothic"/>
                <a:cs typeface="Yu Gothic"/>
              </a:defRPr>
            </a:lvl2pPr>
            <a:lvl3pPr algn="l">
              <a:defRPr sz="2100" b="0">
                <a:solidFill>
                  <a:srgbClr val="182B33"/>
                </a:solidFill>
                <a:latin typeface="Yu Gothic"/>
                <a:ea typeface="Yu Gothic"/>
                <a:cs typeface="Yu Gothic"/>
              </a:defRPr>
            </a:lvl3pPr>
            <a:lvl4pPr algn="l">
              <a:defRPr sz="2100" b="0">
                <a:solidFill>
                  <a:srgbClr val="182B33"/>
                </a:solidFill>
                <a:latin typeface="Yu Gothic"/>
                <a:ea typeface="Yu Gothic"/>
                <a:cs typeface="Yu Gothic"/>
              </a:defRPr>
            </a:lvl4pPr>
            <a:lvl5pPr algn="l">
              <a:defRPr sz="2100" b="0">
                <a:solidFill>
                  <a:srgbClr val="182B33"/>
                </a:solidFill>
                <a:latin typeface="Yu Gothic"/>
                <a:ea typeface="Yu Gothic"/>
                <a:cs typeface="Yu Gothic"/>
              </a:defRPr>
            </a:lvl5pPr>
            <a:lvl6pPr algn="l">
              <a:defRPr sz="2100" b="0">
                <a:solidFill>
                  <a:srgbClr val="182B33"/>
                </a:solidFill>
                <a:latin typeface="Yu Gothic"/>
                <a:ea typeface="Yu Gothic"/>
                <a:cs typeface="Yu Gothic"/>
              </a:defRPr>
            </a:lvl6pPr>
            <a:lvl7pPr algn="l">
              <a:defRPr sz="2100" b="0">
                <a:solidFill>
                  <a:srgbClr val="182B33"/>
                </a:solidFill>
                <a:latin typeface="Yu Gothic"/>
                <a:ea typeface="Yu Gothic"/>
                <a:cs typeface="Yu Gothic"/>
              </a:defRPr>
            </a:lvl7pPr>
            <a:lvl8pPr algn="l">
              <a:defRPr sz="2100" b="0">
                <a:solidFill>
                  <a:srgbClr val="182B33"/>
                </a:solidFill>
                <a:latin typeface="Yu Gothic"/>
                <a:ea typeface="Yu Gothic"/>
                <a:cs typeface="Yu Gothic"/>
              </a:defRPr>
            </a:lvl8pPr>
            <a:lvl9pPr algn="l">
              <a:defRPr sz="2100" b="0">
                <a:solidFill>
                  <a:srgbClr val="182B33"/>
                </a:solidFill>
                <a:latin typeface="Yu Gothic"/>
                <a:ea typeface="Yu Gothic"/>
                <a:cs typeface="Yu Gothic"/>
              </a:defRPr>
            </a:lvl9pPr>
          </a:lstStyle>
          <a:p xmlns:a="http://schemas.openxmlformats.org/drawingml/2006/main">
            <a:pPr algn="l">
              <a:defRPr sz="2100" b="0">
                <a:solidFill>
                  <a:srgbClr val="182B33"/>
                </a:solidFill>
                <a:latin typeface="Yu Gothic"/>
                <a:ea typeface="Yu Gothic"/>
                <a:cs typeface="Yu Gothic"/>
              </a:defRPr>
            </a:pPr>
            <a:r>
              <a:rPr sz="2100" b="0">
                <a:solidFill>
                  <a:srgbClr val="182B33"/>
                </a:solidFill>
                <a:latin typeface="Yu Gothic"/>
                <a:ea typeface="Yu Gothic"/>
                <a:cs typeface="Yu Gothic"/>
              </a:rPr>
              <a:t>例：OAからOBへ</a:t>
            </a:r>
          </a:p>
        </p:txBody>
      </p:sp>
      <p:sp>
        <p:nvSpPr>
          <p:cNvPr id="14" name="">
            <a:extLst xmlns:a="http://schemas.openxmlformats.org/drawingml/2006/main">
              <a:ext uri="{FF2B5EF4-FFF2-40B4-BE49-F238E27FC236}">
                <a16:creationId xmlns:a16="http://schemas.microsoft.com/office/drawing/2014/main" id="{4C3DA09B-F30A-4F86-B8B3-442CAED8EC23}"/>
              </a:ext>
            </a:extLst>
          </p:cNvPr>
          <p:cNvSpPr>
            <a:spLocks xmlns:a="http://schemas.openxmlformats.org/drawingml/2006/main" noGrp="1"/>
          </p:cNvSpPr>
          <p:nvPr/>
        </p:nvSpPr>
        <p:spPr>
          <a:xfrm xmlns:a="http://schemas.openxmlformats.org/drawingml/2006/main">
            <a:off x="781050" y="3676650"/>
            <a:ext cx="228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275" b="1">
                <a:solidFill>
                  <a:srgbClr val="166B68"/>
                </a:solidFill>
                <a:latin typeface="Yu Gothic"/>
                <a:ea typeface="Yu Gothic"/>
                <a:cs typeface="Yu Gothic"/>
              </a:defRPr>
            </a:defPPr>
            <a:lvl1pPr algn="ctr">
              <a:defRPr sz="1275" b="1">
                <a:solidFill>
                  <a:srgbClr val="166B68"/>
                </a:solidFill>
                <a:latin typeface="Yu Gothic"/>
                <a:ea typeface="Yu Gothic"/>
                <a:cs typeface="Yu Gothic"/>
              </a:defRPr>
            </a:lvl1pPr>
            <a:lvl2pPr algn="ctr">
              <a:defRPr sz="1275" b="1">
                <a:solidFill>
                  <a:srgbClr val="166B68"/>
                </a:solidFill>
                <a:latin typeface="Yu Gothic"/>
                <a:ea typeface="Yu Gothic"/>
                <a:cs typeface="Yu Gothic"/>
              </a:defRPr>
            </a:lvl2pPr>
            <a:lvl3pPr algn="ctr">
              <a:defRPr sz="1275" b="1">
                <a:solidFill>
                  <a:srgbClr val="166B68"/>
                </a:solidFill>
                <a:latin typeface="Yu Gothic"/>
                <a:ea typeface="Yu Gothic"/>
                <a:cs typeface="Yu Gothic"/>
              </a:defRPr>
            </a:lvl3pPr>
            <a:lvl4pPr algn="ctr">
              <a:defRPr sz="1275" b="1">
                <a:solidFill>
                  <a:srgbClr val="166B68"/>
                </a:solidFill>
                <a:latin typeface="Yu Gothic"/>
                <a:ea typeface="Yu Gothic"/>
                <a:cs typeface="Yu Gothic"/>
              </a:defRPr>
            </a:lvl4pPr>
            <a:lvl5pPr algn="ctr">
              <a:defRPr sz="1275" b="1">
                <a:solidFill>
                  <a:srgbClr val="166B68"/>
                </a:solidFill>
                <a:latin typeface="Yu Gothic"/>
                <a:ea typeface="Yu Gothic"/>
                <a:cs typeface="Yu Gothic"/>
              </a:defRPr>
            </a:lvl5pPr>
            <a:lvl6pPr algn="ctr">
              <a:defRPr sz="1275" b="1">
                <a:solidFill>
                  <a:srgbClr val="166B68"/>
                </a:solidFill>
                <a:latin typeface="Yu Gothic"/>
                <a:ea typeface="Yu Gothic"/>
                <a:cs typeface="Yu Gothic"/>
              </a:defRPr>
            </a:lvl6pPr>
            <a:lvl7pPr algn="ctr">
              <a:defRPr sz="1275" b="1">
                <a:solidFill>
                  <a:srgbClr val="166B68"/>
                </a:solidFill>
                <a:latin typeface="Yu Gothic"/>
                <a:ea typeface="Yu Gothic"/>
                <a:cs typeface="Yu Gothic"/>
              </a:defRPr>
            </a:lvl7pPr>
            <a:lvl8pPr algn="ctr">
              <a:defRPr sz="1275" b="1">
                <a:solidFill>
                  <a:srgbClr val="166B68"/>
                </a:solidFill>
                <a:latin typeface="Yu Gothic"/>
                <a:ea typeface="Yu Gothic"/>
                <a:cs typeface="Yu Gothic"/>
              </a:defRPr>
            </a:lvl8pPr>
            <a:lvl9pPr algn="ctr">
              <a:defRPr sz="1275" b="1">
                <a:solidFill>
                  <a:srgbClr val="166B68"/>
                </a:solidFill>
                <a:latin typeface="Yu Gothic"/>
                <a:ea typeface="Yu Gothic"/>
                <a:cs typeface="Yu Gothic"/>
              </a:defRPr>
            </a:lvl9pPr>
          </a:lstStyle>
          <a:p xmlns:a="http://schemas.openxmlformats.org/drawingml/2006/main">
            <a:pPr algn="ctr">
              <a:defRPr sz="1275" b="1">
                <a:solidFill>
                  <a:srgbClr val="166B68"/>
                </a:solidFill>
                <a:latin typeface="Yu Gothic"/>
                <a:ea typeface="Yu Gothic"/>
                <a:cs typeface="Yu Gothic"/>
              </a:defRPr>
            </a:pPr>
            <a:r>
              <a:rPr sz="1275" b="1">
                <a:solidFill>
                  <a:srgbClr val="166B68"/>
                </a:solidFill>
                <a:latin typeface="Yu Gothic"/>
                <a:ea typeface="Yu Gothic"/>
                <a:cs typeface="Yu Gothic"/>
              </a:rPr>
              <a:t>●</a:t>
            </a:r>
          </a:p>
        </p:txBody>
      </p:sp>
      <p:sp>
        <p:nvSpPr>
          <p:cNvPr id="15" name="">
            <a:extLst xmlns:a="http://schemas.openxmlformats.org/drawingml/2006/main">
              <a:ext uri="{FF2B5EF4-FFF2-40B4-BE49-F238E27FC236}">
                <a16:creationId xmlns:a16="http://schemas.microsoft.com/office/drawing/2014/main" id="{81E9557B-BBBF-4D25-A6F9-DBEC0B058649}"/>
              </a:ext>
            </a:extLst>
          </p:cNvPr>
          <p:cNvSpPr>
            <a:spLocks xmlns:a="http://schemas.openxmlformats.org/drawingml/2006/main" noGrp="1"/>
          </p:cNvSpPr>
          <p:nvPr/>
        </p:nvSpPr>
        <p:spPr>
          <a:xfrm xmlns:a="http://schemas.openxmlformats.org/drawingml/2006/main">
            <a:off x="1104900" y="3676650"/>
            <a:ext cx="453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00" b="0">
                <a:solidFill>
                  <a:srgbClr val="182B33"/>
                </a:solidFill>
                <a:latin typeface="Yu Gothic"/>
                <a:ea typeface="Yu Gothic"/>
                <a:cs typeface="Yu Gothic"/>
              </a:defRPr>
            </a:defPPr>
            <a:lvl1pPr algn="l">
              <a:defRPr sz="2100" b="0">
                <a:solidFill>
                  <a:srgbClr val="182B33"/>
                </a:solidFill>
                <a:latin typeface="Yu Gothic"/>
                <a:ea typeface="Yu Gothic"/>
                <a:cs typeface="Yu Gothic"/>
              </a:defRPr>
            </a:lvl1pPr>
            <a:lvl2pPr algn="l">
              <a:defRPr sz="2100" b="0">
                <a:solidFill>
                  <a:srgbClr val="182B33"/>
                </a:solidFill>
                <a:latin typeface="Yu Gothic"/>
                <a:ea typeface="Yu Gothic"/>
                <a:cs typeface="Yu Gothic"/>
              </a:defRPr>
            </a:lvl2pPr>
            <a:lvl3pPr algn="l">
              <a:defRPr sz="2100" b="0">
                <a:solidFill>
                  <a:srgbClr val="182B33"/>
                </a:solidFill>
                <a:latin typeface="Yu Gothic"/>
                <a:ea typeface="Yu Gothic"/>
                <a:cs typeface="Yu Gothic"/>
              </a:defRPr>
            </a:lvl3pPr>
            <a:lvl4pPr algn="l">
              <a:defRPr sz="2100" b="0">
                <a:solidFill>
                  <a:srgbClr val="182B33"/>
                </a:solidFill>
                <a:latin typeface="Yu Gothic"/>
                <a:ea typeface="Yu Gothic"/>
                <a:cs typeface="Yu Gothic"/>
              </a:defRPr>
            </a:lvl4pPr>
            <a:lvl5pPr algn="l">
              <a:defRPr sz="2100" b="0">
                <a:solidFill>
                  <a:srgbClr val="182B33"/>
                </a:solidFill>
                <a:latin typeface="Yu Gothic"/>
                <a:ea typeface="Yu Gothic"/>
                <a:cs typeface="Yu Gothic"/>
              </a:defRPr>
            </a:lvl5pPr>
            <a:lvl6pPr algn="l">
              <a:defRPr sz="2100" b="0">
                <a:solidFill>
                  <a:srgbClr val="182B33"/>
                </a:solidFill>
                <a:latin typeface="Yu Gothic"/>
                <a:ea typeface="Yu Gothic"/>
                <a:cs typeface="Yu Gothic"/>
              </a:defRPr>
            </a:lvl6pPr>
            <a:lvl7pPr algn="l">
              <a:defRPr sz="2100" b="0">
                <a:solidFill>
                  <a:srgbClr val="182B33"/>
                </a:solidFill>
                <a:latin typeface="Yu Gothic"/>
                <a:ea typeface="Yu Gothic"/>
                <a:cs typeface="Yu Gothic"/>
              </a:defRPr>
            </a:lvl7pPr>
            <a:lvl8pPr algn="l">
              <a:defRPr sz="2100" b="0">
                <a:solidFill>
                  <a:srgbClr val="182B33"/>
                </a:solidFill>
                <a:latin typeface="Yu Gothic"/>
                <a:ea typeface="Yu Gothic"/>
                <a:cs typeface="Yu Gothic"/>
              </a:defRPr>
            </a:lvl8pPr>
            <a:lvl9pPr algn="l">
              <a:defRPr sz="2100" b="0">
                <a:solidFill>
                  <a:srgbClr val="182B33"/>
                </a:solidFill>
                <a:latin typeface="Yu Gothic"/>
                <a:ea typeface="Yu Gothic"/>
                <a:cs typeface="Yu Gothic"/>
              </a:defRPr>
            </a:lvl9pPr>
          </a:lstStyle>
          <a:p xmlns:a="http://schemas.openxmlformats.org/drawingml/2006/main">
            <a:pPr algn="l">
              <a:defRPr sz="2100" b="0">
                <a:solidFill>
                  <a:srgbClr val="182B33"/>
                </a:solidFill>
                <a:latin typeface="Yu Gothic"/>
                <a:ea typeface="Yu Gothic"/>
                <a:cs typeface="Yu Gothic"/>
              </a:defRPr>
            </a:pPr>
            <a:r>
              <a:rPr sz="2100" b="0">
                <a:solidFill>
                  <a:srgbClr val="182B33"/>
                </a:solidFill>
                <a:latin typeface="Yu Gothic"/>
                <a:ea typeface="Yu Gothic"/>
                <a:cs typeface="Yu Gothic"/>
              </a:rPr>
              <a:t>時計回りの開き</a:t>
            </a:r>
          </a:p>
        </p:txBody>
      </p:sp>
      <p:sp>
        <p:nvSpPr>
          <p:cNvPr id="16" name="">
            <a:extLst xmlns:a="http://schemas.openxmlformats.org/drawingml/2006/main">
              <a:ext uri="{FF2B5EF4-FFF2-40B4-BE49-F238E27FC236}">
                <a16:creationId xmlns:a16="http://schemas.microsoft.com/office/drawing/2014/main" id="{4E12AFC9-01B3-4939-A971-175D46E747F2}"/>
              </a:ext>
            </a:extLst>
          </p:cNvPr>
          <p:cNvSpPr>
            <a:spLocks xmlns:a="http://schemas.openxmlformats.org/drawingml/2006/main" noGrp="1"/>
          </p:cNvSpPr>
          <p:nvPr/>
        </p:nvSpPr>
        <p:spPr>
          <a:xfrm xmlns:a="http://schemas.openxmlformats.org/drawingml/2006/main">
            <a:off x="6515100" y="2686050"/>
            <a:ext cx="228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275" b="1">
                <a:solidFill>
                  <a:srgbClr val="166B68"/>
                </a:solidFill>
                <a:latin typeface="Yu Gothic"/>
                <a:ea typeface="Yu Gothic"/>
                <a:cs typeface="Yu Gothic"/>
              </a:defRPr>
            </a:defPPr>
            <a:lvl1pPr algn="ctr">
              <a:defRPr sz="1275" b="1">
                <a:solidFill>
                  <a:srgbClr val="166B68"/>
                </a:solidFill>
                <a:latin typeface="Yu Gothic"/>
                <a:ea typeface="Yu Gothic"/>
                <a:cs typeface="Yu Gothic"/>
              </a:defRPr>
            </a:lvl1pPr>
            <a:lvl2pPr algn="ctr">
              <a:defRPr sz="1275" b="1">
                <a:solidFill>
                  <a:srgbClr val="166B68"/>
                </a:solidFill>
                <a:latin typeface="Yu Gothic"/>
                <a:ea typeface="Yu Gothic"/>
                <a:cs typeface="Yu Gothic"/>
              </a:defRPr>
            </a:lvl2pPr>
            <a:lvl3pPr algn="ctr">
              <a:defRPr sz="1275" b="1">
                <a:solidFill>
                  <a:srgbClr val="166B68"/>
                </a:solidFill>
                <a:latin typeface="Yu Gothic"/>
                <a:ea typeface="Yu Gothic"/>
                <a:cs typeface="Yu Gothic"/>
              </a:defRPr>
            </a:lvl3pPr>
            <a:lvl4pPr algn="ctr">
              <a:defRPr sz="1275" b="1">
                <a:solidFill>
                  <a:srgbClr val="166B68"/>
                </a:solidFill>
                <a:latin typeface="Yu Gothic"/>
                <a:ea typeface="Yu Gothic"/>
                <a:cs typeface="Yu Gothic"/>
              </a:defRPr>
            </a:lvl4pPr>
            <a:lvl5pPr algn="ctr">
              <a:defRPr sz="1275" b="1">
                <a:solidFill>
                  <a:srgbClr val="166B68"/>
                </a:solidFill>
                <a:latin typeface="Yu Gothic"/>
                <a:ea typeface="Yu Gothic"/>
                <a:cs typeface="Yu Gothic"/>
              </a:defRPr>
            </a:lvl5pPr>
            <a:lvl6pPr algn="ctr">
              <a:defRPr sz="1275" b="1">
                <a:solidFill>
                  <a:srgbClr val="166B68"/>
                </a:solidFill>
                <a:latin typeface="Yu Gothic"/>
                <a:ea typeface="Yu Gothic"/>
                <a:cs typeface="Yu Gothic"/>
              </a:defRPr>
            </a:lvl6pPr>
            <a:lvl7pPr algn="ctr">
              <a:defRPr sz="1275" b="1">
                <a:solidFill>
                  <a:srgbClr val="166B68"/>
                </a:solidFill>
                <a:latin typeface="Yu Gothic"/>
                <a:ea typeface="Yu Gothic"/>
                <a:cs typeface="Yu Gothic"/>
              </a:defRPr>
            </a:lvl7pPr>
            <a:lvl8pPr algn="ctr">
              <a:defRPr sz="1275" b="1">
                <a:solidFill>
                  <a:srgbClr val="166B68"/>
                </a:solidFill>
                <a:latin typeface="Yu Gothic"/>
                <a:ea typeface="Yu Gothic"/>
                <a:cs typeface="Yu Gothic"/>
              </a:defRPr>
            </a:lvl8pPr>
            <a:lvl9pPr algn="ctr">
              <a:defRPr sz="1275" b="1">
                <a:solidFill>
                  <a:srgbClr val="166B68"/>
                </a:solidFill>
                <a:latin typeface="Yu Gothic"/>
                <a:ea typeface="Yu Gothic"/>
                <a:cs typeface="Yu Gothic"/>
              </a:defRPr>
            </a:lvl9pPr>
          </a:lstStyle>
          <a:p xmlns:a="http://schemas.openxmlformats.org/drawingml/2006/main">
            <a:pPr algn="ctr">
              <a:defRPr sz="1275" b="1">
                <a:solidFill>
                  <a:srgbClr val="166B68"/>
                </a:solidFill>
                <a:latin typeface="Yu Gothic"/>
                <a:ea typeface="Yu Gothic"/>
                <a:cs typeface="Yu Gothic"/>
              </a:defRPr>
            </a:pPr>
            <a:r>
              <a:rPr sz="1275" b="1">
                <a:solidFill>
                  <a:srgbClr val="166B68"/>
                </a:solidFill>
                <a:latin typeface="Yu Gothic"/>
                <a:ea typeface="Yu Gothic"/>
                <a:cs typeface="Yu Gothic"/>
              </a:rPr>
              <a:t>●</a:t>
            </a:r>
          </a:p>
        </p:txBody>
      </p:sp>
      <p:sp>
        <p:nvSpPr>
          <p:cNvPr id="17" name="">
            <a:extLst xmlns:a="http://schemas.openxmlformats.org/drawingml/2006/main">
              <a:ext uri="{FF2B5EF4-FFF2-40B4-BE49-F238E27FC236}">
                <a16:creationId xmlns:a16="http://schemas.microsoft.com/office/drawing/2014/main" id="{C56B1272-F2DF-4218-A369-36B25DE0484C}"/>
              </a:ext>
            </a:extLst>
          </p:cNvPr>
          <p:cNvSpPr>
            <a:spLocks xmlns:a="http://schemas.openxmlformats.org/drawingml/2006/main" noGrp="1"/>
          </p:cNvSpPr>
          <p:nvPr/>
        </p:nvSpPr>
        <p:spPr>
          <a:xfrm xmlns:a="http://schemas.openxmlformats.org/drawingml/2006/main">
            <a:off x="6838950" y="2686050"/>
            <a:ext cx="453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00" b="0">
                <a:solidFill>
                  <a:srgbClr val="182B33"/>
                </a:solidFill>
                <a:latin typeface="Yu Gothic"/>
                <a:ea typeface="Yu Gothic"/>
                <a:cs typeface="Yu Gothic"/>
              </a:defRPr>
            </a:defPPr>
            <a:lvl1pPr algn="l">
              <a:defRPr sz="2100" b="0">
                <a:solidFill>
                  <a:srgbClr val="182B33"/>
                </a:solidFill>
                <a:latin typeface="Yu Gothic"/>
                <a:ea typeface="Yu Gothic"/>
                <a:cs typeface="Yu Gothic"/>
              </a:defRPr>
            </a:lvl1pPr>
            <a:lvl2pPr algn="l">
              <a:defRPr sz="2100" b="0">
                <a:solidFill>
                  <a:srgbClr val="182B33"/>
                </a:solidFill>
                <a:latin typeface="Yu Gothic"/>
                <a:ea typeface="Yu Gothic"/>
                <a:cs typeface="Yu Gothic"/>
              </a:defRPr>
            </a:lvl2pPr>
            <a:lvl3pPr algn="l">
              <a:defRPr sz="2100" b="0">
                <a:solidFill>
                  <a:srgbClr val="182B33"/>
                </a:solidFill>
                <a:latin typeface="Yu Gothic"/>
                <a:ea typeface="Yu Gothic"/>
                <a:cs typeface="Yu Gothic"/>
              </a:defRPr>
            </a:lvl3pPr>
            <a:lvl4pPr algn="l">
              <a:defRPr sz="2100" b="0">
                <a:solidFill>
                  <a:srgbClr val="182B33"/>
                </a:solidFill>
                <a:latin typeface="Yu Gothic"/>
                <a:ea typeface="Yu Gothic"/>
                <a:cs typeface="Yu Gothic"/>
              </a:defRPr>
            </a:lvl4pPr>
            <a:lvl5pPr algn="l">
              <a:defRPr sz="2100" b="0">
                <a:solidFill>
                  <a:srgbClr val="182B33"/>
                </a:solidFill>
                <a:latin typeface="Yu Gothic"/>
                <a:ea typeface="Yu Gothic"/>
                <a:cs typeface="Yu Gothic"/>
              </a:defRPr>
            </a:lvl5pPr>
            <a:lvl6pPr algn="l">
              <a:defRPr sz="2100" b="0">
                <a:solidFill>
                  <a:srgbClr val="182B33"/>
                </a:solidFill>
                <a:latin typeface="Yu Gothic"/>
                <a:ea typeface="Yu Gothic"/>
                <a:cs typeface="Yu Gothic"/>
              </a:defRPr>
            </a:lvl6pPr>
            <a:lvl7pPr algn="l">
              <a:defRPr sz="2100" b="0">
                <a:solidFill>
                  <a:srgbClr val="182B33"/>
                </a:solidFill>
                <a:latin typeface="Yu Gothic"/>
                <a:ea typeface="Yu Gothic"/>
                <a:cs typeface="Yu Gothic"/>
              </a:defRPr>
            </a:lvl7pPr>
            <a:lvl8pPr algn="l">
              <a:defRPr sz="2100" b="0">
                <a:solidFill>
                  <a:srgbClr val="182B33"/>
                </a:solidFill>
                <a:latin typeface="Yu Gothic"/>
                <a:ea typeface="Yu Gothic"/>
                <a:cs typeface="Yu Gothic"/>
              </a:defRPr>
            </a:lvl8pPr>
            <a:lvl9pPr algn="l">
              <a:defRPr sz="2100" b="0">
                <a:solidFill>
                  <a:srgbClr val="182B33"/>
                </a:solidFill>
                <a:latin typeface="Yu Gothic"/>
                <a:ea typeface="Yu Gothic"/>
                <a:cs typeface="Yu Gothic"/>
              </a:defRPr>
            </a:lvl9pPr>
          </a:lstStyle>
          <a:p xmlns:a="http://schemas.openxmlformats.org/drawingml/2006/main">
            <a:pPr algn="l">
              <a:defRPr sz="2100" b="0">
                <a:solidFill>
                  <a:srgbClr val="182B33"/>
                </a:solidFill>
                <a:latin typeface="Yu Gothic"/>
                <a:ea typeface="Yu Gothic"/>
                <a:cs typeface="Yu Gothic"/>
              </a:defRPr>
            </a:pPr>
            <a:r>
              <a:rPr sz="2100" b="0">
                <a:solidFill>
                  <a:srgbClr val="182B33"/>
                </a:solidFill>
                <a:latin typeface="Yu Gothic"/>
                <a:ea typeface="Yu Gothic"/>
                <a:cs typeface="Yu Gothic"/>
              </a:rPr>
              <a:t>座標北から</a:t>
            </a:r>
          </a:p>
        </p:txBody>
      </p:sp>
      <p:sp>
        <p:nvSpPr>
          <p:cNvPr id="18" name="">
            <a:extLst xmlns:a="http://schemas.openxmlformats.org/drawingml/2006/main">
              <a:ext uri="{FF2B5EF4-FFF2-40B4-BE49-F238E27FC236}">
                <a16:creationId xmlns:a16="http://schemas.microsoft.com/office/drawing/2014/main" id="{5BF06C86-EFFE-4DA9-B1F0-63D63149F669}"/>
              </a:ext>
            </a:extLst>
          </p:cNvPr>
          <p:cNvSpPr>
            <a:spLocks xmlns:a="http://schemas.openxmlformats.org/drawingml/2006/main" noGrp="1"/>
          </p:cNvSpPr>
          <p:nvPr/>
        </p:nvSpPr>
        <p:spPr>
          <a:xfrm xmlns:a="http://schemas.openxmlformats.org/drawingml/2006/main">
            <a:off x="6515100" y="3181350"/>
            <a:ext cx="228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275" b="1">
                <a:solidFill>
                  <a:srgbClr val="166B68"/>
                </a:solidFill>
                <a:latin typeface="Yu Gothic"/>
                <a:ea typeface="Yu Gothic"/>
                <a:cs typeface="Yu Gothic"/>
              </a:defRPr>
            </a:defPPr>
            <a:lvl1pPr algn="ctr">
              <a:defRPr sz="1275" b="1">
                <a:solidFill>
                  <a:srgbClr val="166B68"/>
                </a:solidFill>
                <a:latin typeface="Yu Gothic"/>
                <a:ea typeface="Yu Gothic"/>
                <a:cs typeface="Yu Gothic"/>
              </a:defRPr>
            </a:lvl1pPr>
            <a:lvl2pPr algn="ctr">
              <a:defRPr sz="1275" b="1">
                <a:solidFill>
                  <a:srgbClr val="166B68"/>
                </a:solidFill>
                <a:latin typeface="Yu Gothic"/>
                <a:ea typeface="Yu Gothic"/>
                <a:cs typeface="Yu Gothic"/>
              </a:defRPr>
            </a:lvl2pPr>
            <a:lvl3pPr algn="ctr">
              <a:defRPr sz="1275" b="1">
                <a:solidFill>
                  <a:srgbClr val="166B68"/>
                </a:solidFill>
                <a:latin typeface="Yu Gothic"/>
                <a:ea typeface="Yu Gothic"/>
                <a:cs typeface="Yu Gothic"/>
              </a:defRPr>
            </a:lvl3pPr>
            <a:lvl4pPr algn="ctr">
              <a:defRPr sz="1275" b="1">
                <a:solidFill>
                  <a:srgbClr val="166B68"/>
                </a:solidFill>
                <a:latin typeface="Yu Gothic"/>
                <a:ea typeface="Yu Gothic"/>
                <a:cs typeface="Yu Gothic"/>
              </a:defRPr>
            </a:lvl4pPr>
            <a:lvl5pPr algn="ctr">
              <a:defRPr sz="1275" b="1">
                <a:solidFill>
                  <a:srgbClr val="166B68"/>
                </a:solidFill>
                <a:latin typeface="Yu Gothic"/>
                <a:ea typeface="Yu Gothic"/>
                <a:cs typeface="Yu Gothic"/>
              </a:defRPr>
            </a:lvl5pPr>
            <a:lvl6pPr algn="ctr">
              <a:defRPr sz="1275" b="1">
                <a:solidFill>
                  <a:srgbClr val="166B68"/>
                </a:solidFill>
                <a:latin typeface="Yu Gothic"/>
                <a:ea typeface="Yu Gothic"/>
                <a:cs typeface="Yu Gothic"/>
              </a:defRPr>
            </a:lvl6pPr>
            <a:lvl7pPr algn="ctr">
              <a:defRPr sz="1275" b="1">
                <a:solidFill>
                  <a:srgbClr val="166B68"/>
                </a:solidFill>
                <a:latin typeface="Yu Gothic"/>
                <a:ea typeface="Yu Gothic"/>
                <a:cs typeface="Yu Gothic"/>
              </a:defRPr>
            </a:lvl7pPr>
            <a:lvl8pPr algn="ctr">
              <a:defRPr sz="1275" b="1">
                <a:solidFill>
                  <a:srgbClr val="166B68"/>
                </a:solidFill>
                <a:latin typeface="Yu Gothic"/>
                <a:ea typeface="Yu Gothic"/>
                <a:cs typeface="Yu Gothic"/>
              </a:defRPr>
            </a:lvl8pPr>
            <a:lvl9pPr algn="ctr">
              <a:defRPr sz="1275" b="1">
                <a:solidFill>
                  <a:srgbClr val="166B68"/>
                </a:solidFill>
                <a:latin typeface="Yu Gothic"/>
                <a:ea typeface="Yu Gothic"/>
                <a:cs typeface="Yu Gothic"/>
              </a:defRPr>
            </a:lvl9pPr>
          </a:lstStyle>
          <a:p xmlns:a="http://schemas.openxmlformats.org/drawingml/2006/main">
            <a:pPr algn="ctr">
              <a:defRPr sz="1275" b="1">
                <a:solidFill>
                  <a:srgbClr val="166B68"/>
                </a:solidFill>
                <a:latin typeface="Yu Gothic"/>
                <a:ea typeface="Yu Gothic"/>
                <a:cs typeface="Yu Gothic"/>
              </a:defRPr>
            </a:pPr>
            <a:r>
              <a:rPr sz="1275" b="1">
                <a:solidFill>
                  <a:srgbClr val="166B68"/>
                </a:solidFill>
                <a:latin typeface="Yu Gothic"/>
                <a:ea typeface="Yu Gothic"/>
                <a:cs typeface="Yu Gothic"/>
              </a:rPr>
              <a:t>●</a:t>
            </a:r>
          </a:p>
        </p:txBody>
      </p:sp>
      <p:sp>
        <p:nvSpPr>
          <p:cNvPr id="19" name="">
            <a:extLst xmlns:a="http://schemas.openxmlformats.org/drawingml/2006/main">
              <a:ext uri="{FF2B5EF4-FFF2-40B4-BE49-F238E27FC236}">
                <a16:creationId xmlns:a16="http://schemas.microsoft.com/office/drawing/2014/main" id="{9098F00C-819B-4AB8-BF70-844F240416E2}"/>
              </a:ext>
            </a:extLst>
          </p:cNvPr>
          <p:cNvSpPr>
            <a:spLocks xmlns:a="http://schemas.openxmlformats.org/drawingml/2006/main" noGrp="1"/>
          </p:cNvSpPr>
          <p:nvPr/>
        </p:nvSpPr>
        <p:spPr>
          <a:xfrm xmlns:a="http://schemas.openxmlformats.org/drawingml/2006/main">
            <a:off x="6838950" y="3181350"/>
            <a:ext cx="453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00" b="0">
                <a:solidFill>
                  <a:srgbClr val="182B33"/>
                </a:solidFill>
                <a:latin typeface="Yu Gothic"/>
                <a:ea typeface="Yu Gothic"/>
                <a:cs typeface="Yu Gothic"/>
              </a:defRPr>
            </a:defPPr>
            <a:lvl1pPr algn="l">
              <a:defRPr sz="2100" b="0">
                <a:solidFill>
                  <a:srgbClr val="182B33"/>
                </a:solidFill>
                <a:latin typeface="Yu Gothic"/>
                <a:ea typeface="Yu Gothic"/>
                <a:cs typeface="Yu Gothic"/>
              </a:defRPr>
            </a:lvl1pPr>
            <a:lvl2pPr algn="l">
              <a:defRPr sz="2100" b="0">
                <a:solidFill>
                  <a:srgbClr val="182B33"/>
                </a:solidFill>
                <a:latin typeface="Yu Gothic"/>
                <a:ea typeface="Yu Gothic"/>
                <a:cs typeface="Yu Gothic"/>
              </a:defRPr>
            </a:lvl2pPr>
            <a:lvl3pPr algn="l">
              <a:defRPr sz="2100" b="0">
                <a:solidFill>
                  <a:srgbClr val="182B33"/>
                </a:solidFill>
                <a:latin typeface="Yu Gothic"/>
                <a:ea typeface="Yu Gothic"/>
                <a:cs typeface="Yu Gothic"/>
              </a:defRPr>
            </a:lvl3pPr>
            <a:lvl4pPr algn="l">
              <a:defRPr sz="2100" b="0">
                <a:solidFill>
                  <a:srgbClr val="182B33"/>
                </a:solidFill>
                <a:latin typeface="Yu Gothic"/>
                <a:ea typeface="Yu Gothic"/>
                <a:cs typeface="Yu Gothic"/>
              </a:defRPr>
            </a:lvl4pPr>
            <a:lvl5pPr algn="l">
              <a:defRPr sz="2100" b="0">
                <a:solidFill>
                  <a:srgbClr val="182B33"/>
                </a:solidFill>
                <a:latin typeface="Yu Gothic"/>
                <a:ea typeface="Yu Gothic"/>
                <a:cs typeface="Yu Gothic"/>
              </a:defRPr>
            </a:lvl5pPr>
            <a:lvl6pPr algn="l">
              <a:defRPr sz="2100" b="0">
                <a:solidFill>
                  <a:srgbClr val="182B33"/>
                </a:solidFill>
                <a:latin typeface="Yu Gothic"/>
                <a:ea typeface="Yu Gothic"/>
                <a:cs typeface="Yu Gothic"/>
              </a:defRPr>
            </a:lvl6pPr>
            <a:lvl7pPr algn="l">
              <a:defRPr sz="2100" b="0">
                <a:solidFill>
                  <a:srgbClr val="182B33"/>
                </a:solidFill>
                <a:latin typeface="Yu Gothic"/>
                <a:ea typeface="Yu Gothic"/>
                <a:cs typeface="Yu Gothic"/>
              </a:defRPr>
            </a:lvl7pPr>
            <a:lvl8pPr algn="l">
              <a:defRPr sz="2100" b="0">
                <a:solidFill>
                  <a:srgbClr val="182B33"/>
                </a:solidFill>
                <a:latin typeface="Yu Gothic"/>
                <a:ea typeface="Yu Gothic"/>
                <a:cs typeface="Yu Gothic"/>
              </a:defRPr>
            </a:lvl8pPr>
            <a:lvl9pPr algn="l">
              <a:defRPr sz="2100" b="0">
                <a:solidFill>
                  <a:srgbClr val="182B33"/>
                </a:solidFill>
                <a:latin typeface="Yu Gothic"/>
                <a:ea typeface="Yu Gothic"/>
                <a:cs typeface="Yu Gothic"/>
              </a:defRPr>
            </a:lvl9pPr>
          </a:lstStyle>
          <a:p xmlns:a="http://schemas.openxmlformats.org/drawingml/2006/main">
            <a:pPr algn="l">
              <a:defRPr sz="2100" b="0">
                <a:solidFill>
                  <a:srgbClr val="182B33"/>
                </a:solidFill>
                <a:latin typeface="Yu Gothic"/>
                <a:ea typeface="Yu Gothic"/>
                <a:cs typeface="Yu Gothic"/>
              </a:defRPr>
            </a:pPr>
            <a:r>
              <a:rPr sz="2100" b="0">
                <a:solidFill>
                  <a:srgbClr val="182B33"/>
                </a:solidFill>
                <a:latin typeface="Yu Gothic"/>
                <a:ea typeface="Yu Gothic"/>
                <a:cs typeface="Yu Gothic"/>
              </a:rPr>
              <a:t>この授業はX正方向</a:t>
            </a:r>
          </a:p>
        </p:txBody>
      </p:sp>
      <p:sp>
        <p:nvSpPr>
          <p:cNvPr id="20" name="">
            <a:extLst xmlns:a="http://schemas.openxmlformats.org/drawingml/2006/main">
              <a:ext uri="{FF2B5EF4-FFF2-40B4-BE49-F238E27FC236}">
                <a16:creationId xmlns:a16="http://schemas.microsoft.com/office/drawing/2014/main" id="{9C448590-811C-4519-AAE0-BCA083C559A6}"/>
              </a:ext>
            </a:extLst>
          </p:cNvPr>
          <p:cNvSpPr>
            <a:spLocks xmlns:a="http://schemas.openxmlformats.org/drawingml/2006/main" noGrp="1"/>
          </p:cNvSpPr>
          <p:nvPr/>
        </p:nvSpPr>
        <p:spPr>
          <a:xfrm xmlns:a="http://schemas.openxmlformats.org/drawingml/2006/main">
            <a:off x="6515100" y="3676650"/>
            <a:ext cx="228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275" b="1">
                <a:solidFill>
                  <a:srgbClr val="166B68"/>
                </a:solidFill>
                <a:latin typeface="Yu Gothic"/>
                <a:ea typeface="Yu Gothic"/>
                <a:cs typeface="Yu Gothic"/>
              </a:defRPr>
            </a:defPPr>
            <a:lvl1pPr algn="ctr">
              <a:defRPr sz="1275" b="1">
                <a:solidFill>
                  <a:srgbClr val="166B68"/>
                </a:solidFill>
                <a:latin typeface="Yu Gothic"/>
                <a:ea typeface="Yu Gothic"/>
                <a:cs typeface="Yu Gothic"/>
              </a:defRPr>
            </a:lvl1pPr>
            <a:lvl2pPr algn="ctr">
              <a:defRPr sz="1275" b="1">
                <a:solidFill>
                  <a:srgbClr val="166B68"/>
                </a:solidFill>
                <a:latin typeface="Yu Gothic"/>
                <a:ea typeface="Yu Gothic"/>
                <a:cs typeface="Yu Gothic"/>
              </a:defRPr>
            </a:lvl2pPr>
            <a:lvl3pPr algn="ctr">
              <a:defRPr sz="1275" b="1">
                <a:solidFill>
                  <a:srgbClr val="166B68"/>
                </a:solidFill>
                <a:latin typeface="Yu Gothic"/>
                <a:ea typeface="Yu Gothic"/>
                <a:cs typeface="Yu Gothic"/>
              </a:defRPr>
            </a:lvl3pPr>
            <a:lvl4pPr algn="ctr">
              <a:defRPr sz="1275" b="1">
                <a:solidFill>
                  <a:srgbClr val="166B68"/>
                </a:solidFill>
                <a:latin typeface="Yu Gothic"/>
                <a:ea typeface="Yu Gothic"/>
                <a:cs typeface="Yu Gothic"/>
              </a:defRPr>
            </a:lvl4pPr>
            <a:lvl5pPr algn="ctr">
              <a:defRPr sz="1275" b="1">
                <a:solidFill>
                  <a:srgbClr val="166B68"/>
                </a:solidFill>
                <a:latin typeface="Yu Gothic"/>
                <a:ea typeface="Yu Gothic"/>
                <a:cs typeface="Yu Gothic"/>
              </a:defRPr>
            </a:lvl5pPr>
            <a:lvl6pPr algn="ctr">
              <a:defRPr sz="1275" b="1">
                <a:solidFill>
                  <a:srgbClr val="166B68"/>
                </a:solidFill>
                <a:latin typeface="Yu Gothic"/>
                <a:ea typeface="Yu Gothic"/>
                <a:cs typeface="Yu Gothic"/>
              </a:defRPr>
            </a:lvl6pPr>
            <a:lvl7pPr algn="ctr">
              <a:defRPr sz="1275" b="1">
                <a:solidFill>
                  <a:srgbClr val="166B68"/>
                </a:solidFill>
                <a:latin typeface="Yu Gothic"/>
                <a:ea typeface="Yu Gothic"/>
                <a:cs typeface="Yu Gothic"/>
              </a:defRPr>
            </a:lvl7pPr>
            <a:lvl8pPr algn="ctr">
              <a:defRPr sz="1275" b="1">
                <a:solidFill>
                  <a:srgbClr val="166B68"/>
                </a:solidFill>
                <a:latin typeface="Yu Gothic"/>
                <a:ea typeface="Yu Gothic"/>
                <a:cs typeface="Yu Gothic"/>
              </a:defRPr>
            </a:lvl8pPr>
            <a:lvl9pPr algn="ctr">
              <a:defRPr sz="1275" b="1">
                <a:solidFill>
                  <a:srgbClr val="166B68"/>
                </a:solidFill>
                <a:latin typeface="Yu Gothic"/>
                <a:ea typeface="Yu Gothic"/>
                <a:cs typeface="Yu Gothic"/>
              </a:defRPr>
            </a:lvl9pPr>
          </a:lstStyle>
          <a:p xmlns:a="http://schemas.openxmlformats.org/drawingml/2006/main">
            <a:pPr algn="ctr">
              <a:defRPr sz="1275" b="1">
                <a:solidFill>
                  <a:srgbClr val="166B68"/>
                </a:solidFill>
                <a:latin typeface="Yu Gothic"/>
                <a:ea typeface="Yu Gothic"/>
                <a:cs typeface="Yu Gothic"/>
              </a:defRPr>
            </a:pPr>
            <a:r>
              <a:rPr sz="1275" b="1">
                <a:solidFill>
                  <a:srgbClr val="166B68"/>
                </a:solidFill>
                <a:latin typeface="Yu Gothic"/>
                <a:ea typeface="Yu Gothic"/>
                <a:cs typeface="Yu Gothic"/>
              </a:rPr>
              <a:t>●</a:t>
            </a:r>
          </a:p>
        </p:txBody>
      </p:sp>
      <p:sp>
        <p:nvSpPr>
          <p:cNvPr id="21" name="">
            <a:extLst xmlns:a="http://schemas.openxmlformats.org/drawingml/2006/main">
              <a:ext uri="{FF2B5EF4-FFF2-40B4-BE49-F238E27FC236}">
                <a16:creationId xmlns:a16="http://schemas.microsoft.com/office/drawing/2014/main" id="{AD513FB6-FBD3-4FE8-93B9-B9D89DD74847}"/>
              </a:ext>
            </a:extLst>
          </p:cNvPr>
          <p:cNvSpPr>
            <a:spLocks xmlns:a="http://schemas.openxmlformats.org/drawingml/2006/main" noGrp="1"/>
          </p:cNvSpPr>
          <p:nvPr/>
        </p:nvSpPr>
        <p:spPr>
          <a:xfrm xmlns:a="http://schemas.openxmlformats.org/drawingml/2006/main">
            <a:off x="6838950" y="3676650"/>
            <a:ext cx="453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00" b="0">
                <a:solidFill>
                  <a:srgbClr val="182B33"/>
                </a:solidFill>
                <a:latin typeface="Yu Gothic"/>
                <a:ea typeface="Yu Gothic"/>
                <a:cs typeface="Yu Gothic"/>
              </a:defRPr>
            </a:defPPr>
            <a:lvl1pPr algn="l">
              <a:defRPr sz="2100" b="0">
                <a:solidFill>
                  <a:srgbClr val="182B33"/>
                </a:solidFill>
                <a:latin typeface="Yu Gothic"/>
                <a:ea typeface="Yu Gothic"/>
                <a:cs typeface="Yu Gothic"/>
              </a:defRPr>
            </a:lvl1pPr>
            <a:lvl2pPr algn="l">
              <a:defRPr sz="2100" b="0">
                <a:solidFill>
                  <a:srgbClr val="182B33"/>
                </a:solidFill>
                <a:latin typeface="Yu Gothic"/>
                <a:ea typeface="Yu Gothic"/>
                <a:cs typeface="Yu Gothic"/>
              </a:defRPr>
            </a:lvl2pPr>
            <a:lvl3pPr algn="l">
              <a:defRPr sz="2100" b="0">
                <a:solidFill>
                  <a:srgbClr val="182B33"/>
                </a:solidFill>
                <a:latin typeface="Yu Gothic"/>
                <a:ea typeface="Yu Gothic"/>
                <a:cs typeface="Yu Gothic"/>
              </a:defRPr>
            </a:lvl3pPr>
            <a:lvl4pPr algn="l">
              <a:defRPr sz="2100" b="0">
                <a:solidFill>
                  <a:srgbClr val="182B33"/>
                </a:solidFill>
                <a:latin typeface="Yu Gothic"/>
                <a:ea typeface="Yu Gothic"/>
                <a:cs typeface="Yu Gothic"/>
              </a:defRPr>
            </a:lvl4pPr>
            <a:lvl5pPr algn="l">
              <a:defRPr sz="2100" b="0">
                <a:solidFill>
                  <a:srgbClr val="182B33"/>
                </a:solidFill>
                <a:latin typeface="Yu Gothic"/>
                <a:ea typeface="Yu Gothic"/>
                <a:cs typeface="Yu Gothic"/>
              </a:defRPr>
            </a:lvl5pPr>
            <a:lvl6pPr algn="l">
              <a:defRPr sz="2100" b="0">
                <a:solidFill>
                  <a:srgbClr val="182B33"/>
                </a:solidFill>
                <a:latin typeface="Yu Gothic"/>
                <a:ea typeface="Yu Gothic"/>
                <a:cs typeface="Yu Gothic"/>
              </a:defRPr>
            </a:lvl6pPr>
            <a:lvl7pPr algn="l">
              <a:defRPr sz="2100" b="0">
                <a:solidFill>
                  <a:srgbClr val="182B33"/>
                </a:solidFill>
                <a:latin typeface="Yu Gothic"/>
                <a:ea typeface="Yu Gothic"/>
                <a:cs typeface="Yu Gothic"/>
              </a:defRPr>
            </a:lvl7pPr>
            <a:lvl8pPr algn="l">
              <a:defRPr sz="2100" b="0">
                <a:solidFill>
                  <a:srgbClr val="182B33"/>
                </a:solidFill>
                <a:latin typeface="Yu Gothic"/>
                <a:ea typeface="Yu Gothic"/>
                <a:cs typeface="Yu Gothic"/>
              </a:defRPr>
            </a:lvl8pPr>
            <a:lvl9pPr algn="l">
              <a:defRPr sz="2100" b="0">
                <a:solidFill>
                  <a:srgbClr val="182B33"/>
                </a:solidFill>
                <a:latin typeface="Yu Gothic"/>
                <a:ea typeface="Yu Gothic"/>
                <a:cs typeface="Yu Gothic"/>
              </a:defRPr>
            </a:lvl9pPr>
          </a:lstStyle>
          <a:p xmlns:a="http://schemas.openxmlformats.org/drawingml/2006/main">
            <a:pPr algn="l">
              <a:defRPr sz="2100" b="0">
                <a:solidFill>
                  <a:srgbClr val="182B33"/>
                </a:solidFill>
                <a:latin typeface="Yu Gothic"/>
                <a:ea typeface="Yu Gothic"/>
                <a:cs typeface="Yu Gothic"/>
              </a:defRPr>
            </a:pPr>
            <a:r>
              <a:rPr sz="2100" b="0">
                <a:solidFill>
                  <a:srgbClr val="182B33"/>
                </a:solidFill>
                <a:latin typeface="Yu Gothic"/>
                <a:ea typeface="Yu Gothic"/>
                <a:cs typeface="Yu Gothic"/>
              </a:rPr>
              <a:t>時計回りの向き</a:t>
            </a:r>
          </a:p>
        </p:txBody>
      </p:sp>
      <p:sp>
        <p:nvSpPr>
          <p:cNvPr id="22" name="">
            <a:extLst xmlns:a="http://schemas.openxmlformats.org/drawingml/2006/main">
              <a:ext uri="{FF2B5EF4-FFF2-40B4-BE49-F238E27FC236}">
                <a16:creationId xmlns:a16="http://schemas.microsoft.com/office/drawing/2014/main" id="{535BF6B8-8756-46F0-A20A-39FC0EC1E2EC}"/>
              </a:ext>
            </a:extLst>
          </p:cNvPr>
          <p:cNvSpPr>
            <a:spLocks xmlns:a="http://schemas.openxmlformats.org/drawingml/2006/main" noGrp="1"/>
          </p:cNvSpPr>
          <p:nvPr/>
        </p:nvSpPr>
        <p:spPr>
          <a:xfrm xmlns:a="http://schemas.openxmlformats.org/drawingml/2006/main">
            <a:off x="781050" y="5143500"/>
            <a:ext cx="228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200" b="1">
                <a:solidFill>
                  <a:srgbClr val="166B68"/>
                </a:solidFill>
                <a:latin typeface="Yu Gothic"/>
                <a:ea typeface="Yu Gothic"/>
                <a:cs typeface="Yu Gothic"/>
              </a:defRPr>
            </a:defPPr>
            <a:lvl1pPr algn="ctr">
              <a:defRPr sz="1200" b="1">
                <a:solidFill>
                  <a:srgbClr val="166B68"/>
                </a:solidFill>
                <a:latin typeface="Yu Gothic"/>
                <a:ea typeface="Yu Gothic"/>
                <a:cs typeface="Yu Gothic"/>
              </a:defRPr>
            </a:lvl1pPr>
            <a:lvl2pPr algn="ctr">
              <a:defRPr sz="1200" b="1">
                <a:solidFill>
                  <a:srgbClr val="166B68"/>
                </a:solidFill>
                <a:latin typeface="Yu Gothic"/>
                <a:ea typeface="Yu Gothic"/>
                <a:cs typeface="Yu Gothic"/>
              </a:defRPr>
            </a:lvl2pPr>
            <a:lvl3pPr algn="ctr">
              <a:defRPr sz="1200" b="1">
                <a:solidFill>
                  <a:srgbClr val="166B68"/>
                </a:solidFill>
                <a:latin typeface="Yu Gothic"/>
                <a:ea typeface="Yu Gothic"/>
                <a:cs typeface="Yu Gothic"/>
              </a:defRPr>
            </a:lvl3pPr>
            <a:lvl4pPr algn="ctr">
              <a:defRPr sz="1200" b="1">
                <a:solidFill>
                  <a:srgbClr val="166B68"/>
                </a:solidFill>
                <a:latin typeface="Yu Gothic"/>
                <a:ea typeface="Yu Gothic"/>
                <a:cs typeface="Yu Gothic"/>
              </a:defRPr>
            </a:lvl4pPr>
            <a:lvl5pPr algn="ctr">
              <a:defRPr sz="1200" b="1">
                <a:solidFill>
                  <a:srgbClr val="166B68"/>
                </a:solidFill>
                <a:latin typeface="Yu Gothic"/>
                <a:ea typeface="Yu Gothic"/>
                <a:cs typeface="Yu Gothic"/>
              </a:defRPr>
            </a:lvl5pPr>
            <a:lvl6pPr algn="ctr">
              <a:defRPr sz="1200" b="1">
                <a:solidFill>
                  <a:srgbClr val="166B68"/>
                </a:solidFill>
                <a:latin typeface="Yu Gothic"/>
                <a:ea typeface="Yu Gothic"/>
                <a:cs typeface="Yu Gothic"/>
              </a:defRPr>
            </a:lvl6pPr>
            <a:lvl7pPr algn="ctr">
              <a:defRPr sz="1200" b="1">
                <a:solidFill>
                  <a:srgbClr val="166B68"/>
                </a:solidFill>
                <a:latin typeface="Yu Gothic"/>
                <a:ea typeface="Yu Gothic"/>
                <a:cs typeface="Yu Gothic"/>
              </a:defRPr>
            </a:lvl7pPr>
            <a:lvl8pPr algn="ctr">
              <a:defRPr sz="1200" b="1">
                <a:solidFill>
                  <a:srgbClr val="166B68"/>
                </a:solidFill>
                <a:latin typeface="Yu Gothic"/>
                <a:ea typeface="Yu Gothic"/>
                <a:cs typeface="Yu Gothic"/>
              </a:defRPr>
            </a:lvl8pPr>
            <a:lvl9pPr algn="ctr">
              <a:defRPr sz="1200" b="1">
                <a:solidFill>
                  <a:srgbClr val="166B68"/>
                </a:solidFill>
                <a:latin typeface="Yu Gothic"/>
                <a:ea typeface="Yu Gothic"/>
                <a:cs typeface="Yu Gothic"/>
              </a:defRPr>
            </a:lvl9pPr>
          </a:lstStyle>
          <a:p xmlns:a="http://schemas.openxmlformats.org/drawingml/2006/main">
            <a:pPr algn="ctr">
              <a:defRPr sz="1200" b="1">
                <a:solidFill>
                  <a:srgbClr val="166B68"/>
                </a:solidFill>
                <a:latin typeface="Yu Gothic"/>
                <a:ea typeface="Yu Gothic"/>
                <a:cs typeface="Yu Gothic"/>
              </a:defRPr>
            </a:pPr>
            <a:r>
              <a:rPr sz="1200" b="1">
                <a:solidFill>
                  <a:srgbClr val="166B68"/>
                </a:solidFill>
                <a:latin typeface="Yu Gothic"/>
                <a:ea typeface="Yu Gothic"/>
                <a:cs typeface="Yu Gothic"/>
              </a:rPr>
              <a:t>●</a:t>
            </a:r>
          </a:p>
        </p:txBody>
      </p:sp>
      <p:sp>
        <p:nvSpPr>
          <p:cNvPr id="23" name="">
            <a:extLst xmlns:a="http://schemas.openxmlformats.org/drawingml/2006/main">
              <a:ext uri="{FF2B5EF4-FFF2-40B4-BE49-F238E27FC236}">
                <a16:creationId xmlns:a16="http://schemas.microsoft.com/office/drawing/2014/main" id="{B13413C9-91EB-4B92-BCDD-C5802657D71E}"/>
              </a:ext>
            </a:extLst>
          </p:cNvPr>
          <p:cNvSpPr>
            <a:spLocks xmlns:a="http://schemas.openxmlformats.org/drawingml/2006/main" noGrp="1"/>
          </p:cNvSpPr>
          <p:nvPr/>
        </p:nvSpPr>
        <p:spPr>
          <a:xfrm xmlns:a="http://schemas.openxmlformats.org/drawingml/2006/main">
            <a:off x="1104900" y="5143500"/>
            <a:ext cx="99631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025" b="0">
                <a:solidFill>
                  <a:srgbClr val="182B33"/>
                </a:solidFill>
                <a:latin typeface="Yu Gothic"/>
                <a:ea typeface="Yu Gothic"/>
                <a:cs typeface="Yu Gothic"/>
              </a:defRPr>
            </a:defPPr>
            <a:lvl1pPr algn="l">
              <a:defRPr sz="2025" b="0">
                <a:solidFill>
                  <a:srgbClr val="182B33"/>
                </a:solidFill>
                <a:latin typeface="Yu Gothic"/>
                <a:ea typeface="Yu Gothic"/>
                <a:cs typeface="Yu Gothic"/>
              </a:defRPr>
            </a:lvl1pPr>
            <a:lvl2pPr algn="l">
              <a:defRPr sz="2025" b="0">
                <a:solidFill>
                  <a:srgbClr val="182B33"/>
                </a:solidFill>
                <a:latin typeface="Yu Gothic"/>
                <a:ea typeface="Yu Gothic"/>
                <a:cs typeface="Yu Gothic"/>
              </a:defRPr>
            </a:lvl2pPr>
            <a:lvl3pPr algn="l">
              <a:defRPr sz="2025" b="0">
                <a:solidFill>
                  <a:srgbClr val="182B33"/>
                </a:solidFill>
                <a:latin typeface="Yu Gothic"/>
                <a:ea typeface="Yu Gothic"/>
                <a:cs typeface="Yu Gothic"/>
              </a:defRPr>
            </a:lvl3pPr>
            <a:lvl4pPr algn="l">
              <a:defRPr sz="2025" b="0">
                <a:solidFill>
                  <a:srgbClr val="182B33"/>
                </a:solidFill>
                <a:latin typeface="Yu Gothic"/>
                <a:ea typeface="Yu Gothic"/>
                <a:cs typeface="Yu Gothic"/>
              </a:defRPr>
            </a:lvl4pPr>
            <a:lvl5pPr algn="l">
              <a:defRPr sz="2025" b="0">
                <a:solidFill>
                  <a:srgbClr val="182B33"/>
                </a:solidFill>
                <a:latin typeface="Yu Gothic"/>
                <a:ea typeface="Yu Gothic"/>
                <a:cs typeface="Yu Gothic"/>
              </a:defRPr>
            </a:lvl5pPr>
            <a:lvl6pPr algn="l">
              <a:defRPr sz="2025" b="0">
                <a:solidFill>
                  <a:srgbClr val="182B33"/>
                </a:solidFill>
                <a:latin typeface="Yu Gothic"/>
                <a:ea typeface="Yu Gothic"/>
                <a:cs typeface="Yu Gothic"/>
              </a:defRPr>
            </a:lvl6pPr>
            <a:lvl7pPr algn="l">
              <a:defRPr sz="2025" b="0">
                <a:solidFill>
                  <a:srgbClr val="182B33"/>
                </a:solidFill>
                <a:latin typeface="Yu Gothic"/>
                <a:ea typeface="Yu Gothic"/>
                <a:cs typeface="Yu Gothic"/>
              </a:defRPr>
            </a:lvl7pPr>
            <a:lvl8pPr algn="l">
              <a:defRPr sz="2025" b="0">
                <a:solidFill>
                  <a:srgbClr val="182B33"/>
                </a:solidFill>
                <a:latin typeface="Yu Gothic"/>
                <a:ea typeface="Yu Gothic"/>
                <a:cs typeface="Yu Gothic"/>
              </a:defRPr>
            </a:lvl8pPr>
            <a:lvl9pPr algn="l">
              <a:defRPr sz="2025" b="0">
                <a:solidFill>
                  <a:srgbClr val="182B33"/>
                </a:solidFill>
                <a:latin typeface="Yu Gothic"/>
                <a:ea typeface="Yu Gothic"/>
                <a:cs typeface="Yu Gothic"/>
              </a:defRPr>
            </a:lvl9pPr>
          </a:lstStyle>
          <a:p xmlns:a="http://schemas.openxmlformats.org/drawingml/2006/main">
            <a:pPr algn="l">
              <a:defRPr sz="2025" b="0">
                <a:solidFill>
                  <a:srgbClr val="182B33"/>
                </a:solidFill>
                <a:latin typeface="Yu Gothic"/>
                <a:ea typeface="Yu Gothic"/>
                <a:cs typeface="Yu Gothic"/>
              </a:defRPr>
            </a:pPr>
            <a:r>
              <a:rPr sz="2025" b="0">
                <a:solidFill>
                  <a:srgbClr val="182B33"/>
                </a:solidFill>
                <a:latin typeface="Yu Gothic"/>
                <a:ea typeface="Yu Gothic"/>
                <a:cs typeface="Yu Gothic"/>
              </a:rPr>
              <a:t>同じ線でも基準で数値が変わる</a:t>
            </a:r>
          </a:p>
        </p:txBody>
      </p:sp>
    </p:spTree>
    <p:extLst>
      <p:ext uri="{BB962C8B-B14F-4D97-AF65-F5344CB8AC3E}">
        <p14:creationId xmlns:p14="http://schemas.microsoft.com/office/powerpoint/2010/main" val="1006427562"/>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680153AA-D03A-4738-92C9-A94B247373D2}"/>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6DAAF3FE-671C-4747-BDF9-CBF8C064350B}"/>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鉛直角</a:t>
            </a:r>
          </a:p>
        </p:txBody>
      </p:sp>
      <p:sp>
        <p:nvSpPr>
          <p:cNvPr id="3" name="">
            <a:extLst xmlns:a="http://schemas.openxmlformats.org/drawingml/2006/main">
              <a:ext uri="{FF2B5EF4-FFF2-40B4-BE49-F238E27FC236}">
                <a16:creationId xmlns:a16="http://schemas.microsoft.com/office/drawing/2014/main" id="{2705900E-11EE-4E3B-A159-17370C552322}"/>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天頂角90°が水平</a:t>
            </a:r>
          </a:p>
        </p:txBody>
      </p:sp>
      <p:sp>
        <p:nvSpPr>
          <p:cNvPr id="4" name="">
            <a:extLst xmlns:a="http://schemas.openxmlformats.org/drawingml/2006/main">
              <a:ext uri="{FF2B5EF4-FFF2-40B4-BE49-F238E27FC236}">
                <a16:creationId xmlns:a16="http://schemas.microsoft.com/office/drawing/2014/main" id="{3F9A2E87-440F-41AC-8B4D-1D661653B055}"/>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271A66D8-26B5-4588-A36B-EDF28A2814FC}"/>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37</a:t>
            </a:r>
          </a:p>
        </p:txBody>
      </p:sp>
      <p:sp>
        <p:nvSpPr>
          <p:cNvPr id="6" name="">
            <a:extLst xmlns:a="http://schemas.openxmlformats.org/drawingml/2006/main">
              <a:ext uri="{FF2B5EF4-FFF2-40B4-BE49-F238E27FC236}">
                <a16:creationId xmlns:a16="http://schemas.microsoft.com/office/drawing/2014/main" id="{E49A6382-9ECC-4AC1-B510-6A77AA35B931}"/>
              </a:ext>
            </a:extLst>
          </p:cNvPr>
          <p:cNvSpPr>
            <a:spLocks xmlns:a="http://schemas.openxmlformats.org/drawingml/2006/main" noGrp="1"/>
          </p:cNvSpPr>
          <p:nvPr/>
        </p:nvSpPr>
        <p:spPr>
          <a:xfrm xmlns:a="http://schemas.openxmlformats.org/drawingml/2006/main">
            <a:off x="723900" y="1562100"/>
            <a:ext cx="5286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325" b="1">
                <a:solidFill>
                  <a:srgbClr val="52616A"/>
                </a:solidFill>
                <a:latin typeface="Yu Gothic"/>
                <a:ea typeface="Yu Gothic"/>
                <a:cs typeface="Yu Gothic"/>
              </a:defRPr>
            </a:defPPr>
            <a:lvl1pPr algn="l">
              <a:defRPr sz="2325" b="1">
                <a:solidFill>
                  <a:srgbClr val="52616A"/>
                </a:solidFill>
                <a:latin typeface="Yu Gothic"/>
                <a:ea typeface="Yu Gothic"/>
                <a:cs typeface="Yu Gothic"/>
              </a:defRPr>
            </a:lvl1pPr>
            <a:lvl2pPr algn="l">
              <a:defRPr sz="2325" b="1">
                <a:solidFill>
                  <a:srgbClr val="52616A"/>
                </a:solidFill>
                <a:latin typeface="Yu Gothic"/>
                <a:ea typeface="Yu Gothic"/>
                <a:cs typeface="Yu Gothic"/>
              </a:defRPr>
            </a:lvl2pPr>
            <a:lvl3pPr algn="l">
              <a:defRPr sz="2325" b="1">
                <a:solidFill>
                  <a:srgbClr val="52616A"/>
                </a:solidFill>
                <a:latin typeface="Yu Gothic"/>
                <a:ea typeface="Yu Gothic"/>
                <a:cs typeface="Yu Gothic"/>
              </a:defRPr>
            </a:lvl3pPr>
            <a:lvl4pPr algn="l">
              <a:defRPr sz="2325" b="1">
                <a:solidFill>
                  <a:srgbClr val="52616A"/>
                </a:solidFill>
                <a:latin typeface="Yu Gothic"/>
                <a:ea typeface="Yu Gothic"/>
                <a:cs typeface="Yu Gothic"/>
              </a:defRPr>
            </a:lvl4pPr>
            <a:lvl5pPr algn="l">
              <a:defRPr sz="2325" b="1">
                <a:solidFill>
                  <a:srgbClr val="52616A"/>
                </a:solidFill>
                <a:latin typeface="Yu Gothic"/>
                <a:ea typeface="Yu Gothic"/>
                <a:cs typeface="Yu Gothic"/>
              </a:defRPr>
            </a:lvl5pPr>
            <a:lvl6pPr algn="l">
              <a:defRPr sz="2325" b="1">
                <a:solidFill>
                  <a:srgbClr val="52616A"/>
                </a:solidFill>
                <a:latin typeface="Yu Gothic"/>
                <a:ea typeface="Yu Gothic"/>
                <a:cs typeface="Yu Gothic"/>
              </a:defRPr>
            </a:lvl6pPr>
            <a:lvl7pPr algn="l">
              <a:defRPr sz="2325" b="1">
                <a:solidFill>
                  <a:srgbClr val="52616A"/>
                </a:solidFill>
                <a:latin typeface="Yu Gothic"/>
                <a:ea typeface="Yu Gothic"/>
                <a:cs typeface="Yu Gothic"/>
              </a:defRPr>
            </a:lvl7pPr>
            <a:lvl8pPr algn="l">
              <a:defRPr sz="2325" b="1">
                <a:solidFill>
                  <a:srgbClr val="52616A"/>
                </a:solidFill>
                <a:latin typeface="Yu Gothic"/>
                <a:ea typeface="Yu Gothic"/>
                <a:cs typeface="Yu Gothic"/>
              </a:defRPr>
            </a:lvl8pPr>
            <a:lvl9pPr algn="l">
              <a:defRPr sz="2325" b="1">
                <a:solidFill>
                  <a:srgbClr val="52616A"/>
                </a:solidFill>
                <a:latin typeface="Yu Gothic"/>
                <a:ea typeface="Yu Gothic"/>
                <a:cs typeface="Yu Gothic"/>
              </a:defRPr>
            </a:lvl9pPr>
          </a:lstStyle>
          <a:p xmlns:a="http://schemas.openxmlformats.org/drawingml/2006/main">
            <a:pPr algn="l">
              <a:defRPr sz="2325" b="1">
                <a:solidFill>
                  <a:srgbClr val="52616A"/>
                </a:solidFill>
                <a:latin typeface="Yu Gothic"/>
                <a:ea typeface="Yu Gothic"/>
                <a:cs typeface="Yu Gothic"/>
              </a:defRPr>
            </a:pPr>
            <a:r>
              <a:rPr sz="2325" b="1">
                <a:solidFill>
                  <a:srgbClr val="52616A"/>
                </a:solidFill>
                <a:latin typeface="Yu Gothic"/>
                <a:ea typeface="Yu Gothic"/>
                <a:cs typeface="Yu Gothic"/>
              </a:rPr>
              <a:t>天頂角Zは真上から、高低角αは水平から測る</a:t>
            </a:r>
          </a:p>
        </p:txBody>
      </p:sp>
      <p:sp>
        <p:nvSpPr>
          <p:cNvPr id="7" name="">
            <a:extLst xmlns:a="http://schemas.openxmlformats.org/drawingml/2006/main">
              <a:ext uri="{FF2B5EF4-FFF2-40B4-BE49-F238E27FC236}">
                <a16:creationId xmlns:a16="http://schemas.microsoft.com/office/drawing/2014/main" id="{DEF498F0-224F-4210-A7E3-AFA626F4A372}"/>
              </a:ext>
            </a:extLst>
          </p:cNvPr>
          <p:cNvSpPr>
            <a:spLocks xmlns:a="http://schemas.openxmlformats.org/drawingml/2006/main" noGrp="1"/>
          </p:cNvSpPr>
          <p:nvPr/>
        </p:nvSpPr>
        <p:spPr>
          <a:xfrm xmlns:a="http://schemas.openxmlformats.org/drawingml/2006/main">
            <a:off x="723900" y="2428875"/>
            <a:ext cx="228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425" b="1">
                <a:solidFill>
                  <a:srgbClr val="166B68"/>
                </a:solidFill>
                <a:latin typeface="Yu Gothic"/>
                <a:ea typeface="Yu Gothic"/>
                <a:cs typeface="Yu Gothic"/>
              </a:defRPr>
            </a:defPPr>
            <a:lvl1pPr algn="ctr">
              <a:defRPr sz="1425" b="1">
                <a:solidFill>
                  <a:srgbClr val="166B68"/>
                </a:solidFill>
                <a:latin typeface="Yu Gothic"/>
                <a:ea typeface="Yu Gothic"/>
                <a:cs typeface="Yu Gothic"/>
              </a:defRPr>
            </a:lvl1pPr>
            <a:lvl2pPr algn="ctr">
              <a:defRPr sz="1425" b="1">
                <a:solidFill>
                  <a:srgbClr val="166B68"/>
                </a:solidFill>
                <a:latin typeface="Yu Gothic"/>
                <a:ea typeface="Yu Gothic"/>
                <a:cs typeface="Yu Gothic"/>
              </a:defRPr>
            </a:lvl2pPr>
            <a:lvl3pPr algn="ctr">
              <a:defRPr sz="1425" b="1">
                <a:solidFill>
                  <a:srgbClr val="166B68"/>
                </a:solidFill>
                <a:latin typeface="Yu Gothic"/>
                <a:ea typeface="Yu Gothic"/>
                <a:cs typeface="Yu Gothic"/>
              </a:defRPr>
            </a:lvl3pPr>
            <a:lvl4pPr algn="ctr">
              <a:defRPr sz="1425" b="1">
                <a:solidFill>
                  <a:srgbClr val="166B68"/>
                </a:solidFill>
                <a:latin typeface="Yu Gothic"/>
                <a:ea typeface="Yu Gothic"/>
                <a:cs typeface="Yu Gothic"/>
              </a:defRPr>
            </a:lvl4pPr>
            <a:lvl5pPr algn="ctr">
              <a:defRPr sz="1425" b="1">
                <a:solidFill>
                  <a:srgbClr val="166B68"/>
                </a:solidFill>
                <a:latin typeface="Yu Gothic"/>
                <a:ea typeface="Yu Gothic"/>
                <a:cs typeface="Yu Gothic"/>
              </a:defRPr>
            </a:lvl5pPr>
            <a:lvl6pPr algn="ctr">
              <a:defRPr sz="1425" b="1">
                <a:solidFill>
                  <a:srgbClr val="166B68"/>
                </a:solidFill>
                <a:latin typeface="Yu Gothic"/>
                <a:ea typeface="Yu Gothic"/>
                <a:cs typeface="Yu Gothic"/>
              </a:defRPr>
            </a:lvl6pPr>
            <a:lvl7pPr algn="ctr">
              <a:defRPr sz="1425" b="1">
                <a:solidFill>
                  <a:srgbClr val="166B68"/>
                </a:solidFill>
                <a:latin typeface="Yu Gothic"/>
                <a:ea typeface="Yu Gothic"/>
                <a:cs typeface="Yu Gothic"/>
              </a:defRPr>
            </a:lvl7pPr>
            <a:lvl8pPr algn="ctr">
              <a:defRPr sz="1425" b="1">
                <a:solidFill>
                  <a:srgbClr val="166B68"/>
                </a:solidFill>
                <a:latin typeface="Yu Gothic"/>
                <a:ea typeface="Yu Gothic"/>
                <a:cs typeface="Yu Gothic"/>
              </a:defRPr>
            </a:lvl8pPr>
            <a:lvl9pPr algn="ctr">
              <a:defRPr sz="1425" b="1">
                <a:solidFill>
                  <a:srgbClr val="166B68"/>
                </a:solidFill>
                <a:latin typeface="Yu Gothic"/>
                <a:ea typeface="Yu Gothic"/>
                <a:cs typeface="Yu Gothic"/>
              </a:defRPr>
            </a:lvl9pPr>
          </a:lstStyle>
          <a:p xmlns:a="http://schemas.openxmlformats.org/drawingml/2006/main">
            <a:pPr algn="ctr">
              <a:defRPr sz="1425" b="1">
                <a:solidFill>
                  <a:srgbClr val="166B68"/>
                </a:solidFill>
                <a:latin typeface="Yu Gothic"/>
                <a:ea typeface="Yu Gothic"/>
                <a:cs typeface="Yu Gothic"/>
              </a:defRPr>
            </a:pPr>
            <a:r>
              <a:rPr sz="1425" b="1">
                <a:solidFill>
                  <a:srgbClr val="166B68"/>
                </a:solidFill>
                <a:latin typeface="Yu Gothic"/>
                <a:ea typeface="Yu Gothic"/>
                <a:cs typeface="Yu Gothic"/>
              </a:rPr>
              <a:t>●</a:t>
            </a:r>
          </a:p>
        </p:txBody>
      </p:sp>
      <p:sp>
        <p:nvSpPr>
          <p:cNvPr id="8" name="">
            <a:extLst xmlns:a="http://schemas.openxmlformats.org/drawingml/2006/main">
              <a:ext uri="{FF2B5EF4-FFF2-40B4-BE49-F238E27FC236}">
                <a16:creationId xmlns:a16="http://schemas.microsoft.com/office/drawing/2014/main" id="{B91764C0-C040-45C0-9B2A-55FEE1977BED}"/>
              </a:ext>
            </a:extLst>
          </p:cNvPr>
          <p:cNvSpPr>
            <a:spLocks xmlns:a="http://schemas.openxmlformats.org/drawingml/2006/main" noGrp="1"/>
          </p:cNvSpPr>
          <p:nvPr/>
        </p:nvSpPr>
        <p:spPr>
          <a:xfrm xmlns:a="http://schemas.openxmlformats.org/drawingml/2006/main">
            <a:off x="1047750" y="242887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Z＝0°：真上</a:t>
            </a:r>
          </a:p>
        </p:txBody>
      </p:sp>
      <p:sp>
        <p:nvSpPr>
          <p:cNvPr id="9" name="">
            <a:extLst xmlns:a="http://schemas.openxmlformats.org/drawingml/2006/main">
              <a:ext uri="{FF2B5EF4-FFF2-40B4-BE49-F238E27FC236}">
                <a16:creationId xmlns:a16="http://schemas.microsoft.com/office/drawing/2014/main" id="{CD4EAEF2-BE71-485B-A62A-B0F88C5D6F31}"/>
              </a:ext>
            </a:extLst>
          </p:cNvPr>
          <p:cNvSpPr>
            <a:spLocks xmlns:a="http://schemas.openxmlformats.org/drawingml/2006/main" noGrp="1"/>
          </p:cNvSpPr>
          <p:nvPr/>
        </p:nvSpPr>
        <p:spPr>
          <a:xfrm xmlns:a="http://schemas.openxmlformats.org/drawingml/2006/main">
            <a:off x="723900" y="3019425"/>
            <a:ext cx="228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425" b="1">
                <a:solidFill>
                  <a:srgbClr val="166B68"/>
                </a:solidFill>
                <a:latin typeface="Yu Gothic"/>
                <a:ea typeface="Yu Gothic"/>
                <a:cs typeface="Yu Gothic"/>
              </a:defRPr>
            </a:defPPr>
            <a:lvl1pPr algn="ctr">
              <a:defRPr sz="1425" b="1">
                <a:solidFill>
                  <a:srgbClr val="166B68"/>
                </a:solidFill>
                <a:latin typeface="Yu Gothic"/>
                <a:ea typeface="Yu Gothic"/>
                <a:cs typeface="Yu Gothic"/>
              </a:defRPr>
            </a:lvl1pPr>
            <a:lvl2pPr algn="ctr">
              <a:defRPr sz="1425" b="1">
                <a:solidFill>
                  <a:srgbClr val="166B68"/>
                </a:solidFill>
                <a:latin typeface="Yu Gothic"/>
                <a:ea typeface="Yu Gothic"/>
                <a:cs typeface="Yu Gothic"/>
              </a:defRPr>
            </a:lvl2pPr>
            <a:lvl3pPr algn="ctr">
              <a:defRPr sz="1425" b="1">
                <a:solidFill>
                  <a:srgbClr val="166B68"/>
                </a:solidFill>
                <a:latin typeface="Yu Gothic"/>
                <a:ea typeface="Yu Gothic"/>
                <a:cs typeface="Yu Gothic"/>
              </a:defRPr>
            </a:lvl3pPr>
            <a:lvl4pPr algn="ctr">
              <a:defRPr sz="1425" b="1">
                <a:solidFill>
                  <a:srgbClr val="166B68"/>
                </a:solidFill>
                <a:latin typeface="Yu Gothic"/>
                <a:ea typeface="Yu Gothic"/>
                <a:cs typeface="Yu Gothic"/>
              </a:defRPr>
            </a:lvl4pPr>
            <a:lvl5pPr algn="ctr">
              <a:defRPr sz="1425" b="1">
                <a:solidFill>
                  <a:srgbClr val="166B68"/>
                </a:solidFill>
                <a:latin typeface="Yu Gothic"/>
                <a:ea typeface="Yu Gothic"/>
                <a:cs typeface="Yu Gothic"/>
              </a:defRPr>
            </a:lvl5pPr>
            <a:lvl6pPr algn="ctr">
              <a:defRPr sz="1425" b="1">
                <a:solidFill>
                  <a:srgbClr val="166B68"/>
                </a:solidFill>
                <a:latin typeface="Yu Gothic"/>
                <a:ea typeface="Yu Gothic"/>
                <a:cs typeface="Yu Gothic"/>
              </a:defRPr>
            </a:lvl6pPr>
            <a:lvl7pPr algn="ctr">
              <a:defRPr sz="1425" b="1">
                <a:solidFill>
                  <a:srgbClr val="166B68"/>
                </a:solidFill>
                <a:latin typeface="Yu Gothic"/>
                <a:ea typeface="Yu Gothic"/>
                <a:cs typeface="Yu Gothic"/>
              </a:defRPr>
            </a:lvl7pPr>
            <a:lvl8pPr algn="ctr">
              <a:defRPr sz="1425" b="1">
                <a:solidFill>
                  <a:srgbClr val="166B68"/>
                </a:solidFill>
                <a:latin typeface="Yu Gothic"/>
                <a:ea typeface="Yu Gothic"/>
                <a:cs typeface="Yu Gothic"/>
              </a:defRPr>
            </a:lvl8pPr>
            <a:lvl9pPr algn="ctr">
              <a:defRPr sz="1425" b="1">
                <a:solidFill>
                  <a:srgbClr val="166B68"/>
                </a:solidFill>
                <a:latin typeface="Yu Gothic"/>
                <a:ea typeface="Yu Gothic"/>
                <a:cs typeface="Yu Gothic"/>
              </a:defRPr>
            </a:lvl9pPr>
          </a:lstStyle>
          <a:p xmlns:a="http://schemas.openxmlformats.org/drawingml/2006/main">
            <a:pPr algn="ctr">
              <a:defRPr sz="1425" b="1">
                <a:solidFill>
                  <a:srgbClr val="166B68"/>
                </a:solidFill>
                <a:latin typeface="Yu Gothic"/>
                <a:ea typeface="Yu Gothic"/>
                <a:cs typeface="Yu Gothic"/>
              </a:defRPr>
            </a:pPr>
            <a:r>
              <a:rPr sz="1425" b="1">
                <a:solidFill>
                  <a:srgbClr val="166B68"/>
                </a:solidFill>
                <a:latin typeface="Yu Gothic"/>
                <a:ea typeface="Yu Gothic"/>
                <a:cs typeface="Yu Gothic"/>
              </a:rPr>
              <a:t>●</a:t>
            </a:r>
          </a:p>
        </p:txBody>
      </p:sp>
      <p:sp>
        <p:nvSpPr>
          <p:cNvPr id="10" name="">
            <a:extLst xmlns:a="http://schemas.openxmlformats.org/drawingml/2006/main">
              <a:ext uri="{FF2B5EF4-FFF2-40B4-BE49-F238E27FC236}">
                <a16:creationId xmlns:a16="http://schemas.microsoft.com/office/drawing/2014/main" id="{A048D7E1-E984-48AB-AAE4-F98AB6FDB06A}"/>
              </a:ext>
            </a:extLst>
          </p:cNvPr>
          <p:cNvSpPr>
            <a:spLocks xmlns:a="http://schemas.openxmlformats.org/drawingml/2006/main" noGrp="1"/>
          </p:cNvSpPr>
          <p:nvPr/>
        </p:nvSpPr>
        <p:spPr>
          <a:xfrm xmlns:a="http://schemas.openxmlformats.org/drawingml/2006/main">
            <a:off x="1047750" y="301942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Z＝90°：水平</a:t>
            </a:r>
          </a:p>
        </p:txBody>
      </p:sp>
      <p:sp>
        <p:nvSpPr>
          <p:cNvPr id="11" name="">
            <a:extLst xmlns:a="http://schemas.openxmlformats.org/drawingml/2006/main">
              <a:ext uri="{FF2B5EF4-FFF2-40B4-BE49-F238E27FC236}">
                <a16:creationId xmlns:a16="http://schemas.microsoft.com/office/drawing/2014/main" id="{5EF99672-C8FA-444F-A781-4FB0159502E6}"/>
              </a:ext>
            </a:extLst>
          </p:cNvPr>
          <p:cNvSpPr>
            <a:spLocks xmlns:a="http://schemas.openxmlformats.org/drawingml/2006/main" noGrp="1"/>
          </p:cNvSpPr>
          <p:nvPr/>
        </p:nvSpPr>
        <p:spPr>
          <a:xfrm xmlns:a="http://schemas.openxmlformats.org/drawingml/2006/main">
            <a:off x="723900" y="3609975"/>
            <a:ext cx="228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425" b="1">
                <a:solidFill>
                  <a:srgbClr val="166B68"/>
                </a:solidFill>
                <a:latin typeface="Yu Gothic"/>
                <a:ea typeface="Yu Gothic"/>
                <a:cs typeface="Yu Gothic"/>
              </a:defRPr>
            </a:defPPr>
            <a:lvl1pPr algn="ctr">
              <a:defRPr sz="1425" b="1">
                <a:solidFill>
                  <a:srgbClr val="166B68"/>
                </a:solidFill>
                <a:latin typeface="Yu Gothic"/>
                <a:ea typeface="Yu Gothic"/>
                <a:cs typeface="Yu Gothic"/>
              </a:defRPr>
            </a:lvl1pPr>
            <a:lvl2pPr algn="ctr">
              <a:defRPr sz="1425" b="1">
                <a:solidFill>
                  <a:srgbClr val="166B68"/>
                </a:solidFill>
                <a:latin typeface="Yu Gothic"/>
                <a:ea typeface="Yu Gothic"/>
                <a:cs typeface="Yu Gothic"/>
              </a:defRPr>
            </a:lvl2pPr>
            <a:lvl3pPr algn="ctr">
              <a:defRPr sz="1425" b="1">
                <a:solidFill>
                  <a:srgbClr val="166B68"/>
                </a:solidFill>
                <a:latin typeface="Yu Gothic"/>
                <a:ea typeface="Yu Gothic"/>
                <a:cs typeface="Yu Gothic"/>
              </a:defRPr>
            </a:lvl3pPr>
            <a:lvl4pPr algn="ctr">
              <a:defRPr sz="1425" b="1">
                <a:solidFill>
                  <a:srgbClr val="166B68"/>
                </a:solidFill>
                <a:latin typeface="Yu Gothic"/>
                <a:ea typeface="Yu Gothic"/>
                <a:cs typeface="Yu Gothic"/>
              </a:defRPr>
            </a:lvl4pPr>
            <a:lvl5pPr algn="ctr">
              <a:defRPr sz="1425" b="1">
                <a:solidFill>
                  <a:srgbClr val="166B68"/>
                </a:solidFill>
                <a:latin typeface="Yu Gothic"/>
                <a:ea typeface="Yu Gothic"/>
                <a:cs typeface="Yu Gothic"/>
              </a:defRPr>
            </a:lvl5pPr>
            <a:lvl6pPr algn="ctr">
              <a:defRPr sz="1425" b="1">
                <a:solidFill>
                  <a:srgbClr val="166B68"/>
                </a:solidFill>
                <a:latin typeface="Yu Gothic"/>
                <a:ea typeface="Yu Gothic"/>
                <a:cs typeface="Yu Gothic"/>
              </a:defRPr>
            </a:lvl6pPr>
            <a:lvl7pPr algn="ctr">
              <a:defRPr sz="1425" b="1">
                <a:solidFill>
                  <a:srgbClr val="166B68"/>
                </a:solidFill>
                <a:latin typeface="Yu Gothic"/>
                <a:ea typeface="Yu Gothic"/>
                <a:cs typeface="Yu Gothic"/>
              </a:defRPr>
            </a:lvl7pPr>
            <a:lvl8pPr algn="ctr">
              <a:defRPr sz="1425" b="1">
                <a:solidFill>
                  <a:srgbClr val="166B68"/>
                </a:solidFill>
                <a:latin typeface="Yu Gothic"/>
                <a:ea typeface="Yu Gothic"/>
                <a:cs typeface="Yu Gothic"/>
              </a:defRPr>
            </a:lvl8pPr>
            <a:lvl9pPr algn="ctr">
              <a:defRPr sz="1425" b="1">
                <a:solidFill>
                  <a:srgbClr val="166B68"/>
                </a:solidFill>
                <a:latin typeface="Yu Gothic"/>
                <a:ea typeface="Yu Gothic"/>
                <a:cs typeface="Yu Gothic"/>
              </a:defRPr>
            </a:lvl9pPr>
          </a:lstStyle>
          <a:p xmlns:a="http://schemas.openxmlformats.org/drawingml/2006/main">
            <a:pPr algn="ctr">
              <a:defRPr sz="1425" b="1">
                <a:solidFill>
                  <a:srgbClr val="166B68"/>
                </a:solidFill>
                <a:latin typeface="Yu Gothic"/>
                <a:ea typeface="Yu Gothic"/>
                <a:cs typeface="Yu Gothic"/>
              </a:defRPr>
            </a:pPr>
            <a:r>
              <a:rPr sz="1425" b="1">
                <a:solidFill>
                  <a:srgbClr val="166B68"/>
                </a:solidFill>
                <a:latin typeface="Yu Gothic"/>
                <a:ea typeface="Yu Gothic"/>
                <a:cs typeface="Yu Gothic"/>
              </a:rPr>
              <a:t>●</a:t>
            </a:r>
          </a:p>
        </p:txBody>
      </p:sp>
      <p:sp>
        <p:nvSpPr>
          <p:cNvPr id="12" name="">
            <a:extLst xmlns:a="http://schemas.openxmlformats.org/drawingml/2006/main">
              <a:ext uri="{FF2B5EF4-FFF2-40B4-BE49-F238E27FC236}">
                <a16:creationId xmlns:a16="http://schemas.microsoft.com/office/drawing/2014/main" id="{163E918C-785C-41D5-BDDD-121D216B3556}"/>
              </a:ext>
            </a:extLst>
          </p:cNvPr>
          <p:cNvSpPr>
            <a:spLocks xmlns:a="http://schemas.openxmlformats.org/drawingml/2006/main" noGrp="1"/>
          </p:cNvSpPr>
          <p:nvPr/>
        </p:nvSpPr>
        <p:spPr>
          <a:xfrm xmlns:a="http://schemas.openxmlformats.org/drawingml/2006/main">
            <a:off x="1047750" y="360997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α＝90°−Z</a:t>
            </a:r>
          </a:p>
        </p:txBody>
      </p:sp>
      <p:sp>
        <p:nvSpPr>
          <p:cNvPr id="13" name="">
            <a:extLst xmlns:a="http://schemas.openxmlformats.org/drawingml/2006/main">
              <a:ext uri="{FF2B5EF4-FFF2-40B4-BE49-F238E27FC236}">
                <a16:creationId xmlns:a16="http://schemas.microsoft.com/office/drawing/2014/main" id="{CD8DB7AD-0DC4-47B0-927B-AC7FDD1AB5A1}"/>
              </a:ext>
            </a:extLst>
          </p:cNvPr>
          <p:cNvSpPr>
            <a:spLocks xmlns:a="http://schemas.openxmlformats.org/drawingml/2006/main" noGrp="1"/>
          </p:cNvSpPr>
          <p:nvPr/>
        </p:nvSpPr>
        <p:spPr>
          <a:xfrm xmlns:a="http://schemas.openxmlformats.org/drawingml/2006/main">
            <a:off x="6400800" y="4552950"/>
            <a:ext cx="4714875" cy="9525"/>
          </a:xfrm>
          <a:custGeom xmlns:a="http://schemas.openxmlformats.org/drawingml/2006/main">
            <a:pathLst>
              <a:path w="4714875" h="9525">
                <a:moveTo>
                  <a:pt x="0" y="0"/>
                </a:moveTo>
                <a:lnTo>
                  <a:pt x="4714875" y="0"/>
                </a:lnTo>
              </a:path>
            </a:pathLst>
          </a:custGeom>
          <a:noFill xmlns:a="http://schemas.openxmlformats.org/drawingml/2006/main"/>
          <a:ln xmlns:a="http://schemas.openxmlformats.org/drawingml/2006/main" w="28575">
            <a:solidFill>
              <a:srgbClr val="CFD9DD"/>
            </a:solidFill>
            <a:prstDash val="dash"/>
          </a:ln>
        </p:spPr>
      </p:sp>
      <p:sp>
        <p:nvSpPr>
          <p:cNvPr id="14" name="">
            <a:extLst xmlns:a="http://schemas.openxmlformats.org/drawingml/2006/main">
              <a:ext uri="{FF2B5EF4-FFF2-40B4-BE49-F238E27FC236}">
                <a16:creationId xmlns:a16="http://schemas.microsoft.com/office/drawing/2014/main" id="{9007C0C5-C8FF-4945-BC30-8F2B139196FC}"/>
              </a:ext>
            </a:extLst>
          </p:cNvPr>
          <p:cNvSpPr>
            <a:spLocks xmlns:a="http://schemas.openxmlformats.org/drawingml/2006/main" noGrp="1"/>
          </p:cNvSpPr>
          <p:nvPr/>
        </p:nvSpPr>
        <p:spPr>
          <a:xfrm xmlns:a="http://schemas.openxmlformats.org/drawingml/2006/main">
            <a:off x="8178641" y="1752600"/>
            <a:ext cx="9525" cy="2800350"/>
          </a:xfrm>
          <a:custGeom xmlns:a="http://schemas.openxmlformats.org/drawingml/2006/main">
            <a:pathLst>
              <a:path w="9525" h="2800350">
                <a:moveTo>
                  <a:pt x="0" y="2800350"/>
                </a:moveTo>
                <a:lnTo>
                  <a:pt x="0" y="0"/>
                </a:lnTo>
              </a:path>
            </a:pathLst>
          </a:custGeom>
          <a:noFill xmlns:a="http://schemas.openxmlformats.org/drawingml/2006/main"/>
          <a:ln xmlns:a="http://schemas.openxmlformats.org/drawingml/2006/main" w="28575">
            <a:solidFill>
              <a:srgbClr val="CFD9DD"/>
            </a:solidFill>
            <a:prstDash val="dash"/>
          </a:ln>
        </p:spPr>
      </p:sp>
      <p:sp>
        <p:nvSpPr>
          <p:cNvPr id="15" name="">
            <a:extLst xmlns:a="http://schemas.openxmlformats.org/drawingml/2006/main">
              <a:ext uri="{FF2B5EF4-FFF2-40B4-BE49-F238E27FC236}">
                <a16:creationId xmlns:a16="http://schemas.microsoft.com/office/drawing/2014/main" id="{D02311D9-2F70-430F-A97C-CB2A5F17EA4F}"/>
              </a:ext>
            </a:extLst>
          </p:cNvPr>
          <p:cNvSpPr>
            <a:spLocks xmlns:a="http://schemas.openxmlformats.org/drawingml/2006/main" noGrp="1"/>
          </p:cNvSpPr>
          <p:nvPr/>
        </p:nvSpPr>
        <p:spPr>
          <a:xfrm xmlns:a="http://schemas.openxmlformats.org/drawingml/2006/main">
            <a:off x="8178641" y="4115578"/>
            <a:ext cx="2095102" cy="437372"/>
          </a:xfrm>
          <a:custGeom xmlns:a="http://schemas.openxmlformats.org/drawingml/2006/main">
            <a:pathLst>
              <a:path w="2095102" h="437372">
                <a:moveTo>
                  <a:pt x="0" y="437372"/>
                </a:moveTo>
                <a:lnTo>
                  <a:pt x="2095102" y="0"/>
                </a:lnTo>
              </a:path>
            </a:pathLst>
          </a:custGeom>
          <a:noFill xmlns:a="http://schemas.openxmlformats.org/drawingml/2006/main"/>
          <a:ln xmlns:a="http://schemas.openxmlformats.org/drawingml/2006/main" w="38100">
            <a:solidFill>
              <a:srgbClr val="182B33"/>
            </a:solidFill>
            <a:prstDash val="solid"/>
          </a:ln>
        </p:spPr>
      </p:sp>
      <p:sp>
        <p:nvSpPr>
          <p:cNvPr id="16" name="">
            <a:extLst xmlns:a="http://schemas.openxmlformats.org/drawingml/2006/main">
              <a:ext uri="{FF2B5EF4-FFF2-40B4-BE49-F238E27FC236}">
                <a16:creationId xmlns:a16="http://schemas.microsoft.com/office/drawing/2014/main" id="{F0FC37E7-B16F-405C-A8D5-D09289285F8B}"/>
              </a:ext>
            </a:extLst>
          </p:cNvPr>
          <p:cNvSpPr>
            <a:spLocks xmlns:a="http://schemas.openxmlformats.org/drawingml/2006/main" noGrp="1"/>
          </p:cNvSpPr>
          <p:nvPr/>
        </p:nvSpPr>
        <p:spPr>
          <a:xfrm xmlns:a="http://schemas.openxmlformats.org/drawingml/2006/main">
            <a:off x="8178641" y="3910870"/>
            <a:ext cx="628531" cy="510869"/>
          </a:xfrm>
          <a:custGeom xmlns:a="http://schemas.openxmlformats.org/drawingml/2006/main">
            <a:pathLst>
              <a:path w="628531" h="510869">
                <a:moveTo>
                  <a:pt x="0" y="0"/>
                </a:moveTo>
                <a:lnTo>
                  <a:pt x="54711" y="2335"/>
                </a:lnTo>
                <a:lnTo>
                  <a:pt x="109024" y="9324"/>
                </a:lnTo>
                <a:lnTo>
                  <a:pt x="162543" y="20915"/>
                </a:lnTo>
                <a:lnTo>
                  <a:pt x="214881" y="37024"/>
                </a:lnTo>
                <a:lnTo>
                  <a:pt x="265655" y="57534"/>
                </a:lnTo>
                <a:lnTo>
                  <a:pt x="314498" y="82296"/>
                </a:lnTo>
                <a:lnTo>
                  <a:pt x="361052" y="111130"/>
                </a:lnTo>
                <a:lnTo>
                  <a:pt x="404981" y="143826"/>
                </a:lnTo>
                <a:lnTo>
                  <a:pt x="445963" y="180146"/>
                </a:lnTo>
                <a:lnTo>
                  <a:pt x="483702" y="219825"/>
                </a:lnTo>
                <a:lnTo>
                  <a:pt x="517923" y="262577"/>
                </a:lnTo>
                <a:lnTo>
                  <a:pt x="548376" y="308088"/>
                </a:lnTo>
                <a:lnTo>
                  <a:pt x="574841" y="356030"/>
                </a:lnTo>
                <a:lnTo>
                  <a:pt x="597124" y="406051"/>
                </a:lnTo>
                <a:lnTo>
                  <a:pt x="615064" y="457790"/>
                </a:lnTo>
                <a:lnTo>
                  <a:pt x="628531" y="510869"/>
                </a:lnTo>
              </a:path>
            </a:pathLst>
          </a:custGeom>
          <a:noFill xmlns:a="http://schemas.openxmlformats.org/drawingml/2006/main"/>
          <a:ln xmlns:a="http://schemas.openxmlformats.org/drawingml/2006/main" w="38100">
            <a:solidFill>
              <a:srgbClr val="166B68"/>
            </a:solidFill>
            <a:prstDash val="solid"/>
          </a:ln>
        </p:spPr>
      </p:sp>
      <p:sp>
        <p:nvSpPr>
          <p:cNvPr id="17" name="">
            <a:extLst xmlns:a="http://schemas.openxmlformats.org/drawingml/2006/main">
              <a:ext uri="{FF2B5EF4-FFF2-40B4-BE49-F238E27FC236}">
                <a16:creationId xmlns:a16="http://schemas.microsoft.com/office/drawing/2014/main" id="{5273A61C-F9D5-4FBC-BFBE-127120E76B9D}"/>
              </a:ext>
            </a:extLst>
          </p:cNvPr>
          <p:cNvSpPr>
            <a:spLocks xmlns:a="http://schemas.openxmlformats.org/drawingml/2006/main" noGrp="1"/>
          </p:cNvSpPr>
          <p:nvPr/>
        </p:nvSpPr>
        <p:spPr>
          <a:xfrm xmlns:a="http://schemas.openxmlformats.org/drawingml/2006/main">
            <a:off x="9058584" y="4369254"/>
            <a:ext cx="18970" cy="183696"/>
          </a:xfrm>
          <a:custGeom xmlns:a="http://schemas.openxmlformats.org/drawingml/2006/main">
            <a:pathLst>
              <a:path w="18970" h="183696">
                <a:moveTo>
                  <a:pt x="0" y="0"/>
                </a:moveTo>
                <a:lnTo>
                  <a:pt x="3594" y="18147"/>
                </a:lnTo>
                <a:lnTo>
                  <a:pt x="6814" y="36364"/>
                </a:lnTo>
                <a:lnTo>
                  <a:pt x="9658" y="54644"/>
                </a:lnTo>
                <a:lnTo>
                  <a:pt x="12125" y="72978"/>
                </a:lnTo>
                <a:lnTo>
                  <a:pt x="14215" y="91360"/>
                </a:lnTo>
                <a:lnTo>
                  <a:pt x="15925" y="109780"/>
                </a:lnTo>
                <a:lnTo>
                  <a:pt x="17257" y="128232"/>
                </a:lnTo>
                <a:lnTo>
                  <a:pt x="18208" y="146707"/>
                </a:lnTo>
                <a:lnTo>
                  <a:pt x="18779" y="165197"/>
                </a:lnTo>
                <a:lnTo>
                  <a:pt x="18970" y="183696"/>
                </a:lnTo>
              </a:path>
            </a:pathLst>
          </a:custGeom>
          <a:noFill xmlns:a="http://schemas.openxmlformats.org/drawingml/2006/main"/>
          <a:ln xmlns:a="http://schemas.openxmlformats.org/drawingml/2006/main" w="38100">
            <a:solidFill>
              <a:srgbClr val="A94737"/>
            </a:solidFill>
            <a:prstDash val="solid"/>
          </a:ln>
        </p:spPr>
      </p:sp>
      <p:sp>
        <p:nvSpPr>
          <p:cNvPr id="18" name="">
            <a:extLst xmlns:a="http://schemas.openxmlformats.org/drawingml/2006/main">
              <a:ext uri="{FF2B5EF4-FFF2-40B4-BE49-F238E27FC236}">
                <a16:creationId xmlns:a16="http://schemas.microsoft.com/office/drawing/2014/main" id="{1E73B708-2668-4686-8FCE-BC22612ECB0F}"/>
              </a:ext>
            </a:extLst>
          </p:cNvPr>
          <p:cNvSpPr>
            <a:spLocks xmlns:a="http://schemas.openxmlformats.org/drawingml/2006/main" noGrp="1"/>
          </p:cNvSpPr>
          <p:nvPr/>
        </p:nvSpPr>
        <p:spPr>
          <a:xfrm xmlns:a="http://schemas.openxmlformats.org/drawingml/2006/main">
            <a:off x="8121491" y="4495800"/>
            <a:ext cx="114300" cy="114300"/>
          </a:xfrm>
          <a:prstGeom xmlns:a="http://schemas.openxmlformats.org/drawingml/2006/main" prst="ellipse">
            <a:avLst/>
          </a:prstGeom>
          <a:solidFill xmlns:a="http://schemas.openxmlformats.org/drawingml/2006/main">
            <a:srgbClr val="166B68"/>
          </a:solidFill>
          <a:ln xmlns:a="http://schemas.openxmlformats.org/drawingml/2006/main" w="9525">
            <a:solidFill>
              <a:srgbClr val="166B68"/>
            </a:solidFill>
          </a:ln>
        </p:spPr>
      </p:sp>
      <p:sp>
        <p:nvSpPr>
          <p:cNvPr id="19" name="">
            <a:extLst xmlns:a="http://schemas.openxmlformats.org/drawingml/2006/main">
              <a:ext uri="{FF2B5EF4-FFF2-40B4-BE49-F238E27FC236}">
                <a16:creationId xmlns:a16="http://schemas.microsoft.com/office/drawing/2014/main" id="{37929231-B23E-41EA-AADD-F75F39D41E92}"/>
              </a:ext>
            </a:extLst>
          </p:cNvPr>
          <p:cNvSpPr>
            <a:spLocks xmlns:a="http://schemas.openxmlformats.org/drawingml/2006/main" noGrp="1"/>
          </p:cNvSpPr>
          <p:nvPr/>
        </p:nvSpPr>
        <p:spPr>
          <a:xfrm xmlns:a="http://schemas.openxmlformats.org/drawingml/2006/main">
            <a:off x="7911941" y="4610100"/>
            <a:ext cx="7048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182B33"/>
                </a:solidFill>
                <a:latin typeface="Yu Gothic"/>
                <a:ea typeface="Yu Gothic"/>
                <a:cs typeface="Yu Gothic"/>
              </a:defRPr>
            </a:defPPr>
            <a:lvl1pPr algn="l">
              <a:defRPr sz="1650" b="1">
                <a:solidFill>
                  <a:srgbClr val="182B33"/>
                </a:solidFill>
                <a:latin typeface="Yu Gothic"/>
                <a:ea typeface="Yu Gothic"/>
                <a:cs typeface="Yu Gothic"/>
              </a:defRPr>
            </a:lvl1pPr>
            <a:lvl2pPr algn="l">
              <a:defRPr sz="1650" b="1">
                <a:solidFill>
                  <a:srgbClr val="182B33"/>
                </a:solidFill>
                <a:latin typeface="Yu Gothic"/>
                <a:ea typeface="Yu Gothic"/>
                <a:cs typeface="Yu Gothic"/>
              </a:defRPr>
            </a:lvl2pPr>
            <a:lvl3pPr algn="l">
              <a:defRPr sz="1650" b="1">
                <a:solidFill>
                  <a:srgbClr val="182B33"/>
                </a:solidFill>
                <a:latin typeface="Yu Gothic"/>
                <a:ea typeface="Yu Gothic"/>
                <a:cs typeface="Yu Gothic"/>
              </a:defRPr>
            </a:lvl3pPr>
            <a:lvl4pPr algn="l">
              <a:defRPr sz="1650" b="1">
                <a:solidFill>
                  <a:srgbClr val="182B33"/>
                </a:solidFill>
                <a:latin typeface="Yu Gothic"/>
                <a:ea typeface="Yu Gothic"/>
                <a:cs typeface="Yu Gothic"/>
              </a:defRPr>
            </a:lvl4pPr>
            <a:lvl5pPr algn="l">
              <a:defRPr sz="1650" b="1">
                <a:solidFill>
                  <a:srgbClr val="182B33"/>
                </a:solidFill>
                <a:latin typeface="Yu Gothic"/>
                <a:ea typeface="Yu Gothic"/>
                <a:cs typeface="Yu Gothic"/>
              </a:defRPr>
            </a:lvl5pPr>
            <a:lvl6pPr algn="l">
              <a:defRPr sz="1650" b="1">
                <a:solidFill>
                  <a:srgbClr val="182B33"/>
                </a:solidFill>
                <a:latin typeface="Yu Gothic"/>
                <a:ea typeface="Yu Gothic"/>
                <a:cs typeface="Yu Gothic"/>
              </a:defRPr>
            </a:lvl6pPr>
            <a:lvl7pPr algn="l">
              <a:defRPr sz="1650" b="1">
                <a:solidFill>
                  <a:srgbClr val="182B33"/>
                </a:solidFill>
                <a:latin typeface="Yu Gothic"/>
                <a:ea typeface="Yu Gothic"/>
                <a:cs typeface="Yu Gothic"/>
              </a:defRPr>
            </a:lvl7pPr>
            <a:lvl8pPr algn="l">
              <a:defRPr sz="1650" b="1">
                <a:solidFill>
                  <a:srgbClr val="182B33"/>
                </a:solidFill>
                <a:latin typeface="Yu Gothic"/>
                <a:ea typeface="Yu Gothic"/>
                <a:cs typeface="Yu Gothic"/>
              </a:defRPr>
            </a:lvl8pPr>
            <a:lvl9pPr algn="l">
              <a:defRPr sz="1650" b="1">
                <a:solidFill>
                  <a:srgbClr val="182B33"/>
                </a:solidFill>
                <a:latin typeface="Yu Gothic"/>
                <a:ea typeface="Yu Gothic"/>
                <a:cs typeface="Yu Gothic"/>
              </a:defRPr>
            </a:lvl9pPr>
          </a:lstStyle>
          <a:p xmlns:a="http://schemas.openxmlformats.org/drawingml/2006/main">
            <a:pPr algn="l">
              <a:defRPr sz="1650" b="1">
                <a:solidFill>
                  <a:srgbClr val="182B33"/>
                </a:solidFill>
                <a:latin typeface="Yu Gothic"/>
                <a:ea typeface="Yu Gothic"/>
                <a:cs typeface="Yu Gothic"/>
              </a:defRPr>
            </a:pPr>
            <a:r>
              <a:rPr sz="1650" b="1">
                <a:solidFill>
                  <a:srgbClr val="182B33"/>
                </a:solidFill>
                <a:latin typeface="Yu Gothic"/>
                <a:ea typeface="Yu Gothic"/>
                <a:cs typeface="Yu Gothic"/>
              </a:rPr>
              <a:t>O</a:t>
            </a:r>
          </a:p>
        </p:txBody>
      </p:sp>
      <p:sp>
        <p:nvSpPr>
          <p:cNvPr id="20" name="">
            <a:extLst xmlns:a="http://schemas.openxmlformats.org/drawingml/2006/main">
              <a:ext uri="{FF2B5EF4-FFF2-40B4-BE49-F238E27FC236}">
                <a16:creationId xmlns:a16="http://schemas.microsoft.com/office/drawing/2014/main" id="{AE098416-C0DC-4DB8-9E8E-EDD29ADFEEE0}"/>
              </a:ext>
            </a:extLst>
          </p:cNvPr>
          <p:cNvSpPr>
            <a:spLocks xmlns:a="http://schemas.openxmlformats.org/drawingml/2006/main" noGrp="1"/>
          </p:cNvSpPr>
          <p:nvPr/>
        </p:nvSpPr>
        <p:spPr>
          <a:xfrm xmlns:a="http://schemas.openxmlformats.org/drawingml/2006/main">
            <a:off x="10216593" y="4058428"/>
            <a:ext cx="114300" cy="114300"/>
          </a:xfrm>
          <a:prstGeom xmlns:a="http://schemas.openxmlformats.org/drawingml/2006/main" prst="ellipse">
            <a:avLst/>
          </a:prstGeom>
          <a:solidFill xmlns:a="http://schemas.openxmlformats.org/drawingml/2006/main">
            <a:srgbClr val="166B68"/>
          </a:solidFill>
          <a:ln xmlns:a="http://schemas.openxmlformats.org/drawingml/2006/main" w="9525">
            <a:solidFill>
              <a:srgbClr val="166B68"/>
            </a:solidFill>
          </a:ln>
        </p:spPr>
      </p:sp>
      <p:sp>
        <p:nvSpPr>
          <p:cNvPr id="21" name="">
            <a:extLst xmlns:a="http://schemas.openxmlformats.org/drawingml/2006/main">
              <a:ext uri="{FF2B5EF4-FFF2-40B4-BE49-F238E27FC236}">
                <a16:creationId xmlns:a16="http://schemas.microsoft.com/office/drawing/2014/main" id="{30E8EE37-B281-4801-B134-6385668B0E1E}"/>
              </a:ext>
            </a:extLst>
          </p:cNvPr>
          <p:cNvSpPr>
            <a:spLocks xmlns:a="http://schemas.openxmlformats.org/drawingml/2006/main" noGrp="1"/>
          </p:cNvSpPr>
          <p:nvPr/>
        </p:nvSpPr>
        <p:spPr>
          <a:xfrm xmlns:a="http://schemas.openxmlformats.org/drawingml/2006/main">
            <a:off x="10340418" y="3848878"/>
            <a:ext cx="7048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182B33"/>
                </a:solidFill>
                <a:latin typeface="Yu Gothic"/>
                <a:ea typeface="Yu Gothic"/>
                <a:cs typeface="Yu Gothic"/>
              </a:defRPr>
            </a:defPPr>
            <a:lvl1pPr algn="l">
              <a:defRPr sz="1650" b="1">
                <a:solidFill>
                  <a:srgbClr val="182B33"/>
                </a:solidFill>
                <a:latin typeface="Yu Gothic"/>
                <a:ea typeface="Yu Gothic"/>
                <a:cs typeface="Yu Gothic"/>
              </a:defRPr>
            </a:lvl1pPr>
            <a:lvl2pPr algn="l">
              <a:defRPr sz="1650" b="1">
                <a:solidFill>
                  <a:srgbClr val="182B33"/>
                </a:solidFill>
                <a:latin typeface="Yu Gothic"/>
                <a:ea typeface="Yu Gothic"/>
                <a:cs typeface="Yu Gothic"/>
              </a:defRPr>
            </a:lvl2pPr>
            <a:lvl3pPr algn="l">
              <a:defRPr sz="1650" b="1">
                <a:solidFill>
                  <a:srgbClr val="182B33"/>
                </a:solidFill>
                <a:latin typeface="Yu Gothic"/>
                <a:ea typeface="Yu Gothic"/>
                <a:cs typeface="Yu Gothic"/>
              </a:defRPr>
            </a:lvl3pPr>
            <a:lvl4pPr algn="l">
              <a:defRPr sz="1650" b="1">
                <a:solidFill>
                  <a:srgbClr val="182B33"/>
                </a:solidFill>
                <a:latin typeface="Yu Gothic"/>
                <a:ea typeface="Yu Gothic"/>
                <a:cs typeface="Yu Gothic"/>
              </a:defRPr>
            </a:lvl4pPr>
            <a:lvl5pPr algn="l">
              <a:defRPr sz="1650" b="1">
                <a:solidFill>
                  <a:srgbClr val="182B33"/>
                </a:solidFill>
                <a:latin typeface="Yu Gothic"/>
                <a:ea typeface="Yu Gothic"/>
                <a:cs typeface="Yu Gothic"/>
              </a:defRPr>
            </a:lvl5pPr>
            <a:lvl6pPr algn="l">
              <a:defRPr sz="1650" b="1">
                <a:solidFill>
                  <a:srgbClr val="182B33"/>
                </a:solidFill>
                <a:latin typeface="Yu Gothic"/>
                <a:ea typeface="Yu Gothic"/>
                <a:cs typeface="Yu Gothic"/>
              </a:defRPr>
            </a:lvl6pPr>
            <a:lvl7pPr algn="l">
              <a:defRPr sz="1650" b="1">
                <a:solidFill>
                  <a:srgbClr val="182B33"/>
                </a:solidFill>
                <a:latin typeface="Yu Gothic"/>
                <a:ea typeface="Yu Gothic"/>
                <a:cs typeface="Yu Gothic"/>
              </a:defRPr>
            </a:lvl7pPr>
            <a:lvl8pPr algn="l">
              <a:defRPr sz="1650" b="1">
                <a:solidFill>
                  <a:srgbClr val="182B33"/>
                </a:solidFill>
                <a:latin typeface="Yu Gothic"/>
                <a:ea typeface="Yu Gothic"/>
                <a:cs typeface="Yu Gothic"/>
              </a:defRPr>
            </a:lvl8pPr>
            <a:lvl9pPr algn="l">
              <a:defRPr sz="1650" b="1">
                <a:solidFill>
                  <a:srgbClr val="182B33"/>
                </a:solidFill>
                <a:latin typeface="Yu Gothic"/>
                <a:ea typeface="Yu Gothic"/>
                <a:cs typeface="Yu Gothic"/>
              </a:defRPr>
            </a:lvl9pPr>
          </a:lstStyle>
          <a:p xmlns:a="http://schemas.openxmlformats.org/drawingml/2006/main">
            <a:pPr algn="l">
              <a:defRPr sz="1650" b="1">
                <a:solidFill>
                  <a:srgbClr val="182B33"/>
                </a:solidFill>
                <a:latin typeface="Yu Gothic"/>
                <a:ea typeface="Yu Gothic"/>
                <a:cs typeface="Yu Gothic"/>
              </a:defRPr>
            </a:pPr>
            <a:r>
              <a:rPr sz="1650" b="1">
                <a:solidFill>
                  <a:srgbClr val="182B33"/>
                </a:solidFill>
                <a:latin typeface="Yu Gothic"/>
                <a:ea typeface="Yu Gothic"/>
                <a:cs typeface="Yu Gothic"/>
              </a:rPr>
              <a:t>目標</a:t>
            </a:r>
          </a:p>
        </p:txBody>
      </p:sp>
      <p:sp>
        <p:nvSpPr>
          <p:cNvPr id="22" name="">
            <a:extLst xmlns:a="http://schemas.openxmlformats.org/drawingml/2006/main">
              <a:ext uri="{FF2B5EF4-FFF2-40B4-BE49-F238E27FC236}">
                <a16:creationId xmlns:a16="http://schemas.microsoft.com/office/drawing/2014/main" id="{3D8155C3-75F3-4DF6-AABE-E42D2062ED31}"/>
              </a:ext>
            </a:extLst>
          </p:cNvPr>
          <p:cNvSpPr>
            <a:spLocks xmlns:a="http://schemas.openxmlformats.org/drawingml/2006/main" noGrp="1"/>
          </p:cNvSpPr>
          <p:nvPr/>
        </p:nvSpPr>
        <p:spPr>
          <a:xfrm xmlns:a="http://schemas.openxmlformats.org/drawingml/2006/main">
            <a:off x="8254841" y="1695450"/>
            <a:ext cx="13811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166B68"/>
                </a:solidFill>
                <a:latin typeface="Yu Gothic"/>
                <a:ea typeface="Yu Gothic"/>
                <a:cs typeface="Yu Gothic"/>
              </a:defRPr>
            </a:defPPr>
            <a:lvl1pPr algn="l">
              <a:defRPr sz="1650" b="1">
                <a:solidFill>
                  <a:srgbClr val="166B68"/>
                </a:solidFill>
                <a:latin typeface="Yu Gothic"/>
                <a:ea typeface="Yu Gothic"/>
                <a:cs typeface="Yu Gothic"/>
              </a:defRPr>
            </a:lvl1pPr>
            <a:lvl2pPr algn="l">
              <a:defRPr sz="1650" b="1">
                <a:solidFill>
                  <a:srgbClr val="166B68"/>
                </a:solidFill>
                <a:latin typeface="Yu Gothic"/>
                <a:ea typeface="Yu Gothic"/>
                <a:cs typeface="Yu Gothic"/>
              </a:defRPr>
            </a:lvl2pPr>
            <a:lvl3pPr algn="l">
              <a:defRPr sz="1650" b="1">
                <a:solidFill>
                  <a:srgbClr val="166B68"/>
                </a:solidFill>
                <a:latin typeface="Yu Gothic"/>
                <a:ea typeface="Yu Gothic"/>
                <a:cs typeface="Yu Gothic"/>
              </a:defRPr>
            </a:lvl3pPr>
            <a:lvl4pPr algn="l">
              <a:defRPr sz="1650" b="1">
                <a:solidFill>
                  <a:srgbClr val="166B68"/>
                </a:solidFill>
                <a:latin typeface="Yu Gothic"/>
                <a:ea typeface="Yu Gothic"/>
                <a:cs typeface="Yu Gothic"/>
              </a:defRPr>
            </a:lvl4pPr>
            <a:lvl5pPr algn="l">
              <a:defRPr sz="1650" b="1">
                <a:solidFill>
                  <a:srgbClr val="166B68"/>
                </a:solidFill>
                <a:latin typeface="Yu Gothic"/>
                <a:ea typeface="Yu Gothic"/>
                <a:cs typeface="Yu Gothic"/>
              </a:defRPr>
            </a:lvl5pPr>
            <a:lvl6pPr algn="l">
              <a:defRPr sz="1650" b="1">
                <a:solidFill>
                  <a:srgbClr val="166B68"/>
                </a:solidFill>
                <a:latin typeface="Yu Gothic"/>
                <a:ea typeface="Yu Gothic"/>
                <a:cs typeface="Yu Gothic"/>
              </a:defRPr>
            </a:lvl6pPr>
            <a:lvl7pPr algn="l">
              <a:defRPr sz="1650" b="1">
                <a:solidFill>
                  <a:srgbClr val="166B68"/>
                </a:solidFill>
                <a:latin typeface="Yu Gothic"/>
                <a:ea typeface="Yu Gothic"/>
                <a:cs typeface="Yu Gothic"/>
              </a:defRPr>
            </a:lvl7pPr>
            <a:lvl8pPr algn="l">
              <a:defRPr sz="1650" b="1">
                <a:solidFill>
                  <a:srgbClr val="166B68"/>
                </a:solidFill>
                <a:latin typeface="Yu Gothic"/>
                <a:ea typeface="Yu Gothic"/>
                <a:cs typeface="Yu Gothic"/>
              </a:defRPr>
            </a:lvl8pPr>
            <a:lvl9pPr algn="l">
              <a:defRPr sz="1650" b="1">
                <a:solidFill>
                  <a:srgbClr val="166B68"/>
                </a:solidFill>
                <a:latin typeface="Yu Gothic"/>
                <a:ea typeface="Yu Gothic"/>
                <a:cs typeface="Yu Gothic"/>
              </a:defRPr>
            </a:lvl9pPr>
          </a:lstStyle>
          <a:p xmlns:a="http://schemas.openxmlformats.org/drawingml/2006/main">
            <a:pPr algn="l">
              <a:defRPr sz="1650" b="1">
                <a:solidFill>
                  <a:srgbClr val="166B68"/>
                </a:solidFill>
                <a:latin typeface="Yu Gothic"/>
                <a:ea typeface="Yu Gothic"/>
                <a:cs typeface="Yu Gothic"/>
              </a:defRPr>
            </a:pPr>
            <a:r>
              <a:rPr sz="1650" b="1">
                <a:solidFill>
                  <a:srgbClr val="166B68"/>
                </a:solidFill>
                <a:latin typeface="Yu Gothic"/>
                <a:ea typeface="Yu Gothic"/>
                <a:cs typeface="Yu Gothic"/>
              </a:rPr>
              <a:t>Z=78.208°</a:t>
            </a:r>
          </a:p>
        </p:txBody>
      </p:sp>
      <p:sp>
        <p:nvSpPr>
          <p:cNvPr id="23" name="">
            <a:extLst xmlns:a="http://schemas.openxmlformats.org/drawingml/2006/main">
              <a:ext uri="{FF2B5EF4-FFF2-40B4-BE49-F238E27FC236}">
                <a16:creationId xmlns:a16="http://schemas.microsoft.com/office/drawing/2014/main" id="{C48AD6FF-3D51-434A-8C9C-9AD4A6BB3EC9}"/>
              </a:ext>
            </a:extLst>
          </p:cNvPr>
          <p:cNvSpPr>
            <a:spLocks xmlns:a="http://schemas.openxmlformats.org/drawingml/2006/main" noGrp="1"/>
          </p:cNvSpPr>
          <p:nvPr/>
        </p:nvSpPr>
        <p:spPr>
          <a:xfrm xmlns:a="http://schemas.openxmlformats.org/drawingml/2006/main">
            <a:off x="8991943" y="4171950"/>
            <a:ext cx="13811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A94737"/>
                </a:solidFill>
                <a:latin typeface="Yu Gothic"/>
                <a:ea typeface="Yu Gothic"/>
                <a:cs typeface="Yu Gothic"/>
              </a:defRPr>
            </a:defPPr>
            <a:lvl1pPr algn="l">
              <a:defRPr sz="1650" b="1">
                <a:solidFill>
                  <a:srgbClr val="A94737"/>
                </a:solidFill>
                <a:latin typeface="Yu Gothic"/>
                <a:ea typeface="Yu Gothic"/>
                <a:cs typeface="Yu Gothic"/>
              </a:defRPr>
            </a:lvl1pPr>
            <a:lvl2pPr algn="l">
              <a:defRPr sz="1650" b="1">
                <a:solidFill>
                  <a:srgbClr val="A94737"/>
                </a:solidFill>
                <a:latin typeface="Yu Gothic"/>
                <a:ea typeface="Yu Gothic"/>
                <a:cs typeface="Yu Gothic"/>
              </a:defRPr>
            </a:lvl2pPr>
            <a:lvl3pPr algn="l">
              <a:defRPr sz="1650" b="1">
                <a:solidFill>
                  <a:srgbClr val="A94737"/>
                </a:solidFill>
                <a:latin typeface="Yu Gothic"/>
                <a:ea typeface="Yu Gothic"/>
                <a:cs typeface="Yu Gothic"/>
              </a:defRPr>
            </a:lvl3pPr>
            <a:lvl4pPr algn="l">
              <a:defRPr sz="1650" b="1">
                <a:solidFill>
                  <a:srgbClr val="A94737"/>
                </a:solidFill>
                <a:latin typeface="Yu Gothic"/>
                <a:ea typeface="Yu Gothic"/>
                <a:cs typeface="Yu Gothic"/>
              </a:defRPr>
            </a:lvl4pPr>
            <a:lvl5pPr algn="l">
              <a:defRPr sz="1650" b="1">
                <a:solidFill>
                  <a:srgbClr val="A94737"/>
                </a:solidFill>
                <a:latin typeface="Yu Gothic"/>
                <a:ea typeface="Yu Gothic"/>
                <a:cs typeface="Yu Gothic"/>
              </a:defRPr>
            </a:lvl5pPr>
            <a:lvl6pPr algn="l">
              <a:defRPr sz="1650" b="1">
                <a:solidFill>
                  <a:srgbClr val="A94737"/>
                </a:solidFill>
                <a:latin typeface="Yu Gothic"/>
                <a:ea typeface="Yu Gothic"/>
                <a:cs typeface="Yu Gothic"/>
              </a:defRPr>
            </a:lvl6pPr>
            <a:lvl7pPr algn="l">
              <a:defRPr sz="1650" b="1">
                <a:solidFill>
                  <a:srgbClr val="A94737"/>
                </a:solidFill>
                <a:latin typeface="Yu Gothic"/>
                <a:ea typeface="Yu Gothic"/>
                <a:cs typeface="Yu Gothic"/>
              </a:defRPr>
            </a:lvl7pPr>
            <a:lvl8pPr algn="l">
              <a:defRPr sz="1650" b="1">
                <a:solidFill>
                  <a:srgbClr val="A94737"/>
                </a:solidFill>
                <a:latin typeface="Yu Gothic"/>
                <a:ea typeface="Yu Gothic"/>
                <a:cs typeface="Yu Gothic"/>
              </a:defRPr>
            </a:lvl8pPr>
            <a:lvl9pPr algn="l">
              <a:defRPr sz="1650" b="1">
                <a:solidFill>
                  <a:srgbClr val="A94737"/>
                </a:solidFill>
                <a:latin typeface="Yu Gothic"/>
                <a:ea typeface="Yu Gothic"/>
                <a:cs typeface="Yu Gothic"/>
              </a:defRPr>
            </a:lvl9pPr>
          </a:lstStyle>
          <a:p xmlns:a="http://schemas.openxmlformats.org/drawingml/2006/main">
            <a:pPr algn="l">
              <a:defRPr sz="1650" b="1">
                <a:solidFill>
                  <a:srgbClr val="A94737"/>
                </a:solidFill>
                <a:latin typeface="Yu Gothic"/>
                <a:ea typeface="Yu Gothic"/>
                <a:cs typeface="Yu Gothic"/>
              </a:defRPr>
            </a:pPr>
            <a:r>
              <a:rPr sz="1650" b="1">
                <a:solidFill>
                  <a:srgbClr val="A94737"/>
                </a:solidFill>
                <a:latin typeface="Yu Gothic"/>
                <a:ea typeface="Yu Gothic"/>
                <a:cs typeface="Yu Gothic"/>
              </a:rPr>
              <a:t>α=11.792°</a:t>
            </a:r>
          </a:p>
        </p:txBody>
      </p:sp>
      <p:sp>
        <p:nvSpPr>
          <p:cNvPr id="24" name="">
            <a:extLst xmlns:a="http://schemas.openxmlformats.org/drawingml/2006/main">
              <a:ext uri="{FF2B5EF4-FFF2-40B4-BE49-F238E27FC236}">
                <a16:creationId xmlns:a16="http://schemas.microsoft.com/office/drawing/2014/main" id="{04C6B906-A398-474F-9F10-EDD313FE0963}"/>
              </a:ext>
            </a:extLst>
          </p:cNvPr>
          <p:cNvSpPr>
            <a:spLocks xmlns:a="http://schemas.openxmlformats.org/drawingml/2006/main" noGrp="1"/>
          </p:cNvSpPr>
          <p:nvPr/>
        </p:nvSpPr>
        <p:spPr>
          <a:xfrm xmlns:a="http://schemas.openxmlformats.org/drawingml/2006/main">
            <a:off x="7730966" y="1619250"/>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0">
                <a:solidFill>
                  <a:srgbClr val="52616A"/>
                </a:solidFill>
                <a:latin typeface="Yu Gothic"/>
                <a:ea typeface="Yu Gothic"/>
                <a:cs typeface="Yu Gothic"/>
              </a:defRPr>
            </a:defPPr>
            <a:lvl1pPr algn="l">
              <a:defRPr sz="1500" b="0">
                <a:solidFill>
                  <a:srgbClr val="52616A"/>
                </a:solidFill>
                <a:latin typeface="Yu Gothic"/>
                <a:ea typeface="Yu Gothic"/>
                <a:cs typeface="Yu Gothic"/>
              </a:defRPr>
            </a:lvl1pPr>
            <a:lvl2pPr algn="l">
              <a:defRPr sz="1500" b="0">
                <a:solidFill>
                  <a:srgbClr val="52616A"/>
                </a:solidFill>
                <a:latin typeface="Yu Gothic"/>
                <a:ea typeface="Yu Gothic"/>
                <a:cs typeface="Yu Gothic"/>
              </a:defRPr>
            </a:lvl2pPr>
            <a:lvl3pPr algn="l">
              <a:defRPr sz="1500" b="0">
                <a:solidFill>
                  <a:srgbClr val="52616A"/>
                </a:solidFill>
                <a:latin typeface="Yu Gothic"/>
                <a:ea typeface="Yu Gothic"/>
                <a:cs typeface="Yu Gothic"/>
              </a:defRPr>
            </a:lvl3pPr>
            <a:lvl4pPr algn="l">
              <a:defRPr sz="1500" b="0">
                <a:solidFill>
                  <a:srgbClr val="52616A"/>
                </a:solidFill>
                <a:latin typeface="Yu Gothic"/>
                <a:ea typeface="Yu Gothic"/>
                <a:cs typeface="Yu Gothic"/>
              </a:defRPr>
            </a:lvl4pPr>
            <a:lvl5pPr algn="l">
              <a:defRPr sz="1500" b="0">
                <a:solidFill>
                  <a:srgbClr val="52616A"/>
                </a:solidFill>
                <a:latin typeface="Yu Gothic"/>
                <a:ea typeface="Yu Gothic"/>
                <a:cs typeface="Yu Gothic"/>
              </a:defRPr>
            </a:lvl5pPr>
            <a:lvl6pPr algn="l">
              <a:defRPr sz="1500" b="0">
                <a:solidFill>
                  <a:srgbClr val="52616A"/>
                </a:solidFill>
                <a:latin typeface="Yu Gothic"/>
                <a:ea typeface="Yu Gothic"/>
                <a:cs typeface="Yu Gothic"/>
              </a:defRPr>
            </a:lvl6pPr>
            <a:lvl7pPr algn="l">
              <a:defRPr sz="1500" b="0">
                <a:solidFill>
                  <a:srgbClr val="52616A"/>
                </a:solidFill>
                <a:latin typeface="Yu Gothic"/>
                <a:ea typeface="Yu Gothic"/>
                <a:cs typeface="Yu Gothic"/>
              </a:defRPr>
            </a:lvl7pPr>
            <a:lvl8pPr algn="l">
              <a:defRPr sz="1500" b="0">
                <a:solidFill>
                  <a:srgbClr val="52616A"/>
                </a:solidFill>
                <a:latin typeface="Yu Gothic"/>
                <a:ea typeface="Yu Gothic"/>
                <a:cs typeface="Yu Gothic"/>
              </a:defRPr>
            </a:lvl8pPr>
            <a:lvl9pPr algn="l">
              <a:defRPr sz="1500" b="0">
                <a:solidFill>
                  <a:srgbClr val="52616A"/>
                </a:solidFill>
                <a:latin typeface="Yu Gothic"/>
                <a:ea typeface="Yu Gothic"/>
                <a:cs typeface="Yu Gothic"/>
              </a:defRPr>
            </a:lvl9pPr>
          </a:lstStyle>
          <a:p xmlns:a="http://schemas.openxmlformats.org/drawingml/2006/main">
            <a:pPr algn="l">
              <a:defRPr sz="1500" b="0">
                <a:solidFill>
                  <a:srgbClr val="52616A"/>
                </a:solidFill>
                <a:latin typeface="Yu Gothic"/>
                <a:ea typeface="Yu Gothic"/>
                <a:cs typeface="Yu Gothic"/>
              </a:defRPr>
            </a:pPr>
            <a:r>
              <a:rPr sz="1500" b="0">
                <a:solidFill>
                  <a:srgbClr val="52616A"/>
                </a:solidFill>
                <a:latin typeface="Yu Gothic"/>
                <a:ea typeface="Yu Gothic"/>
                <a:cs typeface="Yu Gothic"/>
              </a:rPr>
              <a:t>天頂</a:t>
            </a:r>
          </a:p>
        </p:txBody>
      </p:sp>
      <p:sp>
        <p:nvSpPr>
          <p:cNvPr id="25" name="">
            <a:extLst xmlns:a="http://schemas.openxmlformats.org/drawingml/2006/main">
              <a:ext uri="{FF2B5EF4-FFF2-40B4-BE49-F238E27FC236}">
                <a16:creationId xmlns:a16="http://schemas.microsoft.com/office/drawing/2014/main" id="{7A5D806E-D339-4750-9865-2FA9A48ECBC5}"/>
              </a:ext>
            </a:extLst>
          </p:cNvPr>
          <p:cNvSpPr>
            <a:spLocks xmlns:a="http://schemas.openxmlformats.org/drawingml/2006/main" noGrp="1"/>
          </p:cNvSpPr>
          <p:nvPr/>
        </p:nvSpPr>
        <p:spPr>
          <a:xfrm xmlns:a="http://schemas.openxmlformats.org/drawingml/2006/main">
            <a:off x="10620375" y="4600575"/>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0">
                <a:solidFill>
                  <a:srgbClr val="52616A"/>
                </a:solidFill>
                <a:latin typeface="Yu Gothic"/>
                <a:ea typeface="Yu Gothic"/>
                <a:cs typeface="Yu Gothic"/>
              </a:defRPr>
            </a:defPPr>
            <a:lvl1pPr algn="l">
              <a:defRPr sz="1500" b="0">
                <a:solidFill>
                  <a:srgbClr val="52616A"/>
                </a:solidFill>
                <a:latin typeface="Yu Gothic"/>
                <a:ea typeface="Yu Gothic"/>
                <a:cs typeface="Yu Gothic"/>
              </a:defRPr>
            </a:lvl1pPr>
            <a:lvl2pPr algn="l">
              <a:defRPr sz="1500" b="0">
                <a:solidFill>
                  <a:srgbClr val="52616A"/>
                </a:solidFill>
                <a:latin typeface="Yu Gothic"/>
                <a:ea typeface="Yu Gothic"/>
                <a:cs typeface="Yu Gothic"/>
              </a:defRPr>
            </a:lvl2pPr>
            <a:lvl3pPr algn="l">
              <a:defRPr sz="1500" b="0">
                <a:solidFill>
                  <a:srgbClr val="52616A"/>
                </a:solidFill>
                <a:latin typeface="Yu Gothic"/>
                <a:ea typeface="Yu Gothic"/>
                <a:cs typeface="Yu Gothic"/>
              </a:defRPr>
            </a:lvl3pPr>
            <a:lvl4pPr algn="l">
              <a:defRPr sz="1500" b="0">
                <a:solidFill>
                  <a:srgbClr val="52616A"/>
                </a:solidFill>
                <a:latin typeface="Yu Gothic"/>
                <a:ea typeface="Yu Gothic"/>
                <a:cs typeface="Yu Gothic"/>
              </a:defRPr>
            </a:lvl4pPr>
            <a:lvl5pPr algn="l">
              <a:defRPr sz="1500" b="0">
                <a:solidFill>
                  <a:srgbClr val="52616A"/>
                </a:solidFill>
                <a:latin typeface="Yu Gothic"/>
                <a:ea typeface="Yu Gothic"/>
                <a:cs typeface="Yu Gothic"/>
              </a:defRPr>
            </a:lvl5pPr>
            <a:lvl6pPr algn="l">
              <a:defRPr sz="1500" b="0">
                <a:solidFill>
                  <a:srgbClr val="52616A"/>
                </a:solidFill>
                <a:latin typeface="Yu Gothic"/>
                <a:ea typeface="Yu Gothic"/>
                <a:cs typeface="Yu Gothic"/>
              </a:defRPr>
            </a:lvl6pPr>
            <a:lvl7pPr algn="l">
              <a:defRPr sz="1500" b="0">
                <a:solidFill>
                  <a:srgbClr val="52616A"/>
                </a:solidFill>
                <a:latin typeface="Yu Gothic"/>
                <a:ea typeface="Yu Gothic"/>
                <a:cs typeface="Yu Gothic"/>
              </a:defRPr>
            </a:lvl7pPr>
            <a:lvl8pPr algn="l">
              <a:defRPr sz="1500" b="0">
                <a:solidFill>
                  <a:srgbClr val="52616A"/>
                </a:solidFill>
                <a:latin typeface="Yu Gothic"/>
                <a:ea typeface="Yu Gothic"/>
                <a:cs typeface="Yu Gothic"/>
              </a:defRPr>
            </a:lvl8pPr>
            <a:lvl9pPr algn="l">
              <a:defRPr sz="1500" b="0">
                <a:solidFill>
                  <a:srgbClr val="52616A"/>
                </a:solidFill>
                <a:latin typeface="Yu Gothic"/>
                <a:ea typeface="Yu Gothic"/>
                <a:cs typeface="Yu Gothic"/>
              </a:defRPr>
            </a:lvl9pPr>
          </a:lstStyle>
          <a:p xmlns:a="http://schemas.openxmlformats.org/drawingml/2006/main">
            <a:pPr algn="l">
              <a:defRPr sz="1500" b="0">
                <a:solidFill>
                  <a:srgbClr val="52616A"/>
                </a:solidFill>
                <a:latin typeface="Yu Gothic"/>
                <a:ea typeface="Yu Gothic"/>
                <a:cs typeface="Yu Gothic"/>
              </a:defRPr>
            </a:pPr>
            <a:r>
              <a:rPr sz="1500" b="0">
                <a:solidFill>
                  <a:srgbClr val="52616A"/>
                </a:solidFill>
                <a:latin typeface="Yu Gothic"/>
                <a:ea typeface="Yu Gothic"/>
                <a:cs typeface="Yu Gothic"/>
              </a:rPr>
              <a:t>水平</a:t>
            </a:r>
          </a:p>
        </p:txBody>
      </p:sp>
    </p:spTree>
    <p:extLst>
      <p:ext uri="{BB962C8B-B14F-4D97-AF65-F5344CB8AC3E}">
        <p14:creationId xmlns:p14="http://schemas.microsoft.com/office/powerpoint/2010/main" val="1129027968"/>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C117B216-7CD1-4C81-AA44-A030A91C097C}"/>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988FCD1E-47F5-4C72-88F7-049ED7C8C0EC}"/>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鉛直角</a:t>
            </a:r>
          </a:p>
        </p:txBody>
      </p:sp>
      <p:sp>
        <p:nvSpPr>
          <p:cNvPr id="3" name="">
            <a:extLst xmlns:a="http://schemas.openxmlformats.org/drawingml/2006/main">
              <a:ext uri="{FF2B5EF4-FFF2-40B4-BE49-F238E27FC236}">
                <a16:creationId xmlns:a16="http://schemas.microsoft.com/office/drawing/2014/main" id="{51E62768-651A-40DA-A72D-6203D659532D}"/>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高度定数Kは正反和の全ずれ</a:t>
            </a:r>
          </a:p>
        </p:txBody>
      </p:sp>
      <p:sp>
        <p:nvSpPr>
          <p:cNvPr id="4" name="">
            <a:extLst xmlns:a="http://schemas.openxmlformats.org/drawingml/2006/main">
              <a:ext uri="{FF2B5EF4-FFF2-40B4-BE49-F238E27FC236}">
                <a16:creationId xmlns:a16="http://schemas.microsoft.com/office/drawing/2014/main" id="{6AF4F297-D386-4D83-848A-E4D449BB54C0}"/>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1AC2C49D-21E2-4E14-9554-ACBDC4EF76D8}"/>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38</a:t>
            </a:r>
          </a:p>
        </p:txBody>
      </p:sp>
      <p:sp>
        <p:nvSpPr>
          <p:cNvPr id="6" name="">
            <a:extLst xmlns:a="http://schemas.openxmlformats.org/drawingml/2006/main">
              <a:ext uri="{FF2B5EF4-FFF2-40B4-BE49-F238E27FC236}">
                <a16:creationId xmlns:a16="http://schemas.microsoft.com/office/drawing/2014/main" id="{28E25925-1E46-40BF-B020-F9957B20414D}"/>
              </a:ext>
            </a:extLst>
          </p:cNvPr>
          <p:cNvSpPr>
            <a:spLocks xmlns:a="http://schemas.openxmlformats.org/drawingml/2006/main" noGrp="1"/>
          </p:cNvSpPr>
          <p:nvPr/>
        </p:nvSpPr>
        <p:spPr>
          <a:xfrm xmlns:a="http://schemas.openxmlformats.org/drawingml/2006/main">
            <a:off x="723900" y="1504950"/>
            <a:ext cx="10287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1">
                <a:solidFill>
                  <a:srgbClr val="52616A"/>
                </a:solidFill>
                <a:latin typeface="Yu Gothic"/>
                <a:ea typeface="Yu Gothic"/>
                <a:cs typeface="Yu Gothic"/>
              </a:defRPr>
            </a:defPPr>
            <a:lvl1pPr algn="l">
              <a:defRPr sz="2250" b="1">
                <a:solidFill>
                  <a:srgbClr val="52616A"/>
                </a:solidFill>
                <a:latin typeface="Yu Gothic"/>
                <a:ea typeface="Yu Gothic"/>
                <a:cs typeface="Yu Gothic"/>
              </a:defRPr>
            </a:lvl1pPr>
            <a:lvl2pPr algn="l">
              <a:defRPr sz="2250" b="1">
                <a:solidFill>
                  <a:srgbClr val="52616A"/>
                </a:solidFill>
                <a:latin typeface="Yu Gothic"/>
                <a:ea typeface="Yu Gothic"/>
                <a:cs typeface="Yu Gothic"/>
              </a:defRPr>
            </a:lvl2pPr>
            <a:lvl3pPr algn="l">
              <a:defRPr sz="2250" b="1">
                <a:solidFill>
                  <a:srgbClr val="52616A"/>
                </a:solidFill>
                <a:latin typeface="Yu Gothic"/>
                <a:ea typeface="Yu Gothic"/>
                <a:cs typeface="Yu Gothic"/>
              </a:defRPr>
            </a:lvl3pPr>
            <a:lvl4pPr algn="l">
              <a:defRPr sz="2250" b="1">
                <a:solidFill>
                  <a:srgbClr val="52616A"/>
                </a:solidFill>
                <a:latin typeface="Yu Gothic"/>
                <a:ea typeface="Yu Gothic"/>
                <a:cs typeface="Yu Gothic"/>
              </a:defRPr>
            </a:lvl4pPr>
            <a:lvl5pPr algn="l">
              <a:defRPr sz="2250" b="1">
                <a:solidFill>
                  <a:srgbClr val="52616A"/>
                </a:solidFill>
                <a:latin typeface="Yu Gothic"/>
                <a:ea typeface="Yu Gothic"/>
                <a:cs typeface="Yu Gothic"/>
              </a:defRPr>
            </a:lvl5pPr>
            <a:lvl6pPr algn="l">
              <a:defRPr sz="2250" b="1">
                <a:solidFill>
                  <a:srgbClr val="52616A"/>
                </a:solidFill>
                <a:latin typeface="Yu Gothic"/>
                <a:ea typeface="Yu Gothic"/>
                <a:cs typeface="Yu Gothic"/>
              </a:defRPr>
            </a:lvl6pPr>
            <a:lvl7pPr algn="l">
              <a:defRPr sz="2250" b="1">
                <a:solidFill>
                  <a:srgbClr val="52616A"/>
                </a:solidFill>
                <a:latin typeface="Yu Gothic"/>
                <a:ea typeface="Yu Gothic"/>
                <a:cs typeface="Yu Gothic"/>
              </a:defRPr>
            </a:lvl7pPr>
            <a:lvl8pPr algn="l">
              <a:defRPr sz="2250" b="1">
                <a:solidFill>
                  <a:srgbClr val="52616A"/>
                </a:solidFill>
                <a:latin typeface="Yu Gothic"/>
                <a:ea typeface="Yu Gothic"/>
                <a:cs typeface="Yu Gothic"/>
              </a:defRPr>
            </a:lvl8pPr>
            <a:lvl9pPr algn="l">
              <a:defRPr sz="2250" b="1">
                <a:solidFill>
                  <a:srgbClr val="52616A"/>
                </a:solidFill>
                <a:latin typeface="Yu Gothic"/>
                <a:ea typeface="Yu Gothic"/>
                <a:cs typeface="Yu Gothic"/>
              </a:defRPr>
            </a:lvl9pPr>
          </a:lstStyle>
          <a:p xmlns:a="http://schemas.openxmlformats.org/drawingml/2006/main">
            <a:pPr algn="l">
              <a:defRPr sz="2250" b="1">
                <a:solidFill>
                  <a:srgbClr val="52616A"/>
                </a:solidFill>
                <a:latin typeface="Yu Gothic"/>
                <a:ea typeface="Yu Gothic"/>
                <a:cs typeface="Yu Gothic"/>
              </a:defRPr>
            </a:pPr>
            <a:r>
              <a:rPr sz="2250" b="1">
                <a:solidFill>
                  <a:srgbClr val="52616A"/>
                </a:solidFill>
                <a:latin typeface="Yu Gothic"/>
                <a:ea typeface="Yu Gothic"/>
                <a:cs typeface="Yu Gothic"/>
              </a:rPr>
              <a:t>理想の正反和360°から何秒ずれたか</a:t>
            </a:r>
          </a:p>
        </p:txBody>
      </p:sp>
      <p:sp>
        <p:nvSpPr>
          <p:cNvPr id="7" name="">
            <a:extLst xmlns:a="http://schemas.openxmlformats.org/drawingml/2006/main">
              <a:ext uri="{FF2B5EF4-FFF2-40B4-BE49-F238E27FC236}">
                <a16:creationId xmlns:a16="http://schemas.microsoft.com/office/drawing/2014/main" id="{C6415A67-0647-4D2A-B2EC-331C3F53F447}"/>
              </a:ext>
            </a:extLst>
          </p:cNvPr>
          <p:cNvSpPr>
            <a:spLocks xmlns:a="http://schemas.openxmlformats.org/drawingml/2006/main" noGrp="1"/>
          </p:cNvSpPr>
          <p:nvPr/>
        </p:nvSpPr>
        <p:spPr>
          <a:xfrm xmlns:a="http://schemas.openxmlformats.org/drawingml/2006/main">
            <a:off x="819150" y="2143125"/>
            <a:ext cx="228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425" b="1">
                <a:solidFill>
                  <a:srgbClr val="166B68"/>
                </a:solidFill>
                <a:latin typeface="Yu Gothic"/>
                <a:ea typeface="Yu Gothic"/>
                <a:cs typeface="Yu Gothic"/>
              </a:defRPr>
            </a:defPPr>
            <a:lvl1pPr algn="ctr">
              <a:defRPr sz="1425" b="1">
                <a:solidFill>
                  <a:srgbClr val="166B68"/>
                </a:solidFill>
                <a:latin typeface="Yu Gothic"/>
                <a:ea typeface="Yu Gothic"/>
                <a:cs typeface="Yu Gothic"/>
              </a:defRPr>
            </a:lvl1pPr>
            <a:lvl2pPr algn="ctr">
              <a:defRPr sz="1425" b="1">
                <a:solidFill>
                  <a:srgbClr val="166B68"/>
                </a:solidFill>
                <a:latin typeface="Yu Gothic"/>
                <a:ea typeface="Yu Gothic"/>
                <a:cs typeface="Yu Gothic"/>
              </a:defRPr>
            </a:lvl2pPr>
            <a:lvl3pPr algn="ctr">
              <a:defRPr sz="1425" b="1">
                <a:solidFill>
                  <a:srgbClr val="166B68"/>
                </a:solidFill>
                <a:latin typeface="Yu Gothic"/>
                <a:ea typeface="Yu Gothic"/>
                <a:cs typeface="Yu Gothic"/>
              </a:defRPr>
            </a:lvl3pPr>
            <a:lvl4pPr algn="ctr">
              <a:defRPr sz="1425" b="1">
                <a:solidFill>
                  <a:srgbClr val="166B68"/>
                </a:solidFill>
                <a:latin typeface="Yu Gothic"/>
                <a:ea typeface="Yu Gothic"/>
                <a:cs typeface="Yu Gothic"/>
              </a:defRPr>
            </a:lvl4pPr>
            <a:lvl5pPr algn="ctr">
              <a:defRPr sz="1425" b="1">
                <a:solidFill>
                  <a:srgbClr val="166B68"/>
                </a:solidFill>
                <a:latin typeface="Yu Gothic"/>
                <a:ea typeface="Yu Gothic"/>
                <a:cs typeface="Yu Gothic"/>
              </a:defRPr>
            </a:lvl5pPr>
            <a:lvl6pPr algn="ctr">
              <a:defRPr sz="1425" b="1">
                <a:solidFill>
                  <a:srgbClr val="166B68"/>
                </a:solidFill>
                <a:latin typeface="Yu Gothic"/>
                <a:ea typeface="Yu Gothic"/>
                <a:cs typeface="Yu Gothic"/>
              </a:defRPr>
            </a:lvl6pPr>
            <a:lvl7pPr algn="ctr">
              <a:defRPr sz="1425" b="1">
                <a:solidFill>
                  <a:srgbClr val="166B68"/>
                </a:solidFill>
                <a:latin typeface="Yu Gothic"/>
                <a:ea typeface="Yu Gothic"/>
                <a:cs typeface="Yu Gothic"/>
              </a:defRPr>
            </a:lvl7pPr>
            <a:lvl8pPr algn="ctr">
              <a:defRPr sz="1425" b="1">
                <a:solidFill>
                  <a:srgbClr val="166B68"/>
                </a:solidFill>
                <a:latin typeface="Yu Gothic"/>
                <a:ea typeface="Yu Gothic"/>
                <a:cs typeface="Yu Gothic"/>
              </a:defRPr>
            </a:lvl8pPr>
            <a:lvl9pPr algn="ctr">
              <a:defRPr sz="1425" b="1">
                <a:solidFill>
                  <a:srgbClr val="166B68"/>
                </a:solidFill>
                <a:latin typeface="Yu Gothic"/>
                <a:ea typeface="Yu Gothic"/>
                <a:cs typeface="Yu Gothic"/>
              </a:defRPr>
            </a:lvl9pPr>
          </a:lstStyle>
          <a:p xmlns:a="http://schemas.openxmlformats.org/drawingml/2006/main">
            <a:pPr algn="ctr">
              <a:defRPr sz="1425" b="1">
                <a:solidFill>
                  <a:srgbClr val="166B68"/>
                </a:solidFill>
                <a:latin typeface="Yu Gothic"/>
                <a:ea typeface="Yu Gothic"/>
                <a:cs typeface="Yu Gothic"/>
              </a:defRPr>
            </a:pPr>
            <a:r>
              <a:rPr sz="1425" b="1">
                <a:solidFill>
                  <a:srgbClr val="166B68"/>
                </a:solidFill>
                <a:latin typeface="Yu Gothic"/>
                <a:ea typeface="Yu Gothic"/>
                <a:cs typeface="Yu Gothic"/>
              </a:rPr>
              <a:t>●</a:t>
            </a:r>
          </a:p>
        </p:txBody>
      </p:sp>
      <p:sp>
        <p:nvSpPr>
          <p:cNvPr id="8" name="">
            <a:extLst xmlns:a="http://schemas.openxmlformats.org/drawingml/2006/main">
              <a:ext uri="{FF2B5EF4-FFF2-40B4-BE49-F238E27FC236}">
                <a16:creationId xmlns:a16="http://schemas.microsoft.com/office/drawing/2014/main" id="{45D5B3D6-0469-4FF4-A883-FD9F761A2F76}"/>
              </a:ext>
            </a:extLst>
          </p:cNvPr>
          <p:cNvSpPr>
            <a:spLocks xmlns:a="http://schemas.openxmlformats.org/drawingml/2006/main" noGrp="1"/>
          </p:cNvSpPr>
          <p:nvPr/>
        </p:nvSpPr>
        <p:spPr>
          <a:xfrm xmlns:a="http://schemas.openxmlformats.org/drawingml/2006/main">
            <a:off x="1143000" y="2143125"/>
            <a:ext cx="9772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ZL＝78°12′42″</a:t>
            </a:r>
          </a:p>
        </p:txBody>
      </p:sp>
      <p:sp>
        <p:nvSpPr>
          <p:cNvPr id="9" name="">
            <a:extLst xmlns:a="http://schemas.openxmlformats.org/drawingml/2006/main">
              <a:ext uri="{FF2B5EF4-FFF2-40B4-BE49-F238E27FC236}">
                <a16:creationId xmlns:a16="http://schemas.microsoft.com/office/drawing/2014/main" id="{6BF89719-0B95-49CE-A36E-4EB0BFCDD255}"/>
              </a:ext>
            </a:extLst>
          </p:cNvPr>
          <p:cNvSpPr>
            <a:spLocks xmlns:a="http://schemas.openxmlformats.org/drawingml/2006/main" noGrp="1"/>
          </p:cNvSpPr>
          <p:nvPr/>
        </p:nvSpPr>
        <p:spPr>
          <a:xfrm xmlns:a="http://schemas.openxmlformats.org/drawingml/2006/main">
            <a:off x="819150" y="2714625"/>
            <a:ext cx="228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425" b="1">
                <a:solidFill>
                  <a:srgbClr val="166B68"/>
                </a:solidFill>
                <a:latin typeface="Yu Gothic"/>
                <a:ea typeface="Yu Gothic"/>
                <a:cs typeface="Yu Gothic"/>
              </a:defRPr>
            </a:defPPr>
            <a:lvl1pPr algn="ctr">
              <a:defRPr sz="1425" b="1">
                <a:solidFill>
                  <a:srgbClr val="166B68"/>
                </a:solidFill>
                <a:latin typeface="Yu Gothic"/>
                <a:ea typeface="Yu Gothic"/>
                <a:cs typeface="Yu Gothic"/>
              </a:defRPr>
            </a:lvl1pPr>
            <a:lvl2pPr algn="ctr">
              <a:defRPr sz="1425" b="1">
                <a:solidFill>
                  <a:srgbClr val="166B68"/>
                </a:solidFill>
                <a:latin typeface="Yu Gothic"/>
                <a:ea typeface="Yu Gothic"/>
                <a:cs typeface="Yu Gothic"/>
              </a:defRPr>
            </a:lvl2pPr>
            <a:lvl3pPr algn="ctr">
              <a:defRPr sz="1425" b="1">
                <a:solidFill>
                  <a:srgbClr val="166B68"/>
                </a:solidFill>
                <a:latin typeface="Yu Gothic"/>
                <a:ea typeface="Yu Gothic"/>
                <a:cs typeface="Yu Gothic"/>
              </a:defRPr>
            </a:lvl3pPr>
            <a:lvl4pPr algn="ctr">
              <a:defRPr sz="1425" b="1">
                <a:solidFill>
                  <a:srgbClr val="166B68"/>
                </a:solidFill>
                <a:latin typeface="Yu Gothic"/>
                <a:ea typeface="Yu Gothic"/>
                <a:cs typeface="Yu Gothic"/>
              </a:defRPr>
            </a:lvl4pPr>
            <a:lvl5pPr algn="ctr">
              <a:defRPr sz="1425" b="1">
                <a:solidFill>
                  <a:srgbClr val="166B68"/>
                </a:solidFill>
                <a:latin typeface="Yu Gothic"/>
                <a:ea typeface="Yu Gothic"/>
                <a:cs typeface="Yu Gothic"/>
              </a:defRPr>
            </a:lvl5pPr>
            <a:lvl6pPr algn="ctr">
              <a:defRPr sz="1425" b="1">
                <a:solidFill>
                  <a:srgbClr val="166B68"/>
                </a:solidFill>
                <a:latin typeface="Yu Gothic"/>
                <a:ea typeface="Yu Gothic"/>
                <a:cs typeface="Yu Gothic"/>
              </a:defRPr>
            </a:lvl6pPr>
            <a:lvl7pPr algn="ctr">
              <a:defRPr sz="1425" b="1">
                <a:solidFill>
                  <a:srgbClr val="166B68"/>
                </a:solidFill>
                <a:latin typeface="Yu Gothic"/>
                <a:ea typeface="Yu Gothic"/>
                <a:cs typeface="Yu Gothic"/>
              </a:defRPr>
            </a:lvl7pPr>
            <a:lvl8pPr algn="ctr">
              <a:defRPr sz="1425" b="1">
                <a:solidFill>
                  <a:srgbClr val="166B68"/>
                </a:solidFill>
                <a:latin typeface="Yu Gothic"/>
                <a:ea typeface="Yu Gothic"/>
                <a:cs typeface="Yu Gothic"/>
              </a:defRPr>
            </a:lvl8pPr>
            <a:lvl9pPr algn="ctr">
              <a:defRPr sz="1425" b="1">
                <a:solidFill>
                  <a:srgbClr val="166B68"/>
                </a:solidFill>
                <a:latin typeface="Yu Gothic"/>
                <a:ea typeface="Yu Gothic"/>
                <a:cs typeface="Yu Gothic"/>
              </a:defRPr>
            </a:lvl9pPr>
          </a:lstStyle>
          <a:p xmlns:a="http://schemas.openxmlformats.org/drawingml/2006/main">
            <a:pPr algn="ctr">
              <a:defRPr sz="1425" b="1">
                <a:solidFill>
                  <a:srgbClr val="166B68"/>
                </a:solidFill>
                <a:latin typeface="Yu Gothic"/>
                <a:ea typeface="Yu Gothic"/>
                <a:cs typeface="Yu Gothic"/>
              </a:defRPr>
            </a:pPr>
            <a:r>
              <a:rPr sz="1425" b="1">
                <a:solidFill>
                  <a:srgbClr val="166B68"/>
                </a:solidFill>
                <a:latin typeface="Yu Gothic"/>
                <a:ea typeface="Yu Gothic"/>
                <a:cs typeface="Yu Gothic"/>
              </a:rPr>
              <a:t>●</a:t>
            </a:r>
          </a:p>
        </p:txBody>
      </p:sp>
      <p:sp>
        <p:nvSpPr>
          <p:cNvPr id="10" name="">
            <a:extLst xmlns:a="http://schemas.openxmlformats.org/drawingml/2006/main">
              <a:ext uri="{FF2B5EF4-FFF2-40B4-BE49-F238E27FC236}">
                <a16:creationId xmlns:a16="http://schemas.microsoft.com/office/drawing/2014/main" id="{6CC27671-ED27-4F08-8968-621A87597973}"/>
              </a:ext>
            </a:extLst>
          </p:cNvPr>
          <p:cNvSpPr>
            <a:spLocks xmlns:a="http://schemas.openxmlformats.org/drawingml/2006/main" noGrp="1"/>
          </p:cNvSpPr>
          <p:nvPr/>
        </p:nvSpPr>
        <p:spPr>
          <a:xfrm xmlns:a="http://schemas.openxmlformats.org/drawingml/2006/main">
            <a:off x="1143000" y="2714625"/>
            <a:ext cx="9772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ZR＝281°47′42″</a:t>
            </a:r>
          </a:p>
        </p:txBody>
      </p:sp>
      <p:sp>
        <p:nvSpPr>
          <p:cNvPr id="11" name="">
            <a:extLst xmlns:a="http://schemas.openxmlformats.org/drawingml/2006/main">
              <a:ext uri="{FF2B5EF4-FFF2-40B4-BE49-F238E27FC236}">
                <a16:creationId xmlns:a16="http://schemas.microsoft.com/office/drawing/2014/main" id="{3103110D-3322-40A6-A4DF-3F861F917A86}"/>
              </a:ext>
            </a:extLst>
          </p:cNvPr>
          <p:cNvSpPr>
            <a:spLocks xmlns:a="http://schemas.openxmlformats.org/drawingml/2006/main" noGrp="1"/>
          </p:cNvSpPr>
          <p:nvPr/>
        </p:nvSpPr>
        <p:spPr>
          <a:xfrm xmlns:a="http://schemas.openxmlformats.org/drawingml/2006/main">
            <a:off x="819150" y="3286125"/>
            <a:ext cx="228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425" b="1">
                <a:solidFill>
                  <a:srgbClr val="166B68"/>
                </a:solidFill>
                <a:latin typeface="Yu Gothic"/>
                <a:ea typeface="Yu Gothic"/>
                <a:cs typeface="Yu Gothic"/>
              </a:defRPr>
            </a:defPPr>
            <a:lvl1pPr algn="ctr">
              <a:defRPr sz="1425" b="1">
                <a:solidFill>
                  <a:srgbClr val="166B68"/>
                </a:solidFill>
                <a:latin typeface="Yu Gothic"/>
                <a:ea typeface="Yu Gothic"/>
                <a:cs typeface="Yu Gothic"/>
              </a:defRPr>
            </a:lvl1pPr>
            <a:lvl2pPr algn="ctr">
              <a:defRPr sz="1425" b="1">
                <a:solidFill>
                  <a:srgbClr val="166B68"/>
                </a:solidFill>
                <a:latin typeface="Yu Gothic"/>
                <a:ea typeface="Yu Gothic"/>
                <a:cs typeface="Yu Gothic"/>
              </a:defRPr>
            </a:lvl2pPr>
            <a:lvl3pPr algn="ctr">
              <a:defRPr sz="1425" b="1">
                <a:solidFill>
                  <a:srgbClr val="166B68"/>
                </a:solidFill>
                <a:latin typeface="Yu Gothic"/>
                <a:ea typeface="Yu Gothic"/>
                <a:cs typeface="Yu Gothic"/>
              </a:defRPr>
            </a:lvl3pPr>
            <a:lvl4pPr algn="ctr">
              <a:defRPr sz="1425" b="1">
                <a:solidFill>
                  <a:srgbClr val="166B68"/>
                </a:solidFill>
                <a:latin typeface="Yu Gothic"/>
                <a:ea typeface="Yu Gothic"/>
                <a:cs typeface="Yu Gothic"/>
              </a:defRPr>
            </a:lvl4pPr>
            <a:lvl5pPr algn="ctr">
              <a:defRPr sz="1425" b="1">
                <a:solidFill>
                  <a:srgbClr val="166B68"/>
                </a:solidFill>
                <a:latin typeface="Yu Gothic"/>
                <a:ea typeface="Yu Gothic"/>
                <a:cs typeface="Yu Gothic"/>
              </a:defRPr>
            </a:lvl5pPr>
            <a:lvl6pPr algn="ctr">
              <a:defRPr sz="1425" b="1">
                <a:solidFill>
                  <a:srgbClr val="166B68"/>
                </a:solidFill>
                <a:latin typeface="Yu Gothic"/>
                <a:ea typeface="Yu Gothic"/>
                <a:cs typeface="Yu Gothic"/>
              </a:defRPr>
            </a:lvl6pPr>
            <a:lvl7pPr algn="ctr">
              <a:defRPr sz="1425" b="1">
                <a:solidFill>
                  <a:srgbClr val="166B68"/>
                </a:solidFill>
                <a:latin typeface="Yu Gothic"/>
                <a:ea typeface="Yu Gothic"/>
                <a:cs typeface="Yu Gothic"/>
              </a:defRPr>
            </a:lvl7pPr>
            <a:lvl8pPr algn="ctr">
              <a:defRPr sz="1425" b="1">
                <a:solidFill>
                  <a:srgbClr val="166B68"/>
                </a:solidFill>
                <a:latin typeface="Yu Gothic"/>
                <a:ea typeface="Yu Gothic"/>
                <a:cs typeface="Yu Gothic"/>
              </a:defRPr>
            </a:lvl8pPr>
            <a:lvl9pPr algn="ctr">
              <a:defRPr sz="1425" b="1">
                <a:solidFill>
                  <a:srgbClr val="166B68"/>
                </a:solidFill>
                <a:latin typeface="Yu Gothic"/>
                <a:ea typeface="Yu Gothic"/>
                <a:cs typeface="Yu Gothic"/>
              </a:defRPr>
            </a:lvl9pPr>
          </a:lstStyle>
          <a:p xmlns:a="http://schemas.openxmlformats.org/drawingml/2006/main">
            <a:pPr algn="ctr">
              <a:defRPr sz="1425" b="1">
                <a:solidFill>
                  <a:srgbClr val="166B68"/>
                </a:solidFill>
                <a:latin typeface="Yu Gothic"/>
                <a:ea typeface="Yu Gothic"/>
                <a:cs typeface="Yu Gothic"/>
              </a:defRPr>
            </a:pPr>
            <a:r>
              <a:rPr sz="1425" b="1">
                <a:solidFill>
                  <a:srgbClr val="166B68"/>
                </a:solidFill>
                <a:latin typeface="Yu Gothic"/>
                <a:ea typeface="Yu Gothic"/>
                <a:cs typeface="Yu Gothic"/>
              </a:rPr>
              <a:t>●</a:t>
            </a:r>
          </a:p>
        </p:txBody>
      </p:sp>
      <p:sp>
        <p:nvSpPr>
          <p:cNvPr id="12" name="">
            <a:extLst xmlns:a="http://schemas.openxmlformats.org/drawingml/2006/main">
              <a:ext uri="{FF2B5EF4-FFF2-40B4-BE49-F238E27FC236}">
                <a16:creationId xmlns:a16="http://schemas.microsoft.com/office/drawing/2014/main" id="{C8D3ABB9-5735-4977-BC65-D34E1995CA79}"/>
              </a:ext>
            </a:extLst>
          </p:cNvPr>
          <p:cNvSpPr>
            <a:spLocks xmlns:a="http://schemas.openxmlformats.org/drawingml/2006/main" noGrp="1"/>
          </p:cNvSpPr>
          <p:nvPr/>
        </p:nvSpPr>
        <p:spPr>
          <a:xfrm xmlns:a="http://schemas.openxmlformats.org/drawingml/2006/main">
            <a:off x="1143000" y="3286125"/>
            <a:ext cx="9772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K＝ZL＋ZR−360°</a:t>
            </a:r>
          </a:p>
        </p:txBody>
      </p:sp>
      <p:sp>
        <p:nvSpPr>
          <p:cNvPr id="13" name="">
            <a:extLst xmlns:a="http://schemas.openxmlformats.org/drawingml/2006/main">
              <a:ext uri="{FF2B5EF4-FFF2-40B4-BE49-F238E27FC236}">
                <a16:creationId xmlns:a16="http://schemas.microsoft.com/office/drawing/2014/main" id="{5A306D0F-4089-4FB0-AE62-99CA5D5A1066}"/>
              </a:ext>
            </a:extLst>
          </p:cNvPr>
          <p:cNvSpPr>
            <a:spLocks xmlns:a="http://schemas.openxmlformats.org/drawingml/2006/main" noGrp="1"/>
          </p:cNvSpPr>
          <p:nvPr/>
        </p:nvSpPr>
        <p:spPr>
          <a:xfrm xmlns:a="http://schemas.openxmlformats.org/drawingml/2006/main">
            <a:off x="819150" y="3952875"/>
            <a:ext cx="228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275" b="1">
                <a:solidFill>
                  <a:srgbClr val="166B68"/>
                </a:solidFill>
                <a:latin typeface="Yu Gothic"/>
                <a:ea typeface="Yu Gothic"/>
                <a:cs typeface="Yu Gothic"/>
              </a:defRPr>
            </a:defPPr>
            <a:lvl1pPr algn="ctr">
              <a:defRPr sz="1275" b="1">
                <a:solidFill>
                  <a:srgbClr val="166B68"/>
                </a:solidFill>
                <a:latin typeface="Yu Gothic"/>
                <a:ea typeface="Yu Gothic"/>
                <a:cs typeface="Yu Gothic"/>
              </a:defRPr>
            </a:lvl1pPr>
            <a:lvl2pPr algn="ctr">
              <a:defRPr sz="1275" b="1">
                <a:solidFill>
                  <a:srgbClr val="166B68"/>
                </a:solidFill>
                <a:latin typeface="Yu Gothic"/>
                <a:ea typeface="Yu Gothic"/>
                <a:cs typeface="Yu Gothic"/>
              </a:defRPr>
            </a:lvl2pPr>
            <a:lvl3pPr algn="ctr">
              <a:defRPr sz="1275" b="1">
                <a:solidFill>
                  <a:srgbClr val="166B68"/>
                </a:solidFill>
                <a:latin typeface="Yu Gothic"/>
                <a:ea typeface="Yu Gothic"/>
                <a:cs typeface="Yu Gothic"/>
              </a:defRPr>
            </a:lvl3pPr>
            <a:lvl4pPr algn="ctr">
              <a:defRPr sz="1275" b="1">
                <a:solidFill>
                  <a:srgbClr val="166B68"/>
                </a:solidFill>
                <a:latin typeface="Yu Gothic"/>
                <a:ea typeface="Yu Gothic"/>
                <a:cs typeface="Yu Gothic"/>
              </a:defRPr>
            </a:lvl4pPr>
            <a:lvl5pPr algn="ctr">
              <a:defRPr sz="1275" b="1">
                <a:solidFill>
                  <a:srgbClr val="166B68"/>
                </a:solidFill>
                <a:latin typeface="Yu Gothic"/>
                <a:ea typeface="Yu Gothic"/>
                <a:cs typeface="Yu Gothic"/>
              </a:defRPr>
            </a:lvl5pPr>
            <a:lvl6pPr algn="ctr">
              <a:defRPr sz="1275" b="1">
                <a:solidFill>
                  <a:srgbClr val="166B68"/>
                </a:solidFill>
                <a:latin typeface="Yu Gothic"/>
                <a:ea typeface="Yu Gothic"/>
                <a:cs typeface="Yu Gothic"/>
              </a:defRPr>
            </a:lvl6pPr>
            <a:lvl7pPr algn="ctr">
              <a:defRPr sz="1275" b="1">
                <a:solidFill>
                  <a:srgbClr val="166B68"/>
                </a:solidFill>
                <a:latin typeface="Yu Gothic"/>
                <a:ea typeface="Yu Gothic"/>
                <a:cs typeface="Yu Gothic"/>
              </a:defRPr>
            </a:lvl7pPr>
            <a:lvl8pPr algn="ctr">
              <a:defRPr sz="1275" b="1">
                <a:solidFill>
                  <a:srgbClr val="166B68"/>
                </a:solidFill>
                <a:latin typeface="Yu Gothic"/>
                <a:ea typeface="Yu Gothic"/>
                <a:cs typeface="Yu Gothic"/>
              </a:defRPr>
            </a:lvl8pPr>
            <a:lvl9pPr algn="ctr">
              <a:defRPr sz="1275" b="1">
                <a:solidFill>
                  <a:srgbClr val="166B68"/>
                </a:solidFill>
                <a:latin typeface="Yu Gothic"/>
                <a:ea typeface="Yu Gothic"/>
                <a:cs typeface="Yu Gothic"/>
              </a:defRPr>
            </a:lvl9pPr>
          </a:lstStyle>
          <a:p xmlns:a="http://schemas.openxmlformats.org/drawingml/2006/main">
            <a:pPr algn="ctr">
              <a:defRPr sz="1275" b="1">
                <a:solidFill>
                  <a:srgbClr val="166B68"/>
                </a:solidFill>
                <a:latin typeface="Yu Gothic"/>
                <a:ea typeface="Yu Gothic"/>
                <a:cs typeface="Yu Gothic"/>
              </a:defRPr>
            </a:pPr>
            <a:r>
              <a:rPr sz="1275" b="1">
                <a:solidFill>
                  <a:srgbClr val="166B68"/>
                </a:solidFill>
                <a:latin typeface="Yu Gothic"/>
                <a:ea typeface="Yu Gothic"/>
                <a:cs typeface="Yu Gothic"/>
              </a:rPr>
              <a:t>●</a:t>
            </a:r>
          </a:p>
        </p:txBody>
      </p:sp>
      <p:sp>
        <p:nvSpPr>
          <p:cNvPr id="14" name="">
            <a:extLst xmlns:a="http://schemas.openxmlformats.org/drawingml/2006/main">
              <a:ext uri="{FF2B5EF4-FFF2-40B4-BE49-F238E27FC236}">
                <a16:creationId xmlns:a16="http://schemas.microsoft.com/office/drawing/2014/main" id="{2C12E02C-E40C-46CE-A7DD-12C6F856C024}"/>
              </a:ext>
            </a:extLst>
          </p:cNvPr>
          <p:cNvSpPr>
            <a:spLocks xmlns:a="http://schemas.openxmlformats.org/drawingml/2006/main" noGrp="1"/>
          </p:cNvSpPr>
          <p:nvPr/>
        </p:nvSpPr>
        <p:spPr>
          <a:xfrm xmlns:a="http://schemas.openxmlformats.org/drawingml/2006/main">
            <a:off x="1143000" y="3952875"/>
            <a:ext cx="9772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00" b="0">
                <a:solidFill>
                  <a:srgbClr val="182B33"/>
                </a:solidFill>
                <a:latin typeface="Yu Gothic"/>
                <a:ea typeface="Yu Gothic"/>
                <a:cs typeface="Yu Gothic"/>
              </a:defRPr>
            </a:defPPr>
            <a:lvl1pPr algn="l">
              <a:defRPr sz="2100" b="0">
                <a:solidFill>
                  <a:srgbClr val="182B33"/>
                </a:solidFill>
                <a:latin typeface="Yu Gothic"/>
                <a:ea typeface="Yu Gothic"/>
                <a:cs typeface="Yu Gothic"/>
              </a:defRPr>
            </a:lvl1pPr>
            <a:lvl2pPr algn="l">
              <a:defRPr sz="2100" b="0">
                <a:solidFill>
                  <a:srgbClr val="182B33"/>
                </a:solidFill>
                <a:latin typeface="Yu Gothic"/>
                <a:ea typeface="Yu Gothic"/>
                <a:cs typeface="Yu Gothic"/>
              </a:defRPr>
            </a:lvl2pPr>
            <a:lvl3pPr algn="l">
              <a:defRPr sz="2100" b="0">
                <a:solidFill>
                  <a:srgbClr val="182B33"/>
                </a:solidFill>
                <a:latin typeface="Yu Gothic"/>
                <a:ea typeface="Yu Gothic"/>
                <a:cs typeface="Yu Gothic"/>
              </a:defRPr>
            </a:lvl3pPr>
            <a:lvl4pPr algn="l">
              <a:defRPr sz="2100" b="0">
                <a:solidFill>
                  <a:srgbClr val="182B33"/>
                </a:solidFill>
                <a:latin typeface="Yu Gothic"/>
                <a:ea typeface="Yu Gothic"/>
                <a:cs typeface="Yu Gothic"/>
              </a:defRPr>
            </a:lvl4pPr>
            <a:lvl5pPr algn="l">
              <a:defRPr sz="2100" b="0">
                <a:solidFill>
                  <a:srgbClr val="182B33"/>
                </a:solidFill>
                <a:latin typeface="Yu Gothic"/>
                <a:ea typeface="Yu Gothic"/>
                <a:cs typeface="Yu Gothic"/>
              </a:defRPr>
            </a:lvl5pPr>
            <a:lvl6pPr algn="l">
              <a:defRPr sz="2100" b="0">
                <a:solidFill>
                  <a:srgbClr val="182B33"/>
                </a:solidFill>
                <a:latin typeface="Yu Gothic"/>
                <a:ea typeface="Yu Gothic"/>
                <a:cs typeface="Yu Gothic"/>
              </a:defRPr>
            </a:lvl6pPr>
            <a:lvl7pPr algn="l">
              <a:defRPr sz="2100" b="0">
                <a:solidFill>
                  <a:srgbClr val="182B33"/>
                </a:solidFill>
                <a:latin typeface="Yu Gothic"/>
                <a:ea typeface="Yu Gothic"/>
                <a:cs typeface="Yu Gothic"/>
              </a:defRPr>
            </a:lvl7pPr>
            <a:lvl8pPr algn="l">
              <a:defRPr sz="2100" b="0">
                <a:solidFill>
                  <a:srgbClr val="182B33"/>
                </a:solidFill>
                <a:latin typeface="Yu Gothic"/>
                <a:ea typeface="Yu Gothic"/>
                <a:cs typeface="Yu Gothic"/>
              </a:defRPr>
            </a:lvl8pPr>
            <a:lvl9pPr algn="l">
              <a:defRPr sz="2100" b="0">
                <a:solidFill>
                  <a:srgbClr val="182B33"/>
                </a:solidFill>
                <a:latin typeface="Yu Gothic"/>
                <a:ea typeface="Yu Gothic"/>
                <a:cs typeface="Yu Gothic"/>
              </a:defRPr>
            </a:lvl9pPr>
          </a:lstStyle>
          <a:p xmlns:a="http://schemas.openxmlformats.org/drawingml/2006/main">
            <a:pPr algn="l">
              <a:defRPr sz="2100" b="0">
                <a:solidFill>
                  <a:srgbClr val="182B33"/>
                </a:solidFill>
                <a:latin typeface="Yu Gothic"/>
                <a:ea typeface="Yu Gothic"/>
                <a:cs typeface="Yu Gothic"/>
              </a:defRPr>
            </a:pPr>
            <a:r>
              <a:rPr sz="2100" b="0">
                <a:solidFill>
                  <a:srgbClr val="182B33"/>
                </a:solidFill>
                <a:latin typeface="Yu Gothic"/>
                <a:ea typeface="Yu Gothic"/>
                <a:cs typeface="Yu Gothic"/>
              </a:rPr>
              <a:t>Kは全差であり半分ではない</a:t>
            </a:r>
          </a:p>
        </p:txBody>
      </p:sp>
      <p:sp>
        <p:nvSpPr>
          <p:cNvPr id="15" name="">
            <a:extLst xmlns:a="http://schemas.openxmlformats.org/drawingml/2006/main">
              <a:ext uri="{FF2B5EF4-FFF2-40B4-BE49-F238E27FC236}">
                <a16:creationId xmlns:a16="http://schemas.microsoft.com/office/drawing/2014/main" id="{39BE4FC0-3D2A-404E-9C1C-BF932652BCAD}"/>
              </a:ext>
            </a:extLst>
          </p:cNvPr>
          <p:cNvSpPr>
            <a:spLocks xmlns:a="http://schemas.openxmlformats.org/drawingml/2006/main" noGrp="1"/>
          </p:cNvSpPr>
          <p:nvPr/>
        </p:nvSpPr>
        <p:spPr>
          <a:xfrm xmlns:a="http://schemas.openxmlformats.org/drawingml/2006/main">
            <a:off x="781050" y="5219700"/>
            <a:ext cx="10287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625" b="1">
                <a:solidFill>
                  <a:srgbClr val="166B68"/>
                </a:solidFill>
                <a:latin typeface="Yu Gothic"/>
                <a:ea typeface="Yu Gothic"/>
                <a:cs typeface="Yu Gothic"/>
              </a:defRPr>
            </a:defPPr>
            <a:lvl1pPr algn="l">
              <a:defRPr sz="2625" b="1">
                <a:solidFill>
                  <a:srgbClr val="166B68"/>
                </a:solidFill>
                <a:latin typeface="Yu Gothic"/>
                <a:ea typeface="Yu Gothic"/>
                <a:cs typeface="Yu Gothic"/>
              </a:defRPr>
            </a:lvl1pPr>
            <a:lvl2pPr algn="l">
              <a:defRPr sz="2625" b="1">
                <a:solidFill>
                  <a:srgbClr val="166B68"/>
                </a:solidFill>
                <a:latin typeface="Yu Gothic"/>
                <a:ea typeface="Yu Gothic"/>
                <a:cs typeface="Yu Gothic"/>
              </a:defRPr>
            </a:lvl2pPr>
            <a:lvl3pPr algn="l">
              <a:defRPr sz="2625" b="1">
                <a:solidFill>
                  <a:srgbClr val="166B68"/>
                </a:solidFill>
                <a:latin typeface="Yu Gothic"/>
                <a:ea typeface="Yu Gothic"/>
                <a:cs typeface="Yu Gothic"/>
              </a:defRPr>
            </a:lvl3pPr>
            <a:lvl4pPr algn="l">
              <a:defRPr sz="2625" b="1">
                <a:solidFill>
                  <a:srgbClr val="166B68"/>
                </a:solidFill>
                <a:latin typeface="Yu Gothic"/>
                <a:ea typeface="Yu Gothic"/>
                <a:cs typeface="Yu Gothic"/>
              </a:defRPr>
            </a:lvl4pPr>
            <a:lvl5pPr algn="l">
              <a:defRPr sz="2625" b="1">
                <a:solidFill>
                  <a:srgbClr val="166B68"/>
                </a:solidFill>
                <a:latin typeface="Yu Gothic"/>
                <a:ea typeface="Yu Gothic"/>
                <a:cs typeface="Yu Gothic"/>
              </a:defRPr>
            </a:lvl5pPr>
            <a:lvl6pPr algn="l">
              <a:defRPr sz="2625" b="1">
                <a:solidFill>
                  <a:srgbClr val="166B68"/>
                </a:solidFill>
                <a:latin typeface="Yu Gothic"/>
                <a:ea typeface="Yu Gothic"/>
                <a:cs typeface="Yu Gothic"/>
              </a:defRPr>
            </a:lvl6pPr>
            <a:lvl7pPr algn="l">
              <a:defRPr sz="2625" b="1">
                <a:solidFill>
                  <a:srgbClr val="166B68"/>
                </a:solidFill>
                <a:latin typeface="Yu Gothic"/>
                <a:ea typeface="Yu Gothic"/>
                <a:cs typeface="Yu Gothic"/>
              </a:defRPr>
            </a:lvl7pPr>
            <a:lvl8pPr algn="l">
              <a:defRPr sz="2625" b="1">
                <a:solidFill>
                  <a:srgbClr val="166B68"/>
                </a:solidFill>
                <a:latin typeface="Yu Gothic"/>
                <a:ea typeface="Yu Gothic"/>
                <a:cs typeface="Yu Gothic"/>
              </a:defRPr>
            </a:lvl8pPr>
            <a:lvl9pPr algn="l">
              <a:defRPr sz="2625" b="1">
                <a:solidFill>
                  <a:srgbClr val="166B68"/>
                </a:solidFill>
                <a:latin typeface="Yu Gothic"/>
                <a:ea typeface="Yu Gothic"/>
                <a:cs typeface="Yu Gothic"/>
              </a:defRPr>
            </a:lvl9pPr>
          </a:lstStyle>
          <a:p xmlns:a="http://schemas.openxmlformats.org/drawingml/2006/main">
            <a:pPr algn="l">
              <a:defRPr sz="2625" b="1">
                <a:solidFill>
                  <a:srgbClr val="166B68"/>
                </a:solidFill>
                <a:latin typeface="Yu Gothic"/>
                <a:ea typeface="Yu Gothic"/>
                <a:cs typeface="Yu Gothic"/>
              </a:defRPr>
            </a:pPr>
            <a:r>
              <a:rPr sz="2625" b="1">
                <a:solidFill>
                  <a:srgbClr val="166B68"/>
                </a:solidFill>
                <a:latin typeface="Yu Gothic"/>
                <a:ea typeface="Yu Gothic"/>
                <a:cs typeface="Yu Gothic"/>
              </a:rPr>
              <a:t>高度定数 K＝＋24″</a:t>
            </a:r>
          </a:p>
        </p:txBody>
      </p:sp>
    </p:spTree>
    <p:extLst>
      <p:ext uri="{BB962C8B-B14F-4D97-AF65-F5344CB8AC3E}">
        <p14:creationId xmlns:p14="http://schemas.microsoft.com/office/powerpoint/2010/main" val="1391492179"/>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A65E9520-6FEB-43E9-942D-73B7A4E6B0AA}"/>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823731B2-655F-4323-AAA9-797DE542E965}"/>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鉛直角</a:t>
            </a:r>
          </a:p>
        </p:txBody>
      </p:sp>
      <p:sp>
        <p:nvSpPr>
          <p:cNvPr id="3" name="">
            <a:extLst xmlns:a="http://schemas.openxmlformats.org/drawingml/2006/main">
              <a:ext uri="{FF2B5EF4-FFF2-40B4-BE49-F238E27FC236}">
                <a16:creationId xmlns:a16="http://schemas.microsoft.com/office/drawing/2014/main" id="{E5C2179E-AD19-4400-983B-46D3506449AF}"/>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片面の指標誤差はi＝K÷2</a:t>
            </a:r>
          </a:p>
        </p:txBody>
      </p:sp>
      <p:sp>
        <p:nvSpPr>
          <p:cNvPr id="4" name="">
            <a:extLst xmlns:a="http://schemas.openxmlformats.org/drawingml/2006/main">
              <a:ext uri="{FF2B5EF4-FFF2-40B4-BE49-F238E27FC236}">
                <a16:creationId xmlns:a16="http://schemas.microsoft.com/office/drawing/2014/main" id="{BE2FBAA7-85C0-43B1-AA7E-60BDE2DDB680}"/>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7940F8B6-EF31-4C7F-9CC4-E7CDEA51A4F5}"/>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39</a:t>
            </a:r>
          </a:p>
        </p:txBody>
      </p:sp>
      <p:sp>
        <p:nvSpPr>
          <p:cNvPr id="6" name="">
            <a:extLst xmlns:a="http://schemas.openxmlformats.org/drawingml/2006/main">
              <a:ext uri="{FF2B5EF4-FFF2-40B4-BE49-F238E27FC236}">
                <a16:creationId xmlns:a16="http://schemas.microsoft.com/office/drawing/2014/main" id="{FEB6B3F2-30C7-4802-A848-EF1E9CFE3429}"/>
              </a:ext>
            </a:extLst>
          </p:cNvPr>
          <p:cNvSpPr>
            <a:spLocks xmlns:a="http://schemas.openxmlformats.org/drawingml/2006/main" noGrp="1"/>
          </p:cNvSpPr>
          <p:nvPr/>
        </p:nvSpPr>
        <p:spPr>
          <a:xfrm xmlns:a="http://schemas.openxmlformats.org/drawingml/2006/main">
            <a:off x="723900" y="1504950"/>
            <a:ext cx="10287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1">
                <a:solidFill>
                  <a:srgbClr val="52616A"/>
                </a:solidFill>
                <a:latin typeface="Yu Gothic"/>
                <a:ea typeface="Yu Gothic"/>
                <a:cs typeface="Yu Gothic"/>
              </a:defRPr>
            </a:defPPr>
            <a:lvl1pPr algn="l">
              <a:defRPr sz="2250" b="1">
                <a:solidFill>
                  <a:srgbClr val="52616A"/>
                </a:solidFill>
                <a:latin typeface="Yu Gothic"/>
                <a:ea typeface="Yu Gothic"/>
                <a:cs typeface="Yu Gothic"/>
              </a:defRPr>
            </a:lvl1pPr>
            <a:lvl2pPr algn="l">
              <a:defRPr sz="2250" b="1">
                <a:solidFill>
                  <a:srgbClr val="52616A"/>
                </a:solidFill>
                <a:latin typeface="Yu Gothic"/>
                <a:ea typeface="Yu Gothic"/>
                <a:cs typeface="Yu Gothic"/>
              </a:defRPr>
            </a:lvl2pPr>
            <a:lvl3pPr algn="l">
              <a:defRPr sz="2250" b="1">
                <a:solidFill>
                  <a:srgbClr val="52616A"/>
                </a:solidFill>
                <a:latin typeface="Yu Gothic"/>
                <a:ea typeface="Yu Gothic"/>
                <a:cs typeface="Yu Gothic"/>
              </a:defRPr>
            </a:lvl3pPr>
            <a:lvl4pPr algn="l">
              <a:defRPr sz="2250" b="1">
                <a:solidFill>
                  <a:srgbClr val="52616A"/>
                </a:solidFill>
                <a:latin typeface="Yu Gothic"/>
                <a:ea typeface="Yu Gothic"/>
                <a:cs typeface="Yu Gothic"/>
              </a:defRPr>
            </a:lvl4pPr>
            <a:lvl5pPr algn="l">
              <a:defRPr sz="2250" b="1">
                <a:solidFill>
                  <a:srgbClr val="52616A"/>
                </a:solidFill>
                <a:latin typeface="Yu Gothic"/>
                <a:ea typeface="Yu Gothic"/>
                <a:cs typeface="Yu Gothic"/>
              </a:defRPr>
            </a:lvl5pPr>
            <a:lvl6pPr algn="l">
              <a:defRPr sz="2250" b="1">
                <a:solidFill>
                  <a:srgbClr val="52616A"/>
                </a:solidFill>
                <a:latin typeface="Yu Gothic"/>
                <a:ea typeface="Yu Gothic"/>
                <a:cs typeface="Yu Gothic"/>
              </a:defRPr>
            </a:lvl6pPr>
            <a:lvl7pPr algn="l">
              <a:defRPr sz="2250" b="1">
                <a:solidFill>
                  <a:srgbClr val="52616A"/>
                </a:solidFill>
                <a:latin typeface="Yu Gothic"/>
                <a:ea typeface="Yu Gothic"/>
                <a:cs typeface="Yu Gothic"/>
              </a:defRPr>
            </a:lvl7pPr>
            <a:lvl8pPr algn="l">
              <a:defRPr sz="2250" b="1">
                <a:solidFill>
                  <a:srgbClr val="52616A"/>
                </a:solidFill>
                <a:latin typeface="Yu Gothic"/>
                <a:ea typeface="Yu Gothic"/>
                <a:cs typeface="Yu Gothic"/>
              </a:defRPr>
            </a:lvl8pPr>
            <a:lvl9pPr algn="l">
              <a:defRPr sz="2250" b="1">
                <a:solidFill>
                  <a:srgbClr val="52616A"/>
                </a:solidFill>
                <a:latin typeface="Yu Gothic"/>
                <a:ea typeface="Yu Gothic"/>
                <a:cs typeface="Yu Gothic"/>
              </a:defRPr>
            </a:lvl9pPr>
          </a:lstStyle>
          <a:p xmlns:a="http://schemas.openxmlformats.org/drawingml/2006/main">
            <a:pPr algn="l">
              <a:defRPr sz="2250" b="1">
                <a:solidFill>
                  <a:srgbClr val="52616A"/>
                </a:solidFill>
                <a:latin typeface="Yu Gothic"/>
                <a:ea typeface="Yu Gothic"/>
                <a:cs typeface="Yu Gothic"/>
              </a:defRPr>
            </a:pPr>
            <a:r>
              <a:rPr sz="2250" b="1">
                <a:solidFill>
                  <a:srgbClr val="52616A"/>
                </a:solidFill>
                <a:latin typeface="Yu Gothic"/>
                <a:ea typeface="Yu Gothic"/>
                <a:cs typeface="Yu Gothic"/>
              </a:rPr>
              <a:t>この教材の符号定義では両面に同じiが入る</a:t>
            </a:r>
          </a:p>
        </p:txBody>
      </p:sp>
      <p:sp>
        <p:nvSpPr>
          <p:cNvPr id="7" name="">
            <a:extLst xmlns:a="http://schemas.openxmlformats.org/drawingml/2006/main">
              <a:ext uri="{FF2B5EF4-FFF2-40B4-BE49-F238E27FC236}">
                <a16:creationId xmlns:a16="http://schemas.microsoft.com/office/drawing/2014/main" id="{A3A82C3F-FD45-48A0-A857-EAED623E9B9D}"/>
              </a:ext>
            </a:extLst>
          </p:cNvPr>
          <p:cNvSpPr>
            <a:spLocks xmlns:a="http://schemas.openxmlformats.org/drawingml/2006/main" noGrp="1"/>
          </p:cNvSpPr>
          <p:nvPr/>
        </p:nvSpPr>
        <p:spPr>
          <a:xfrm xmlns:a="http://schemas.openxmlformats.org/drawingml/2006/main">
            <a:off x="819150" y="2143125"/>
            <a:ext cx="228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425" b="1">
                <a:solidFill>
                  <a:srgbClr val="166B68"/>
                </a:solidFill>
                <a:latin typeface="Yu Gothic"/>
                <a:ea typeface="Yu Gothic"/>
                <a:cs typeface="Yu Gothic"/>
              </a:defRPr>
            </a:defPPr>
            <a:lvl1pPr algn="ctr">
              <a:defRPr sz="1425" b="1">
                <a:solidFill>
                  <a:srgbClr val="166B68"/>
                </a:solidFill>
                <a:latin typeface="Yu Gothic"/>
                <a:ea typeface="Yu Gothic"/>
                <a:cs typeface="Yu Gothic"/>
              </a:defRPr>
            </a:lvl1pPr>
            <a:lvl2pPr algn="ctr">
              <a:defRPr sz="1425" b="1">
                <a:solidFill>
                  <a:srgbClr val="166B68"/>
                </a:solidFill>
                <a:latin typeface="Yu Gothic"/>
                <a:ea typeface="Yu Gothic"/>
                <a:cs typeface="Yu Gothic"/>
              </a:defRPr>
            </a:lvl2pPr>
            <a:lvl3pPr algn="ctr">
              <a:defRPr sz="1425" b="1">
                <a:solidFill>
                  <a:srgbClr val="166B68"/>
                </a:solidFill>
                <a:latin typeface="Yu Gothic"/>
                <a:ea typeface="Yu Gothic"/>
                <a:cs typeface="Yu Gothic"/>
              </a:defRPr>
            </a:lvl3pPr>
            <a:lvl4pPr algn="ctr">
              <a:defRPr sz="1425" b="1">
                <a:solidFill>
                  <a:srgbClr val="166B68"/>
                </a:solidFill>
                <a:latin typeface="Yu Gothic"/>
                <a:ea typeface="Yu Gothic"/>
                <a:cs typeface="Yu Gothic"/>
              </a:defRPr>
            </a:lvl4pPr>
            <a:lvl5pPr algn="ctr">
              <a:defRPr sz="1425" b="1">
                <a:solidFill>
                  <a:srgbClr val="166B68"/>
                </a:solidFill>
                <a:latin typeface="Yu Gothic"/>
                <a:ea typeface="Yu Gothic"/>
                <a:cs typeface="Yu Gothic"/>
              </a:defRPr>
            </a:lvl5pPr>
            <a:lvl6pPr algn="ctr">
              <a:defRPr sz="1425" b="1">
                <a:solidFill>
                  <a:srgbClr val="166B68"/>
                </a:solidFill>
                <a:latin typeface="Yu Gothic"/>
                <a:ea typeface="Yu Gothic"/>
                <a:cs typeface="Yu Gothic"/>
              </a:defRPr>
            </a:lvl6pPr>
            <a:lvl7pPr algn="ctr">
              <a:defRPr sz="1425" b="1">
                <a:solidFill>
                  <a:srgbClr val="166B68"/>
                </a:solidFill>
                <a:latin typeface="Yu Gothic"/>
                <a:ea typeface="Yu Gothic"/>
                <a:cs typeface="Yu Gothic"/>
              </a:defRPr>
            </a:lvl7pPr>
            <a:lvl8pPr algn="ctr">
              <a:defRPr sz="1425" b="1">
                <a:solidFill>
                  <a:srgbClr val="166B68"/>
                </a:solidFill>
                <a:latin typeface="Yu Gothic"/>
                <a:ea typeface="Yu Gothic"/>
                <a:cs typeface="Yu Gothic"/>
              </a:defRPr>
            </a:lvl8pPr>
            <a:lvl9pPr algn="ctr">
              <a:defRPr sz="1425" b="1">
                <a:solidFill>
                  <a:srgbClr val="166B68"/>
                </a:solidFill>
                <a:latin typeface="Yu Gothic"/>
                <a:ea typeface="Yu Gothic"/>
                <a:cs typeface="Yu Gothic"/>
              </a:defRPr>
            </a:lvl9pPr>
          </a:lstStyle>
          <a:p xmlns:a="http://schemas.openxmlformats.org/drawingml/2006/main">
            <a:pPr algn="ctr">
              <a:defRPr sz="1425" b="1">
                <a:solidFill>
                  <a:srgbClr val="166B68"/>
                </a:solidFill>
                <a:latin typeface="Yu Gothic"/>
                <a:ea typeface="Yu Gothic"/>
                <a:cs typeface="Yu Gothic"/>
              </a:defRPr>
            </a:pPr>
            <a:r>
              <a:rPr sz="1425" b="1">
                <a:solidFill>
                  <a:srgbClr val="166B68"/>
                </a:solidFill>
                <a:latin typeface="Yu Gothic"/>
                <a:ea typeface="Yu Gothic"/>
                <a:cs typeface="Yu Gothic"/>
              </a:rPr>
              <a:t>●</a:t>
            </a:r>
          </a:p>
        </p:txBody>
      </p:sp>
      <p:sp>
        <p:nvSpPr>
          <p:cNvPr id="8" name="">
            <a:extLst xmlns:a="http://schemas.openxmlformats.org/drawingml/2006/main">
              <a:ext uri="{FF2B5EF4-FFF2-40B4-BE49-F238E27FC236}">
                <a16:creationId xmlns:a16="http://schemas.microsoft.com/office/drawing/2014/main" id="{21C300D0-D34C-4FC1-922A-79DE91D66E2B}"/>
              </a:ext>
            </a:extLst>
          </p:cNvPr>
          <p:cNvSpPr>
            <a:spLocks xmlns:a="http://schemas.openxmlformats.org/drawingml/2006/main" noGrp="1"/>
          </p:cNvSpPr>
          <p:nvPr/>
        </p:nvSpPr>
        <p:spPr>
          <a:xfrm xmlns:a="http://schemas.openxmlformats.org/drawingml/2006/main">
            <a:off x="1143000" y="2143125"/>
            <a:ext cx="9772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ZL＝Z＋i</a:t>
            </a:r>
          </a:p>
        </p:txBody>
      </p:sp>
      <p:sp>
        <p:nvSpPr>
          <p:cNvPr id="9" name="">
            <a:extLst xmlns:a="http://schemas.openxmlformats.org/drawingml/2006/main">
              <a:ext uri="{FF2B5EF4-FFF2-40B4-BE49-F238E27FC236}">
                <a16:creationId xmlns:a16="http://schemas.microsoft.com/office/drawing/2014/main" id="{3664D6FC-59D0-40C3-BA42-752E9A2D07F6}"/>
              </a:ext>
            </a:extLst>
          </p:cNvPr>
          <p:cNvSpPr>
            <a:spLocks xmlns:a="http://schemas.openxmlformats.org/drawingml/2006/main" noGrp="1"/>
          </p:cNvSpPr>
          <p:nvPr/>
        </p:nvSpPr>
        <p:spPr>
          <a:xfrm xmlns:a="http://schemas.openxmlformats.org/drawingml/2006/main">
            <a:off x="819150" y="2714625"/>
            <a:ext cx="228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425" b="1">
                <a:solidFill>
                  <a:srgbClr val="166B68"/>
                </a:solidFill>
                <a:latin typeface="Yu Gothic"/>
                <a:ea typeface="Yu Gothic"/>
                <a:cs typeface="Yu Gothic"/>
              </a:defRPr>
            </a:defPPr>
            <a:lvl1pPr algn="ctr">
              <a:defRPr sz="1425" b="1">
                <a:solidFill>
                  <a:srgbClr val="166B68"/>
                </a:solidFill>
                <a:latin typeface="Yu Gothic"/>
                <a:ea typeface="Yu Gothic"/>
                <a:cs typeface="Yu Gothic"/>
              </a:defRPr>
            </a:lvl1pPr>
            <a:lvl2pPr algn="ctr">
              <a:defRPr sz="1425" b="1">
                <a:solidFill>
                  <a:srgbClr val="166B68"/>
                </a:solidFill>
                <a:latin typeface="Yu Gothic"/>
                <a:ea typeface="Yu Gothic"/>
                <a:cs typeface="Yu Gothic"/>
              </a:defRPr>
            </a:lvl2pPr>
            <a:lvl3pPr algn="ctr">
              <a:defRPr sz="1425" b="1">
                <a:solidFill>
                  <a:srgbClr val="166B68"/>
                </a:solidFill>
                <a:latin typeface="Yu Gothic"/>
                <a:ea typeface="Yu Gothic"/>
                <a:cs typeface="Yu Gothic"/>
              </a:defRPr>
            </a:lvl3pPr>
            <a:lvl4pPr algn="ctr">
              <a:defRPr sz="1425" b="1">
                <a:solidFill>
                  <a:srgbClr val="166B68"/>
                </a:solidFill>
                <a:latin typeface="Yu Gothic"/>
                <a:ea typeface="Yu Gothic"/>
                <a:cs typeface="Yu Gothic"/>
              </a:defRPr>
            </a:lvl4pPr>
            <a:lvl5pPr algn="ctr">
              <a:defRPr sz="1425" b="1">
                <a:solidFill>
                  <a:srgbClr val="166B68"/>
                </a:solidFill>
                <a:latin typeface="Yu Gothic"/>
                <a:ea typeface="Yu Gothic"/>
                <a:cs typeface="Yu Gothic"/>
              </a:defRPr>
            </a:lvl5pPr>
            <a:lvl6pPr algn="ctr">
              <a:defRPr sz="1425" b="1">
                <a:solidFill>
                  <a:srgbClr val="166B68"/>
                </a:solidFill>
                <a:latin typeface="Yu Gothic"/>
                <a:ea typeface="Yu Gothic"/>
                <a:cs typeface="Yu Gothic"/>
              </a:defRPr>
            </a:lvl6pPr>
            <a:lvl7pPr algn="ctr">
              <a:defRPr sz="1425" b="1">
                <a:solidFill>
                  <a:srgbClr val="166B68"/>
                </a:solidFill>
                <a:latin typeface="Yu Gothic"/>
                <a:ea typeface="Yu Gothic"/>
                <a:cs typeface="Yu Gothic"/>
              </a:defRPr>
            </a:lvl7pPr>
            <a:lvl8pPr algn="ctr">
              <a:defRPr sz="1425" b="1">
                <a:solidFill>
                  <a:srgbClr val="166B68"/>
                </a:solidFill>
                <a:latin typeface="Yu Gothic"/>
                <a:ea typeface="Yu Gothic"/>
                <a:cs typeface="Yu Gothic"/>
              </a:defRPr>
            </a:lvl8pPr>
            <a:lvl9pPr algn="ctr">
              <a:defRPr sz="1425" b="1">
                <a:solidFill>
                  <a:srgbClr val="166B68"/>
                </a:solidFill>
                <a:latin typeface="Yu Gothic"/>
                <a:ea typeface="Yu Gothic"/>
                <a:cs typeface="Yu Gothic"/>
              </a:defRPr>
            </a:lvl9pPr>
          </a:lstStyle>
          <a:p xmlns:a="http://schemas.openxmlformats.org/drawingml/2006/main">
            <a:pPr algn="ctr">
              <a:defRPr sz="1425" b="1">
                <a:solidFill>
                  <a:srgbClr val="166B68"/>
                </a:solidFill>
                <a:latin typeface="Yu Gothic"/>
                <a:ea typeface="Yu Gothic"/>
                <a:cs typeface="Yu Gothic"/>
              </a:defRPr>
            </a:pPr>
            <a:r>
              <a:rPr sz="1425" b="1">
                <a:solidFill>
                  <a:srgbClr val="166B68"/>
                </a:solidFill>
                <a:latin typeface="Yu Gothic"/>
                <a:ea typeface="Yu Gothic"/>
                <a:cs typeface="Yu Gothic"/>
              </a:rPr>
              <a:t>●</a:t>
            </a:r>
          </a:p>
        </p:txBody>
      </p:sp>
      <p:sp>
        <p:nvSpPr>
          <p:cNvPr id="10" name="">
            <a:extLst xmlns:a="http://schemas.openxmlformats.org/drawingml/2006/main">
              <a:ext uri="{FF2B5EF4-FFF2-40B4-BE49-F238E27FC236}">
                <a16:creationId xmlns:a16="http://schemas.microsoft.com/office/drawing/2014/main" id="{1FA7E743-DBBE-49EB-A5F5-EF5750C0205E}"/>
              </a:ext>
            </a:extLst>
          </p:cNvPr>
          <p:cNvSpPr>
            <a:spLocks xmlns:a="http://schemas.openxmlformats.org/drawingml/2006/main" noGrp="1"/>
          </p:cNvSpPr>
          <p:nvPr/>
        </p:nvSpPr>
        <p:spPr>
          <a:xfrm xmlns:a="http://schemas.openxmlformats.org/drawingml/2006/main">
            <a:off x="1143000" y="2714625"/>
            <a:ext cx="9772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ZR＝360°−Z＋i</a:t>
            </a:r>
          </a:p>
        </p:txBody>
      </p:sp>
      <p:sp>
        <p:nvSpPr>
          <p:cNvPr id="11" name="">
            <a:extLst xmlns:a="http://schemas.openxmlformats.org/drawingml/2006/main">
              <a:ext uri="{FF2B5EF4-FFF2-40B4-BE49-F238E27FC236}">
                <a16:creationId xmlns:a16="http://schemas.microsoft.com/office/drawing/2014/main" id="{164AF168-C242-4AC8-AF72-868CA62D54C8}"/>
              </a:ext>
            </a:extLst>
          </p:cNvPr>
          <p:cNvSpPr>
            <a:spLocks xmlns:a="http://schemas.openxmlformats.org/drawingml/2006/main" noGrp="1"/>
          </p:cNvSpPr>
          <p:nvPr/>
        </p:nvSpPr>
        <p:spPr>
          <a:xfrm xmlns:a="http://schemas.openxmlformats.org/drawingml/2006/main">
            <a:off x="819150" y="3286125"/>
            <a:ext cx="228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425" b="1">
                <a:solidFill>
                  <a:srgbClr val="166B68"/>
                </a:solidFill>
                <a:latin typeface="Yu Gothic"/>
                <a:ea typeface="Yu Gothic"/>
                <a:cs typeface="Yu Gothic"/>
              </a:defRPr>
            </a:defPPr>
            <a:lvl1pPr algn="ctr">
              <a:defRPr sz="1425" b="1">
                <a:solidFill>
                  <a:srgbClr val="166B68"/>
                </a:solidFill>
                <a:latin typeface="Yu Gothic"/>
                <a:ea typeface="Yu Gothic"/>
                <a:cs typeface="Yu Gothic"/>
              </a:defRPr>
            </a:lvl1pPr>
            <a:lvl2pPr algn="ctr">
              <a:defRPr sz="1425" b="1">
                <a:solidFill>
                  <a:srgbClr val="166B68"/>
                </a:solidFill>
                <a:latin typeface="Yu Gothic"/>
                <a:ea typeface="Yu Gothic"/>
                <a:cs typeface="Yu Gothic"/>
              </a:defRPr>
            </a:lvl2pPr>
            <a:lvl3pPr algn="ctr">
              <a:defRPr sz="1425" b="1">
                <a:solidFill>
                  <a:srgbClr val="166B68"/>
                </a:solidFill>
                <a:latin typeface="Yu Gothic"/>
                <a:ea typeface="Yu Gothic"/>
                <a:cs typeface="Yu Gothic"/>
              </a:defRPr>
            </a:lvl3pPr>
            <a:lvl4pPr algn="ctr">
              <a:defRPr sz="1425" b="1">
                <a:solidFill>
                  <a:srgbClr val="166B68"/>
                </a:solidFill>
                <a:latin typeface="Yu Gothic"/>
                <a:ea typeface="Yu Gothic"/>
                <a:cs typeface="Yu Gothic"/>
              </a:defRPr>
            </a:lvl4pPr>
            <a:lvl5pPr algn="ctr">
              <a:defRPr sz="1425" b="1">
                <a:solidFill>
                  <a:srgbClr val="166B68"/>
                </a:solidFill>
                <a:latin typeface="Yu Gothic"/>
                <a:ea typeface="Yu Gothic"/>
                <a:cs typeface="Yu Gothic"/>
              </a:defRPr>
            </a:lvl5pPr>
            <a:lvl6pPr algn="ctr">
              <a:defRPr sz="1425" b="1">
                <a:solidFill>
                  <a:srgbClr val="166B68"/>
                </a:solidFill>
                <a:latin typeface="Yu Gothic"/>
                <a:ea typeface="Yu Gothic"/>
                <a:cs typeface="Yu Gothic"/>
              </a:defRPr>
            </a:lvl6pPr>
            <a:lvl7pPr algn="ctr">
              <a:defRPr sz="1425" b="1">
                <a:solidFill>
                  <a:srgbClr val="166B68"/>
                </a:solidFill>
                <a:latin typeface="Yu Gothic"/>
                <a:ea typeface="Yu Gothic"/>
                <a:cs typeface="Yu Gothic"/>
              </a:defRPr>
            </a:lvl7pPr>
            <a:lvl8pPr algn="ctr">
              <a:defRPr sz="1425" b="1">
                <a:solidFill>
                  <a:srgbClr val="166B68"/>
                </a:solidFill>
                <a:latin typeface="Yu Gothic"/>
                <a:ea typeface="Yu Gothic"/>
                <a:cs typeface="Yu Gothic"/>
              </a:defRPr>
            </a:lvl8pPr>
            <a:lvl9pPr algn="ctr">
              <a:defRPr sz="1425" b="1">
                <a:solidFill>
                  <a:srgbClr val="166B68"/>
                </a:solidFill>
                <a:latin typeface="Yu Gothic"/>
                <a:ea typeface="Yu Gothic"/>
                <a:cs typeface="Yu Gothic"/>
              </a:defRPr>
            </a:lvl9pPr>
          </a:lstStyle>
          <a:p xmlns:a="http://schemas.openxmlformats.org/drawingml/2006/main">
            <a:pPr algn="ctr">
              <a:defRPr sz="1425" b="1">
                <a:solidFill>
                  <a:srgbClr val="166B68"/>
                </a:solidFill>
                <a:latin typeface="Yu Gothic"/>
                <a:ea typeface="Yu Gothic"/>
                <a:cs typeface="Yu Gothic"/>
              </a:defRPr>
            </a:pPr>
            <a:r>
              <a:rPr sz="1425" b="1">
                <a:solidFill>
                  <a:srgbClr val="166B68"/>
                </a:solidFill>
                <a:latin typeface="Yu Gothic"/>
                <a:ea typeface="Yu Gothic"/>
                <a:cs typeface="Yu Gothic"/>
              </a:rPr>
              <a:t>●</a:t>
            </a:r>
          </a:p>
        </p:txBody>
      </p:sp>
      <p:sp>
        <p:nvSpPr>
          <p:cNvPr id="12" name="">
            <a:extLst xmlns:a="http://schemas.openxmlformats.org/drawingml/2006/main">
              <a:ext uri="{FF2B5EF4-FFF2-40B4-BE49-F238E27FC236}">
                <a16:creationId xmlns:a16="http://schemas.microsoft.com/office/drawing/2014/main" id="{A78EDA23-BF54-4069-B2D8-0FB66626919F}"/>
              </a:ext>
            </a:extLst>
          </p:cNvPr>
          <p:cNvSpPr>
            <a:spLocks xmlns:a="http://schemas.openxmlformats.org/drawingml/2006/main" noGrp="1"/>
          </p:cNvSpPr>
          <p:nvPr/>
        </p:nvSpPr>
        <p:spPr>
          <a:xfrm xmlns:a="http://schemas.openxmlformats.org/drawingml/2006/main">
            <a:off x="1143000" y="3286125"/>
            <a:ext cx="9772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i＝K÷2＝24″÷2</a:t>
            </a:r>
          </a:p>
        </p:txBody>
      </p:sp>
      <p:sp>
        <p:nvSpPr>
          <p:cNvPr id="13" name="">
            <a:extLst xmlns:a="http://schemas.openxmlformats.org/drawingml/2006/main">
              <a:ext uri="{FF2B5EF4-FFF2-40B4-BE49-F238E27FC236}">
                <a16:creationId xmlns:a16="http://schemas.microsoft.com/office/drawing/2014/main" id="{A2759EA8-F861-4D41-83C8-F8CFDEB0787D}"/>
              </a:ext>
            </a:extLst>
          </p:cNvPr>
          <p:cNvSpPr>
            <a:spLocks xmlns:a="http://schemas.openxmlformats.org/drawingml/2006/main" noGrp="1"/>
          </p:cNvSpPr>
          <p:nvPr/>
        </p:nvSpPr>
        <p:spPr>
          <a:xfrm xmlns:a="http://schemas.openxmlformats.org/drawingml/2006/main">
            <a:off x="819150" y="3952875"/>
            <a:ext cx="228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275" b="1">
                <a:solidFill>
                  <a:srgbClr val="166B68"/>
                </a:solidFill>
                <a:latin typeface="Yu Gothic"/>
                <a:ea typeface="Yu Gothic"/>
                <a:cs typeface="Yu Gothic"/>
              </a:defRPr>
            </a:defPPr>
            <a:lvl1pPr algn="ctr">
              <a:defRPr sz="1275" b="1">
                <a:solidFill>
                  <a:srgbClr val="166B68"/>
                </a:solidFill>
                <a:latin typeface="Yu Gothic"/>
                <a:ea typeface="Yu Gothic"/>
                <a:cs typeface="Yu Gothic"/>
              </a:defRPr>
            </a:lvl1pPr>
            <a:lvl2pPr algn="ctr">
              <a:defRPr sz="1275" b="1">
                <a:solidFill>
                  <a:srgbClr val="166B68"/>
                </a:solidFill>
                <a:latin typeface="Yu Gothic"/>
                <a:ea typeface="Yu Gothic"/>
                <a:cs typeface="Yu Gothic"/>
              </a:defRPr>
            </a:lvl2pPr>
            <a:lvl3pPr algn="ctr">
              <a:defRPr sz="1275" b="1">
                <a:solidFill>
                  <a:srgbClr val="166B68"/>
                </a:solidFill>
                <a:latin typeface="Yu Gothic"/>
                <a:ea typeface="Yu Gothic"/>
                <a:cs typeface="Yu Gothic"/>
              </a:defRPr>
            </a:lvl3pPr>
            <a:lvl4pPr algn="ctr">
              <a:defRPr sz="1275" b="1">
                <a:solidFill>
                  <a:srgbClr val="166B68"/>
                </a:solidFill>
                <a:latin typeface="Yu Gothic"/>
                <a:ea typeface="Yu Gothic"/>
                <a:cs typeface="Yu Gothic"/>
              </a:defRPr>
            </a:lvl4pPr>
            <a:lvl5pPr algn="ctr">
              <a:defRPr sz="1275" b="1">
                <a:solidFill>
                  <a:srgbClr val="166B68"/>
                </a:solidFill>
                <a:latin typeface="Yu Gothic"/>
                <a:ea typeface="Yu Gothic"/>
                <a:cs typeface="Yu Gothic"/>
              </a:defRPr>
            </a:lvl5pPr>
            <a:lvl6pPr algn="ctr">
              <a:defRPr sz="1275" b="1">
                <a:solidFill>
                  <a:srgbClr val="166B68"/>
                </a:solidFill>
                <a:latin typeface="Yu Gothic"/>
                <a:ea typeface="Yu Gothic"/>
                <a:cs typeface="Yu Gothic"/>
              </a:defRPr>
            </a:lvl6pPr>
            <a:lvl7pPr algn="ctr">
              <a:defRPr sz="1275" b="1">
                <a:solidFill>
                  <a:srgbClr val="166B68"/>
                </a:solidFill>
                <a:latin typeface="Yu Gothic"/>
                <a:ea typeface="Yu Gothic"/>
                <a:cs typeface="Yu Gothic"/>
              </a:defRPr>
            </a:lvl7pPr>
            <a:lvl8pPr algn="ctr">
              <a:defRPr sz="1275" b="1">
                <a:solidFill>
                  <a:srgbClr val="166B68"/>
                </a:solidFill>
                <a:latin typeface="Yu Gothic"/>
                <a:ea typeface="Yu Gothic"/>
                <a:cs typeface="Yu Gothic"/>
              </a:defRPr>
            </a:lvl8pPr>
            <a:lvl9pPr algn="ctr">
              <a:defRPr sz="1275" b="1">
                <a:solidFill>
                  <a:srgbClr val="166B68"/>
                </a:solidFill>
                <a:latin typeface="Yu Gothic"/>
                <a:ea typeface="Yu Gothic"/>
                <a:cs typeface="Yu Gothic"/>
              </a:defRPr>
            </a:lvl9pPr>
          </a:lstStyle>
          <a:p xmlns:a="http://schemas.openxmlformats.org/drawingml/2006/main">
            <a:pPr algn="ctr">
              <a:defRPr sz="1275" b="1">
                <a:solidFill>
                  <a:srgbClr val="166B68"/>
                </a:solidFill>
                <a:latin typeface="Yu Gothic"/>
                <a:ea typeface="Yu Gothic"/>
                <a:cs typeface="Yu Gothic"/>
              </a:defRPr>
            </a:pPr>
            <a:r>
              <a:rPr sz="1275" b="1">
                <a:solidFill>
                  <a:srgbClr val="166B68"/>
                </a:solidFill>
                <a:latin typeface="Yu Gothic"/>
                <a:ea typeface="Yu Gothic"/>
                <a:cs typeface="Yu Gothic"/>
              </a:rPr>
              <a:t>●</a:t>
            </a:r>
          </a:p>
        </p:txBody>
      </p:sp>
      <p:sp>
        <p:nvSpPr>
          <p:cNvPr id="14" name="">
            <a:extLst xmlns:a="http://schemas.openxmlformats.org/drawingml/2006/main">
              <a:ext uri="{FF2B5EF4-FFF2-40B4-BE49-F238E27FC236}">
                <a16:creationId xmlns:a16="http://schemas.microsoft.com/office/drawing/2014/main" id="{A49B8678-C6D7-4656-8021-7B8EA0465197}"/>
              </a:ext>
            </a:extLst>
          </p:cNvPr>
          <p:cNvSpPr>
            <a:spLocks xmlns:a="http://schemas.openxmlformats.org/drawingml/2006/main" noGrp="1"/>
          </p:cNvSpPr>
          <p:nvPr/>
        </p:nvSpPr>
        <p:spPr>
          <a:xfrm xmlns:a="http://schemas.openxmlformats.org/drawingml/2006/main">
            <a:off x="1143000" y="3952875"/>
            <a:ext cx="9772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00" b="0">
                <a:solidFill>
                  <a:srgbClr val="182B33"/>
                </a:solidFill>
                <a:latin typeface="Yu Gothic"/>
                <a:ea typeface="Yu Gothic"/>
                <a:cs typeface="Yu Gothic"/>
              </a:defRPr>
            </a:defPPr>
            <a:lvl1pPr algn="l">
              <a:defRPr sz="2100" b="0">
                <a:solidFill>
                  <a:srgbClr val="182B33"/>
                </a:solidFill>
                <a:latin typeface="Yu Gothic"/>
                <a:ea typeface="Yu Gothic"/>
                <a:cs typeface="Yu Gothic"/>
              </a:defRPr>
            </a:lvl1pPr>
            <a:lvl2pPr algn="l">
              <a:defRPr sz="2100" b="0">
                <a:solidFill>
                  <a:srgbClr val="182B33"/>
                </a:solidFill>
                <a:latin typeface="Yu Gothic"/>
                <a:ea typeface="Yu Gothic"/>
                <a:cs typeface="Yu Gothic"/>
              </a:defRPr>
            </a:lvl2pPr>
            <a:lvl3pPr algn="l">
              <a:defRPr sz="2100" b="0">
                <a:solidFill>
                  <a:srgbClr val="182B33"/>
                </a:solidFill>
                <a:latin typeface="Yu Gothic"/>
                <a:ea typeface="Yu Gothic"/>
                <a:cs typeface="Yu Gothic"/>
              </a:defRPr>
            </a:lvl3pPr>
            <a:lvl4pPr algn="l">
              <a:defRPr sz="2100" b="0">
                <a:solidFill>
                  <a:srgbClr val="182B33"/>
                </a:solidFill>
                <a:latin typeface="Yu Gothic"/>
                <a:ea typeface="Yu Gothic"/>
                <a:cs typeface="Yu Gothic"/>
              </a:defRPr>
            </a:lvl4pPr>
            <a:lvl5pPr algn="l">
              <a:defRPr sz="2100" b="0">
                <a:solidFill>
                  <a:srgbClr val="182B33"/>
                </a:solidFill>
                <a:latin typeface="Yu Gothic"/>
                <a:ea typeface="Yu Gothic"/>
                <a:cs typeface="Yu Gothic"/>
              </a:defRPr>
            </a:lvl5pPr>
            <a:lvl6pPr algn="l">
              <a:defRPr sz="2100" b="0">
                <a:solidFill>
                  <a:srgbClr val="182B33"/>
                </a:solidFill>
                <a:latin typeface="Yu Gothic"/>
                <a:ea typeface="Yu Gothic"/>
                <a:cs typeface="Yu Gothic"/>
              </a:defRPr>
            </a:lvl6pPr>
            <a:lvl7pPr algn="l">
              <a:defRPr sz="2100" b="0">
                <a:solidFill>
                  <a:srgbClr val="182B33"/>
                </a:solidFill>
                <a:latin typeface="Yu Gothic"/>
                <a:ea typeface="Yu Gothic"/>
                <a:cs typeface="Yu Gothic"/>
              </a:defRPr>
            </a:lvl7pPr>
            <a:lvl8pPr algn="l">
              <a:defRPr sz="2100" b="0">
                <a:solidFill>
                  <a:srgbClr val="182B33"/>
                </a:solidFill>
                <a:latin typeface="Yu Gothic"/>
                <a:ea typeface="Yu Gothic"/>
                <a:cs typeface="Yu Gothic"/>
              </a:defRPr>
            </a:lvl8pPr>
            <a:lvl9pPr algn="l">
              <a:defRPr sz="2100" b="0">
                <a:solidFill>
                  <a:srgbClr val="182B33"/>
                </a:solidFill>
                <a:latin typeface="Yu Gothic"/>
                <a:ea typeface="Yu Gothic"/>
                <a:cs typeface="Yu Gothic"/>
              </a:defRPr>
            </a:lvl9pPr>
          </a:lstStyle>
          <a:p xmlns:a="http://schemas.openxmlformats.org/drawingml/2006/main">
            <a:pPr algn="l">
              <a:defRPr sz="2100" b="0">
                <a:solidFill>
                  <a:srgbClr val="182B33"/>
                </a:solidFill>
                <a:latin typeface="Yu Gothic"/>
                <a:ea typeface="Yu Gothic"/>
                <a:cs typeface="Yu Gothic"/>
              </a:defRPr>
            </a:pPr>
            <a:r>
              <a:rPr sz="2100" b="0">
                <a:solidFill>
                  <a:srgbClr val="182B33"/>
                </a:solidFill>
                <a:latin typeface="Yu Gothic"/>
                <a:ea typeface="Yu Gothic"/>
                <a:cs typeface="Yu Gothic"/>
              </a:rPr>
              <a:t>正読定に加える補正は−12″</a:t>
            </a:r>
          </a:p>
        </p:txBody>
      </p:sp>
      <p:sp>
        <p:nvSpPr>
          <p:cNvPr id="15" name="">
            <a:extLst xmlns:a="http://schemas.openxmlformats.org/drawingml/2006/main">
              <a:ext uri="{FF2B5EF4-FFF2-40B4-BE49-F238E27FC236}">
                <a16:creationId xmlns:a16="http://schemas.microsoft.com/office/drawing/2014/main" id="{1CFD66C0-6C18-438A-ADCD-2E358CDF68B3}"/>
              </a:ext>
            </a:extLst>
          </p:cNvPr>
          <p:cNvSpPr>
            <a:spLocks xmlns:a="http://schemas.openxmlformats.org/drawingml/2006/main" noGrp="1"/>
          </p:cNvSpPr>
          <p:nvPr/>
        </p:nvSpPr>
        <p:spPr>
          <a:xfrm xmlns:a="http://schemas.openxmlformats.org/drawingml/2006/main">
            <a:off x="819150" y="4448175"/>
            <a:ext cx="228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275" b="1">
                <a:solidFill>
                  <a:srgbClr val="166B68"/>
                </a:solidFill>
                <a:latin typeface="Yu Gothic"/>
                <a:ea typeface="Yu Gothic"/>
                <a:cs typeface="Yu Gothic"/>
              </a:defRPr>
            </a:defPPr>
            <a:lvl1pPr algn="ctr">
              <a:defRPr sz="1275" b="1">
                <a:solidFill>
                  <a:srgbClr val="166B68"/>
                </a:solidFill>
                <a:latin typeface="Yu Gothic"/>
                <a:ea typeface="Yu Gothic"/>
                <a:cs typeface="Yu Gothic"/>
              </a:defRPr>
            </a:lvl1pPr>
            <a:lvl2pPr algn="ctr">
              <a:defRPr sz="1275" b="1">
                <a:solidFill>
                  <a:srgbClr val="166B68"/>
                </a:solidFill>
                <a:latin typeface="Yu Gothic"/>
                <a:ea typeface="Yu Gothic"/>
                <a:cs typeface="Yu Gothic"/>
              </a:defRPr>
            </a:lvl2pPr>
            <a:lvl3pPr algn="ctr">
              <a:defRPr sz="1275" b="1">
                <a:solidFill>
                  <a:srgbClr val="166B68"/>
                </a:solidFill>
                <a:latin typeface="Yu Gothic"/>
                <a:ea typeface="Yu Gothic"/>
                <a:cs typeface="Yu Gothic"/>
              </a:defRPr>
            </a:lvl3pPr>
            <a:lvl4pPr algn="ctr">
              <a:defRPr sz="1275" b="1">
                <a:solidFill>
                  <a:srgbClr val="166B68"/>
                </a:solidFill>
                <a:latin typeface="Yu Gothic"/>
                <a:ea typeface="Yu Gothic"/>
                <a:cs typeface="Yu Gothic"/>
              </a:defRPr>
            </a:lvl4pPr>
            <a:lvl5pPr algn="ctr">
              <a:defRPr sz="1275" b="1">
                <a:solidFill>
                  <a:srgbClr val="166B68"/>
                </a:solidFill>
                <a:latin typeface="Yu Gothic"/>
                <a:ea typeface="Yu Gothic"/>
                <a:cs typeface="Yu Gothic"/>
              </a:defRPr>
            </a:lvl5pPr>
            <a:lvl6pPr algn="ctr">
              <a:defRPr sz="1275" b="1">
                <a:solidFill>
                  <a:srgbClr val="166B68"/>
                </a:solidFill>
                <a:latin typeface="Yu Gothic"/>
                <a:ea typeface="Yu Gothic"/>
                <a:cs typeface="Yu Gothic"/>
              </a:defRPr>
            </a:lvl6pPr>
            <a:lvl7pPr algn="ctr">
              <a:defRPr sz="1275" b="1">
                <a:solidFill>
                  <a:srgbClr val="166B68"/>
                </a:solidFill>
                <a:latin typeface="Yu Gothic"/>
                <a:ea typeface="Yu Gothic"/>
                <a:cs typeface="Yu Gothic"/>
              </a:defRPr>
            </a:lvl7pPr>
            <a:lvl8pPr algn="ctr">
              <a:defRPr sz="1275" b="1">
                <a:solidFill>
                  <a:srgbClr val="166B68"/>
                </a:solidFill>
                <a:latin typeface="Yu Gothic"/>
                <a:ea typeface="Yu Gothic"/>
                <a:cs typeface="Yu Gothic"/>
              </a:defRPr>
            </a:lvl8pPr>
            <a:lvl9pPr algn="ctr">
              <a:defRPr sz="1275" b="1">
                <a:solidFill>
                  <a:srgbClr val="166B68"/>
                </a:solidFill>
                <a:latin typeface="Yu Gothic"/>
                <a:ea typeface="Yu Gothic"/>
                <a:cs typeface="Yu Gothic"/>
              </a:defRPr>
            </a:lvl9pPr>
          </a:lstStyle>
          <a:p xmlns:a="http://schemas.openxmlformats.org/drawingml/2006/main">
            <a:pPr algn="ctr">
              <a:defRPr sz="1275" b="1">
                <a:solidFill>
                  <a:srgbClr val="166B68"/>
                </a:solidFill>
                <a:latin typeface="Yu Gothic"/>
                <a:ea typeface="Yu Gothic"/>
                <a:cs typeface="Yu Gothic"/>
              </a:defRPr>
            </a:pPr>
            <a:r>
              <a:rPr sz="1275" b="1">
                <a:solidFill>
                  <a:srgbClr val="166B68"/>
                </a:solidFill>
                <a:latin typeface="Yu Gothic"/>
                <a:ea typeface="Yu Gothic"/>
                <a:cs typeface="Yu Gothic"/>
              </a:rPr>
              <a:t>●</a:t>
            </a:r>
          </a:p>
        </p:txBody>
      </p:sp>
      <p:sp>
        <p:nvSpPr>
          <p:cNvPr id="16" name="">
            <a:extLst xmlns:a="http://schemas.openxmlformats.org/drawingml/2006/main">
              <a:ext uri="{FF2B5EF4-FFF2-40B4-BE49-F238E27FC236}">
                <a16:creationId xmlns:a16="http://schemas.microsoft.com/office/drawing/2014/main" id="{4F8C7D00-4A93-4347-94D5-A5231153E6BB}"/>
              </a:ext>
            </a:extLst>
          </p:cNvPr>
          <p:cNvSpPr>
            <a:spLocks xmlns:a="http://schemas.openxmlformats.org/drawingml/2006/main" noGrp="1"/>
          </p:cNvSpPr>
          <p:nvPr/>
        </p:nvSpPr>
        <p:spPr>
          <a:xfrm xmlns:a="http://schemas.openxmlformats.org/drawingml/2006/main">
            <a:off x="1143000" y="4448175"/>
            <a:ext cx="9772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00" b="0">
                <a:solidFill>
                  <a:srgbClr val="182B33"/>
                </a:solidFill>
                <a:latin typeface="Yu Gothic"/>
                <a:ea typeface="Yu Gothic"/>
                <a:cs typeface="Yu Gothic"/>
              </a:defRPr>
            </a:defPPr>
            <a:lvl1pPr algn="l">
              <a:defRPr sz="2100" b="0">
                <a:solidFill>
                  <a:srgbClr val="182B33"/>
                </a:solidFill>
                <a:latin typeface="Yu Gothic"/>
                <a:ea typeface="Yu Gothic"/>
                <a:cs typeface="Yu Gothic"/>
              </a:defRPr>
            </a:lvl1pPr>
            <a:lvl2pPr algn="l">
              <a:defRPr sz="2100" b="0">
                <a:solidFill>
                  <a:srgbClr val="182B33"/>
                </a:solidFill>
                <a:latin typeface="Yu Gothic"/>
                <a:ea typeface="Yu Gothic"/>
                <a:cs typeface="Yu Gothic"/>
              </a:defRPr>
            </a:lvl2pPr>
            <a:lvl3pPr algn="l">
              <a:defRPr sz="2100" b="0">
                <a:solidFill>
                  <a:srgbClr val="182B33"/>
                </a:solidFill>
                <a:latin typeface="Yu Gothic"/>
                <a:ea typeface="Yu Gothic"/>
                <a:cs typeface="Yu Gothic"/>
              </a:defRPr>
            </a:lvl3pPr>
            <a:lvl4pPr algn="l">
              <a:defRPr sz="2100" b="0">
                <a:solidFill>
                  <a:srgbClr val="182B33"/>
                </a:solidFill>
                <a:latin typeface="Yu Gothic"/>
                <a:ea typeface="Yu Gothic"/>
                <a:cs typeface="Yu Gothic"/>
              </a:defRPr>
            </a:lvl4pPr>
            <a:lvl5pPr algn="l">
              <a:defRPr sz="2100" b="0">
                <a:solidFill>
                  <a:srgbClr val="182B33"/>
                </a:solidFill>
                <a:latin typeface="Yu Gothic"/>
                <a:ea typeface="Yu Gothic"/>
                <a:cs typeface="Yu Gothic"/>
              </a:defRPr>
            </a:lvl5pPr>
            <a:lvl6pPr algn="l">
              <a:defRPr sz="2100" b="0">
                <a:solidFill>
                  <a:srgbClr val="182B33"/>
                </a:solidFill>
                <a:latin typeface="Yu Gothic"/>
                <a:ea typeface="Yu Gothic"/>
                <a:cs typeface="Yu Gothic"/>
              </a:defRPr>
            </a:lvl6pPr>
            <a:lvl7pPr algn="l">
              <a:defRPr sz="2100" b="0">
                <a:solidFill>
                  <a:srgbClr val="182B33"/>
                </a:solidFill>
                <a:latin typeface="Yu Gothic"/>
                <a:ea typeface="Yu Gothic"/>
                <a:cs typeface="Yu Gothic"/>
              </a:defRPr>
            </a:lvl7pPr>
            <a:lvl8pPr algn="l">
              <a:defRPr sz="2100" b="0">
                <a:solidFill>
                  <a:srgbClr val="182B33"/>
                </a:solidFill>
                <a:latin typeface="Yu Gothic"/>
                <a:ea typeface="Yu Gothic"/>
                <a:cs typeface="Yu Gothic"/>
              </a:defRPr>
            </a:lvl8pPr>
            <a:lvl9pPr algn="l">
              <a:defRPr sz="2100" b="0">
                <a:solidFill>
                  <a:srgbClr val="182B33"/>
                </a:solidFill>
                <a:latin typeface="Yu Gothic"/>
                <a:ea typeface="Yu Gothic"/>
                <a:cs typeface="Yu Gothic"/>
              </a:defRPr>
            </a:lvl9pPr>
          </a:lstStyle>
          <a:p xmlns:a="http://schemas.openxmlformats.org/drawingml/2006/main">
            <a:pPr algn="l">
              <a:defRPr sz="2100" b="0">
                <a:solidFill>
                  <a:srgbClr val="182B33"/>
                </a:solidFill>
                <a:latin typeface="Yu Gothic"/>
                <a:ea typeface="Yu Gothic"/>
                <a:cs typeface="Yu Gothic"/>
              </a:defRPr>
            </a:pPr>
            <a:r>
              <a:rPr sz="2100" b="0">
                <a:solidFill>
                  <a:srgbClr val="182B33"/>
                </a:solidFill>
                <a:latin typeface="Yu Gothic"/>
                <a:ea typeface="Yu Gothic"/>
                <a:cs typeface="Yu Gothic"/>
              </a:rPr>
              <a:t>高度定数の較差にはKを用いる</a:t>
            </a:r>
          </a:p>
        </p:txBody>
      </p:sp>
      <p:sp>
        <p:nvSpPr>
          <p:cNvPr id="17" name="">
            <a:extLst xmlns:a="http://schemas.openxmlformats.org/drawingml/2006/main">
              <a:ext uri="{FF2B5EF4-FFF2-40B4-BE49-F238E27FC236}">
                <a16:creationId xmlns:a16="http://schemas.microsoft.com/office/drawing/2014/main" id="{DDE1BC41-98EB-419F-B8DC-A66D4C1B3B5A}"/>
              </a:ext>
            </a:extLst>
          </p:cNvPr>
          <p:cNvSpPr>
            <a:spLocks xmlns:a="http://schemas.openxmlformats.org/drawingml/2006/main" noGrp="1"/>
          </p:cNvSpPr>
          <p:nvPr/>
        </p:nvSpPr>
        <p:spPr>
          <a:xfrm xmlns:a="http://schemas.openxmlformats.org/drawingml/2006/main">
            <a:off x="781050" y="5219700"/>
            <a:ext cx="10287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625" b="1">
                <a:solidFill>
                  <a:srgbClr val="166B68"/>
                </a:solidFill>
                <a:latin typeface="Yu Gothic"/>
                <a:ea typeface="Yu Gothic"/>
                <a:cs typeface="Yu Gothic"/>
              </a:defRPr>
            </a:defPPr>
            <a:lvl1pPr algn="l">
              <a:defRPr sz="2625" b="1">
                <a:solidFill>
                  <a:srgbClr val="166B68"/>
                </a:solidFill>
                <a:latin typeface="Yu Gothic"/>
                <a:ea typeface="Yu Gothic"/>
                <a:cs typeface="Yu Gothic"/>
              </a:defRPr>
            </a:lvl1pPr>
            <a:lvl2pPr algn="l">
              <a:defRPr sz="2625" b="1">
                <a:solidFill>
                  <a:srgbClr val="166B68"/>
                </a:solidFill>
                <a:latin typeface="Yu Gothic"/>
                <a:ea typeface="Yu Gothic"/>
                <a:cs typeface="Yu Gothic"/>
              </a:defRPr>
            </a:lvl2pPr>
            <a:lvl3pPr algn="l">
              <a:defRPr sz="2625" b="1">
                <a:solidFill>
                  <a:srgbClr val="166B68"/>
                </a:solidFill>
                <a:latin typeface="Yu Gothic"/>
                <a:ea typeface="Yu Gothic"/>
                <a:cs typeface="Yu Gothic"/>
              </a:defRPr>
            </a:lvl3pPr>
            <a:lvl4pPr algn="l">
              <a:defRPr sz="2625" b="1">
                <a:solidFill>
                  <a:srgbClr val="166B68"/>
                </a:solidFill>
                <a:latin typeface="Yu Gothic"/>
                <a:ea typeface="Yu Gothic"/>
                <a:cs typeface="Yu Gothic"/>
              </a:defRPr>
            </a:lvl4pPr>
            <a:lvl5pPr algn="l">
              <a:defRPr sz="2625" b="1">
                <a:solidFill>
                  <a:srgbClr val="166B68"/>
                </a:solidFill>
                <a:latin typeface="Yu Gothic"/>
                <a:ea typeface="Yu Gothic"/>
                <a:cs typeface="Yu Gothic"/>
              </a:defRPr>
            </a:lvl5pPr>
            <a:lvl6pPr algn="l">
              <a:defRPr sz="2625" b="1">
                <a:solidFill>
                  <a:srgbClr val="166B68"/>
                </a:solidFill>
                <a:latin typeface="Yu Gothic"/>
                <a:ea typeface="Yu Gothic"/>
                <a:cs typeface="Yu Gothic"/>
              </a:defRPr>
            </a:lvl6pPr>
            <a:lvl7pPr algn="l">
              <a:defRPr sz="2625" b="1">
                <a:solidFill>
                  <a:srgbClr val="166B68"/>
                </a:solidFill>
                <a:latin typeface="Yu Gothic"/>
                <a:ea typeface="Yu Gothic"/>
                <a:cs typeface="Yu Gothic"/>
              </a:defRPr>
            </a:lvl7pPr>
            <a:lvl8pPr algn="l">
              <a:defRPr sz="2625" b="1">
                <a:solidFill>
                  <a:srgbClr val="166B68"/>
                </a:solidFill>
                <a:latin typeface="Yu Gothic"/>
                <a:ea typeface="Yu Gothic"/>
                <a:cs typeface="Yu Gothic"/>
              </a:defRPr>
            </a:lvl8pPr>
            <a:lvl9pPr algn="l">
              <a:defRPr sz="2625" b="1">
                <a:solidFill>
                  <a:srgbClr val="166B68"/>
                </a:solidFill>
                <a:latin typeface="Yu Gothic"/>
                <a:ea typeface="Yu Gothic"/>
                <a:cs typeface="Yu Gothic"/>
              </a:defRPr>
            </a:lvl9pPr>
          </a:lstStyle>
          <a:p xmlns:a="http://schemas.openxmlformats.org/drawingml/2006/main">
            <a:pPr algn="l">
              <a:defRPr sz="2625" b="1">
                <a:solidFill>
                  <a:srgbClr val="166B68"/>
                </a:solidFill>
                <a:latin typeface="Yu Gothic"/>
                <a:ea typeface="Yu Gothic"/>
                <a:cs typeface="Yu Gothic"/>
              </a:defRPr>
            </a:pPr>
            <a:r>
              <a:rPr sz="2625" b="1">
                <a:solidFill>
                  <a:srgbClr val="166B68"/>
                </a:solidFill>
                <a:latin typeface="Yu Gothic"/>
                <a:ea typeface="Yu Gothic"/>
                <a:cs typeface="Yu Gothic"/>
              </a:rPr>
              <a:t>指標誤差 i＝＋12″</a:t>
            </a:r>
          </a:p>
        </p:txBody>
      </p:sp>
    </p:spTree>
    <p:extLst>
      <p:ext uri="{BB962C8B-B14F-4D97-AF65-F5344CB8AC3E}">
        <p14:creationId xmlns:p14="http://schemas.microsoft.com/office/powerpoint/2010/main" val="1650012135"/>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D4F35B08-60B6-4DA6-9C9D-B0347A9D998C}"/>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53FADAB9-056B-4D5F-B442-F2AF21C22416}"/>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鉛直角</a:t>
            </a:r>
          </a:p>
        </p:txBody>
      </p:sp>
      <p:sp>
        <p:nvSpPr>
          <p:cNvPr id="3" name="">
            <a:extLst xmlns:a="http://schemas.openxmlformats.org/drawingml/2006/main">
              <a:ext uri="{FF2B5EF4-FFF2-40B4-BE49-F238E27FC236}">
                <a16:creationId xmlns:a16="http://schemas.microsoft.com/office/drawing/2014/main" id="{A9011C69-9799-4614-A429-DEFDA26558A6}"/>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正反補正でZとαを決める</a:t>
            </a:r>
          </a:p>
        </p:txBody>
      </p:sp>
      <p:sp>
        <p:nvSpPr>
          <p:cNvPr id="4" name="">
            <a:extLst xmlns:a="http://schemas.openxmlformats.org/drawingml/2006/main">
              <a:ext uri="{FF2B5EF4-FFF2-40B4-BE49-F238E27FC236}">
                <a16:creationId xmlns:a16="http://schemas.microsoft.com/office/drawing/2014/main" id="{44B1D7E6-7288-423E-B13A-F7B0C4FFFA20}"/>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32296284-3AF4-46A9-A1C5-A7E8C5D3907F}"/>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40</a:t>
            </a:r>
          </a:p>
        </p:txBody>
      </p:sp>
      <p:sp>
        <p:nvSpPr>
          <p:cNvPr id="6" name="">
            <a:extLst xmlns:a="http://schemas.openxmlformats.org/drawingml/2006/main">
              <a:ext uri="{FF2B5EF4-FFF2-40B4-BE49-F238E27FC236}">
                <a16:creationId xmlns:a16="http://schemas.microsoft.com/office/drawing/2014/main" id="{A36DA919-0BEB-4D3F-AF3E-9989923D2044}"/>
              </a:ext>
            </a:extLst>
          </p:cNvPr>
          <p:cNvSpPr>
            <a:spLocks xmlns:a="http://schemas.openxmlformats.org/drawingml/2006/main" noGrp="1"/>
          </p:cNvSpPr>
          <p:nvPr/>
        </p:nvSpPr>
        <p:spPr>
          <a:xfrm xmlns:a="http://schemas.openxmlformats.org/drawingml/2006/main">
            <a:off x="723900" y="1504950"/>
            <a:ext cx="10287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1">
                <a:solidFill>
                  <a:srgbClr val="52616A"/>
                </a:solidFill>
                <a:latin typeface="Yu Gothic"/>
                <a:ea typeface="Yu Gothic"/>
                <a:cs typeface="Yu Gothic"/>
              </a:defRPr>
            </a:defPPr>
            <a:lvl1pPr algn="l">
              <a:defRPr sz="2250" b="1">
                <a:solidFill>
                  <a:srgbClr val="52616A"/>
                </a:solidFill>
                <a:latin typeface="Yu Gothic"/>
                <a:ea typeface="Yu Gothic"/>
                <a:cs typeface="Yu Gothic"/>
              </a:defRPr>
            </a:lvl1pPr>
            <a:lvl2pPr algn="l">
              <a:defRPr sz="2250" b="1">
                <a:solidFill>
                  <a:srgbClr val="52616A"/>
                </a:solidFill>
                <a:latin typeface="Yu Gothic"/>
                <a:ea typeface="Yu Gothic"/>
                <a:cs typeface="Yu Gothic"/>
              </a:defRPr>
            </a:lvl2pPr>
            <a:lvl3pPr algn="l">
              <a:defRPr sz="2250" b="1">
                <a:solidFill>
                  <a:srgbClr val="52616A"/>
                </a:solidFill>
                <a:latin typeface="Yu Gothic"/>
                <a:ea typeface="Yu Gothic"/>
                <a:cs typeface="Yu Gothic"/>
              </a:defRPr>
            </a:lvl3pPr>
            <a:lvl4pPr algn="l">
              <a:defRPr sz="2250" b="1">
                <a:solidFill>
                  <a:srgbClr val="52616A"/>
                </a:solidFill>
                <a:latin typeface="Yu Gothic"/>
                <a:ea typeface="Yu Gothic"/>
                <a:cs typeface="Yu Gothic"/>
              </a:defRPr>
            </a:lvl4pPr>
            <a:lvl5pPr algn="l">
              <a:defRPr sz="2250" b="1">
                <a:solidFill>
                  <a:srgbClr val="52616A"/>
                </a:solidFill>
                <a:latin typeface="Yu Gothic"/>
                <a:ea typeface="Yu Gothic"/>
                <a:cs typeface="Yu Gothic"/>
              </a:defRPr>
            </a:lvl5pPr>
            <a:lvl6pPr algn="l">
              <a:defRPr sz="2250" b="1">
                <a:solidFill>
                  <a:srgbClr val="52616A"/>
                </a:solidFill>
                <a:latin typeface="Yu Gothic"/>
                <a:ea typeface="Yu Gothic"/>
                <a:cs typeface="Yu Gothic"/>
              </a:defRPr>
            </a:lvl6pPr>
            <a:lvl7pPr algn="l">
              <a:defRPr sz="2250" b="1">
                <a:solidFill>
                  <a:srgbClr val="52616A"/>
                </a:solidFill>
                <a:latin typeface="Yu Gothic"/>
                <a:ea typeface="Yu Gothic"/>
                <a:cs typeface="Yu Gothic"/>
              </a:defRPr>
            </a:lvl7pPr>
            <a:lvl8pPr algn="l">
              <a:defRPr sz="2250" b="1">
                <a:solidFill>
                  <a:srgbClr val="52616A"/>
                </a:solidFill>
                <a:latin typeface="Yu Gothic"/>
                <a:ea typeface="Yu Gothic"/>
                <a:cs typeface="Yu Gothic"/>
              </a:defRPr>
            </a:lvl8pPr>
            <a:lvl9pPr algn="l">
              <a:defRPr sz="2250" b="1">
                <a:solidFill>
                  <a:srgbClr val="52616A"/>
                </a:solidFill>
                <a:latin typeface="Yu Gothic"/>
                <a:ea typeface="Yu Gothic"/>
                <a:cs typeface="Yu Gothic"/>
              </a:defRPr>
            </a:lvl9pPr>
          </a:lstStyle>
          <a:p xmlns:a="http://schemas.openxmlformats.org/drawingml/2006/main">
            <a:pPr algn="l">
              <a:defRPr sz="2250" b="1">
                <a:solidFill>
                  <a:srgbClr val="52616A"/>
                </a:solidFill>
                <a:latin typeface="Yu Gothic"/>
                <a:ea typeface="Yu Gothic"/>
                <a:cs typeface="Yu Gothic"/>
              </a:defRPr>
            </a:pPr>
            <a:r>
              <a:rPr sz="2250" b="1">
                <a:solidFill>
                  <a:srgbClr val="52616A"/>
                </a:solidFill>
                <a:latin typeface="Yu Gothic"/>
                <a:ea typeface="Yu Gothic"/>
                <a:cs typeface="Yu Gothic"/>
              </a:rPr>
              <a:t>Kの半分を正読定から引く</a:t>
            </a:r>
          </a:p>
        </p:txBody>
      </p:sp>
      <p:sp>
        <p:nvSpPr>
          <p:cNvPr id="7" name="">
            <a:extLst xmlns:a="http://schemas.openxmlformats.org/drawingml/2006/main">
              <a:ext uri="{FF2B5EF4-FFF2-40B4-BE49-F238E27FC236}">
                <a16:creationId xmlns:a16="http://schemas.microsoft.com/office/drawing/2014/main" id="{A07A0C02-B8C7-4FE9-8AAD-5AC3F6817FD2}"/>
              </a:ext>
            </a:extLst>
          </p:cNvPr>
          <p:cNvSpPr>
            <a:spLocks xmlns:a="http://schemas.openxmlformats.org/drawingml/2006/main" noGrp="1"/>
          </p:cNvSpPr>
          <p:nvPr/>
        </p:nvSpPr>
        <p:spPr>
          <a:xfrm xmlns:a="http://schemas.openxmlformats.org/drawingml/2006/main">
            <a:off x="819150" y="2143125"/>
            <a:ext cx="228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425" b="1">
                <a:solidFill>
                  <a:srgbClr val="166B68"/>
                </a:solidFill>
                <a:latin typeface="Yu Gothic"/>
                <a:ea typeface="Yu Gothic"/>
                <a:cs typeface="Yu Gothic"/>
              </a:defRPr>
            </a:defPPr>
            <a:lvl1pPr algn="ctr">
              <a:defRPr sz="1425" b="1">
                <a:solidFill>
                  <a:srgbClr val="166B68"/>
                </a:solidFill>
                <a:latin typeface="Yu Gothic"/>
                <a:ea typeface="Yu Gothic"/>
                <a:cs typeface="Yu Gothic"/>
              </a:defRPr>
            </a:lvl1pPr>
            <a:lvl2pPr algn="ctr">
              <a:defRPr sz="1425" b="1">
                <a:solidFill>
                  <a:srgbClr val="166B68"/>
                </a:solidFill>
                <a:latin typeface="Yu Gothic"/>
                <a:ea typeface="Yu Gothic"/>
                <a:cs typeface="Yu Gothic"/>
              </a:defRPr>
            </a:lvl2pPr>
            <a:lvl3pPr algn="ctr">
              <a:defRPr sz="1425" b="1">
                <a:solidFill>
                  <a:srgbClr val="166B68"/>
                </a:solidFill>
                <a:latin typeface="Yu Gothic"/>
                <a:ea typeface="Yu Gothic"/>
                <a:cs typeface="Yu Gothic"/>
              </a:defRPr>
            </a:lvl3pPr>
            <a:lvl4pPr algn="ctr">
              <a:defRPr sz="1425" b="1">
                <a:solidFill>
                  <a:srgbClr val="166B68"/>
                </a:solidFill>
                <a:latin typeface="Yu Gothic"/>
                <a:ea typeface="Yu Gothic"/>
                <a:cs typeface="Yu Gothic"/>
              </a:defRPr>
            </a:lvl4pPr>
            <a:lvl5pPr algn="ctr">
              <a:defRPr sz="1425" b="1">
                <a:solidFill>
                  <a:srgbClr val="166B68"/>
                </a:solidFill>
                <a:latin typeface="Yu Gothic"/>
                <a:ea typeface="Yu Gothic"/>
                <a:cs typeface="Yu Gothic"/>
              </a:defRPr>
            </a:lvl5pPr>
            <a:lvl6pPr algn="ctr">
              <a:defRPr sz="1425" b="1">
                <a:solidFill>
                  <a:srgbClr val="166B68"/>
                </a:solidFill>
                <a:latin typeface="Yu Gothic"/>
                <a:ea typeface="Yu Gothic"/>
                <a:cs typeface="Yu Gothic"/>
              </a:defRPr>
            </a:lvl6pPr>
            <a:lvl7pPr algn="ctr">
              <a:defRPr sz="1425" b="1">
                <a:solidFill>
                  <a:srgbClr val="166B68"/>
                </a:solidFill>
                <a:latin typeface="Yu Gothic"/>
                <a:ea typeface="Yu Gothic"/>
                <a:cs typeface="Yu Gothic"/>
              </a:defRPr>
            </a:lvl7pPr>
            <a:lvl8pPr algn="ctr">
              <a:defRPr sz="1425" b="1">
                <a:solidFill>
                  <a:srgbClr val="166B68"/>
                </a:solidFill>
                <a:latin typeface="Yu Gothic"/>
                <a:ea typeface="Yu Gothic"/>
                <a:cs typeface="Yu Gothic"/>
              </a:defRPr>
            </a:lvl8pPr>
            <a:lvl9pPr algn="ctr">
              <a:defRPr sz="1425" b="1">
                <a:solidFill>
                  <a:srgbClr val="166B68"/>
                </a:solidFill>
                <a:latin typeface="Yu Gothic"/>
                <a:ea typeface="Yu Gothic"/>
                <a:cs typeface="Yu Gothic"/>
              </a:defRPr>
            </a:lvl9pPr>
          </a:lstStyle>
          <a:p xmlns:a="http://schemas.openxmlformats.org/drawingml/2006/main">
            <a:pPr algn="ctr">
              <a:defRPr sz="1425" b="1">
                <a:solidFill>
                  <a:srgbClr val="166B68"/>
                </a:solidFill>
                <a:latin typeface="Yu Gothic"/>
                <a:ea typeface="Yu Gothic"/>
                <a:cs typeface="Yu Gothic"/>
              </a:defRPr>
            </a:pPr>
            <a:r>
              <a:rPr sz="1425" b="1">
                <a:solidFill>
                  <a:srgbClr val="166B68"/>
                </a:solidFill>
                <a:latin typeface="Yu Gothic"/>
                <a:ea typeface="Yu Gothic"/>
                <a:cs typeface="Yu Gothic"/>
              </a:rPr>
              <a:t>●</a:t>
            </a:r>
          </a:p>
        </p:txBody>
      </p:sp>
      <p:sp>
        <p:nvSpPr>
          <p:cNvPr id="8" name="">
            <a:extLst xmlns:a="http://schemas.openxmlformats.org/drawingml/2006/main">
              <a:ext uri="{FF2B5EF4-FFF2-40B4-BE49-F238E27FC236}">
                <a16:creationId xmlns:a16="http://schemas.microsoft.com/office/drawing/2014/main" id="{BAD171F4-C33D-4457-89D7-06D04298484E}"/>
              </a:ext>
            </a:extLst>
          </p:cNvPr>
          <p:cNvSpPr>
            <a:spLocks xmlns:a="http://schemas.openxmlformats.org/drawingml/2006/main" noGrp="1"/>
          </p:cNvSpPr>
          <p:nvPr/>
        </p:nvSpPr>
        <p:spPr>
          <a:xfrm xmlns:a="http://schemas.openxmlformats.org/drawingml/2006/main">
            <a:off x="1143000" y="2143125"/>
            <a:ext cx="9772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Z＝ZL−K÷2</a:t>
            </a:r>
          </a:p>
        </p:txBody>
      </p:sp>
      <p:sp>
        <p:nvSpPr>
          <p:cNvPr id="9" name="">
            <a:extLst xmlns:a="http://schemas.openxmlformats.org/drawingml/2006/main">
              <a:ext uri="{FF2B5EF4-FFF2-40B4-BE49-F238E27FC236}">
                <a16:creationId xmlns:a16="http://schemas.microsoft.com/office/drawing/2014/main" id="{71802DE9-B17D-4F75-B844-34609B69634A}"/>
              </a:ext>
            </a:extLst>
          </p:cNvPr>
          <p:cNvSpPr>
            <a:spLocks xmlns:a="http://schemas.openxmlformats.org/drawingml/2006/main" noGrp="1"/>
          </p:cNvSpPr>
          <p:nvPr/>
        </p:nvSpPr>
        <p:spPr>
          <a:xfrm xmlns:a="http://schemas.openxmlformats.org/drawingml/2006/main">
            <a:off x="819150" y="2714625"/>
            <a:ext cx="228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425" b="1">
                <a:solidFill>
                  <a:srgbClr val="166B68"/>
                </a:solidFill>
                <a:latin typeface="Yu Gothic"/>
                <a:ea typeface="Yu Gothic"/>
                <a:cs typeface="Yu Gothic"/>
              </a:defRPr>
            </a:defPPr>
            <a:lvl1pPr algn="ctr">
              <a:defRPr sz="1425" b="1">
                <a:solidFill>
                  <a:srgbClr val="166B68"/>
                </a:solidFill>
                <a:latin typeface="Yu Gothic"/>
                <a:ea typeface="Yu Gothic"/>
                <a:cs typeface="Yu Gothic"/>
              </a:defRPr>
            </a:lvl1pPr>
            <a:lvl2pPr algn="ctr">
              <a:defRPr sz="1425" b="1">
                <a:solidFill>
                  <a:srgbClr val="166B68"/>
                </a:solidFill>
                <a:latin typeface="Yu Gothic"/>
                <a:ea typeface="Yu Gothic"/>
                <a:cs typeface="Yu Gothic"/>
              </a:defRPr>
            </a:lvl2pPr>
            <a:lvl3pPr algn="ctr">
              <a:defRPr sz="1425" b="1">
                <a:solidFill>
                  <a:srgbClr val="166B68"/>
                </a:solidFill>
                <a:latin typeface="Yu Gothic"/>
                <a:ea typeface="Yu Gothic"/>
                <a:cs typeface="Yu Gothic"/>
              </a:defRPr>
            </a:lvl3pPr>
            <a:lvl4pPr algn="ctr">
              <a:defRPr sz="1425" b="1">
                <a:solidFill>
                  <a:srgbClr val="166B68"/>
                </a:solidFill>
                <a:latin typeface="Yu Gothic"/>
                <a:ea typeface="Yu Gothic"/>
                <a:cs typeface="Yu Gothic"/>
              </a:defRPr>
            </a:lvl4pPr>
            <a:lvl5pPr algn="ctr">
              <a:defRPr sz="1425" b="1">
                <a:solidFill>
                  <a:srgbClr val="166B68"/>
                </a:solidFill>
                <a:latin typeface="Yu Gothic"/>
                <a:ea typeface="Yu Gothic"/>
                <a:cs typeface="Yu Gothic"/>
              </a:defRPr>
            </a:lvl5pPr>
            <a:lvl6pPr algn="ctr">
              <a:defRPr sz="1425" b="1">
                <a:solidFill>
                  <a:srgbClr val="166B68"/>
                </a:solidFill>
                <a:latin typeface="Yu Gothic"/>
                <a:ea typeface="Yu Gothic"/>
                <a:cs typeface="Yu Gothic"/>
              </a:defRPr>
            </a:lvl6pPr>
            <a:lvl7pPr algn="ctr">
              <a:defRPr sz="1425" b="1">
                <a:solidFill>
                  <a:srgbClr val="166B68"/>
                </a:solidFill>
                <a:latin typeface="Yu Gothic"/>
                <a:ea typeface="Yu Gothic"/>
                <a:cs typeface="Yu Gothic"/>
              </a:defRPr>
            </a:lvl7pPr>
            <a:lvl8pPr algn="ctr">
              <a:defRPr sz="1425" b="1">
                <a:solidFill>
                  <a:srgbClr val="166B68"/>
                </a:solidFill>
                <a:latin typeface="Yu Gothic"/>
                <a:ea typeface="Yu Gothic"/>
                <a:cs typeface="Yu Gothic"/>
              </a:defRPr>
            </a:lvl8pPr>
            <a:lvl9pPr algn="ctr">
              <a:defRPr sz="1425" b="1">
                <a:solidFill>
                  <a:srgbClr val="166B68"/>
                </a:solidFill>
                <a:latin typeface="Yu Gothic"/>
                <a:ea typeface="Yu Gothic"/>
                <a:cs typeface="Yu Gothic"/>
              </a:defRPr>
            </a:lvl9pPr>
          </a:lstStyle>
          <a:p xmlns:a="http://schemas.openxmlformats.org/drawingml/2006/main">
            <a:pPr algn="ctr">
              <a:defRPr sz="1425" b="1">
                <a:solidFill>
                  <a:srgbClr val="166B68"/>
                </a:solidFill>
                <a:latin typeface="Yu Gothic"/>
                <a:ea typeface="Yu Gothic"/>
                <a:cs typeface="Yu Gothic"/>
              </a:defRPr>
            </a:pPr>
            <a:r>
              <a:rPr sz="1425" b="1">
                <a:solidFill>
                  <a:srgbClr val="166B68"/>
                </a:solidFill>
                <a:latin typeface="Yu Gothic"/>
                <a:ea typeface="Yu Gothic"/>
                <a:cs typeface="Yu Gothic"/>
              </a:rPr>
              <a:t>●</a:t>
            </a:r>
          </a:p>
        </p:txBody>
      </p:sp>
      <p:sp>
        <p:nvSpPr>
          <p:cNvPr id="10" name="">
            <a:extLst xmlns:a="http://schemas.openxmlformats.org/drawingml/2006/main">
              <a:ext uri="{FF2B5EF4-FFF2-40B4-BE49-F238E27FC236}">
                <a16:creationId xmlns:a16="http://schemas.microsoft.com/office/drawing/2014/main" id="{F7BFD1B2-299A-4B9E-9C2B-0EDB51F5CF93}"/>
              </a:ext>
            </a:extLst>
          </p:cNvPr>
          <p:cNvSpPr>
            <a:spLocks xmlns:a="http://schemas.openxmlformats.org/drawingml/2006/main" noGrp="1"/>
          </p:cNvSpPr>
          <p:nvPr/>
        </p:nvSpPr>
        <p:spPr>
          <a:xfrm xmlns:a="http://schemas.openxmlformats.org/drawingml/2006/main">
            <a:off x="1143000" y="2714625"/>
            <a:ext cx="9772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Z＝78°12′42″−12″</a:t>
            </a:r>
          </a:p>
        </p:txBody>
      </p:sp>
      <p:sp>
        <p:nvSpPr>
          <p:cNvPr id="11" name="">
            <a:extLst xmlns:a="http://schemas.openxmlformats.org/drawingml/2006/main">
              <a:ext uri="{FF2B5EF4-FFF2-40B4-BE49-F238E27FC236}">
                <a16:creationId xmlns:a16="http://schemas.microsoft.com/office/drawing/2014/main" id="{04F8EC36-8650-404A-94BE-2D00FDAD1C5F}"/>
              </a:ext>
            </a:extLst>
          </p:cNvPr>
          <p:cNvSpPr>
            <a:spLocks xmlns:a="http://schemas.openxmlformats.org/drawingml/2006/main" noGrp="1"/>
          </p:cNvSpPr>
          <p:nvPr/>
        </p:nvSpPr>
        <p:spPr>
          <a:xfrm xmlns:a="http://schemas.openxmlformats.org/drawingml/2006/main">
            <a:off x="819150" y="3286125"/>
            <a:ext cx="228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425" b="1">
                <a:solidFill>
                  <a:srgbClr val="166B68"/>
                </a:solidFill>
                <a:latin typeface="Yu Gothic"/>
                <a:ea typeface="Yu Gothic"/>
                <a:cs typeface="Yu Gothic"/>
              </a:defRPr>
            </a:defPPr>
            <a:lvl1pPr algn="ctr">
              <a:defRPr sz="1425" b="1">
                <a:solidFill>
                  <a:srgbClr val="166B68"/>
                </a:solidFill>
                <a:latin typeface="Yu Gothic"/>
                <a:ea typeface="Yu Gothic"/>
                <a:cs typeface="Yu Gothic"/>
              </a:defRPr>
            </a:lvl1pPr>
            <a:lvl2pPr algn="ctr">
              <a:defRPr sz="1425" b="1">
                <a:solidFill>
                  <a:srgbClr val="166B68"/>
                </a:solidFill>
                <a:latin typeface="Yu Gothic"/>
                <a:ea typeface="Yu Gothic"/>
                <a:cs typeface="Yu Gothic"/>
              </a:defRPr>
            </a:lvl2pPr>
            <a:lvl3pPr algn="ctr">
              <a:defRPr sz="1425" b="1">
                <a:solidFill>
                  <a:srgbClr val="166B68"/>
                </a:solidFill>
                <a:latin typeface="Yu Gothic"/>
                <a:ea typeface="Yu Gothic"/>
                <a:cs typeface="Yu Gothic"/>
              </a:defRPr>
            </a:lvl3pPr>
            <a:lvl4pPr algn="ctr">
              <a:defRPr sz="1425" b="1">
                <a:solidFill>
                  <a:srgbClr val="166B68"/>
                </a:solidFill>
                <a:latin typeface="Yu Gothic"/>
                <a:ea typeface="Yu Gothic"/>
                <a:cs typeface="Yu Gothic"/>
              </a:defRPr>
            </a:lvl4pPr>
            <a:lvl5pPr algn="ctr">
              <a:defRPr sz="1425" b="1">
                <a:solidFill>
                  <a:srgbClr val="166B68"/>
                </a:solidFill>
                <a:latin typeface="Yu Gothic"/>
                <a:ea typeface="Yu Gothic"/>
                <a:cs typeface="Yu Gothic"/>
              </a:defRPr>
            </a:lvl5pPr>
            <a:lvl6pPr algn="ctr">
              <a:defRPr sz="1425" b="1">
                <a:solidFill>
                  <a:srgbClr val="166B68"/>
                </a:solidFill>
                <a:latin typeface="Yu Gothic"/>
                <a:ea typeface="Yu Gothic"/>
                <a:cs typeface="Yu Gothic"/>
              </a:defRPr>
            </a:lvl6pPr>
            <a:lvl7pPr algn="ctr">
              <a:defRPr sz="1425" b="1">
                <a:solidFill>
                  <a:srgbClr val="166B68"/>
                </a:solidFill>
                <a:latin typeface="Yu Gothic"/>
                <a:ea typeface="Yu Gothic"/>
                <a:cs typeface="Yu Gothic"/>
              </a:defRPr>
            </a:lvl7pPr>
            <a:lvl8pPr algn="ctr">
              <a:defRPr sz="1425" b="1">
                <a:solidFill>
                  <a:srgbClr val="166B68"/>
                </a:solidFill>
                <a:latin typeface="Yu Gothic"/>
                <a:ea typeface="Yu Gothic"/>
                <a:cs typeface="Yu Gothic"/>
              </a:defRPr>
            </a:lvl8pPr>
            <a:lvl9pPr algn="ctr">
              <a:defRPr sz="1425" b="1">
                <a:solidFill>
                  <a:srgbClr val="166B68"/>
                </a:solidFill>
                <a:latin typeface="Yu Gothic"/>
                <a:ea typeface="Yu Gothic"/>
                <a:cs typeface="Yu Gothic"/>
              </a:defRPr>
            </a:lvl9pPr>
          </a:lstStyle>
          <a:p xmlns:a="http://schemas.openxmlformats.org/drawingml/2006/main">
            <a:pPr algn="ctr">
              <a:defRPr sz="1425" b="1">
                <a:solidFill>
                  <a:srgbClr val="166B68"/>
                </a:solidFill>
                <a:latin typeface="Yu Gothic"/>
                <a:ea typeface="Yu Gothic"/>
                <a:cs typeface="Yu Gothic"/>
              </a:defRPr>
            </a:pPr>
            <a:r>
              <a:rPr sz="1425" b="1">
                <a:solidFill>
                  <a:srgbClr val="166B68"/>
                </a:solidFill>
                <a:latin typeface="Yu Gothic"/>
                <a:ea typeface="Yu Gothic"/>
                <a:cs typeface="Yu Gothic"/>
              </a:rPr>
              <a:t>●</a:t>
            </a:r>
          </a:p>
        </p:txBody>
      </p:sp>
      <p:sp>
        <p:nvSpPr>
          <p:cNvPr id="12" name="">
            <a:extLst xmlns:a="http://schemas.openxmlformats.org/drawingml/2006/main">
              <a:ext uri="{FF2B5EF4-FFF2-40B4-BE49-F238E27FC236}">
                <a16:creationId xmlns:a16="http://schemas.microsoft.com/office/drawing/2014/main" id="{669110E4-28CE-4129-906E-9483A954391E}"/>
              </a:ext>
            </a:extLst>
          </p:cNvPr>
          <p:cNvSpPr>
            <a:spLocks xmlns:a="http://schemas.openxmlformats.org/drawingml/2006/main" noGrp="1"/>
          </p:cNvSpPr>
          <p:nvPr/>
        </p:nvSpPr>
        <p:spPr>
          <a:xfrm xmlns:a="http://schemas.openxmlformats.org/drawingml/2006/main">
            <a:off x="1143000" y="3286125"/>
            <a:ext cx="9772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α＝90°−Z</a:t>
            </a:r>
          </a:p>
        </p:txBody>
      </p:sp>
      <p:sp>
        <p:nvSpPr>
          <p:cNvPr id="13" name="">
            <a:extLst xmlns:a="http://schemas.openxmlformats.org/drawingml/2006/main">
              <a:ext uri="{FF2B5EF4-FFF2-40B4-BE49-F238E27FC236}">
                <a16:creationId xmlns:a16="http://schemas.microsoft.com/office/drawing/2014/main" id="{C417361C-E3EC-4B62-9344-DA7BEA8F4432}"/>
              </a:ext>
            </a:extLst>
          </p:cNvPr>
          <p:cNvSpPr>
            <a:spLocks xmlns:a="http://schemas.openxmlformats.org/drawingml/2006/main" noGrp="1"/>
          </p:cNvSpPr>
          <p:nvPr/>
        </p:nvSpPr>
        <p:spPr>
          <a:xfrm xmlns:a="http://schemas.openxmlformats.org/drawingml/2006/main">
            <a:off x="819150" y="3952875"/>
            <a:ext cx="228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275" b="1">
                <a:solidFill>
                  <a:srgbClr val="166B68"/>
                </a:solidFill>
                <a:latin typeface="Yu Gothic"/>
                <a:ea typeface="Yu Gothic"/>
                <a:cs typeface="Yu Gothic"/>
              </a:defRPr>
            </a:defPPr>
            <a:lvl1pPr algn="ctr">
              <a:defRPr sz="1275" b="1">
                <a:solidFill>
                  <a:srgbClr val="166B68"/>
                </a:solidFill>
                <a:latin typeface="Yu Gothic"/>
                <a:ea typeface="Yu Gothic"/>
                <a:cs typeface="Yu Gothic"/>
              </a:defRPr>
            </a:lvl1pPr>
            <a:lvl2pPr algn="ctr">
              <a:defRPr sz="1275" b="1">
                <a:solidFill>
                  <a:srgbClr val="166B68"/>
                </a:solidFill>
                <a:latin typeface="Yu Gothic"/>
                <a:ea typeface="Yu Gothic"/>
                <a:cs typeface="Yu Gothic"/>
              </a:defRPr>
            </a:lvl2pPr>
            <a:lvl3pPr algn="ctr">
              <a:defRPr sz="1275" b="1">
                <a:solidFill>
                  <a:srgbClr val="166B68"/>
                </a:solidFill>
                <a:latin typeface="Yu Gothic"/>
                <a:ea typeface="Yu Gothic"/>
                <a:cs typeface="Yu Gothic"/>
              </a:defRPr>
            </a:lvl3pPr>
            <a:lvl4pPr algn="ctr">
              <a:defRPr sz="1275" b="1">
                <a:solidFill>
                  <a:srgbClr val="166B68"/>
                </a:solidFill>
                <a:latin typeface="Yu Gothic"/>
                <a:ea typeface="Yu Gothic"/>
                <a:cs typeface="Yu Gothic"/>
              </a:defRPr>
            </a:lvl4pPr>
            <a:lvl5pPr algn="ctr">
              <a:defRPr sz="1275" b="1">
                <a:solidFill>
                  <a:srgbClr val="166B68"/>
                </a:solidFill>
                <a:latin typeface="Yu Gothic"/>
                <a:ea typeface="Yu Gothic"/>
                <a:cs typeface="Yu Gothic"/>
              </a:defRPr>
            </a:lvl5pPr>
            <a:lvl6pPr algn="ctr">
              <a:defRPr sz="1275" b="1">
                <a:solidFill>
                  <a:srgbClr val="166B68"/>
                </a:solidFill>
                <a:latin typeface="Yu Gothic"/>
                <a:ea typeface="Yu Gothic"/>
                <a:cs typeface="Yu Gothic"/>
              </a:defRPr>
            </a:lvl6pPr>
            <a:lvl7pPr algn="ctr">
              <a:defRPr sz="1275" b="1">
                <a:solidFill>
                  <a:srgbClr val="166B68"/>
                </a:solidFill>
                <a:latin typeface="Yu Gothic"/>
                <a:ea typeface="Yu Gothic"/>
                <a:cs typeface="Yu Gothic"/>
              </a:defRPr>
            </a:lvl7pPr>
            <a:lvl8pPr algn="ctr">
              <a:defRPr sz="1275" b="1">
                <a:solidFill>
                  <a:srgbClr val="166B68"/>
                </a:solidFill>
                <a:latin typeface="Yu Gothic"/>
                <a:ea typeface="Yu Gothic"/>
                <a:cs typeface="Yu Gothic"/>
              </a:defRPr>
            </a:lvl8pPr>
            <a:lvl9pPr algn="ctr">
              <a:defRPr sz="1275" b="1">
                <a:solidFill>
                  <a:srgbClr val="166B68"/>
                </a:solidFill>
                <a:latin typeface="Yu Gothic"/>
                <a:ea typeface="Yu Gothic"/>
                <a:cs typeface="Yu Gothic"/>
              </a:defRPr>
            </a:lvl9pPr>
          </a:lstStyle>
          <a:p xmlns:a="http://schemas.openxmlformats.org/drawingml/2006/main">
            <a:pPr algn="ctr">
              <a:defRPr sz="1275" b="1">
                <a:solidFill>
                  <a:srgbClr val="166B68"/>
                </a:solidFill>
                <a:latin typeface="Yu Gothic"/>
                <a:ea typeface="Yu Gothic"/>
                <a:cs typeface="Yu Gothic"/>
              </a:defRPr>
            </a:pPr>
            <a:r>
              <a:rPr sz="1275" b="1">
                <a:solidFill>
                  <a:srgbClr val="166B68"/>
                </a:solidFill>
                <a:latin typeface="Yu Gothic"/>
                <a:ea typeface="Yu Gothic"/>
                <a:cs typeface="Yu Gothic"/>
              </a:rPr>
              <a:t>●</a:t>
            </a:r>
          </a:p>
        </p:txBody>
      </p:sp>
      <p:sp>
        <p:nvSpPr>
          <p:cNvPr id="14" name="">
            <a:extLst xmlns:a="http://schemas.openxmlformats.org/drawingml/2006/main">
              <a:ext uri="{FF2B5EF4-FFF2-40B4-BE49-F238E27FC236}">
                <a16:creationId xmlns:a16="http://schemas.microsoft.com/office/drawing/2014/main" id="{1F80F91B-963F-4EE9-9E32-476ACA64158F}"/>
              </a:ext>
            </a:extLst>
          </p:cNvPr>
          <p:cNvSpPr>
            <a:spLocks xmlns:a="http://schemas.openxmlformats.org/drawingml/2006/main" noGrp="1"/>
          </p:cNvSpPr>
          <p:nvPr/>
        </p:nvSpPr>
        <p:spPr>
          <a:xfrm xmlns:a="http://schemas.openxmlformats.org/drawingml/2006/main">
            <a:off x="1143000" y="3952875"/>
            <a:ext cx="9772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00" b="0">
                <a:solidFill>
                  <a:srgbClr val="182B33"/>
                </a:solidFill>
                <a:latin typeface="Yu Gothic"/>
                <a:ea typeface="Yu Gothic"/>
                <a:cs typeface="Yu Gothic"/>
              </a:defRPr>
            </a:defPPr>
            <a:lvl1pPr algn="l">
              <a:defRPr sz="2100" b="0">
                <a:solidFill>
                  <a:srgbClr val="182B33"/>
                </a:solidFill>
                <a:latin typeface="Yu Gothic"/>
                <a:ea typeface="Yu Gothic"/>
                <a:cs typeface="Yu Gothic"/>
              </a:defRPr>
            </a:lvl1pPr>
            <a:lvl2pPr algn="l">
              <a:defRPr sz="2100" b="0">
                <a:solidFill>
                  <a:srgbClr val="182B33"/>
                </a:solidFill>
                <a:latin typeface="Yu Gothic"/>
                <a:ea typeface="Yu Gothic"/>
                <a:cs typeface="Yu Gothic"/>
              </a:defRPr>
            </a:lvl2pPr>
            <a:lvl3pPr algn="l">
              <a:defRPr sz="2100" b="0">
                <a:solidFill>
                  <a:srgbClr val="182B33"/>
                </a:solidFill>
                <a:latin typeface="Yu Gothic"/>
                <a:ea typeface="Yu Gothic"/>
                <a:cs typeface="Yu Gothic"/>
              </a:defRPr>
            </a:lvl3pPr>
            <a:lvl4pPr algn="l">
              <a:defRPr sz="2100" b="0">
                <a:solidFill>
                  <a:srgbClr val="182B33"/>
                </a:solidFill>
                <a:latin typeface="Yu Gothic"/>
                <a:ea typeface="Yu Gothic"/>
                <a:cs typeface="Yu Gothic"/>
              </a:defRPr>
            </a:lvl4pPr>
            <a:lvl5pPr algn="l">
              <a:defRPr sz="2100" b="0">
                <a:solidFill>
                  <a:srgbClr val="182B33"/>
                </a:solidFill>
                <a:latin typeface="Yu Gothic"/>
                <a:ea typeface="Yu Gothic"/>
                <a:cs typeface="Yu Gothic"/>
              </a:defRPr>
            </a:lvl5pPr>
            <a:lvl6pPr algn="l">
              <a:defRPr sz="2100" b="0">
                <a:solidFill>
                  <a:srgbClr val="182B33"/>
                </a:solidFill>
                <a:latin typeface="Yu Gothic"/>
                <a:ea typeface="Yu Gothic"/>
                <a:cs typeface="Yu Gothic"/>
              </a:defRPr>
            </a:lvl6pPr>
            <a:lvl7pPr algn="l">
              <a:defRPr sz="2100" b="0">
                <a:solidFill>
                  <a:srgbClr val="182B33"/>
                </a:solidFill>
                <a:latin typeface="Yu Gothic"/>
                <a:ea typeface="Yu Gothic"/>
                <a:cs typeface="Yu Gothic"/>
              </a:defRPr>
            </a:lvl7pPr>
            <a:lvl8pPr algn="l">
              <a:defRPr sz="2100" b="0">
                <a:solidFill>
                  <a:srgbClr val="182B33"/>
                </a:solidFill>
                <a:latin typeface="Yu Gothic"/>
                <a:ea typeface="Yu Gothic"/>
                <a:cs typeface="Yu Gothic"/>
              </a:defRPr>
            </a:lvl8pPr>
            <a:lvl9pPr algn="l">
              <a:defRPr sz="2100" b="0">
                <a:solidFill>
                  <a:srgbClr val="182B33"/>
                </a:solidFill>
                <a:latin typeface="Yu Gothic"/>
                <a:ea typeface="Yu Gothic"/>
                <a:cs typeface="Yu Gothic"/>
              </a:defRPr>
            </a:lvl9pPr>
          </a:lstStyle>
          <a:p xmlns:a="http://schemas.openxmlformats.org/drawingml/2006/main">
            <a:pPr algn="l">
              <a:defRPr sz="2100" b="0">
                <a:solidFill>
                  <a:srgbClr val="182B33"/>
                </a:solidFill>
                <a:latin typeface="Yu Gothic"/>
                <a:ea typeface="Yu Gothic"/>
                <a:cs typeface="Yu Gothic"/>
              </a:defRPr>
            </a:pPr>
            <a:r>
              <a:rPr sz="2100" b="0">
                <a:solidFill>
                  <a:srgbClr val="182B33"/>
                </a:solidFill>
                <a:latin typeface="Yu Gothic"/>
                <a:ea typeface="Yu Gothic"/>
                <a:cs typeface="Yu Gothic"/>
              </a:rPr>
              <a:t>Zは真上基準</a:t>
            </a:r>
          </a:p>
        </p:txBody>
      </p:sp>
      <p:sp>
        <p:nvSpPr>
          <p:cNvPr id="15" name="">
            <a:extLst xmlns:a="http://schemas.openxmlformats.org/drawingml/2006/main">
              <a:ext uri="{FF2B5EF4-FFF2-40B4-BE49-F238E27FC236}">
                <a16:creationId xmlns:a16="http://schemas.microsoft.com/office/drawing/2014/main" id="{618B4259-63EF-4128-A4BF-17CA64B2E96D}"/>
              </a:ext>
            </a:extLst>
          </p:cNvPr>
          <p:cNvSpPr>
            <a:spLocks xmlns:a="http://schemas.openxmlformats.org/drawingml/2006/main" noGrp="1"/>
          </p:cNvSpPr>
          <p:nvPr/>
        </p:nvSpPr>
        <p:spPr>
          <a:xfrm xmlns:a="http://schemas.openxmlformats.org/drawingml/2006/main">
            <a:off x="819150" y="4448175"/>
            <a:ext cx="228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275" b="1">
                <a:solidFill>
                  <a:srgbClr val="166B68"/>
                </a:solidFill>
                <a:latin typeface="Yu Gothic"/>
                <a:ea typeface="Yu Gothic"/>
                <a:cs typeface="Yu Gothic"/>
              </a:defRPr>
            </a:defPPr>
            <a:lvl1pPr algn="ctr">
              <a:defRPr sz="1275" b="1">
                <a:solidFill>
                  <a:srgbClr val="166B68"/>
                </a:solidFill>
                <a:latin typeface="Yu Gothic"/>
                <a:ea typeface="Yu Gothic"/>
                <a:cs typeface="Yu Gothic"/>
              </a:defRPr>
            </a:lvl1pPr>
            <a:lvl2pPr algn="ctr">
              <a:defRPr sz="1275" b="1">
                <a:solidFill>
                  <a:srgbClr val="166B68"/>
                </a:solidFill>
                <a:latin typeface="Yu Gothic"/>
                <a:ea typeface="Yu Gothic"/>
                <a:cs typeface="Yu Gothic"/>
              </a:defRPr>
            </a:lvl2pPr>
            <a:lvl3pPr algn="ctr">
              <a:defRPr sz="1275" b="1">
                <a:solidFill>
                  <a:srgbClr val="166B68"/>
                </a:solidFill>
                <a:latin typeface="Yu Gothic"/>
                <a:ea typeface="Yu Gothic"/>
                <a:cs typeface="Yu Gothic"/>
              </a:defRPr>
            </a:lvl3pPr>
            <a:lvl4pPr algn="ctr">
              <a:defRPr sz="1275" b="1">
                <a:solidFill>
                  <a:srgbClr val="166B68"/>
                </a:solidFill>
                <a:latin typeface="Yu Gothic"/>
                <a:ea typeface="Yu Gothic"/>
                <a:cs typeface="Yu Gothic"/>
              </a:defRPr>
            </a:lvl4pPr>
            <a:lvl5pPr algn="ctr">
              <a:defRPr sz="1275" b="1">
                <a:solidFill>
                  <a:srgbClr val="166B68"/>
                </a:solidFill>
                <a:latin typeface="Yu Gothic"/>
                <a:ea typeface="Yu Gothic"/>
                <a:cs typeface="Yu Gothic"/>
              </a:defRPr>
            </a:lvl5pPr>
            <a:lvl6pPr algn="ctr">
              <a:defRPr sz="1275" b="1">
                <a:solidFill>
                  <a:srgbClr val="166B68"/>
                </a:solidFill>
                <a:latin typeface="Yu Gothic"/>
                <a:ea typeface="Yu Gothic"/>
                <a:cs typeface="Yu Gothic"/>
              </a:defRPr>
            </a:lvl6pPr>
            <a:lvl7pPr algn="ctr">
              <a:defRPr sz="1275" b="1">
                <a:solidFill>
                  <a:srgbClr val="166B68"/>
                </a:solidFill>
                <a:latin typeface="Yu Gothic"/>
                <a:ea typeface="Yu Gothic"/>
                <a:cs typeface="Yu Gothic"/>
              </a:defRPr>
            </a:lvl7pPr>
            <a:lvl8pPr algn="ctr">
              <a:defRPr sz="1275" b="1">
                <a:solidFill>
                  <a:srgbClr val="166B68"/>
                </a:solidFill>
                <a:latin typeface="Yu Gothic"/>
                <a:ea typeface="Yu Gothic"/>
                <a:cs typeface="Yu Gothic"/>
              </a:defRPr>
            </a:lvl8pPr>
            <a:lvl9pPr algn="ctr">
              <a:defRPr sz="1275" b="1">
                <a:solidFill>
                  <a:srgbClr val="166B68"/>
                </a:solidFill>
                <a:latin typeface="Yu Gothic"/>
                <a:ea typeface="Yu Gothic"/>
                <a:cs typeface="Yu Gothic"/>
              </a:defRPr>
            </a:lvl9pPr>
          </a:lstStyle>
          <a:p xmlns:a="http://schemas.openxmlformats.org/drawingml/2006/main">
            <a:pPr algn="ctr">
              <a:defRPr sz="1275" b="1">
                <a:solidFill>
                  <a:srgbClr val="166B68"/>
                </a:solidFill>
                <a:latin typeface="Yu Gothic"/>
                <a:ea typeface="Yu Gothic"/>
                <a:cs typeface="Yu Gothic"/>
              </a:defRPr>
            </a:pPr>
            <a:r>
              <a:rPr sz="1275" b="1">
                <a:solidFill>
                  <a:srgbClr val="166B68"/>
                </a:solidFill>
                <a:latin typeface="Yu Gothic"/>
                <a:ea typeface="Yu Gothic"/>
                <a:cs typeface="Yu Gothic"/>
              </a:rPr>
              <a:t>●</a:t>
            </a:r>
          </a:p>
        </p:txBody>
      </p:sp>
      <p:sp>
        <p:nvSpPr>
          <p:cNvPr id="16" name="">
            <a:extLst xmlns:a="http://schemas.openxmlformats.org/drawingml/2006/main">
              <a:ext uri="{FF2B5EF4-FFF2-40B4-BE49-F238E27FC236}">
                <a16:creationId xmlns:a16="http://schemas.microsoft.com/office/drawing/2014/main" id="{6C7CA23D-70D3-42ED-879F-21E2FA423718}"/>
              </a:ext>
            </a:extLst>
          </p:cNvPr>
          <p:cNvSpPr>
            <a:spLocks xmlns:a="http://schemas.openxmlformats.org/drawingml/2006/main" noGrp="1"/>
          </p:cNvSpPr>
          <p:nvPr/>
        </p:nvSpPr>
        <p:spPr>
          <a:xfrm xmlns:a="http://schemas.openxmlformats.org/drawingml/2006/main">
            <a:off x="1143000" y="4448175"/>
            <a:ext cx="9772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00" b="0">
                <a:solidFill>
                  <a:srgbClr val="182B33"/>
                </a:solidFill>
                <a:latin typeface="Yu Gothic"/>
                <a:ea typeface="Yu Gothic"/>
                <a:cs typeface="Yu Gothic"/>
              </a:defRPr>
            </a:defPPr>
            <a:lvl1pPr algn="l">
              <a:defRPr sz="2100" b="0">
                <a:solidFill>
                  <a:srgbClr val="182B33"/>
                </a:solidFill>
                <a:latin typeface="Yu Gothic"/>
                <a:ea typeface="Yu Gothic"/>
                <a:cs typeface="Yu Gothic"/>
              </a:defRPr>
            </a:lvl1pPr>
            <a:lvl2pPr algn="l">
              <a:defRPr sz="2100" b="0">
                <a:solidFill>
                  <a:srgbClr val="182B33"/>
                </a:solidFill>
                <a:latin typeface="Yu Gothic"/>
                <a:ea typeface="Yu Gothic"/>
                <a:cs typeface="Yu Gothic"/>
              </a:defRPr>
            </a:lvl2pPr>
            <a:lvl3pPr algn="l">
              <a:defRPr sz="2100" b="0">
                <a:solidFill>
                  <a:srgbClr val="182B33"/>
                </a:solidFill>
                <a:latin typeface="Yu Gothic"/>
                <a:ea typeface="Yu Gothic"/>
                <a:cs typeface="Yu Gothic"/>
              </a:defRPr>
            </a:lvl3pPr>
            <a:lvl4pPr algn="l">
              <a:defRPr sz="2100" b="0">
                <a:solidFill>
                  <a:srgbClr val="182B33"/>
                </a:solidFill>
                <a:latin typeface="Yu Gothic"/>
                <a:ea typeface="Yu Gothic"/>
                <a:cs typeface="Yu Gothic"/>
              </a:defRPr>
            </a:lvl4pPr>
            <a:lvl5pPr algn="l">
              <a:defRPr sz="2100" b="0">
                <a:solidFill>
                  <a:srgbClr val="182B33"/>
                </a:solidFill>
                <a:latin typeface="Yu Gothic"/>
                <a:ea typeface="Yu Gothic"/>
                <a:cs typeface="Yu Gothic"/>
              </a:defRPr>
            </a:lvl5pPr>
            <a:lvl6pPr algn="l">
              <a:defRPr sz="2100" b="0">
                <a:solidFill>
                  <a:srgbClr val="182B33"/>
                </a:solidFill>
                <a:latin typeface="Yu Gothic"/>
                <a:ea typeface="Yu Gothic"/>
                <a:cs typeface="Yu Gothic"/>
              </a:defRPr>
            </a:lvl6pPr>
            <a:lvl7pPr algn="l">
              <a:defRPr sz="2100" b="0">
                <a:solidFill>
                  <a:srgbClr val="182B33"/>
                </a:solidFill>
                <a:latin typeface="Yu Gothic"/>
                <a:ea typeface="Yu Gothic"/>
                <a:cs typeface="Yu Gothic"/>
              </a:defRPr>
            </a:lvl7pPr>
            <a:lvl8pPr algn="l">
              <a:defRPr sz="2100" b="0">
                <a:solidFill>
                  <a:srgbClr val="182B33"/>
                </a:solidFill>
                <a:latin typeface="Yu Gothic"/>
                <a:ea typeface="Yu Gothic"/>
                <a:cs typeface="Yu Gothic"/>
              </a:defRPr>
            </a:lvl8pPr>
            <a:lvl9pPr algn="l">
              <a:defRPr sz="2100" b="0">
                <a:solidFill>
                  <a:srgbClr val="182B33"/>
                </a:solidFill>
                <a:latin typeface="Yu Gothic"/>
                <a:ea typeface="Yu Gothic"/>
                <a:cs typeface="Yu Gothic"/>
              </a:defRPr>
            </a:lvl9pPr>
          </a:lstStyle>
          <a:p xmlns:a="http://schemas.openxmlformats.org/drawingml/2006/main">
            <a:pPr algn="l">
              <a:defRPr sz="2100" b="0">
                <a:solidFill>
                  <a:srgbClr val="182B33"/>
                </a:solidFill>
                <a:latin typeface="Yu Gothic"/>
                <a:ea typeface="Yu Gothic"/>
                <a:cs typeface="Yu Gothic"/>
              </a:defRPr>
            </a:pPr>
            <a:r>
              <a:rPr sz="2100" b="0">
                <a:solidFill>
                  <a:srgbClr val="182B33"/>
                </a:solidFill>
                <a:latin typeface="Yu Gothic"/>
                <a:ea typeface="Yu Gothic"/>
                <a:cs typeface="Yu Gothic"/>
              </a:rPr>
              <a:t>αは水平より上を正</a:t>
            </a:r>
          </a:p>
        </p:txBody>
      </p:sp>
      <p:sp>
        <p:nvSpPr>
          <p:cNvPr id="17" name="">
            <a:extLst xmlns:a="http://schemas.openxmlformats.org/drawingml/2006/main">
              <a:ext uri="{FF2B5EF4-FFF2-40B4-BE49-F238E27FC236}">
                <a16:creationId xmlns:a16="http://schemas.microsoft.com/office/drawing/2014/main" id="{E598497D-3466-44E6-832D-CAA141758551}"/>
              </a:ext>
            </a:extLst>
          </p:cNvPr>
          <p:cNvSpPr>
            <a:spLocks xmlns:a="http://schemas.openxmlformats.org/drawingml/2006/main" noGrp="1"/>
          </p:cNvSpPr>
          <p:nvPr/>
        </p:nvSpPr>
        <p:spPr>
          <a:xfrm xmlns:a="http://schemas.openxmlformats.org/drawingml/2006/main">
            <a:off x="781050" y="5219700"/>
            <a:ext cx="10287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625" b="1">
                <a:solidFill>
                  <a:srgbClr val="166B68"/>
                </a:solidFill>
                <a:latin typeface="Yu Gothic"/>
                <a:ea typeface="Yu Gothic"/>
                <a:cs typeface="Yu Gothic"/>
              </a:defRPr>
            </a:defPPr>
            <a:lvl1pPr algn="l">
              <a:defRPr sz="2625" b="1">
                <a:solidFill>
                  <a:srgbClr val="166B68"/>
                </a:solidFill>
                <a:latin typeface="Yu Gothic"/>
                <a:ea typeface="Yu Gothic"/>
                <a:cs typeface="Yu Gothic"/>
              </a:defRPr>
            </a:lvl1pPr>
            <a:lvl2pPr algn="l">
              <a:defRPr sz="2625" b="1">
                <a:solidFill>
                  <a:srgbClr val="166B68"/>
                </a:solidFill>
                <a:latin typeface="Yu Gothic"/>
                <a:ea typeface="Yu Gothic"/>
                <a:cs typeface="Yu Gothic"/>
              </a:defRPr>
            </a:lvl2pPr>
            <a:lvl3pPr algn="l">
              <a:defRPr sz="2625" b="1">
                <a:solidFill>
                  <a:srgbClr val="166B68"/>
                </a:solidFill>
                <a:latin typeface="Yu Gothic"/>
                <a:ea typeface="Yu Gothic"/>
                <a:cs typeface="Yu Gothic"/>
              </a:defRPr>
            </a:lvl3pPr>
            <a:lvl4pPr algn="l">
              <a:defRPr sz="2625" b="1">
                <a:solidFill>
                  <a:srgbClr val="166B68"/>
                </a:solidFill>
                <a:latin typeface="Yu Gothic"/>
                <a:ea typeface="Yu Gothic"/>
                <a:cs typeface="Yu Gothic"/>
              </a:defRPr>
            </a:lvl4pPr>
            <a:lvl5pPr algn="l">
              <a:defRPr sz="2625" b="1">
                <a:solidFill>
                  <a:srgbClr val="166B68"/>
                </a:solidFill>
                <a:latin typeface="Yu Gothic"/>
                <a:ea typeface="Yu Gothic"/>
                <a:cs typeface="Yu Gothic"/>
              </a:defRPr>
            </a:lvl5pPr>
            <a:lvl6pPr algn="l">
              <a:defRPr sz="2625" b="1">
                <a:solidFill>
                  <a:srgbClr val="166B68"/>
                </a:solidFill>
                <a:latin typeface="Yu Gothic"/>
                <a:ea typeface="Yu Gothic"/>
                <a:cs typeface="Yu Gothic"/>
              </a:defRPr>
            </a:lvl6pPr>
            <a:lvl7pPr algn="l">
              <a:defRPr sz="2625" b="1">
                <a:solidFill>
                  <a:srgbClr val="166B68"/>
                </a:solidFill>
                <a:latin typeface="Yu Gothic"/>
                <a:ea typeface="Yu Gothic"/>
                <a:cs typeface="Yu Gothic"/>
              </a:defRPr>
            </a:lvl7pPr>
            <a:lvl8pPr algn="l">
              <a:defRPr sz="2625" b="1">
                <a:solidFill>
                  <a:srgbClr val="166B68"/>
                </a:solidFill>
                <a:latin typeface="Yu Gothic"/>
                <a:ea typeface="Yu Gothic"/>
                <a:cs typeface="Yu Gothic"/>
              </a:defRPr>
            </a:lvl8pPr>
            <a:lvl9pPr algn="l">
              <a:defRPr sz="2625" b="1">
                <a:solidFill>
                  <a:srgbClr val="166B68"/>
                </a:solidFill>
                <a:latin typeface="Yu Gothic"/>
                <a:ea typeface="Yu Gothic"/>
                <a:cs typeface="Yu Gothic"/>
              </a:defRPr>
            </a:lvl9pPr>
          </a:lstStyle>
          <a:p xmlns:a="http://schemas.openxmlformats.org/drawingml/2006/main">
            <a:pPr algn="l">
              <a:defRPr sz="2625" b="1">
                <a:solidFill>
                  <a:srgbClr val="166B68"/>
                </a:solidFill>
                <a:latin typeface="Yu Gothic"/>
                <a:ea typeface="Yu Gothic"/>
                <a:cs typeface="Yu Gothic"/>
              </a:defRPr>
            </a:pPr>
            <a:r>
              <a:rPr sz="2625" b="1">
                <a:solidFill>
                  <a:srgbClr val="166B68"/>
                </a:solidFill>
                <a:latin typeface="Yu Gothic"/>
                <a:ea typeface="Yu Gothic"/>
                <a:cs typeface="Yu Gothic"/>
              </a:rPr>
              <a:t>Z＝78°12′30″、α＝＋11°47′30″</a:t>
            </a:r>
          </a:p>
        </p:txBody>
      </p:sp>
    </p:spTree>
    <p:extLst>
      <p:ext uri="{BB962C8B-B14F-4D97-AF65-F5344CB8AC3E}">
        <p14:creationId xmlns:p14="http://schemas.microsoft.com/office/powerpoint/2010/main" val="971872018"/>
      </p:ext>
    </p:extLst>
  </p:cSld>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0" name="">
            <a:extLst xmlns:a="http://schemas.openxmlformats.org/drawingml/2006/main">
              <a:ext uri="{FF2B5EF4-FFF2-40B4-BE49-F238E27FC236}">
                <a16:creationId xmlns:a16="http://schemas.microsoft.com/office/drawing/2014/main" id="{EBF45D4F-9A0E-439F-99BE-423F2CCDE4EF}"/>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7DF078E6-1EDD-4745-A781-ED6ACDA4BC2D}"/>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偏心観測</a:t>
            </a:r>
          </a:p>
        </p:txBody>
      </p:sp>
      <p:sp>
        <p:nvSpPr>
          <p:cNvPr id="3" name="">
            <a:extLst xmlns:a="http://schemas.openxmlformats.org/drawingml/2006/main">
              <a:ext uri="{FF2B5EF4-FFF2-40B4-BE49-F238E27FC236}">
                <a16:creationId xmlns:a16="http://schemas.microsoft.com/office/drawing/2014/main" id="{11F879F1-38A6-42DF-BE61-477BCB3A20AC}"/>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器械をOに置けないときEから測る</a:t>
            </a:r>
          </a:p>
        </p:txBody>
      </p:sp>
      <p:sp>
        <p:nvSpPr>
          <p:cNvPr id="4" name="">
            <a:extLst xmlns:a="http://schemas.openxmlformats.org/drawingml/2006/main">
              <a:ext uri="{FF2B5EF4-FFF2-40B4-BE49-F238E27FC236}">
                <a16:creationId xmlns:a16="http://schemas.microsoft.com/office/drawing/2014/main" id="{520A8789-A9F7-4A4E-83C6-0234A858EFFA}"/>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DB438BAF-F3C3-4F49-A072-AA57E2C98EF2}"/>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41</a:t>
            </a:r>
          </a:p>
        </p:txBody>
      </p:sp>
      <p:sp>
        <p:nvSpPr>
          <p:cNvPr id="6" name="">
            <a:extLst xmlns:a="http://schemas.openxmlformats.org/drawingml/2006/main">
              <a:ext uri="{FF2B5EF4-FFF2-40B4-BE49-F238E27FC236}">
                <a16:creationId xmlns:a16="http://schemas.microsoft.com/office/drawing/2014/main" id="{AB7C38E4-683F-4793-AA0F-ABBC87A7B54B}"/>
              </a:ext>
            </a:extLst>
          </p:cNvPr>
          <p:cNvSpPr>
            <a:spLocks xmlns:a="http://schemas.openxmlformats.org/drawingml/2006/main" noGrp="1"/>
          </p:cNvSpPr>
          <p:nvPr/>
        </p:nvSpPr>
        <p:spPr>
          <a:xfrm xmlns:a="http://schemas.openxmlformats.org/drawingml/2006/main">
            <a:off x="723900" y="1562100"/>
            <a:ext cx="5286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325" b="1">
                <a:solidFill>
                  <a:srgbClr val="52616A"/>
                </a:solidFill>
                <a:latin typeface="Yu Gothic"/>
                <a:ea typeface="Yu Gothic"/>
                <a:cs typeface="Yu Gothic"/>
              </a:defRPr>
            </a:defPPr>
            <a:lvl1pPr algn="l">
              <a:defRPr sz="2325" b="1">
                <a:solidFill>
                  <a:srgbClr val="52616A"/>
                </a:solidFill>
                <a:latin typeface="Yu Gothic"/>
                <a:ea typeface="Yu Gothic"/>
                <a:cs typeface="Yu Gothic"/>
              </a:defRPr>
            </a:lvl1pPr>
            <a:lvl2pPr algn="l">
              <a:defRPr sz="2325" b="1">
                <a:solidFill>
                  <a:srgbClr val="52616A"/>
                </a:solidFill>
                <a:latin typeface="Yu Gothic"/>
                <a:ea typeface="Yu Gothic"/>
                <a:cs typeface="Yu Gothic"/>
              </a:defRPr>
            </a:lvl2pPr>
            <a:lvl3pPr algn="l">
              <a:defRPr sz="2325" b="1">
                <a:solidFill>
                  <a:srgbClr val="52616A"/>
                </a:solidFill>
                <a:latin typeface="Yu Gothic"/>
                <a:ea typeface="Yu Gothic"/>
                <a:cs typeface="Yu Gothic"/>
              </a:defRPr>
            </a:lvl3pPr>
            <a:lvl4pPr algn="l">
              <a:defRPr sz="2325" b="1">
                <a:solidFill>
                  <a:srgbClr val="52616A"/>
                </a:solidFill>
                <a:latin typeface="Yu Gothic"/>
                <a:ea typeface="Yu Gothic"/>
                <a:cs typeface="Yu Gothic"/>
              </a:defRPr>
            </a:lvl4pPr>
            <a:lvl5pPr algn="l">
              <a:defRPr sz="2325" b="1">
                <a:solidFill>
                  <a:srgbClr val="52616A"/>
                </a:solidFill>
                <a:latin typeface="Yu Gothic"/>
                <a:ea typeface="Yu Gothic"/>
                <a:cs typeface="Yu Gothic"/>
              </a:defRPr>
            </a:lvl5pPr>
            <a:lvl6pPr algn="l">
              <a:defRPr sz="2325" b="1">
                <a:solidFill>
                  <a:srgbClr val="52616A"/>
                </a:solidFill>
                <a:latin typeface="Yu Gothic"/>
                <a:ea typeface="Yu Gothic"/>
                <a:cs typeface="Yu Gothic"/>
              </a:defRPr>
            </a:lvl6pPr>
            <a:lvl7pPr algn="l">
              <a:defRPr sz="2325" b="1">
                <a:solidFill>
                  <a:srgbClr val="52616A"/>
                </a:solidFill>
                <a:latin typeface="Yu Gothic"/>
                <a:ea typeface="Yu Gothic"/>
                <a:cs typeface="Yu Gothic"/>
              </a:defRPr>
            </a:lvl7pPr>
            <a:lvl8pPr algn="l">
              <a:defRPr sz="2325" b="1">
                <a:solidFill>
                  <a:srgbClr val="52616A"/>
                </a:solidFill>
                <a:latin typeface="Yu Gothic"/>
                <a:ea typeface="Yu Gothic"/>
                <a:cs typeface="Yu Gothic"/>
              </a:defRPr>
            </a:lvl8pPr>
            <a:lvl9pPr algn="l">
              <a:defRPr sz="2325" b="1">
                <a:solidFill>
                  <a:srgbClr val="52616A"/>
                </a:solidFill>
                <a:latin typeface="Yu Gothic"/>
                <a:ea typeface="Yu Gothic"/>
                <a:cs typeface="Yu Gothic"/>
              </a:defRPr>
            </a:lvl9pPr>
          </a:lstStyle>
          <a:p xmlns:a="http://schemas.openxmlformats.org/drawingml/2006/main">
            <a:pPr algn="l">
              <a:defRPr sz="2325" b="1">
                <a:solidFill>
                  <a:srgbClr val="52616A"/>
                </a:solidFill>
                <a:latin typeface="Yu Gothic"/>
                <a:ea typeface="Yu Gothic"/>
                <a:cs typeface="Yu Gothic"/>
              </a:defRPr>
            </a:pPr>
            <a:r>
              <a:rPr sz="2325" b="1">
                <a:solidFill>
                  <a:srgbClr val="52616A"/>
                </a:solidFill>
                <a:latin typeface="Yu Gothic"/>
                <a:ea typeface="Yu Gothic"/>
                <a:cs typeface="Yu Gothic"/>
              </a:rPr>
              <a:t>障害物を避けた観測値を測点中心へ戻す</a:t>
            </a:r>
          </a:p>
        </p:txBody>
      </p:sp>
      <p:sp>
        <p:nvSpPr>
          <p:cNvPr id="7" name="">
            <a:extLst xmlns:a="http://schemas.openxmlformats.org/drawingml/2006/main">
              <a:ext uri="{FF2B5EF4-FFF2-40B4-BE49-F238E27FC236}">
                <a16:creationId xmlns:a16="http://schemas.microsoft.com/office/drawing/2014/main" id="{D58CEE02-F787-43CD-8C54-A9343D4E4FB3}"/>
              </a:ext>
            </a:extLst>
          </p:cNvPr>
          <p:cNvSpPr>
            <a:spLocks xmlns:a="http://schemas.openxmlformats.org/drawingml/2006/main" noGrp="1"/>
          </p:cNvSpPr>
          <p:nvPr/>
        </p:nvSpPr>
        <p:spPr>
          <a:xfrm xmlns:a="http://schemas.openxmlformats.org/drawingml/2006/main">
            <a:off x="723900" y="2428875"/>
            <a:ext cx="228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425" b="1">
                <a:solidFill>
                  <a:srgbClr val="166B68"/>
                </a:solidFill>
                <a:latin typeface="Yu Gothic"/>
                <a:ea typeface="Yu Gothic"/>
                <a:cs typeface="Yu Gothic"/>
              </a:defRPr>
            </a:defPPr>
            <a:lvl1pPr algn="ctr">
              <a:defRPr sz="1425" b="1">
                <a:solidFill>
                  <a:srgbClr val="166B68"/>
                </a:solidFill>
                <a:latin typeface="Yu Gothic"/>
                <a:ea typeface="Yu Gothic"/>
                <a:cs typeface="Yu Gothic"/>
              </a:defRPr>
            </a:lvl1pPr>
            <a:lvl2pPr algn="ctr">
              <a:defRPr sz="1425" b="1">
                <a:solidFill>
                  <a:srgbClr val="166B68"/>
                </a:solidFill>
                <a:latin typeface="Yu Gothic"/>
                <a:ea typeface="Yu Gothic"/>
                <a:cs typeface="Yu Gothic"/>
              </a:defRPr>
            </a:lvl2pPr>
            <a:lvl3pPr algn="ctr">
              <a:defRPr sz="1425" b="1">
                <a:solidFill>
                  <a:srgbClr val="166B68"/>
                </a:solidFill>
                <a:latin typeface="Yu Gothic"/>
                <a:ea typeface="Yu Gothic"/>
                <a:cs typeface="Yu Gothic"/>
              </a:defRPr>
            </a:lvl3pPr>
            <a:lvl4pPr algn="ctr">
              <a:defRPr sz="1425" b="1">
                <a:solidFill>
                  <a:srgbClr val="166B68"/>
                </a:solidFill>
                <a:latin typeface="Yu Gothic"/>
                <a:ea typeface="Yu Gothic"/>
                <a:cs typeface="Yu Gothic"/>
              </a:defRPr>
            </a:lvl4pPr>
            <a:lvl5pPr algn="ctr">
              <a:defRPr sz="1425" b="1">
                <a:solidFill>
                  <a:srgbClr val="166B68"/>
                </a:solidFill>
                <a:latin typeface="Yu Gothic"/>
                <a:ea typeface="Yu Gothic"/>
                <a:cs typeface="Yu Gothic"/>
              </a:defRPr>
            </a:lvl5pPr>
            <a:lvl6pPr algn="ctr">
              <a:defRPr sz="1425" b="1">
                <a:solidFill>
                  <a:srgbClr val="166B68"/>
                </a:solidFill>
                <a:latin typeface="Yu Gothic"/>
                <a:ea typeface="Yu Gothic"/>
                <a:cs typeface="Yu Gothic"/>
              </a:defRPr>
            </a:lvl6pPr>
            <a:lvl7pPr algn="ctr">
              <a:defRPr sz="1425" b="1">
                <a:solidFill>
                  <a:srgbClr val="166B68"/>
                </a:solidFill>
                <a:latin typeface="Yu Gothic"/>
                <a:ea typeface="Yu Gothic"/>
                <a:cs typeface="Yu Gothic"/>
              </a:defRPr>
            </a:lvl7pPr>
            <a:lvl8pPr algn="ctr">
              <a:defRPr sz="1425" b="1">
                <a:solidFill>
                  <a:srgbClr val="166B68"/>
                </a:solidFill>
                <a:latin typeface="Yu Gothic"/>
                <a:ea typeface="Yu Gothic"/>
                <a:cs typeface="Yu Gothic"/>
              </a:defRPr>
            </a:lvl8pPr>
            <a:lvl9pPr algn="ctr">
              <a:defRPr sz="1425" b="1">
                <a:solidFill>
                  <a:srgbClr val="166B68"/>
                </a:solidFill>
                <a:latin typeface="Yu Gothic"/>
                <a:ea typeface="Yu Gothic"/>
                <a:cs typeface="Yu Gothic"/>
              </a:defRPr>
            </a:lvl9pPr>
          </a:lstStyle>
          <a:p xmlns:a="http://schemas.openxmlformats.org/drawingml/2006/main">
            <a:pPr algn="ctr">
              <a:defRPr sz="1425" b="1">
                <a:solidFill>
                  <a:srgbClr val="166B68"/>
                </a:solidFill>
                <a:latin typeface="Yu Gothic"/>
                <a:ea typeface="Yu Gothic"/>
                <a:cs typeface="Yu Gothic"/>
              </a:defRPr>
            </a:pPr>
            <a:r>
              <a:rPr sz="1425" b="1">
                <a:solidFill>
                  <a:srgbClr val="166B68"/>
                </a:solidFill>
                <a:latin typeface="Yu Gothic"/>
                <a:ea typeface="Yu Gothic"/>
                <a:cs typeface="Yu Gothic"/>
              </a:rPr>
              <a:t>●</a:t>
            </a:r>
          </a:p>
        </p:txBody>
      </p:sp>
      <p:sp>
        <p:nvSpPr>
          <p:cNvPr id="8" name="">
            <a:extLst xmlns:a="http://schemas.openxmlformats.org/drawingml/2006/main">
              <a:ext uri="{FF2B5EF4-FFF2-40B4-BE49-F238E27FC236}">
                <a16:creationId xmlns:a16="http://schemas.microsoft.com/office/drawing/2014/main" id="{D6B5DCA0-F728-43AA-8093-E9923148E104}"/>
              </a:ext>
            </a:extLst>
          </p:cNvPr>
          <p:cNvSpPr>
            <a:spLocks xmlns:a="http://schemas.openxmlformats.org/drawingml/2006/main" noGrp="1"/>
          </p:cNvSpPr>
          <p:nvPr/>
        </p:nvSpPr>
        <p:spPr>
          <a:xfrm xmlns:a="http://schemas.openxmlformats.org/drawingml/2006/main">
            <a:off x="1047750" y="242887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O：本来の測点中心</a:t>
            </a:r>
          </a:p>
        </p:txBody>
      </p:sp>
      <p:sp>
        <p:nvSpPr>
          <p:cNvPr id="9" name="">
            <a:extLst xmlns:a="http://schemas.openxmlformats.org/drawingml/2006/main">
              <a:ext uri="{FF2B5EF4-FFF2-40B4-BE49-F238E27FC236}">
                <a16:creationId xmlns:a16="http://schemas.microsoft.com/office/drawing/2014/main" id="{319B7C3C-DE46-4A6E-AA2E-336DB32128AC}"/>
              </a:ext>
            </a:extLst>
          </p:cNvPr>
          <p:cNvSpPr>
            <a:spLocks xmlns:a="http://schemas.openxmlformats.org/drawingml/2006/main" noGrp="1"/>
          </p:cNvSpPr>
          <p:nvPr/>
        </p:nvSpPr>
        <p:spPr>
          <a:xfrm xmlns:a="http://schemas.openxmlformats.org/drawingml/2006/main">
            <a:off x="723900" y="3019425"/>
            <a:ext cx="228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425" b="1">
                <a:solidFill>
                  <a:srgbClr val="166B68"/>
                </a:solidFill>
                <a:latin typeface="Yu Gothic"/>
                <a:ea typeface="Yu Gothic"/>
                <a:cs typeface="Yu Gothic"/>
              </a:defRPr>
            </a:defPPr>
            <a:lvl1pPr algn="ctr">
              <a:defRPr sz="1425" b="1">
                <a:solidFill>
                  <a:srgbClr val="166B68"/>
                </a:solidFill>
                <a:latin typeface="Yu Gothic"/>
                <a:ea typeface="Yu Gothic"/>
                <a:cs typeface="Yu Gothic"/>
              </a:defRPr>
            </a:lvl1pPr>
            <a:lvl2pPr algn="ctr">
              <a:defRPr sz="1425" b="1">
                <a:solidFill>
                  <a:srgbClr val="166B68"/>
                </a:solidFill>
                <a:latin typeface="Yu Gothic"/>
                <a:ea typeface="Yu Gothic"/>
                <a:cs typeface="Yu Gothic"/>
              </a:defRPr>
            </a:lvl2pPr>
            <a:lvl3pPr algn="ctr">
              <a:defRPr sz="1425" b="1">
                <a:solidFill>
                  <a:srgbClr val="166B68"/>
                </a:solidFill>
                <a:latin typeface="Yu Gothic"/>
                <a:ea typeface="Yu Gothic"/>
                <a:cs typeface="Yu Gothic"/>
              </a:defRPr>
            </a:lvl3pPr>
            <a:lvl4pPr algn="ctr">
              <a:defRPr sz="1425" b="1">
                <a:solidFill>
                  <a:srgbClr val="166B68"/>
                </a:solidFill>
                <a:latin typeface="Yu Gothic"/>
                <a:ea typeface="Yu Gothic"/>
                <a:cs typeface="Yu Gothic"/>
              </a:defRPr>
            </a:lvl4pPr>
            <a:lvl5pPr algn="ctr">
              <a:defRPr sz="1425" b="1">
                <a:solidFill>
                  <a:srgbClr val="166B68"/>
                </a:solidFill>
                <a:latin typeface="Yu Gothic"/>
                <a:ea typeface="Yu Gothic"/>
                <a:cs typeface="Yu Gothic"/>
              </a:defRPr>
            </a:lvl5pPr>
            <a:lvl6pPr algn="ctr">
              <a:defRPr sz="1425" b="1">
                <a:solidFill>
                  <a:srgbClr val="166B68"/>
                </a:solidFill>
                <a:latin typeface="Yu Gothic"/>
                <a:ea typeface="Yu Gothic"/>
                <a:cs typeface="Yu Gothic"/>
              </a:defRPr>
            </a:lvl6pPr>
            <a:lvl7pPr algn="ctr">
              <a:defRPr sz="1425" b="1">
                <a:solidFill>
                  <a:srgbClr val="166B68"/>
                </a:solidFill>
                <a:latin typeface="Yu Gothic"/>
                <a:ea typeface="Yu Gothic"/>
                <a:cs typeface="Yu Gothic"/>
              </a:defRPr>
            </a:lvl7pPr>
            <a:lvl8pPr algn="ctr">
              <a:defRPr sz="1425" b="1">
                <a:solidFill>
                  <a:srgbClr val="166B68"/>
                </a:solidFill>
                <a:latin typeface="Yu Gothic"/>
                <a:ea typeface="Yu Gothic"/>
                <a:cs typeface="Yu Gothic"/>
              </a:defRPr>
            </a:lvl8pPr>
            <a:lvl9pPr algn="ctr">
              <a:defRPr sz="1425" b="1">
                <a:solidFill>
                  <a:srgbClr val="166B68"/>
                </a:solidFill>
                <a:latin typeface="Yu Gothic"/>
                <a:ea typeface="Yu Gothic"/>
                <a:cs typeface="Yu Gothic"/>
              </a:defRPr>
            </a:lvl9pPr>
          </a:lstStyle>
          <a:p xmlns:a="http://schemas.openxmlformats.org/drawingml/2006/main">
            <a:pPr algn="ctr">
              <a:defRPr sz="1425" b="1">
                <a:solidFill>
                  <a:srgbClr val="166B68"/>
                </a:solidFill>
                <a:latin typeface="Yu Gothic"/>
                <a:ea typeface="Yu Gothic"/>
                <a:cs typeface="Yu Gothic"/>
              </a:defRPr>
            </a:pPr>
            <a:r>
              <a:rPr sz="1425" b="1">
                <a:solidFill>
                  <a:srgbClr val="166B68"/>
                </a:solidFill>
                <a:latin typeface="Yu Gothic"/>
                <a:ea typeface="Yu Gothic"/>
                <a:cs typeface="Yu Gothic"/>
              </a:rPr>
              <a:t>●</a:t>
            </a:r>
          </a:p>
        </p:txBody>
      </p:sp>
      <p:sp>
        <p:nvSpPr>
          <p:cNvPr id="10" name="">
            <a:extLst xmlns:a="http://schemas.openxmlformats.org/drawingml/2006/main">
              <a:ext uri="{FF2B5EF4-FFF2-40B4-BE49-F238E27FC236}">
                <a16:creationId xmlns:a16="http://schemas.microsoft.com/office/drawing/2014/main" id="{A42B5A68-EB5D-4FCA-A1B2-84CCBD29864C}"/>
              </a:ext>
            </a:extLst>
          </p:cNvPr>
          <p:cNvSpPr>
            <a:spLocks xmlns:a="http://schemas.openxmlformats.org/drawingml/2006/main" noGrp="1"/>
          </p:cNvSpPr>
          <p:nvPr/>
        </p:nvSpPr>
        <p:spPr>
          <a:xfrm xmlns:a="http://schemas.openxmlformats.org/drawingml/2006/main">
            <a:off x="1047750" y="301942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E：東へ1 mの偏心位置</a:t>
            </a:r>
          </a:p>
        </p:txBody>
      </p:sp>
      <p:sp>
        <p:nvSpPr>
          <p:cNvPr id="11" name="">
            <a:extLst xmlns:a="http://schemas.openxmlformats.org/drawingml/2006/main">
              <a:ext uri="{FF2B5EF4-FFF2-40B4-BE49-F238E27FC236}">
                <a16:creationId xmlns:a16="http://schemas.microsoft.com/office/drawing/2014/main" id="{5D3017FB-F8AF-4088-AF48-1B139C77D1B7}"/>
              </a:ext>
            </a:extLst>
          </p:cNvPr>
          <p:cNvSpPr>
            <a:spLocks xmlns:a="http://schemas.openxmlformats.org/drawingml/2006/main" noGrp="1"/>
          </p:cNvSpPr>
          <p:nvPr/>
        </p:nvSpPr>
        <p:spPr>
          <a:xfrm xmlns:a="http://schemas.openxmlformats.org/drawingml/2006/main">
            <a:off x="723900" y="3609975"/>
            <a:ext cx="228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425" b="1">
                <a:solidFill>
                  <a:srgbClr val="166B68"/>
                </a:solidFill>
                <a:latin typeface="Yu Gothic"/>
                <a:ea typeface="Yu Gothic"/>
                <a:cs typeface="Yu Gothic"/>
              </a:defRPr>
            </a:defPPr>
            <a:lvl1pPr algn="ctr">
              <a:defRPr sz="1425" b="1">
                <a:solidFill>
                  <a:srgbClr val="166B68"/>
                </a:solidFill>
                <a:latin typeface="Yu Gothic"/>
                <a:ea typeface="Yu Gothic"/>
                <a:cs typeface="Yu Gothic"/>
              </a:defRPr>
            </a:lvl1pPr>
            <a:lvl2pPr algn="ctr">
              <a:defRPr sz="1425" b="1">
                <a:solidFill>
                  <a:srgbClr val="166B68"/>
                </a:solidFill>
                <a:latin typeface="Yu Gothic"/>
                <a:ea typeface="Yu Gothic"/>
                <a:cs typeface="Yu Gothic"/>
              </a:defRPr>
            </a:lvl2pPr>
            <a:lvl3pPr algn="ctr">
              <a:defRPr sz="1425" b="1">
                <a:solidFill>
                  <a:srgbClr val="166B68"/>
                </a:solidFill>
                <a:latin typeface="Yu Gothic"/>
                <a:ea typeface="Yu Gothic"/>
                <a:cs typeface="Yu Gothic"/>
              </a:defRPr>
            </a:lvl3pPr>
            <a:lvl4pPr algn="ctr">
              <a:defRPr sz="1425" b="1">
                <a:solidFill>
                  <a:srgbClr val="166B68"/>
                </a:solidFill>
                <a:latin typeface="Yu Gothic"/>
                <a:ea typeface="Yu Gothic"/>
                <a:cs typeface="Yu Gothic"/>
              </a:defRPr>
            </a:lvl4pPr>
            <a:lvl5pPr algn="ctr">
              <a:defRPr sz="1425" b="1">
                <a:solidFill>
                  <a:srgbClr val="166B68"/>
                </a:solidFill>
                <a:latin typeface="Yu Gothic"/>
                <a:ea typeface="Yu Gothic"/>
                <a:cs typeface="Yu Gothic"/>
              </a:defRPr>
            </a:lvl5pPr>
            <a:lvl6pPr algn="ctr">
              <a:defRPr sz="1425" b="1">
                <a:solidFill>
                  <a:srgbClr val="166B68"/>
                </a:solidFill>
                <a:latin typeface="Yu Gothic"/>
                <a:ea typeface="Yu Gothic"/>
                <a:cs typeface="Yu Gothic"/>
              </a:defRPr>
            </a:lvl6pPr>
            <a:lvl7pPr algn="ctr">
              <a:defRPr sz="1425" b="1">
                <a:solidFill>
                  <a:srgbClr val="166B68"/>
                </a:solidFill>
                <a:latin typeface="Yu Gothic"/>
                <a:ea typeface="Yu Gothic"/>
                <a:cs typeface="Yu Gothic"/>
              </a:defRPr>
            </a:lvl7pPr>
            <a:lvl8pPr algn="ctr">
              <a:defRPr sz="1425" b="1">
                <a:solidFill>
                  <a:srgbClr val="166B68"/>
                </a:solidFill>
                <a:latin typeface="Yu Gothic"/>
                <a:ea typeface="Yu Gothic"/>
                <a:cs typeface="Yu Gothic"/>
              </a:defRPr>
            </a:lvl8pPr>
            <a:lvl9pPr algn="ctr">
              <a:defRPr sz="1425" b="1">
                <a:solidFill>
                  <a:srgbClr val="166B68"/>
                </a:solidFill>
                <a:latin typeface="Yu Gothic"/>
                <a:ea typeface="Yu Gothic"/>
                <a:cs typeface="Yu Gothic"/>
              </a:defRPr>
            </a:lvl9pPr>
          </a:lstStyle>
          <a:p xmlns:a="http://schemas.openxmlformats.org/drawingml/2006/main">
            <a:pPr algn="ctr">
              <a:defRPr sz="1425" b="1">
                <a:solidFill>
                  <a:srgbClr val="166B68"/>
                </a:solidFill>
                <a:latin typeface="Yu Gothic"/>
                <a:ea typeface="Yu Gothic"/>
                <a:cs typeface="Yu Gothic"/>
              </a:defRPr>
            </a:pPr>
            <a:r>
              <a:rPr sz="1425" b="1">
                <a:solidFill>
                  <a:srgbClr val="166B68"/>
                </a:solidFill>
                <a:latin typeface="Yu Gothic"/>
                <a:ea typeface="Yu Gothic"/>
                <a:cs typeface="Yu Gothic"/>
              </a:rPr>
              <a:t>●</a:t>
            </a:r>
          </a:p>
        </p:txBody>
      </p:sp>
      <p:sp>
        <p:nvSpPr>
          <p:cNvPr id="12" name="">
            <a:extLst xmlns:a="http://schemas.openxmlformats.org/drawingml/2006/main">
              <a:ext uri="{FF2B5EF4-FFF2-40B4-BE49-F238E27FC236}">
                <a16:creationId xmlns:a16="http://schemas.microsoft.com/office/drawing/2014/main" id="{29934DC5-AF78-4A3C-B0D6-2C6F79EA39D8}"/>
              </a:ext>
            </a:extLst>
          </p:cNvPr>
          <p:cNvSpPr>
            <a:spLocks xmlns:a="http://schemas.openxmlformats.org/drawingml/2006/main" noGrp="1"/>
          </p:cNvSpPr>
          <p:nvPr/>
        </p:nvSpPr>
        <p:spPr>
          <a:xfrm xmlns:a="http://schemas.openxmlformats.org/drawingml/2006/main">
            <a:off x="1047750" y="360997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近い目標ほど方向が変わる</a:t>
            </a:r>
          </a:p>
        </p:txBody>
      </p:sp>
      <p:sp>
        <p:nvSpPr>
          <p:cNvPr id="13" name="">
            <a:extLst xmlns:a="http://schemas.openxmlformats.org/drawingml/2006/main">
              <a:ext uri="{FF2B5EF4-FFF2-40B4-BE49-F238E27FC236}">
                <a16:creationId xmlns:a16="http://schemas.microsoft.com/office/drawing/2014/main" id="{1658574B-42D9-44A1-A566-8FD486523127}"/>
              </a:ext>
            </a:extLst>
          </p:cNvPr>
          <p:cNvSpPr>
            <a:spLocks xmlns:a="http://schemas.openxmlformats.org/drawingml/2006/main" noGrp="1"/>
          </p:cNvSpPr>
          <p:nvPr/>
        </p:nvSpPr>
        <p:spPr>
          <a:xfrm xmlns:a="http://schemas.openxmlformats.org/drawingml/2006/main">
            <a:off x="7720013" y="4427220"/>
            <a:ext cx="3159443" cy="9525"/>
          </a:xfrm>
          <a:custGeom xmlns:a="http://schemas.openxmlformats.org/drawingml/2006/main">
            <a:pathLst>
              <a:path w="3159443" h="9525">
                <a:moveTo>
                  <a:pt x="0" y="0"/>
                </a:moveTo>
                <a:lnTo>
                  <a:pt x="3159443" y="0"/>
                </a:lnTo>
              </a:path>
            </a:pathLst>
          </a:custGeom>
          <a:noFill xmlns:a="http://schemas.openxmlformats.org/drawingml/2006/main"/>
          <a:ln xmlns:a="http://schemas.openxmlformats.org/drawingml/2006/main" w="19050">
            <a:solidFill>
              <a:srgbClr val="CFD9DD"/>
            </a:solidFill>
            <a:prstDash val="solid"/>
          </a:ln>
        </p:spPr>
      </p:sp>
      <p:sp>
        <p:nvSpPr>
          <p:cNvPr id="14" name="">
            <a:extLst xmlns:a="http://schemas.openxmlformats.org/drawingml/2006/main">
              <a:ext uri="{FF2B5EF4-FFF2-40B4-BE49-F238E27FC236}">
                <a16:creationId xmlns:a16="http://schemas.microsoft.com/office/drawing/2014/main" id="{93C103DA-1662-46DD-96F6-8C0B051B70CC}"/>
              </a:ext>
            </a:extLst>
          </p:cNvPr>
          <p:cNvSpPr>
            <a:spLocks xmlns:a="http://schemas.openxmlformats.org/drawingml/2006/main" noGrp="1"/>
          </p:cNvSpPr>
          <p:nvPr/>
        </p:nvSpPr>
        <p:spPr>
          <a:xfrm xmlns:a="http://schemas.openxmlformats.org/drawingml/2006/main">
            <a:off x="10798252" y="4377434"/>
            <a:ext cx="81203" cy="99572"/>
          </a:xfrm>
          <a:custGeom xmlns:a="http://schemas.openxmlformats.org/drawingml/2006/main">
            <a:pathLst>
              <a:path w="81203" h="99572">
                <a:moveTo>
                  <a:pt x="0" y="99572"/>
                </a:moveTo>
                <a:lnTo>
                  <a:pt x="81203" y="49786"/>
                </a:lnTo>
                <a:lnTo>
                  <a:pt x="0" y="0"/>
                </a:lnTo>
              </a:path>
            </a:pathLst>
          </a:custGeom>
          <a:noFill xmlns:a="http://schemas.openxmlformats.org/drawingml/2006/main"/>
          <a:ln xmlns:a="http://schemas.openxmlformats.org/drawingml/2006/main" w="19050">
            <a:solidFill>
              <a:srgbClr val="CFD9DD"/>
            </a:solidFill>
            <a:prstDash val="solid"/>
          </a:ln>
        </p:spPr>
      </p:sp>
      <p:sp>
        <p:nvSpPr>
          <p:cNvPr id="15" name="">
            <a:extLst xmlns:a="http://schemas.openxmlformats.org/drawingml/2006/main">
              <a:ext uri="{FF2B5EF4-FFF2-40B4-BE49-F238E27FC236}">
                <a16:creationId xmlns:a16="http://schemas.microsoft.com/office/drawing/2014/main" id="{6DB5B55F-13ED-455E-9ED3-2BB3F247F6F7}"/>
              </a:ext>
            </a:extLst>
          </p:cNvPr>
          <p:cNvSpPr>
            <a:spLocks xmlns:a="http://schemas.openxmlformats.org/drawingml/2006/main" noGrp="1"/>
          </p:cNvSpPr>
          <p:nvPr/>
        </p:nvSpPr>
        <p:spPr>
          <a:xfrm xmlns:a="http://schemas.openxmlformats.org/drawingml/2006/main">
            <a:off x="7720013" y="1733550"/>
            <a:ext cx="9525" cy="2693670"/>
          </a:xfrm>
          <a:custGeom xmlns:a="http://schemas.openxmlformats.org/drawingml/2006/main">
            <a:pathLst>
              <a:path w="9525" h="2693670">
                <a:moveTo>
                  <a:pt x="0" y="2693670"/>
                </a:moveTo>
                <a:lnTo>
                  <a:pt x="0" y="0"/>
                </a:lnTo>
              </a:path>
            </a:pathLst>
          </a:custGeom>
          <a:noFill xmlns:a="http://schemas.openxmlformats.org/drawingml/2006/main"/>
          <a:ln xmlns:a="http://schemas.openxmlformats.org/drawingml/2006/main" w="19050">
            <a:solidFill>
              <a:srgbClr val="CFD9DD"/>
            </a:solidFill>
            <a:prstDash val="solid"/>
          </a:ln>
        </p:spPr>
      </p:sp>
      <p:sp>
        <p:nvSpPr>
          <p:cNvPr id="16" name="">
            <a:extLst xmlns:a="http://schemas.openxmlformats.org/drawingml/2006/main">
              <a:ext uri="{FF2B5EF4-FFF2-40B4-BE49-F238E27FC236}">
                <a16:creationId xmlns:a16="http://schemas.microsoft.com/office/drawing/2014/main" id="{580BCFC1-957D-4F26-B226-9FC9999A09A5}"/>
              </a:ext>
            </a:extLst>
          </p:cNvPr>
          <p:cNvSpPr>
            <a:spLocks xmlns:a="http://schemas.openxmlformats.org/drawingml/2006/main" noGrp="1"/>
          </p:cNvSpPr>
          <p:nvPr/>
        </p:nvSpPr>
        <p:spPr>
          <a:xfrm xmlns:a="http://schemas.openxmlformats.org/drawingml/2006/main">
            <a:off x="7670227" y="1733550"/>
            <a:ext cx="99572" cy="81203"/>
          </a:xfrm>
          <a:custGeom xmlns:a="http://schemas.openxmlformats.org/drawingml/2006/main">
            <a:pathLst>
              <a:path w="99572" h="81203">
                <a:moveTo>
                  <a:pt x="99572" y="81203"/>
                </a:moveTo>
                <a:lnTo>
                  <a:pt x="49786" y="0"/>
                </a:lnTo>
                <a:lnTo>
                  <a:pt x="0" y="81203"/>
                </a:lnTo>
              </a:path>
            </a:pathLst>
          </a:custGeom>
          <a:noFill xmlns:a="http://schemas.openxmlformats.org/drawingml/2006/main"/>
          <a:ln xmlns:a="http://schemas.openxmlformats.org/drawingml/2006/main" w="19050">
            <a:solidFill>
              <a:srgbClr val="CFD9DD"/>
            </a:solidFill>
            <a:prstDash val="solid"/>
          </a:ln>
        </p:spPr>
      </p:sp>
      <p:sp>
        <p:nvSpPr>
          <p:cNvPr id="17" name="">
            <a:extLst xmlns:a="http://schemas.openxmlformats.org/drawingml/2006/main">
              <a:ext uri="{FF2B5EF4-FFF2-40B4-BE49-F238E27FC236}">
                <a16:creationId xmlns:a16="http://schemas.microsoft.com/office/drawing/2014/main" id="{0CB4808E-A7C6-4E59-A162-32410686F879}"/>
              </a:ext>
            </a:extLst>
          </p:cNvPr>
          <p:cNvSpPr>
            <a:spLocks xmlns:a="http://schemas.openxmlformats.org/drawingml/2006/main" noGrp="1"/>
          </p:cNvSpPr>
          <p:nvPr/>
        </p:nvSpPr>
        <p:spPr>
          <a:xfrm xmlns:a="http://schemas.openxmlformats.org/drawingml/2006/main">
            <a:off x="7720013" y="2949416"/>
            <a:ext cx="9525" cy="1477804"/>
          </a:xfrm>
          <a:custGeom xmlns:a="http://schemas.openxmlformats.org/drawingml/2006/main">
            <a:pathLst>
              <a:path w="9525" h="1477804">
                <a:moveTo>
                  <a:pt x="0" y="1477804"/>
                </a:moveTo>
                <a:lnTo>
                  <a:pt x="0" y="0"/>
                </a:lnTo>
              </a:path>
            </a:pathLst>
          </a:custGeom>
          <a:noFill xmlns:a="http://schemas.openxmlformats.org/drawingml/2006/main"/>
          <a:ln xmlns:a="http://schemas.openxmlformats.org/drawingml/2006/main" w="28575">
            <a:solidFill>
              <a:srgbClr val="182B33"/>
            </a:solidFill>
            <a:prstDash val="solid"/>
          </a:ln>
        </p:spPr>
      </p:sp>
      <p:sp>
        <p:nvSpPr>
          <p:cNvPr id="18" name="">
            <a:extLst xmlns:a="http://schemas.openxmlformats.org/drawingml/2006/main">
              <a:ext uri="{FF2B5EF4-FFF2-40B4-BE49-F238E27FC236}">
                <a16:creationId xmlns:a16="http://schemas.microsoft.com/office/drawing/2014/main" id="{2E103B60-9CFB-4301-A960-6CF32F9DCC07}"/>
              </a:ext>
            </a:extLst>
          </p:cNvPr>
          <p:cNvSpPr>
            <a:spLocks xmlns:a="http://schemas.openxmlformats.org/drawingml/2006/main" noGrp="1"/>
          </p:cNvSpPr>
          <p:nvPr/>
        </p:nvSpPr>
        <p:spPr>
          <a:xfrm xmlns:a="http://schemas.openxmlformats.org/drawingml/2006/main">
            <a:off x="7720013" y="4427220"/>
            <a:ext cx="1477804" cy="9525"/>
          </a:xfrm>
          <a:custGeom xmlns:a="http://schemas.openxmlformats.org/drawingml/2006/main">
            <a:pathLst>
              <a:path w="1477804" h="9525">
                <a:moveTo>
                  <a:pt x="0" y="0"/>
                </a:moveTo>
                <a:lnTo>
                  <a:pt x="1477804" y="0"/>
                </a:lnTo>
              </a:path>
            </a:pathLst>
          </a:custGeom>
          <a:noFill xmlns:a="http://schemas.openxmlformats.org/drawingml/2006/main"/>
          <a:ln xmlns:a="http://schemas.openxmlformats.org/drawingml/2006/main" w="28575">
            <a:solidFill>
              <a:srgbClr val="182B33"/>
            </a:solidFill>
            <a:prstDash val="solid"/>
          </a:ln>
        </p:spPr>
      </p:sp>
      <p:sp>
        <p:nvSpPr>
          <p:cNvPr id="19" name="">
            <a:extLst xmlns:a="http://schemas.openxmlformats.org/drawingml/2006/main">
              <a:ext uri="{FF2B5EF4-FFF2-40B4-BE49-F238E27FC236}">
                <a16:creationId xmlns:a16="http://schemas.microsoft.com/office/drawing/2014/main" id="{C11A2C5B-3873-4131-A13A-F80505B5540C}"/>
              </a:ext>
            </a:extLst>
          </p:cNvPr>
          <p:cNvSpPr>
            <a:spLocks xmlns:a="http://schemas.openxmlformats.org/drawingml/2006/main" noGrp="1"/>
          </p:cNvSpPr>
          <p:nvPr/>
        </p:nvSpPr>
        <p:spPr>
          <a:xfrm xmlns:a="http://schemas.openxmlformats.org/drawingml/2006/main">
            <a:off x="7720013" y="2949416"/>
            <a:ext cx="523875" cy="1477804"/>
          </a:xfrm>
          <a:custGeom xmlns:a="http://schemas.openxmlformats.org/drawingml/2006/main">
            <a:pathLst>
              <a:path w="523875" h="1477804">
                <a:moveTo>
                  <a:pt x="523875" y="1477804"/>
                </a:moveTo>
                <a:lnTo>
                  <a:pt x="0" y="0"/>
                </a:lnTo>
              </a:path>
            </a:pathLst>
          </a:custGeom>
          <a:noFill xmlns:a="http://schemas.openxmlformats.org/drawingml/2006/main"/>
          <a:ln xmlns:a="http://schemas.openxmlformats.org/drawingml/2006/main" w="28575">
            <a:solidFill>
              <a:srgbClr val="A94737"/>
            </a:solidFill>
            <a:prstDash val="solid"/>
          </a:ln>
        </p:spPr>
      </p:sp>
      <p:sp>
        <p:nvSpPr>
          <p:cNvPr id="20" name="">
            <a:extLst xmlns:a="http://schemas.openxmlformats.org/drawingml/2006/main">
              <a:ext uri="{FF2B5EF4-FFF2-40B4-BE49-F238E27FC236}">
                <a16:creationId xmlns:a16="http://schemas.microsoft.com/office/drawing/2014/main" id="{64A89326-A739-47E2-9412-080C6D6D6065}"/>
              </a:ext>
            </a:extLst>
          </p:cNvPr>
          <p:cNvSpPr>
            <a:spLocks xmlns:a="http://schemas.openxmlformats.org/drawingml/2006/main" noGrp="1"/>
          </p:cNvSpPr>
          <p:nvPr/>
        </p:nvSpPr>
        <p:spPr>
          <a:xfrm xmlns:a="http://schemas.openxmlformats.org/drawingml/2006/main">
            <a:off x="8243888" y="4427220"/>
            <a:ext cx="953929" cy="9525"/>
          </a:xfrm>
          <a:custGeom xmlns:a="http://schemas.openxmlformats.org/drawingml/2006/main">
            <a:pathLst>
              <a:path w="953929" h="9525">
                <a:moveTo>
                  <a:pt x="0" y="0"/>
                </a:moveTo>
                <a:lnTo>
                  <a:pt x="953929" y="0"/>
                </a:lnTo>
              </a:path>
            </a:pathLst>
          </a:custGeom>
          <a:noFill xmlns:a="http://schemas.openxmlformats.org/drawingml/2006/main"/>
          <a:ln xmlns:a="http://schemas.openxmlformats.org/drawingml/2006/main" w="28575">
            <a:solidFill>
              <a:srgbClr val="A94737"/>
            </a:solidFill>
            <a:prstDash val="solid"/>
          </a:ln>
        </p:spPr>
      </p:sp>
      <p:sp>
        <p:nvSpPr>
          <p:cNvPr id="21" name="">
            <a:extLst xmlns:a="http://schemas.openxmlformats.org/drawingml/2006/main">
              <a:ext uri="{FF2B5EF4-FFF2-40B4-BE49-F238E27FC236}">
                <a16:creationId xmlns:a16="http://schemas.microsoft.com/office/drawing/2014/main" id="{53EEC217-1DD8-46E4-92B1-D6F855E0EA83}"/>
              </a:ext>
            </a:extLst>
          </p:cNvPr>
          <p:cNvSpPr>
            <a:spLocks xmlns:a="http://schemas.openxmlformats.org/drawingml/2006/main" noGrp="1"/>
          </p:cNvSpPr>
          <p:nvPr/>
        </p:nvSpPr>
        <p:spPr>
          <a:xfrm xmlns:a="http://schemas.openxmlformats.org/drawingml/2006/main">
            <a:off x="8243888" y="1809750"/>
            <a:ext cx="9525" cy="2617470"/>
          </a:xfrm>
          <a:custGeom xmlns:a="http://schemas.openxmlformats.org/drawingml/2006/main">
            <a:pathLst>
              <a:path w="9525" h="2617470">
                <a:moveTo>
                  <a:pt x="0" y="2617470"/>
                </a:moveTo>
                <a:lnTo>
                  <a:pt x="0" y="0"/>
                </a:lnTo>
              </a:path>
            </a:pathLst>
          </a:custGeom>
          <a:noFill xmlns:a="http://schemas.openxmlformats.org/drawingml/2006/main"/>
          <a:ln xmlns:a="http://schemas.openxmlformats.org/drawingml/2006/main" w="19050">
            <a:solidFill>
              <a:srgbClr val="CFD9DD"/>
            </a:solidFill>
            <a:prstDash val="dash"/>
          </a:ln>
        </p:spPr>
      </p:sp>
      <p:sp>
        <p:nvSpPr>
          <p:cNvPr id="22" name="">
            <a:extLst xmlns:a="http://schemas.openxmlformats.org/drawingml/2006/main">
              <a:ext uri="{FF2B5EF4-FFF2-40B4-BE49-F238E27FC236}">
                <a16:creationId xmlns:a16="http://schemas.microsoft.com/office/drawing/2014/main" id="{D123CFEF-E45E-4854-9894-71CD89729A0B}"/>
              </a:ext>
            </a:extLst>
          </p:cNvPr>
          <p:cNvSpPr>
            <a:spLocks xmlns:a="http://schemas.openxmlformats.org/drawingml/2006/main" noGrp="1"/>
          </p:cNvSpPr>
          <p:nvPr/>
        </p:nvSpPr>
        <p:spPr>
          <a:xfrm xmlns:a="http://schemas.openxmlformats.org/drawingml/2006/main">
            <a:off x="7653338" y="4360545"/>
            <a:ext cx="133350" cy="133350"/>
          </a:xfrm>
          <a:prstGeom xmlns:a="http://schemas.openxmlformats.org/drawingml/2006/main" prst="ellipse">
            <a:avLst/>
          </a:prstGeom>
          <a:solidFill xmlns:a="http://schemas.openxmlformats.org/drawingml/2006/main">
            <a:srgbClr val="166B68"/>
          </a:solidFill>
          <a:ln xmlns:a="http://schemas.openxmlformats.org/drawingml/2006/main" w="9525">
            <a:solidFill>
              <a:srgbClr val="166B68"/>
            </a:solidFill>
          </a:ln>
        </p:spPr>
      </p:sp>
      <p:sp>
        <p:nvSpPr>
          <p:cNvPr id="23" name="">
            <a:extLst xmlns:a="http://schemas.openxmlformats.org/drawingml/2006/main">
              <a:ext uri="{FF2B5EF4-FFF2-40B4-BE49-F238E27FC236}">
                <a16:creationId xmlns:a16="http://schemas.microsoft.com/office/drawing/2014/main" id="{7D84D63E-70EA-4B93-8236-00FD31D811C6}"/>
              </a:ext>
            </a:extLst>
          </p:cNvPr>
          <p:cNvSpPr>
            <a:spLocks xmlns:a="http://schemas.openxmlformats.org/drawingml/2006/main" noGrp="1"/>
          </p:cNvSpPr>
          <p:nvPr/>
        </p:nvSpPr>
        <p:spPr>
          <a:xfrm xmlns:a="http://schemas.openxmlformats.org/drawingml/2006/main">
            <a:off x="8177213" y="4360545"/>
            <a:ext cx="133350" cy="133350"/>
          </a:xfrm>
          <a:prstGeom xmlns:a="http://schemas.openxmlformats.org/drawingml/2006/main" prst="ellipse">
            <a:avLst/>
          </a:prstGeom>
          <a:solidFill xmlns:a="http://schemas.openxmlformats.org/drawingml/2006/main">
            <a:srgbClr val="A94737"/>
          </a:solidFill>
          <a:ln xmlns:a="http://schemas.openxmlformats.org/drawingml/2006/main" w="9525">
            <a:solidFill>
              <a:srgbClr val="A94737"/>
            </a:solidFill>
          </a:ln>
        </p:spPr>
      </p:sp>
      <p:sp>
        <p:nvSpPr>
          <p:cNvPr id="24" name="">
            <a:extLst xmlns:a="http://schemas.openxmlformats.org/drawingml/2006/main">
              <a:ext uri="{FF2B5EF4-FFF2-40B4-BE49-F238E27FC236}">
                <a16:creationId xmlns:a16="http://schemas.microsoft.com/office/drawing/2014/main" id="{934BCCF9-50CF-4F2A-B788-CC66079D173C}"/>
              </a:ext>
            </a:extLst>
          </p:cNvPr>
          <p:cNvSpPr>
            <a:spLocks xmlns:a="http://schemas.openxmlformats.org/drawingml/2006/main" noGrp="1"/>
          </p:cNvSpPr>
          <p:nvPr/>
        </p:nvSpPr>
        <p:spPr>
          <a:xfrm xmlns:a="http://schemas.openxmlformats.org/drawingml/2006/main">
            <a:off x="7662863" y="2892266"/>
            <a:ext cx="114300" cy="114300"/>
          </a:xfrm>
          <a:prstGeom xmlns:a="http://schemas.openxmlformats.org/drawingml/2006/main" prst="ellipse">
            <a:avLst/>
          </a:prstGeom>
          <a:solidFill xmlns:a="http://schemas.openxmlformats.org/drawingml/2006/main">
            <a:srgbClr val="166B68"/>
          </a:solidFill>
          <a:ln xmlns:a="http://schemas.openxmlformats.org/drawingml/2006/main" w="9525">
            <a:solidFill>
              <a:srgbClr val="166B68"/>
            </a:solidFill>
          </a:ln>
        </p:spPr>
      </p:sp>
      <p:sp>
        <p:nvSpPr>
          <p:cNvPr id="25" name="">
            <a:extLst xmlns:a="http://schemas.openxmlformats.org/drawingml/2006/main">
              <a:ext uri="{FF2B5EF4-FFF2-40B4-BE49-F238E27FC236}">
                <a16:creationId xmlns:a16="http://schemas.microsoft.com/office/drawing/2014/main" id="{6B004759-E656-4AF9-9487-D568C24E92F7}"/>
              </a:ext>
            </a:extLst>
          </p:cNvPr>
          <p:cNvSpPr>
            <a:spLocks xmlns:a="http://schemas.openxmlformats.org/drawingml/2006/main" noGrp="1"/>
          </p:cNvSpPr>
          <p:nvPr/>
        </p:nvSpPr>
        <p:spPr>
          <a:xfrm xmlns:a="http://schemas.openxmlformats.org/drawingml/2006/main">
            <a:off x="7453313" y="2711291"/>
            <a:ext cx="7048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182B33"/>
                </a:solidFill>
                <a:latin typeface="Yu Gothic"/>
                <a:ea typeface="Yu Gothic"/>
                <a:cs typeface="Yu Gothic"/>
              </a:defRPr>
            </a:defPPr>
            <a:lvl1pPr algn="l">
              <a:defRPr sz="1650" b="1">
                <a:solidFill>
                  <a:srgbClr val="182B33"/>
                </a:solidFill>
                <a:latin typeface="Yu Gothic"/>
                <a:ea typeface="Yu Gothic"/>
                <a:cs typeface="Yu Gothic"/>
              </a:defRPr>
            </a:lvl1pPr>
            <a:lvl2pPr algn="l">
              <a:defRPr sz="1650" b="1">
                <a:solidFill>
                  <a:srgbClr val="182B33"/>
                </a:solidFill>
                <a:latin typeface="Yu Gothic"/>
                <a:ea typeface="Yu Gothic"/>
                <a:cs typeface="Yu Gothic"/>
              </a:defRPr>
            </a:lvl2pPr>
            <a:lvl3pPr algn="l">
              <a:defRPr sz="1650" b="1">
                <a:solidFill>
                  <a:srgbClr val="182B33"/>
                </a:solidFill>
                <a:latin typeface="Yu Gothic"/>
                <a:ea typeface="Yu Gothic"/>
                <a:cs typeface="Yu Gothic"/>
              </a:defRPr>
            </a:lvl3pPr>
            <a:lvl4pPr algn="l">
              <a:defRPr sz="1650" b="1">
                <a:solidFill>
                  <a:srgbClr val="182B33"/>
                </a:solidFill>
                <a:latin typeface="Yu Gothic"/>
                <a:ea typeface="Yu Gothic"/>
                <a:cs typeface="Yu Gothic"/>
              </a:defRPr>
            </a:lvl4pPr>
            <a:lvl5pPr algn="l">
              <a:defRPr sz="1650" b="1">
                <a:solidFill>
                  <a:srgbClr val="182B33"/>
                </a:solidFill>
                <a:latin typeface="Yu Gothic"/>
                <a:ea typeface="Yu Gothic"/>
                <a:cs typeface="Yu Gothic"/>
              </a:defRPr>
            </a:lvl5pPr>
            <a:lvl6pPr algn="l">
              <a:defRPr sz="1650" b="1">
                <a:solidFill>
                  <a:srgbClr val="182B33"/>
                </a:solidFill>
                <a:latin typeface="Yu Gothic"/>
                <a:ea typeface="Yu Gothic"/>
                <a:cs typeface="Yu Gothic"/>
              </a:defRPr>
            </a:lvl6pPr>
            <a:lvl7pPr algn="l">
              <a:defRPr sz="1650" b="1">
                <a:solidFill>
                  <a:srgbClr val="182B33"/>
                </a:solidFill>
                <a:latin typeface="Yu Gothic"/>
                <a:ea typeface="Yu Gothic"/>
                <a:cs typeface="Yu Gothic"/>
              </a:defRPr>
            </a:lvl7pPr>
            <a:lvl8pPr algn="l">
              <a:defRPr sz="1650" b="1">
                <a:solidFill>
                  <a:srgbClr val="182B33"/>
                </a:solidFill>
                <a:latin typeface="Yu Gothic"/>
                <a:ea typeface="Yu Gothic"/>
                <a:cs typeface="Yu Gothic"/>
              </a:defRPr>
            </a:lvl8pPr>
            <a:lvl9pPr algn="l">
              <a:defRPr sz="1650" b="1">
                <a:solidFill>
                  <a:srgbClr val="182B33"/>
                </a:solidFill>
                <a:latin typeface="Yu Gothic"/>
                <a:ea typeface="Yu Gothic"/>
                <a:cs typeface="Yu Gothic"/>
              </a:defRPr>
            </a:lvl9pPr>
          </a:lstStyle>
          <a:p xmlns:a="http://schemas.openxmlformats.org/drawingml/2006/main">
            <a:pPr algn="l">
              <a:defRPr sz="1650" b="1">
                <a:solidFill>
                  <a:srgbClr val="182B33"/>
                </a:solidFill>
                <a:latin typeface="Yu Gothic"/>
                <a:ea typeface="Yu Gothic"/>
                <a:cs typeface="Yu Gothic"/>
              </a:defRPr>
            </a:pPr>
            <a:r>
              <a:rPr sz="1650" b="1">
                <a:solidFill>
                  <a:srgbClr val="182B33"/>
                </a:solidFill>
                <a:latin typeface="Yu Gothic"/>
                <a:ea typeface="Yu Gothic"/>
                <a:cs typeface="Yu Gothic"/>
              </a:rPr>
              <a:t>A</a:t>
            </a:r>
          </a:p>
        </p:txBody>
      </p:sp>
      <p:sp>
        <p:nvSpPr>
          <p:cNvPr id="26" name="">
            <a:extLst xmlns:a="http://schemas.openxmlformats.org/drawingml/2006/main">
              <a:ext uri="{FF2B5EF4-FFF2-40B4-BE49-F238E27FC236}">
                <a16:creationId xmlns:a16="http://schemas.microsoft.com/office/drawing/2014/main" id="{BF17B785-24BB-4C4B-99FF-ECDA59D244B5}"/>
              </a:ext>
            </a:extLst>
          </p:cNvPr>
          <p:cNvSpPr>
            <a:spLocks xmlns:a="http://schemas.openxmlformats.org/drawingml/2006/main" noGrp="1"/>
          </p:cNvSpPr>
          <p:nvPr/>
        </p:nvSpPr>
        <p:spPr>
          <a:xfrm xmlns:a="http://schemas.openxmlformats.org/drawingml/2006/main">
            <a:off x="9140666" y="4370070"/>
            <a:ext cx="114300" cy="114300"/>
          </a:xfrm>
          <a:prstGeom xmlns:a="http://schemas.openxmlformats.org/drawingml/2006/main" prst="ellipse">
            <a:avLst/>
          </a:prstGeom>
          <a:solidFill xmlns:a="http://schemas.openxmlformats.org/drawingml/2006/main">
            <a:srgbClr val="166B68"/>
          </a:solidFill>
          <a:ln xmlns:a="http://schemas.openxmlformats.org/drawingml/2006/main" w="9525">
            <a:solidFill>
              <a:srgbClr val="166B68"/>
            </a:solidFill>
          </a:ln>
        </p:spPr>
      </p:sp>
      <p:sp>
        <p:nvSpPr>
          <p:cNvPr id="27" name="">
            <a:extLst xmlns:a="http://schemas.openxmlformats.org/drawingml/2006/main">
              <a:ext uri="{FF2B5EF4-FFF2-40B4-BE49-F238E27FC236}">
                <a16:creationId xmlns:a16="http://schemas.microsoft.com/office/drawing/2014/main" id="{437F9009-EF86-4EFF-9116-423086750712}"/>
              </a:ext>
            </a:extLst>
          </p:cNvPr>
          <p:cNvSpPr>
            <a:spLocks xmlns:a="http://schemas.openxmlformats.org/drawingml/2006/main" noGrp="1"/>
          </p:cNvSpPr>
          <p:nvPr/>
        </p:nvSpPr>
        <p:spPr>
          <a:xfrm xmlns:a="http://schemas.openxmlformats.org/drawingml/2006/main">
            <a:off x="9274016" y="4179570"/>
            <a:ext cx="7048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182B33"/>
                </a:solidFill>
                <a:latin typeface="Yu Gothic"/>
                <a:ea typeface="Yu Gothic"/>
                <a:cs typeface="Yu Gothic"/>
              </a:defRPr>
            </a:defPPr>
            <a:lvl1pPr algn="l">
              <a:defRPr sz="1650" b="1">
                <a:solidFill>
                  <a:srgbClr val="182B33"/>
                </a:solidFill>
                <a:latin typeface="Yu Gothic"/>
                <a:ea typeface="Yu Gothic"/>
                <a:cs typeface="Yu Gothic"/>
              </a:defRPr>
            </a:lvl1pPr>
            <a:lvl2pPr algn="l">
              <a:defRPr sz="1650" b="1">
                <a:solidFill>
                  <a:srgbClr val="182B33"/>
                </a:solidFill>
                <a:latin typeface="Yu Gothic"/>
                <a:ea typeface="Yu Gothic"/>
                <a:cs typeface="Yu Gothic"/>
              </a:defRPr>
            </a:lvl2pPr>
            <a:lvl3pPr algn="l">
              <a:defRPr sz="1650" b="1">
                <a:solidFill>
                  <a:srgbClr val="182B33"/>
                </a:solidFill>
                <a:latin typeface="Yu Gothic"/>
                <a:ea typeface="Yu Gothic"/>
                <a:cs typeface="Yu Gothic"/>
              </a:defRPr>
            </a:lvl3pPr>
            <a:lvl4pPr algn="l">
              <a:defRPr sz="1650" b="1">
                <a:solidFill>
                  <a:srgbClr val="182B33"/>
                </a:solidFill>
                <a:latin typeface="Yu Gothic"/>
                <a:ea typeface="Yu Gothic"/>
                <a:cs typeface="Yu Gothic"/>
              </a:defRPr>
            </a:lvl4pPr>
            <a:lvl5pPr algn="l">
              <a:defRPr sz="1650" b="1">
                <a:solidFill>
                  <a:srgbClr val="182B33"/>
                </a:solidFill>
                <a:latin typeface="Yu Gothic"/>
                <a:ea typeface="Yu Gothic"/>
                <a:cs typeface="Yu Gothic"/>
              </a:defRPr>
            </a:lvl5pPr>
            <a:lvl6pPr algn="l">
              <a:defRPr sz="1650" b="1">
                <a:solidFill>
                  <a:srgbClr val="182B33"/>
                </a:solidFill>
                <a:latin typeface="Yu Gothic"/>
                <a:ea typeface="Yu Gothic"/>
                <a:cs typeface="Yu Gothic"/>
              </a:defRPr>
            </a:lvl6pPr>
            <a:lvl7pPr algn="l">
              <a:defRPr sz="1650" b="1">
                <a:solidFill>
                  <a:srgbClr val="182B33"/>
                </a:solidFill>
                <a:latin typeface="Yu Gothic"/>
                <a:ea typeface="Yu Gothic"/>
                <a:cs typeface="Yu Gothic"/>
              </a:defRPr>
            </a:lvl7pPr>
            <a:lvl8pPr algn="l">
              <a:defRPr sz="1650" b="1">
                <a:solidFill>
                  <a:srgbClr val="182B33"/>
                </a:solidFill>
                <a:latin typeface="Yu Gothic"/>
                <a:ea typeface="Yu Gothic"/>
                <a:cs typeface="Yu Gothic"/>
              </a:defRPr>
            </a:lvl8pPr>
            <a:lvl9pPr algn="l">
              <a:defRPr sz="1650" b="1">
                <a:solidFill>
                  <a:srgbClr val="182B33"/>
                </a:solidFill>
                <a:latin typeface="Yu Gothic"/>
                <a:ea typeface="Yu Gothic"/>
                <a:cs typeface="Yu Gothic"/>
              </a:defRPr>
            </a:lvl9pPr>
          </a:lstStyle>
          <a:p xmlns:a="http://schemas.openxmlformats.org/drawingml/2006/main">
            <a:pPr algn="l">
              <a:defRPr sz="1650" b="1">
                <a:solidFill>
                  <a:srgbClr val="182B33"/>
                </a:solidFill>
                <a:latin typeface="Yu Gothic"/>
                <a:ea typeface="Yu Gothic"/>
                <a:cs typeface="Yu Gothic"/>
              </a:defRPr>
            </a:pPr>
            <a:r>
              <a:rPr sz="1650" b="1">
                <a:solidFill>
                  <a:srgbClr val="182B33"/>
                </a:solidFill>
                <a:latin typeface="Yu Gothic"/>
                <a:ea typeface="Yu Gothic"/>
                <a:cs typeface="Yu Gothic"/>
              </a:rPr>
              <a:t>B</a:t>
            </a:r>
          </a:p>
        </p:txBody>
      </p:sp>
      <p:sp>
        <p:nvSpPr>
          <p:cNvPr id="28" name="">
            <a:extLst xmlns:a="http://schemas.openxmlformats.org/drawingml/2006/main">
              <a:ext uri="{FF2B5EF4-FFF2-40B4-BE49-F238E27FC236}">
                <a16:creationId xmlns:a16="http://schemas.microsoft.com/office/drawing/2014/main" id="{D412CA50-81F0-41CB-95E0-6EF9419B6F97}"/>
              </a:ext>
            </a:extLst>
          </p:cNvPr>
          <p:cNvSpPr>
            <a:spLocks xmlns:a="http://schemas.openxmlformats.org/drawingml/2006/main" noGrp="1"/>
          </p:cNvSpPr>
          <p:nvPr/>
        </p:nvSpPr>
        <p:spPr>
          <a:xfrm xmlns:a="http://schemas.openxmlformats.org/drawingml/2006/main">
            <a:off x="6672263" y="4551045"/>
            <a:ext cx="971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182B33"/>
                </a:solidFill>
                <a:latin typeface="Yu Gothic"/>
                <a:ea typeface="Yu Gothic"/>
                <a:cs typeface="Yu Gothic"/>
              </a:defRPr>
            </a:defPPr>
            <a:lvl1pPr algn="l">
              <a:defRPr sz="1650" b="1">
                <a:solidFill>
                  <a:srgbClr val="182B33"/>
                </a:solidFill>
                <a:latin typeface="Yu Gothic"/>
                <a:ea typeface="Yu Gothic"/>
                <a:cs typeface="Yu Gothic"/>
              </a:defRPr>
            </a:lvl1pPr>
            <a:lvl2pPr algn="l">
              <a:defRPr sz="1650" b="1">
                <a:solidFill>
                  <a:srgbClr val="182B33"/>
                </a:solidFill>
                <a:latin typeface="Yu Gothic"/>
                <a:ea typeface="Yu Gothic"/>
                <a:cs typeface="Yu Gothic"/>
              </a:defRPr>
            </a:lvl2pPr>
            <a:lvl3pPr algn="l">
              <a:defRPr sz="1650" b="1">
                <a:solidFill>
                  <a:srgbClr val="182B33"/>
                </a:solidFill>
                <a:latin typeface="Yu Gothic"/>
                <a:ea typeface="Yu Gothic"/>
                <a:cs typeface="Yu Gothic"/>
              </a:defRPr>
            </a:lvl3pPr>
            <a:lvl4pPr algn="l">
              <a:defRPr sz="1650" b="1">
                <a:solidFill>
                  <a:srgbClr val="182B33"/>
                </a:solidFill>
                <a:latin typeface="Yu Gothic"/>
                <a:ea typeface="Yu Gothic"/>
                <a:cs typeface="Yu Gothic"/>
              </a:defRPr>
            </a:lvl4pPr>
            <a:lvl5pPr algn="l">
              <a:defRPr sz="1650" b="1">
                <a:solidFill>
                  <a:srgbClr val="182B33"/>
                </a:solidFill>
                <a:latin typeface="Yu Gothic"/>
                <a:ea typeface="Yu Gothic"/>
                <a:cs typeface="Yu Gothic"/>
              </a:defRPr>
            </a:lvl5pPr>
            <a:lvl6pPr algn="l">
              <a:defRPr sz="1650" b="1">
                <a:solidFill>
                  <a:srgbClr val="182B33"/>
                </a:solidFill>
                <a:latin typeface="Yu Gothic"/>
                <a:ea typeface="Yu Gothic"/>
                <a:cs typeface="Yu Gothic"/>
              </a:defRPr>
            </a:lvl6pPr>
            <a:lvl7pPr algn="l">
              <a:defRPr sz="1650" b="1">
                <a:solidFill>
                  <a:srgbClr val="182B33"/>
                </a:solidFill>
                <a:latin typeface="Yu Gothic"/>
                <a:ea typeface="Yu Gothic"/>
                <a:cs typeface="Yu Gothic"/>
              </a:defRPr>
            </a:lvl7pPr>
            <a:lvl8pPr algn="l">
              <a:defRPr sz="1650" b="1">
                <a:solidFill>
                  <a:srgbClr val="182B33"/>
                </a:solidFill>
                <a:latin typeface="Yu Gothic"/>
                <a:ea typeface="Yu Gothic"/>
                <a:cs typeface="Yu Gothic"/>
              </a:defRPr>
            </a:lvl8pPr>
            <a:lvl9pPr algn="l">
              <a:defRPr sz="1650" b="1">
                <a:solidFill>
                  <a:srgbClr val="182B33"/>
                </a:solidFill>
                <a:latin typeface="Yu Gothic"/>
                <a:ea typeface="Yu Gothic"/>
                <a:cs typeface="Yu Gothic"/>
              </a:defRPr>
            </a:lvl9pPr>
          </a:lstStyle>
          <a:p xmlns:a="http://schemas.openxmlformats.org/drawingml/2006/main">
            <a:pPr algn="l">
              <a:defRPr sz="1650" b="1">
                <a:solidFill>
                  <a:srgbClr val="182B33"/>
                </a:solidFill>
                <a:latin typeface="Yu Gothic"/>
                <a:ea typeface="Yu Gothic"/>
                <a:cs typeface="Yu Gothic"/>
              </a:defRPr>
            </a:pPr>
            <a:r>
              <a:rPr sz="1650" b="1">
                <a:solidFill>
                  <a:srgbClr val="182B33"/>
                </a:solidFill>
                <a:latin typeface="Yu Gothic"/>
                <a:ea typeface="Yu Gothic"/>
                <a:cs typeface="Yu Gothic"/>
              </a:rPr>
              <a:t>O=(0,0)</a:t>
            </a:r>
          </a:p>
        </p:txBody>
      </p:sp>
      <p:sp>
        <p:nvSpPr>
          <p:cNvPr id="29" name="">
            <a:extLst xmlns:a="http://schemas.openxmlformats.org/drawingml/2006/main">
              <a:ext uri="{FF2B5EF4-FFF2-40B4-BE49-F238E27FC236}">
                <a16:creationId xmlns:a16="http://schemas.microsoft.com/office/drawing/2014/main" id="{865B71F2-EE73-4E78-9AC6-F07F699BB20A}"/>
              </a:ext>
            </a:extLst>
          </p:cNvPr>
          <p:cNvSpPr>
            <a:spLocks xmlns:a="http://schemas.openxmlformats.org/drawingml/2006/main" noGrp="1"/>
          </p:cNvSpPr>
          <p:nvPr/>
        </p:nvSpPr>
        <p:spPr>
          <a:xfrm xmlns:a="http://schemas.openxmlformats.org/drawingml/2006/main">
            <a:off x="7872413" y="4798695"/>
            <a:ext cx="95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1">
                <a:solidFill>
                  <a:srgbClr val="A94737"/>
                </a:solidFill>
                <a:latin typeface="Yu Gothic"/>
                <a:ea typeface="Yu Gothic"/>
                <a:cs typeface="Yu Gothic"/>
              </a:defRPr>
            </a:defPPr>
            <a:lvl1pPr algn="ctr">
              <a:defRPr sz="1650" b="1">
                <a:solidFill>
                  <a:srgbClr val="A94737"/>
                </a:solidFill>
                <a:latin typeface="Yu Gothic"/>
                <a:ea typeface="Yu Gothic"/>
                <a:cs typeface="Yu Gothic"/>
              </a:defRPr>
            </a:lvl1pPr>
            <a:lvl2pPr algn="ctr">
              <a:defRPr sz="1650" b="1">
                <a:solidFill>
                  <a:srgbClr val="A94737"/>
                </a:solidFill>
                <a:latin typeface="Yu Gothic"/>
                <a:ea typeface="Yu Gothic"/>
                <a:cs typeface="Yu Gothic"/>
              </a:defRPr>
            </a:lvl2pPr>
            <a:lvl3pPr algn="ctr">
              <a:defRPr sz="1650" b="1">
                <a:solidFill>
                  <a:srgbClr val="A94737"/>
                </a:solidFill>
                <a:latin typeface="Yu Gothic"/>
                <a:ea typeface="Yu Gothic"/>
                <a:cs typeface="Yu Gothic"/>
              </a:defRPr>
            </a:lvl3pPr>
            <a:lvl4pPr algn="ctr">
              <a:defRPr sz="1650" b="1">
                <a:solidFill>
                  <a:srgbClr val="A94737"/>
                </a:solidFill>
                <a:latin typeface="Yu Gothic"/>
                <a:ea typeface="Yu Gothic"/>
                <a:cs typeface="Yu Gothic"/>
              </a:defRPr>
            </a:lvl4pPr>
            <a:lvl5pPr algn="ctr">
              <a:defRPr sz="1650" b="1">
                <a:solidFill>
                  <a:srgbClr val="A94737"/>
                </a:solidFill>
                <a:latin typeface="Yu Gothic"/>
                <a:ea typeface="Yu Gothic"/>
                <a:cs typeface="Yu Gothic"/>
              </a:defRPr>
            </a:lvl5pPr>
            <a:lvl6pPr algn="ctr">
              <a:defRPr sz="1650" b="1">
                <a:solidFill>
                  <a:srgbClr val="A94737"/>
                </a:solidFill>
                <a:latin typeface="Yu Gothic"/>
                <a:ea typeface="Yu Gothic"/>
                <a:cs typeface="Yu Gothic"/>
              </a:defRPr>
            </a:lvl6pPr>
            <a:lvl7pPr algn="ctr">
              <a:defRPr sz="1650" b="1">
                <a:solidFill>
                  <a:srgbClr val="A94737"/>
                </a:solidFill>
                <a:latin typeface="Yu Gothic"/>
                <a:ea typeface="Yu Gothic"/>
                <a:cs typeface="Yu Gothic"/>
              </a:defRPr>
            </a:lvl7pPr>
            <a:lvl8pPr algn="ctr">
              <a:defRPr sz="1650" b="1">
                <a:solidFill>
                  <a:srgbClr val="A94737"/>
                </a:solidFill>
                <a:latin typeface="Yu Gothic"/>
                <a:ea typeface="Yu Gothic"/>
                <a:cs typeface="Yu Gothic"/>
              </a:defRPr>
            </a:lvl8pPr>
            <a:lvl9pPr algn="ctr">
              <a:defRPr sz="1650" b="1">
                <a:solidFill>
                  <a:srgbClr val="A94737"/>
                </a:solidFill>
                <a:latin typeface="Yu Gothic"/>
                <a:ea typeface="Yu Gothic"/>
                <a:cs typeface="Yu Gothic"/>
              </a:defRPr>
            </a:lvl9pPr>
          </a:lstStyle>
          <a:p xmlns:a="http://schemas.openxmlformats.org/drawingml/2006/main">
            <a:pPr algn="ctr">
              <a:defRPr sz="1650" b="1">
                <a:solidFill>
                  <a:srgbClr val="A94737"/>
                </a:solidFill>
                <a:latin typeface="Yu Gothic"/>
                <a:ea typeface="Yu Gothic"/>
                <a:cs typeface="Yu Gothic"/>
              </a:defRPr>
            </a:pPr>
            <a:r>
              <a:rPr sz="1650" b="1">
                <a:solidFill>
                  <a:srgbClr val="A94737"/>
                </a:solidFill>
                <a:latin typeface="Yu Gothic"/>
                <a:ea typeface="Yu Gothic"/>
                <a:cs typeface="Yu Gothic"/>
              </a:rPr>
              <a:t>E=(0,1)</a:t>
            </a:r>
          </a:p>
        </p:txBody>
      </p:sp>
      <p:sp>
        <p:nvSpPr>
          <p:cNvPr id="30" name="">
            <a:extLst xmlns:a="http://schemas.openxmlformats.org/drawingml/2006/main">
              <a:ext uri="{FF2B5EF4-FFF2-40B4-BE49-F238E27FC236}">
                <a16:creationId xmlns:a16="http://schemas.microsoft.com/office/drawing/2014/main" id="{59A51E0E-1B3D-4ACC-908F-D6FEDA4C051B}"/>
              </a:ext>
            </a:extLst>
          </p:cNvPr>
          <p:cNvSpPr>
            <a:spLocks xmlns:a="http://schemas.openxmlformats.org/drawingml/2006/main" noGrp="1"/>
          </p:cNvSpPr>
          <p:nvPr/>
        </p:nvSpPr>
        <p:spPr>
          <a:xfrm xmlns:a="http://schemas.openxmlformats.org/drawingml/2006/main">
            <a:off x="6615113" y="2930366"/>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182B33"/>
                </a:solidFill>
                <a:latin typeface="Yu Gothic"/>
                <a:ea typeface="Yu Gothic"/>
                <a:cs typeface="Yu Gothic"/>
              </a:defRPr>
            </a:defPPr>
            <a:lvl1pPr algn="l">
              <a:defRPr sz="1650" b="1">
                <a:solidFill>
                  <a:srgbClr val="182B33"/>
                </a:solidFill>
                <a:latin typeface="Yu Gothic"/>
                <a:ea typeface="Yu Gothic"/>
                <a:cs typeface="Yu Gothic"/>
              </a:defRPr>
            </a:lvl1pPr>
            <a:lvl2pPr algn="l">
              <a:defRPr sz="1650" b="1">
                <a:solidFill>
                  <a:srgbClr val="182B33"/>
                </a:solidFill>
                <a:latin typeface="Yu Gothic"/>
                <a:ea typeface="Yu Gothic"/>
                <a:cs typeface="Yu Gothic"/>
              </a:defRPr>
            </a:lvl2pPr>
            <a:lvl3pPr algn="l">
              <a:defRPr sz="1650" b="1">
                <a:solidFill>
                  <a:srgbClr val="182B33"/>
                </a:solidFill>
                <a:latin typeface="Yu Gothic"/>
                <a:ea typeface="Yu Gothic"/>
                <a:cs typeface="Yu Gothic"/>
              </a:defRPr>
            </a:lvl3pPr>
            <a:lvl4pPr algn="l">
              <a:defRPr sz="1650" b="1">
                <a:solidFill>
                  <a:srgbClr val="182B33"/>
                </a:solidFill>
                <a:latin typeface="Yu Gothic"/>
                <a:ea typeface="Yu Gothic"/>
                <a:cs typeface="Yu Gothic"/>
              </a:defRPr>
            </a:lvl4pPr>
            <a:lvl5pPr algn="l">
              <a:defRPr sz="1650" b="1">
                <a:solidFill>
                  <a:srgbClr val="182B33"/>
                </a:solidFill>
                <a:latin typeface="Yu Gothic"/>
                <a:ea typeface="Yu Gothic"/>
                <a:cs typeface="Yu Gothic"/>
              </a:defRPr>
            </a:lvl5pPr>
            <a:lvl6pPr algn="l">
              <a:defRPr sz="1650" b="1">
                <a:solidFill>
                  <a:srgbClr val="182B33"/>
                </a:solidFill>
                <a:latin typeface="Yu Gothic"/>
                <a:ea typeface="Yu Gothic"/>
                <a:cs typeface="Yu Gothic"/>
              </a:defRPr>
            </a:lvl6pPr>
            <a:lvl7pPr algn="l">
              <a:defRPr sz="1650" b="1">
                <a:solidFill>
                  <a:srgbClr val="182B33"/>
                </a:solidFill>
                <a:latin typeface="Yu Gothic"/>
                <a:ea typeface="Yu Gothic"/>
                <a:cs typeface="Yu Gothic"/>
              </a:defRPr>
            </a:lvl7pPr>
            <a:lvl8pPr algn="l">
              <a:defRPr sz="1650" b="1">
                <a:solidFill>
                  <a:srgbClr val="182B33"/>
                </a:solidFill>
                <a:latin typeface="Yu Gothic"/>
                <a:ea typeface="Yu Gothic"/>
                <a:cs typeface="Yu Gothic"/>
              </a:defRPr>
            </a:lvl8pPr>
            <a:lvl9pPr algn="l">
              <a:defRPr sz="1650" b="1">
                <a:solidFill>
                  <a:srgbClr val="182B33"/>
                </a:solidFill>
                <a:latin typeface="Yu Gothic"/>
                <a:ea typeface="Yu Gothic"/>
                <a:cs typeface="Yu Gothic"/>
              </a:defRPr>
            </a:lvl9pPr>
          </a:lstStyle>
          <a:p xmlns:a="http://schemas.openxmlformats.org/drawingml/2006/main">
            <a:pPr algn="l">
              <a:defRPr sz="1650" b="1">
                <a:solidFill>
                  <a:srgbClr val="182B33"/>
                </a:solidFill>
                <a:latin typeface="Yu Gothic"/>
                <a:ea typeface="Yu Gothic"/>
                <a:cs typeface="Yu Gothic"/>
              </a:defRPr>
            </a:pPr>
            <a:r>
              <a:rPr sz="1650" b="1">
                <a:solidFill>
                  <a:srgbClr val="182B33"/>
                </a:solidFill>
                <a:latin typeface="Yu Gothic"/>
                <a:ea typeface="Yu Gothic"/>
                <a:cs typeface="Yu Gothic"/>
              </a:rPr>
              <a:t>A=(100,0)</a:t>
            </a:r>
          </a:p>
        </p:txBody>
      </p:sp>
      <p:sp>
        <p:nvSpPr>
          <p:cNvPr id="31" name="">
            <a:extLst xmlns:a="http://schemas.openxmlformats.org/drawingml/2006/main">
              <a:ext uri="{FF2B5EF4-FFF2-40B4-BE49-F238E27FC236}">
                <a16:creationId xmlns:a16="http://schemas.microsoft.com/office/drawing/2014/main" id="{D379C0DD-3F0C-4C9B-9237-80B08B7B17F5}"/>
              </a:ext>
            </a:extLst>
          </p:cNvPr>
          <p:cNvSpPr>
            <a:spLocks xmlns:a="http://schemas.openxmlformats.org/drawingml/2006/main" noGrp="1"/>
          </p:cNvSpPr>
          <p:nvPr/>
        </p:nvSpPr>
        <p:spPr>
          <a:xfrm xmlns:a="http://schemas.openxmlformats.org/drawingml/2006/main">
            <a:off x="9083516" y="3874770"/>
            <a:ext cx="1085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182B33"/>
                </a:solidFill>
                <a:latin typeface="Yu Gothic"/>
                <a:ea typeface="Yu Gothic"/>
                <a:cs typeface="Yu Gothic"/>
              </a:defRPr>
            </a:defPPr>
            <a:lvl1pPr algn="l">
              <a:defRPr sz="1650" b="1">
                <a:solidFill>
                  <a:srgbClr val="182B33"/>
                </a:solidFill>
                <a:latin typeface="Yu Gothic"/>
                <a:ea typeface="Yu Gothic"/>
                <a:cs typeface="Yu Gothic"/>
              </a:defRPr>
            </a:lvl1pPr>
            <a:lvl2pPr algn="l">
              <a:defRPr sz="1650" b="1">
                <a:solidFill>
                  <a:srgbClr val="182B33"/>
                </a:solidFill>
                <a:latin typeface="Yu Gothic"/>
                <a:ea typeface="Yu Gothic"/>
                <a:cs typeface="Yu Gothic"/>
              </a:defRPr>
            </a:lvl2pPr>
            <a:lvl3pPr algn="l">
              <a:defRPr sz="1650" b="1">
                <a:solidFill>
                  <a:srgbClr val="182B33"/>
                </a:solidFill>
                <a:latin typeface="Yu Gothic"/>
                <a:ea typeface="Yu Gothic"/>
                <a:cs typeface="Yu Gothic"/>
              </a:defRPr>
            </a:lvl3pPr>
            <a:lvl4pPr algn="l">
              <a:defRPr sz="1650" b="1">
                <a:solidFill>
                  <a:srgbClr val="182B33"/>
                </a:solidFill>
                <a:latin typeface="Yu Gothic"/>
                <a:ea typeface="Yu Gothic"/>
                <a:cs typeface="Yu Gothic"/>
              </a:defRPr>
            </a:lvl4pPr>
            <a:lvl5pPr algn="l">
              <a:defRPr sz="1650" b="1">
                <a:solidFill>
                  <a:srgbClr val="182B33"/>
                </a:solidFill>
                <a:latin typeface="Yu Gothic"/>
                <a:ea typeface="Yu Gothic"/>
                <a:cs typeface="Yu Gothic"/>
              </a:defRPr>
            </a:lvl5pPr>
            <a:lvl6pPr algn="l">
              <a:defRPr sz="1650" b="1">
                <a:solidFill>
                  <a:srgbClr val="182B33"/>
                </a:solidFill>
                <a:latin typeface="Yu Gothic"/>
                <a:ea typeface="Yu Gothic"/>
                <a:cs typeface="Yu Gothic"/>
              </a:defRPr>
            </a:lvl6pPr>
            <a:lvl7pPr algn="l">
              <a:defRPr sz="1650" b="1">
                <a:solidFill>
                  <a:srgbClr val="182B33"/>
                </a:solidFill>
                <a:latin typeface="Yu Gothic"/>
                <a:ea typeface="Yu Gothic"/>
                <a:cs typeface="Yu Gothic"/>
              </a:defRPr>
            </a:lvl7pPr>
            <a:lvl8pPr algn="l">
              <a:defRPr sz="1650" b="1">
                <a:solidFill>
                  <a:srgbClr val="182B33"/>
                </a:solidFill>
                <a:latin typeface="Yu Gothic"/>
                <a:ea typeface="Yu Gothic"/>
                <a:cs typeface="Yu Gothic"/>
              </a:defRPr>
            </a:lvl8pPr>
            <a:lvl9pPr algn="l">
              <a:defRPr sz="1650" b="1">
                <a:solidFill>
                  <a:srgbClr val="182B33"/>
                </a:solidFill>
                <a:latin typeface="Yu Gothic"/>
                <a:ea typeface="Yu Gothic"/>
                <a:cs typeface="Yu Gothic"/>
              </a:defRPr>
            </a:lvl9pPr>
          </a:lstStyle>
          <a:p xmlns:a="http://schemas.openxmlformats.org/drawingml/2006/main">
            <a:pPr algn="l">
              <a:defRPr sz="1650" b="1">
                <a:solidFill>
                  <a:srgbClr val="182B33"/>
                </a:solidFill>
                <a:latin typeface="Yu Gothic"/>
                <a:ea typeface="Yu Gothic"/>
                <a:cs typeface="Yu Gothic"/>
              </a:defRPr>
            </a:pPr>
            <a:r>
              <a:rPr sz="1650" b="1">
                <a:solidFill>
                  <a:srgbClr val="182B33"/>
                </a:solidFill>
                <a:latin typeface="Yu Gothic"/>
                <a:ea typeface="Yu Gothic"/>
                <a:cs typeface="Yu Gothic"/>
              </a:rPr>
              <a:t>B=(0,100)</a:t>
            </a:r>
          </a:p>
        </p:txBody>
      </p:sp>
      <p:sp>
        <p:nvSpPr>
          <p:cNvPr id="32" name="">
            <a:extLst xmlns:a="http://schemas.openxmlformats.org/drawingml/2006/main">
              <a:ext uri="{FF2B5EF4-FFF2-40B4-BE49-F238E27FC236}">
                <a16:creationId xmlns:a16="http://schemas.microsoft.com/office/drawing/2014/main" id="{CFBD9A62-368D-4F34-BFC6-8D8EEAA6DC73}"/>
              </a:ext>
            </a:extLst>
          </p:cNvPr>
          <p:cNvSpPr>
            <a:spLocks xmlns:a="http://schemas.openxmlformats.org/drawingml/2006/main" noGrp="1"/>
          </p:cNvSpPr>
          <p:nvPr/>
        </p:nvSpPr>
        <p:spPr>
          <a:xfrm xmlns:a="http://schemas.openxmlformats.org/drawingml/2006/main">
            <a:off x="6691313" y="3584872"/>
            <a:ext cx="971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52616A"/>
                </a:solidFill>
                <a:latin typeface="Yu Gothic"/>
                <a:ea typeface="Yu Gothic"/>
                <a:cs typeface="Yu Gothic"/>
              </a:defRPr>
            </a:defPPr>
            <a:lvl1pPr algn="l">
              <a:defRPr sz="1650" b="1">
                <a:solidFill>
                  <a:srgbClr val="52616A"/>
                </a:solidFill>
                <a:latin typeface="Yu Gothic"/>
                <a:ea typeface="Yu Gothic"/>
                <a:cs typeface="Yu Gothic"/>
              </a:defRPr>
            </a:lvl1pPr>
            <a:lvl2pPr algn="l">
              <a:defRPr sz="1650" b="1">
                <a:solidFill>
                  <a:srgbClr val="52616A"/>
                </a:solidFill>
                <a:latin typeface="Yu Gothic"/>
                <a:ea typeface="Yu Gothic"/>
                <a:cs typeface="Yu Gothic"/>
              </a:defRPr>
            </a:lvl2pPr>
            <a:lvl3pPr algn="l">
              <a:defRPr sz="1650" b="1">
                <a:solidFill>
                  <a:srgbClr val="52616A"/>
                </a:solidFill>
                <a:latin typeface="Yu Gothic"/>
                <a:ea typeface="Yu Gothic"/>
                <a:cs typeface="Yu Gothic"/>
              </a:defRPr>
            </a:lvl3pPr>
            <a:lvl4pPr algn="l">
              <a:defRPr sz="1650" b="1">
                <a:solidFill>
                  <a:srgbClr val="52616A"/>
                </a:solidFill>
                <a:latin typeface="Yu Gothic"/>
                <a:ea typeface="Yu Gothic"/>
                <a:cs typeface="Yu Gothic"/>
              </a:defRPr>
            </a:lvl4pPr>
            <a:lvl5pPr algn="l">
              <a:defRPr sz="1650" b="1">
                <a:solidFill>
                  <a:srgbClr val="52616A"/>
                </a:solidFill>
                <a:latin typeface="Yu Gothic"/>
                <a:ea typeface="Yu Gothic"/>
                <a:cs typeface="Yu Gothic"/>
              </a:defRPr>
            </a:lvl5pPr>
            <a:lvl6pPr algn="l">
              <a:defRPr sz="1650" b="1">
                <a:solidFill>
                  <a:srgbClr val="52616A"/>
                </a:solidFill>
                <a:latin typeface="Yu Gothic"/>
                <a:ea typeface="Yu Gothic"/>
                <a:cs typeface="Yu Gothic"/>
              </a:defRPr>
            </a:lvl6pPr>
            <a:lvl7pPr algn="l">
              <a:defRPr sz="1650" b="1">
                <a:solidFill>
                  <a:srgbClr val="52616A"/>
                </a:solidFill>
                <a:latin typeface="Yu Gothic"/>
                <a:ea typeface="Yu Gothic"/>
                <a:cs typeface="Yu Gothic"/>
              </a:defRPr>
            </a:lvl7pPr>
            <a:lvl8pPr algn="l">
              <a:defRPr sz="1650" b="1">
                <a:solidFill>
                  <a:srgbClr val="52616A"/>
                </a:solidFill>
                <a:latin typeface="Yu Gothic"/>
                <a:ea typeface="Yu Gothic"/>
                <a:cs typeface="Yu Gothic"/>
              </a:defRPr>
            </a:lvl8pPr>
            <a:lvl9pPr algn="l">
              <a:defRPr sz="1650" b="1">
                <a:solidFill>
                  <a:srgbClr val="52616A"/>
                </a:solidFill>
                <a:latin typeface="Yu Gothic"/>
                <a:ea typeface="Yu Gothic"/>
                <a:cs typeface="Yu Gothic"/>
              </a:defRPr>
            </a:lvl9pPr>
          </a:lstStyle>
          <a:p xmlns:a="http://schemas.openxmlformats.org/drawingml/2006/main">
            <a:pPr algn="l">
              <a:defRPr sz="1650" b="1">
                <a:solidFill>
                  <a:srgbClr val="52616A"/>
                </a:solidFill>
                <a:latin typeface="Yu Gothic"/>
                <a:ea typeface="Yu Gothic"/>
                <a:cs typeface="Yu Gothic"/>
              </a:defRPr>
            </a:pPr>
            <a:r>
              <a:rPr sz="1650" b="1">
                <a:solidFill>
                  <a:srgbClr val="52616A"/>
                </a:solidFill>
                <a:latin typeface="Yu Gothic"/>
                <a:ea typeface="Yu Gothic"/>
                <a:cs typeface="Yu Gothic"/>
              </a:rPr>
              <a:t>OA=100 m</a:t>
            </a:r>
          </a:p>
        </p:txBody>
      </p:sp>
      <p:sp>
        <p:nvSpPr>
          <p:cNvPr id="33" name="">
            <a:extLst xmlns:a="http://schemas.openxmlformats.org/drawingml/2006/main">
              <a:ext uri="{FF2B5EF4-FFF2-40B4-BE49-F238E27FC236}">
                <a16:creationId xmlns:a16="http://schemas.microsoft.com/office/drawing/2014/main" id="{D7F01F16-9816-41A0-BA1F-E4FC32145C5B}"/>
              </a:ext>
            </a:extLst>
          </p:cNvPr>
          <p:cNvSpPr>
            <a:spLocks xmlns:a="http://schemas.openxmlformats.org/drawingml/2006/main" noGrp="1"/>
          </p:cNvSpPr>
          <p:nvPr/>
        </p:nvSpPr>
        <p:spPr>
          <a:xfrm xmlns:a="http://schemas.openxmlformats.org/drawingml/2006/main">
            <a:off x="9721691" y="4217670"/>
            <a:ext cx="1009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52616A"/>
                </a:solidFill>
                <a:latin typeface="Yu Gothic"/>
                <a:ea typeface="Yu Gothic"/>
                <a:cs typeface="Yu Gothic"/>
              </a:defRPr>
            </a:defPPr>
            <a:lvl1pPr algn="l">
              <a:defRPr sz="1650" b="1">
                <a:solidFill>
                  <a:srgbClr val="52616A"/>
                </a:solidFill>
                <a:latin typeface="Yu Gothic"/>
                <a:ea typeface="Yu Gothic"/>
                <a:cs typeface="Yu Gothic"/>
              </a:defRPr>
            </a:lvl1pPr>
            <a:lvl2pPr algn="l">
              <a:defRPr sz="1650" b="1">
                <a:solidFill>
                  <a:srgbClr val="52616A"/>
                </a:solidFill>
                <a:latin typeface="Yu Gothic"/>
                <a:ea typeface="Yu Gothic"/>
                <a:cs typeface="Yu Gothic"/>
              </a:defRPr>
            </a:lvl2pPr>
            <a:lvl3pPr algn="l">
              <a:defRPr sz="1650" b="1">
                <a:solidFill>
                  <a:srgbClr val="52616A"/>
                </a:solidFill>
                <a:latin typeface="Yu Gothic"/>
                <a:ea typeface="Yu Gothic"/>
                <a:cs typeface="Yu Gothic"/>
              </a:defRPr>
            </a:lvl3pPr>
            <a:lvl4pPr algn="l">
              <a:defRPr sz="1650" b="1">
                <a:solidFill>
                  <a:srgbClr val="52616A"/>
                </a:solidFill>
                <a:latin typeface="Yu Gothic"/>
                <a:ea typeface="Yu Gothic"/>
                <a:cs typeface="Yu Gothic"/>
              </a:defRPr>
            </a:lvl4pPr>
            <a:lvl5pPr algn="l">
              <a:defRPr sz="1650" b="1">
                <a:solidFill>
                  <a:srgbClr val="52616A"/>
                </a:solidFill>
                <a:latin typeface="Yu Gothic"/>
                <a:ea typeface="Yu Gothic"/>
                <a:cs typeface="Yu Gothic"/>
              </a:defRPr>
            </a:lvl5pPr>
            <a:lvl6pPr algn="l">
              <a:defRPr sz="1650" b="1">
                <a:solidFill>
                  <a:srgbClr val="52616A"/>
                </a:solidFill>
                <a:latin typeface="Yu Gothic"/>
                <a:ea typeface="Yu Gothic"/>
                <a:cs typeface="Yu Gothic"/>
              </a:defRPr>
            </a:lvl6pPr>
            <a:lvl7pPr algn="l">
              <a:defRPr sz="1650" b="1">
                <a:solidFill>
                  <a:srgbClr val="52616A"/>
                </a:solidFill>
                <a:latin typeface="Yu Gothic"/>
                <a:ea typeface="Yu Gothic"/>
                <a:cs typeface="Yu Gothic"/>
              </a:defRPr>
            </a:lvl7pPr>
            <a:lvl8pPr algn="l">
              <a:defRPr sz="1650" b="1">
                <a:solidFill>
                  <a:srgbClr val="52616A"/>
                </a:solidFill>
                <a:latin typeface="Yu Gothic"/>
                <a:ea typeface="Yu Gothic"/>
                <a:cs typeface="Yu Gothic"/>
              </a:defRPr>
            </a:lvl8pPr>
            <a:lvl9pPr algn="l">
              <a:defRPr sz="1650" b="1">
                <a:solidFill>
                  <a:srgbClr val="52616A"/>
                </a:solidFill>
                <a:latin typeface="Yu Gothic"/>
                <a:ea typeface="Yu Gothic"/>
                <a:cs typeface="Yu Gothic"/>
              </a:defRPr>
            </a:lvl9pPr>
          </a:lstStyle>
          <a:p xmlns:a="http://schemas.openxmlformats.org/drawingml/2006/main">
            <a:pPr algn="l">
              <a:defRPr sz="1650" b="1">
                <a:solidFill>
                  <a:srgbClr val="52616A"/>
                </a:solidFill>
                <a:latin typeface="Yu Gothic"/>
                <a:ea typeface="Yu Gothic"/>
                <a:cs typeface="Yu Gothic"/>
              </a:defRPr>
            </a:pPr>
            <a:r>
              <a:rPr sz="1650" b="1">
                <a:solidFill>
                  <a:srgbClr val="52616A"/>
                </a:solidFill>
                <a:latin typeface="Yu Gothic"/>
                <a:ea typeface="Yu Gothic"/>
                <a:cs typeface="Yu Gothic"/>
              </a:rPr>
              <a:t>OB=100 m</a:t>
            </a:r>
          </a:p>
        </p:txBody>
      </p:sp>
      <p:sp>
        <p:nvSpPr>
          <p:cNvPr id="34" name="">
            <a:extLst xmlns:a="http://schemas.openxmlformats.org/drawingml/2006/main">
              <a:ext uri="{FF2B5EF4-FFF2-40B4-BE49-F238E27FC236}">
                <a16:creationId xmlns:a16="http://schemas.microsoft.com/office/drawing/2014/main" id="{A3A9EB4D-AD87-4874-BC89-524FB13CC104}"/>
              </a:ext>
            </a:extLst>
          </p:cNvPr>
          <p:cNvSpPr>
            <a:spLocks xmlns:a="http://schemas.openxmlformats.org/drawingml/2006/main" noGrp="1"/>
          </p:cNvSpPr>
          <p:nvPr/>
        </p:nvSpPr>
        <p:spPr>
          <a:xfrm xmlns:a="http://schemas.openxmlformats.org/drawingml/2006/main">
            <a:off x="7786688" y="4093845"/>
            <a:ext cx="8001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A94737"/>
                </a:solidFill>
                <a:latin typeface="Yu Gothic"/>
                <a:ea typeface="Yu Gothic"/>
                <a:cs typeface="Yu Gothic"/>
              </a:defRPr>
            </a:defPPr>
            <a:lvl1pPr algn="l">
              <a:defRPr sz="1650" b="1">
                <a:solidFill>
                  <a:srgbClr val="A94737"/>
                </a:solidFill>
                <a:latin typeface="Yu Gothic"/>
                <a:ea typeface="Yu Gothic"/>
                <a:cs typeface="Yu Gothic"/>
              </a:defRPr>
            </a:lvl1pPr>
            <a:lvl2pPr algn="l">
              <a:defRPr sz="1650" b="1">
                <a:solidFill>
                  <a:srgbClr val="A94737"/>
                </a:solidFill>
                <a:latin typeface="Yu Gothic"/>
                <a:ea typeface="Yu Gothic"/>
                <a:cs typeface="Yu Gothic"/>
              </a:defRPr>
            </a:lvl2pPr>
            <a:lvl3pPr algn="l">
              <a:defRPr sz="1650" b="1">
                <a:solidFill>
                  <a:srgbClr val="A94737"/>
                </a:solidFill>
                <a:latin typeface="Yu Gothic"/>
                <a:ea typeface="Yu Gothic"/>
                <a:cs typeface="Yu Gothic"/>
              </a:defRPr>
            </a:lvl3pPr>
            <a:lvl4pPr algn="l">
              <a:defRPr sz="1650" b="1">
                <a:solidFill>
                  <a:srgbClr val="A94737"/>
                </a:solidFill>
                <a:latin typeface="Yu Gothic"/>
                <a:ea typeface="Yu Gothic"/>
                <a:cs typeface="Yu Gothic"/>
              </a:defRPr>
            </a:lvl4pPr>
            <a:lvl5pPr algn="l">
              <a:defRPr sz="1650" b="1">
                <a:solidFill>
                  <a:srgbClr val="A94737"/>
                </a:solidFill>
                <a:latin typeface="Yu Gothic"/>
                <a:ea typeface="Yu Gothic"/>
                <a:cs typeface="Yu Gothic"/>
              </a:defRPr>
            </a:lvl5pPr>
            <a:lvl6pPr algn="l">
              <a:defRPr sz="1650" b="1">
                <a:solidFill>
                  <a:srgbClr val="A94737"/>
                </a:solidFill>
                <a:latin typeface="Yu Gothic"/>
                <a:ea typeface="Yu Gothic"/>
                <a:cs typeface="Yu Gothic"/>
              </a:defRPr>
            </a:lvl6pPr>
            <a:lvl7pPr algn="l">
              <a:defRPr sz="1650" b="1">
                <a:solidFill>
                  <a:srgbClr val="A94737"/>
                </a:solidFill>
                <a:latin typeface="Yu Gothic"/>
                <a:ea typeface="Yu Gothic"/>
                <a:cs typeface="Yu Gothic"/>
              </a:defRPr>
            </a:lvl7pPr>
            <a:lvl8pPr algn="l">
              <a:defRPr sz="1650" b="1">
                <a:solidFill>
                  <a:srgbClr val="A94737"/>
                </a:solidFill>
                <a:latin typeface="Yu Gothic"/>
                <a:ea typeface="Yu Gothic"/>
                <a:cs typeface="Yu Gothic"/>
              </a:defRPr>
            </a:lvl8pPr>
            <a:lvl9pPr algn="l">
              <a:defRPr sz="1650" b="1">
                <a:solidFill>
                  <a:srgbClr val="A94737"/>
                </a:solidFill>
                <a:latin typeface="Yu Gothic"/>
                <a:ea typeface="Yu Gothic"/>
                <a:cs typeface="Yu Gothic"/>
              </a:defRPr>
            </a:lvl9pPr>
          </a:lstStyle>
          <a:p xmlns:a="http://schemas.openxmlformats.org/drawingml/2006/main">
            <a:pPr algn="l">
              <a:defRPr sz="1650" b="1">
                <a:solidFill>
                  <a:srgbClr val="A94737"/>
                </a:solidFill>
                <a:latin typeface="Yu Gothic"/>
                <a:ea typeface="Yu Gothic"/>
                <a:cs typeface="Yu Gothic"/>
              </a:defRPr>
            </a:pPr>
            <a:r>
              <a:rPr sz="1650" b="1">
                <a:solidFill>
                  <a:srgbClr val="A94737"/>
                </a:solidFill>
                <a:latin typeface="Yu Gothic"/>
                <a:ea typeface="Yu Gothic"/>
                <a:cs typeface="Yu Gothic"/>
              </a:rPr>
              <a:t>OE=1 m</a:t>
            </a:r>
          </a:p>
        </p:txBody>
      </p:sp>
      <p:sp>
        <p:nvSpPr>
          <p:cNvPr id="35" name="">
            <a:extLst xmlns:a="http://schemas.openxmlformats.org/drawingml/2006/main">
              <a:ext uri="{FF2B5EF4-FFF2-40B4-BE49-F238E27FC236}">
                <a16:creationId xmlns:a16="http://schemas.microsoft.com/office/drawing/2014/main" id="{F7651E48-CF63-4862-8360-7BE6BA17F941}"/>
              </a:ext>
            </a:extLst>
          </p:cNvPr>
          <p:cNvSpPr>
            <a:spLocks xmlns:a="http://schemas.openxmlformats.org/drawingml/2006/main" noGrp="1"/>
          </p:cNvSpPr>
          <p:nvPr/>
        </p:nvSpPr>
        <p:spPr>
          <a:xfrm xmlns:a="http://schemas.openxmlformats.org/drawingml/2006/main">
            <a:off x="8243888" y="3912870"/>
            <a:ext cx="171856" cy="29560"/>
          </a:xfrm>
          <a:custGeom xmlns:a="http://schemas.openxmlformats.org/drawingml/2006/main">
            <a:pathLst>
              <a:path w="171856" h="29560">
                <a:moveTo>
                  <a:pt x="0" y="0"/>
                </a:moveTo>
                <a:lnTo>
                  <a:pt x="17519" y="298"/>
                </a:lnTo>
                <a:lnTo>
                  <a:pt x="35018" y="1193"/>
                </a:lnTo>
                <a:lnTo>
                  <a:pt x="52476" y="2684"/>
                </a:lnTo>
                <a:lnTo>
                  <a:pt x="69874" y="4768"/>
                </a:lnTo>
                <a:lnTo>
                  <a:pt x="87190" y="7444"/>
                </a:lnTo>
                <a:lnTo>
                  <a:pt x="104405" y="10708"/>
                </a:lnTo>
                <a:lnTo>
                  <a:pt x="121499" y="14556"/>
                </a:lnTo>
                <a:lnTo>
                  <a:pt x="138452" y="18984"/>
                </a:lnTo>
                <a:lnTo>
                  <a:pt x="155244" y="23988"/>
                </a:lnTo>
                <a:lnTo>
                  <a:pt x="171856" y="29560"/>
                </a:lnTo>
              </a:path>
            </a:pathLst>
          </a:custGeom>
          <a:noFill xmlns:a="http://schemas.openxmlformats.org/drawingml/2006/main"/>
          <a:ln xmlns:a="http://schemas.openxmlformats.org/drawingml/2006/main" w="28575">
            <a:solidFill>
              <a:srgbClr val="A94737"/>
            </a:solidFill>
            <a:prstDash val="solid"/>
          </a:ln>
        </p:spPr>
      </p:sp>
      <p:sp>
        <p:nvSpPr>
          <p:cNvPr id="36" name="">
            <a:extLst xmlns:a="http://schemas.openxmlformats.org/drawingml/2006/main">
              <a:ext uri="{FF2B5EF4-FFF2-40B4-BE49-F238E27FC236}">
                <a16:creationId xmlns:a16="http://schemas.microsoft.com/office/drawing/2014/main" id="{AA484964-C42A-4664-901F-4872CDF7A85E}"/>
              </a:ext>
            </a:extLst>
          </p:cNvPr>
          <p:cNvSpPr>
            <a:spLocks xmlns:a="http://schemas.openxmlformats.org/drawingml/2006/main" noGrp="1"/>
          </p:cNvSpPr>
          <p:nvPr/>
        </p:nvSpPr>
        <p:spPr>
          <a:xfrm xmlns:a="http://schemas.openxmlformats.org/drawingml/2006/main">
            <a:off x="8377238" y="3846195"/>
            <a:ext cx="304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A94737"/>
                </a:solidFill>
                <a:latin typeface="Yu Gothic"/>
                <a:ea typeface="Yu Gothic"/>
                <a:cs typeface="Yu Gothic"/>
              </a:defRPr>
            </a:defPPr>
            <a:lvl1pPr algn="l">
              <a:defRPr sz="1650" b="1">
                <a:solidFill>
                  <a:srgbClr val="A94737"/>
                </a:solidFill>
                <a:latin typeface="Yu Gothic"/>
                <a:ea typeface="Yu Gothic"/>
                <a:cs typeface="Yu Gothic"/>
              </a:defRPr>
            </a:lvl1pPr>
            <a:lvl2pPr algn="l">
              <a:defRPr sz="1650" b="1">
                <a:solidFill>
                  <a:srgbClr val="A94737"/>
                </a:solidFill>
                <a:latin typeface="Yu Gothic"/>
                <a:ea typeface="Yu Gothic"/>
                <a:cs typeface="Yu Gothic"/>
              </a:defRPr>
            </a:lvl2pPr>
            <a:lvl3pPr algn="l">
              <a:defRPr sz="1650" b="1">
                <a:solidFill>
                  <a:srgbClr val="A94737"/>
                </a:solidFill>
                <a:latin typeface="Yu Gothic"/>
                <a:ea typeface="Yu Gothic"/>
                <a:cs typeface="Yu Gothic"/>
              </a:defRPr>
            </a:lvl3pPr>
            <a:lvl4pPr algn="l">
              <a:defRPr sz="1650" b="1">
                <a:solidFill>
                  <a:srgbClr val="A94737"/>
                </a:solidFill>
                <a:latin typeface="Yu Gothic"/>
                <a:ea typeface="Yu Gothic"/>
                <a:cs typeface="Yu Gothic"/>
              </a:defRPr>
            </a:lvl4pPr>
            <a:lvl5pPr algn="l">
              <a:defRPr sz="1650" b="1">
                <a:solidFill>
                  <a:srgbClr val="A94737"/>
                </a:solidFill>
                <a:latin typeface="Yu Gothic"/>
                <a:ea typeface="Yu Gothic"/>
                <a:cs typeface="Yu Gothic"/>
              </a:defRPr>
            </a:lvl5pPr>
            <a:lvl6pPr algn="l">
              <a:defRPr sz="1650" b="1">
                <a:solidFill>
                  <a:srgbClr val="A94737"/>
                </a:solidFill>
                <a:latin typeface="Yu Gothic"/>
                <a:ea typeface="Yu Gothic"/>
                <a:cs typeface="Yu Gothic"/>
              </a:defRPr>
            </a:lvl6pPr>
            <a:lvl7pPr algn="l">
              <a:defRPr sz="1650" b="1">
                <a:solidFill>
                  <a:srgbClr val="A94737"/>
                </a:solidFill>
                <a:latin typeface="Yu Gothic"/>
                <a:ea typeface="Yu Gothic"/>
                <a:cs typeface="Yu Gothic"/>
              </a:defRPr>
            </a:lvl7pPr>
            <a:lvl8pPr algn="l">
              <a:defRPr sz="1650" b="1">
                <a:solidFill>
                  <a:srgbClr val="A94737"/>
                </a:solidFill>
                <a:latin typeface="Yu Gothic"/>
                <a:ea typeface="Yu Gothic"/>
                <a:cs typeface="Yu Gothic"/>
              </a:defRPr>
            </a:lvl8pPr>
            <a:lvl9pPr algn="l">
              <a:defRPr sz="1650" b="1">
                <a:solidFill>
                  <a:srgbClr val="A94737"/>
                </a:solidFill>
                <a:latin typeface="Yu Gothic"/>
                <a:ea typeface="Yu Gothic"/>
                <a:cs typeface="Yu Gothic"/>
              </a:defRPr>
            </a:lvl9pPr>
          </a:lstStyle>
          <a:p xmlns:a="http://schemas.openxmlformats.org/drawingml/2006/main">
            <a:pPr algn="l">
              <a:defRPr sz="1650" b="1">
                <a:solidFill>
                  <a:srgbClr val="A94737"/>
                </a:solidFill>
                <a:latin typeface="Yu Gothic"/>
                <a:ea typeface="Yu Gothic"/>
                <a:cs typeface="Yu Gothic"/>
              </a:defRPr>
            </a:pPr>
            <a:r>
              <a:rPr sz="1650" b="1">
                <a:solidFill>
                  <a:srgbClr val="A94737"/>
                </a:solidFill>
                <a:latin typeface="Yu Gothic"/>
                <a:ea typeface="Yu Gothic"/>
                <a:cs typeface="Yu Gothic"/>
              </a:rPr>
              <a:t>δ</a:t>
            </a:r>
          </a:p>
        </p:txBody>
      </p:sp>
      <p:sp>
        <p:nvSpPr>
          <p:cNvPr id="37" name="">
            <a:extLst xmlns:a="http://schemas.openxmlformats.org/drawingml/2006/main">
              <a:ext uri="{FF2B5EF4-FFF2-40B4-BE49-F238E27FC236}">
                <a16:creationId xmlns:a16="http://schemas.microsoft.com/office/drawing/2014/main" id="{7E49EDB8-A73F-45BF-8C3B-2A74384988E7}"/>
              </a:ext>
            </a:extLst>
          </p:cNvPr>
          <p:cNvSpPr>
            <a:spLocks xmlns:a="http://schemas.openxmlformats.org/drawingml/2006/main" noGrp="1"/>
          </p:cNvSpPr>
          <p:nvPr/>
        </p:nvSpPr>
        <p:spPr>
          <a:xfrm xmlns:a="http://schemas.openxmlformats.org/drawingml/2006/main">
            <a:off x="7291388" y="1619250"/>
            <a:ext cx="685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52616A"/>
                </a:solidFill>
                <a:latin typeface="Yu Gothic"/>
                <a:ea typeface="Yu Gothic"/>
                <a:cs typeface="Yu Gothic"/>
              </a:defRPr>
            </a:defPPr>
            <a:lvl1pPr algn="l">
              <a:defRPr sz="1650" b="1">
                <a:solidFill>
                  <a:srgbClr val="52616A"/>
                </a:solidFill>
                <a:latin typeface="Yu Gothic"/>
                <a:ea typeface="Yu Gothic"/>
                <a:cs typeface="Yu Gothic"/>
              </a:defRPr>
            </a:lvl1pPr>
            <a:lvl2pPr algn="l">
              <a:defRPr sz="1650" b="1">
                <a:solidFill>
                  <a:srgbClr val="52616A"/>
                </a:solidFill>
                <a:latin typeface="Yu Gothic"/>
                <a:ea typeface="Yu Gothic"/>
                <a:cs typeface="Yu Gothic"/>
              </a:defRPr>
            </a:lvl2pPr>
            <a:lvl3pPr algn="l">
              <a:defRPr sz="1650" b="1">
                <a:solidFill>
                  <a:srgbClr val="52616A"/>
                </a:solidFill>
                <a:latin typeface="Yu Gothic"/>
                <a:ea typeface="Yu Gothic"/>
                <a:cs typeface="Yu Gothic"/>
              </a:defRPr>
            </a:lvl3pPr>
            <a:lvl4pPr algn="l">
              <a:defRPr sz="1650" b="1">
                <a:solidFill>
                  <a:srgbClr val="52616A"/>
                </a:solidFill>
                <a:latin typeface="Yu Gothic"/>
                <a:ea typeface="Yu Gothic"/>
                <a:cs typeface="Yu Gothic"/>
              </a:defRPr>
            </a:lvl4pPr>
            <a:lvl5pPr algn="l">
              <a:defRPr sz="1650" b="1">
                <a:solidFill>
                  <a:srgbClr val="52616A"/>
                </a:solidFill>
                <a:latin typeface="Yu Gothic"/>
                <a:ea typeface="Yu Gothic"/>
                <a:cs typeface="Yu Gothic"/>
              </a:defRPr>
            </a:lvl5pPr>
            <a:lvl6pPr algn="l">
              <a:defRPr sz="1650" b="1">
                <a:solidFill>
                  <a:srgbClr val="52616A"/>
                </a:solidFill>
                <a:latin typeface="Yu Gothic"/>
                <a:ea typeface="Yu Gothic"/>
                <a:cs typeface="Yu Gothic"/>
              </a:defRPr>
            </a:lvl6pPr>
            <a:lvl7pPr algn="l">
              <a:defRPr sz="1650" b="1">
                <a:solidFill>
                  <a:srgbClr val="52616A"/>
                </a:solidFill>
                <a:latin typeface="Yu Gothic"/>
                <a:ea typeface="Yu Gothic"/>
                <a:cs typeface="Yu Gothic"/>
              </a:defRPr>
            </a:lvl7pPr>
            <a:lvl8pPr algn="l">
              <a:defRPr sz="1650" b="1">
                <a:solidFill>
                  <a:srgbClr val="52616A"/>
                </a:solidFill>
                <a:latin typeface="Yu Gothic"/>
                <a:ea typeface="Yu Gothic"/>
                <a:cs typeface="Yu Gothic"/>
              </a:defRPr>
            </a:lvl8pPr>
            <a:lvl9pPr algn="l">
              <a:defRPr sz="1650" b="1">
                <a:solidFill>
                  <a:srgbClr val="52616A"/>
                </a:solidFill>
                <a:latin typeface="Yu Gothic"/>
                <a:ea typeface="Yu Gothic"/>
                <a:cs typeface="Yu Gothic"/>
              </a:defRPr>
            </a:lvl9pPr>
          </a:lstStyle>
          <a:p xmlns:a="http://schemas.openxmlformats.org/drawingml/2006/main">
            <a:pPr algn="l">
              <a:defRPr sz="1650" b="1">
                <a:solidFill>
                  <a:srgbClr val="52616A"/>
                </a:solidFill>
                <a:latin typeface="Yu Gothic"/>
                <a:ea typeface="Yu Gothic"/>
                <a:cs typeface="Yu Gothic"/>
              </a:defRPr>
            </a:pPr>
            <a:r>
              <a:rPr sz="1650" b="1">
                <a:solidFill>
                  <a:srgbClr val="52616A"/>
                </a:solidFill>
                <a:latin typeface="Yu Gothic"/>
                <a:ea typeface="Yu Gothic"/>
                <a:cs typeface="Yu Gothic"/>
              </a:rPr>
              <a:t>X 北</a:t>
            </a:r>
          </a:p>
        </p:txBody>
      </p:sp>
      <p:sp>
        <p:nvSpPr>
          <p:cNvPr id="38" name="">
            <a:extLst xmlns:a="http://schemas.openxmlformats.org/drawingml/2006/main">
              <a:ext uri="{FF2B5EF4-FFF2-40B4-BE49-F238E27FC236}">
                <a16:creationId xmlns:a16="http://schemas.microsoft.com/office/drawing/2014/main" id="{F02572B4-5B54-4490-B4F9-77BAFEB00491}"/>
              </a:ext>
            </a:extLst>
          </p:cNvPr>
          <p:cNvSpPr>
            <a:spLocks xmlns:a="http://schemas.openxmlformats.org/drawingml/2006/main" noGrp="1"/>
          </p:cNvSpPr>
          <p:nvPr/>
        </p:nvSpPr>
        <p:spPr>
          <a:xfrm xmlns:a="http://schemas.openxmlformats.org/drawingml/2006/main">
            <a:off x="10639425" y="4484370"/>
            <a:ext cx="5905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52616A"/>
                </a:solidFill>
                <a:latin typeface="Yu Gothic"/>
                <a:ea typeface="Yu Gothic"/>
                <a:cs typeface="Yu Gothic"/>
              </a:defRPr>
            </a:defPPr>
            <a:lvl1pPr algn="l">
              <a:defRPr sz="1650" b="1">
                <a:solidFill>
                  <a:srgbClr val="52616A"/>
                </a:solidFill>
                <a:latin typeface="Yu Gothic"/>
                <a:ea typeface="Yu Gothic"/>
                <a:cs typeface="Yu Gothic"/>
              </a:defRPr>
            </a:lvl1pPr>
            <a:lvl2pPr algn="l">
              <a:defRPr sz="1650" b="1">
                <a:solidFill>
                  <a:srgbClr val="52616A"/>
                </a:solidFill>
                <a:latin typeface="Yu Gothic"/>
                <a:ea typeface="Yu Gothic"/>
                <a:cs typeface="Yu Gothic"/>
              </a:defRPr>
            </a:lvl2pPr>
            <a:lvl3pPr algn="l">
              <a:defRPr sz="1650" b="1">
                <a:solidFill>
                  <a:srgbClr val="52616A"/>
                </a:solidFill>
                <a:latin typeface="Yu Gothic"/>
                <a:ea typeface="Yu Gothic"/>
                <a:cs typeface="Yu Gothic"/>
              </a:defRPr>
            </a:lvl3pPr>
            <a:lvl4pPr algn="l">
              <a:defRPr sz="1650" b="1">
                <a:solidFill>
                  <a:srgbClr val="52616A"/>
                </a:solidFill>
                <a:latin typeface="Yu Gothic"/>
                <a:ea typeface="Yu Gothic"/>
                <a:cs typeface="Yu Gothic"/>
              </a:defRPr>
            </a:lvl4pPr>
            <a:lvl5pPr algn="l">
              <a:defRPr sz="1650" b="1">
                <a:solidFill>
                  <a:srgbClr val="52616A"/>
                </a:solidFill>
                <a:latin typeface="Yu Gothic"/>
                <a:ea typeface="Yu Gothic"/>
                <a:cs typeface="Yu Gothic"/>
              </a:defRPr>
            </a:lvl5pPr>
            <a:lvl6pPr algn="l">
              <a:defRPr sz="1650" b="1">
                <a:solidFill>
                  <a:srgbClr val="52616A"/>
                </a:solidFill>
                <a:latin typeface="Yu Gothic"/>
                <a:ea typeface="Yu Gothic"/>
                <a:cs typeface="Yu Gothic"/>
              </a:defRPr>
            </a:lvl6pPr>
            <a:lvl7pPr algn="l">
              <a:defRPr sz="1650" b="1">
                <a:solidFill>
                  <a:srgbClr val="52616A"/>
                </a:solidFill>
                <a:latin typeface="Yu Gothic"/>
                <a:ea typeface="Yu Gothic"/>
                <a:cs typeface="Yu Gothic"/>
              </a:defRPr>
            </a:lvl7pPr>
            <a:lvl8pPr algn="l">
              <a:defRPr sz="1650" b="1">
                <a:solidFill>
                  <a:srgbClr val="52616A"/>
                </a:solidFill>
                <a:latin typeface="Yu Gothic"/>
                <a:ea typeface="Yu Gothic"/>
                <a:cs typeface="Yu Gothic"/>
              </a:defRPr>
            </a:lvl8pPr>
            <a:lvl9pPr algn="l">
              <a:defRPr sz="1650" b="1">
                <a:solidFill>
                  <a:srgbClr val="52616A"/>
                </a:solidFill>
                <a:latin typeface="Yu Gothic"/>
                <a:ea typeface="Yu Gothic"/>
                <a:cs typeface="Yu Gothic"/>
              </a:defRPr>
            </a:lvl9pPr>
          </a:lstStyle>
          <a:p xmlns:a="http://schemas.openxmlformats.org/drawingml/2006/main">
            <a:pPr algn="l">
              <a:defRPr sz="1650" b="1">
                <a:solidFill>
                  <a:srgbClr val="52616A"/>
                </a:solidFill>
                <a:latin typeface="Yu Gothic"/>
                <a:ea typeface="Yu Gothic"/>
                <a:cs typeface="Yu Gothic"/>
              </a:defRPr>
            </a:pPr>
            <a:r>
              <a:rPr sz="1650" b="1">
                <a:solidFill>
                  <a:srgbClr val="52616A"/>
                </a:solidFill>
                <a:latin typeface="Yu Gothic"/>
                <a:ea typeface="Yu Gothic"/>
                <a:cs typeface="Yu Gothic"/>
              </a:rPr>
              <a:t>Y 東</a:t>
            </a:r>
          </a:p>
        </p:txBody>
      </p:sp>
      <p:sp>
        <p:nvSpPr>
          <p:cNvPr id="39" name="">
            <a:extLst xmlns:a="http://schemas.openxmlformats.org/drawingml/2006/main">
              <a:ext uri="{FF2B5EF4-FFF2-40B4-BE49-F238E27FC236}">
                <a16:creationId xmlns:a16="http://schemas.microsoft.com/office/drawing/2014/main" id="{FD9E03FD-98E8-467C-962E-4C71BF000F9C}"/>
              </a:ext>
            </a:extLst>
          </p:cNvPr>
          <p:cNvSpPr>
            <a:spLocks xmlns:a="http://schemas.openxmlformats.org/drawingml/2006/main" noGrp="1"/>
          </p:cNvSpPr>
          <p:nvPr/>
        </p:nvSpPr>
        <p:spPr>
          <a:xfrm xmlns:a="http://schemas.openxmlformats.org/drawingml/2006/main">
            <a:off x="6238875" y="5553075"/>
            <a:ext cx="5000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0">
                <a:solidFill>
                  <a:srgbClr val="52616A"/>
                </a:solidFill>
                <a:latin typeface="Yu Gothic"/>
                <a:ea typeface="Yu Gothic"/>
                <a:cs typeface="Yu Gothic"/>
              </a:defRPr>
            </a:defPPr>
            <a:lvl1pPr algn="ctr">
              <a:defRPr sz="1650" b="0">
                <a:solidFill>
                  <a:srgbClr val="52616A"/>
                </a:solidFill>
                <a:latin typeface="Yu Gothic"/>
                <a:ea typeface="Yu Gothic"/>
                <a:cs typeface="Yu Gothic"/>
              </a:defRPr>
            </a:lvl1pPr>
            <a:lvl2pPr algn="ctr">
              <a:defRPr sz="1650" b="0">
                <a:solidFill>
                  <a:srgbClr val="52616A"/>
                </a:solidFill>
                <a:latin typeface="Yu Gothic"/>
                <a:ea typeface="Yu Gothic"/>
                <a:cs typeface="Yu Gothic"/>
              </a:defRPr>
            </a:lvl2pPr>
            <a:lvl3pPr algn="ctr">
              <a:defRPr sz="1650" b="0">
                <a:solidFill>
                  <a:srgbClr val="52616A"/>
                </a:solidFill>
                <a:latin typeface="Yu Gothic"/>
                <a:ea typeface="Yu Gothic"/>
                <a:cs typeface="Yu Gothic"/>
              </a:defRPr>
            </a:lvl3pPr>
            <a:lvl4pPr algn="ctr">
              <a:defRPr sz="1650" b="0">
                <a:solidFill>
                  <a:srgbClr val="52616A"/>
                </a:solidFill>
                <a:latin typeface="Yu Gothic"/>
                <a:ea typeface="Yu Gothic"/>
                <a:cs typeface="Yu Gothic"/>
              </a:defRPr>
            </a:lvl4pPr>
            <a:lvl5pPr algn="ctr">
              <a:defRPr sz="1650" b="0">
                <a:solidFill>
                  <a:srgbClr val="52616A"/>
                </a:solidFill>
                <a:latin typeface="Yu Gothic"/>
                <a:ea typeface="Yu Gothic"/>
                <a:cs typeface="Yu Gothic"/>
              </a:defRPr>
            </a:lvl5pPr>
            <a:lvl6pPr algn="ctr">
              <a:defRPr sz="1650" b="0">
                <a:solidFill>
                  <a:srgbClr val="52616A"/>
                </a:solidFill>
                <a:latin typeface="Yu Gothic"/>
                <a:ea typeface="Yu Gothic"/>
                <a:cs typeface="Yu Gothic"/>
              </a:defRPr>
            </a:lvl6pPr>
            <a:lvl7pPr algn="ctr">
              <a:defRPr sz="1650" b="0">
                <a:solidFill>
                  <a:srgbClr val="52616A"/>
                </a:solidFill>
                <a:latin typeface="Yu Gothic"/>
                <a:ea typeface="Yu Gothic"/>
                <a:cs typeface="Yu Gothic"/>
              </a:defRPr>
            </a:lvl7pPr>
            <a:lvl8pPr algn="ctr">
              <a:defRPr sz="1650" b="0">
                <a:solidFill>
                  <a:srgbClr val="52616A"/>
                </a:solidFill>
                <a:latin typeface="Yu Gothic"/>
                <a:ea typeface="Yu Gothic"/>
                <a:cs typeface="Yu Gothic"/>
              </a:defRPr>
            </a:lvl8pPr>
            <a:lvl9pPr algn="ctr">
              <a:defRPr sz="1650" b="0">
                <a:solidFill>
                  <a:srgbClr val="52616A"/>
                </a:solidFill>
                <a:latin typeface="Yu Gothic"/>
                <a:ea typeface="Yu Gothic"/>
                <a:cs typeface="Yu Gothic"/>
              </a:defRPr>
            </a:lvl9pPr>
          </a:lstStyle>
          <a:p xmlns:a="http://schemas.openxmlformats.org/drawingml/2006/main">
            <a:pPr algn="ctr">
              <a:defRPr sz="1650" b="0">
                <a:solidFill>
                  <a:srgbClr val="52616A"/>
                </a:solidFill>
                <a:latin typeface="Yu Gothic"/>
                <a:ea typeface="Yu Gothic"/>
                <a:cs typeface="Yu Gothic"/>
              </a:defRPr>
            </a:pPr>
            <a:r>
              <a:rPr sz="1650" b="0">
                <a:solidFill>
                  <a:srgbClr val="52616A"/>
                </a:solidFill>
                <a:latin typeface="Yu Gothic"/>
                <a:ea typeface="Yu Gothic"/>
                <a:cs typeface="Yu Gothic"/>
              </a:rPr>
              <a:t>※ OEを誇張（縮尺どおりでない）</a:t>
            </a:r>
          </a:p>
        </p:txBody>
      </p:sp>
    </p:spTree>
    <p:extLst>
      <p:ext uri="{BB962C8B-B14F-4D97-AF65-F5344CB8AC3E}">
        <p14:creationId xmlns:p14="http://schemas.microsoft.com/office/powerpoint/2010/main" val="507498890"/>
      </p:ext>
    </p:extLst>
  </p:cSld>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0" name="">
            <a:extLst xmlns:a="http://schemas.openxmlformats.org/drawingml/2006/main">
              <a:ext uri="{FF2B5EF4-FFF2-40B4-BE49-F238E27FC236}">
                <a16:creationId xmlns:a16="http://schemas.microsoft.com/office/drawing/2014/main" id="{DC46EB30-5287-49E6-9622-A1EDF52496D6}"/>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8921ACA1-EC8A-4F95-BFF1-E5BBA72C051C}"/>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偏心観測</a:t>
            </a:r>
          </a:p>
        </p:txBody>
      </p:sp>
      <p:sp>
        <p:nvSpPr>
          <p:cNvPr id="3" name="">
            <a:extLst xmlns:a="http://schemas.openxmlformats.org/drawingml/2006/main">
              <a:ext uri="{FF2B5EF4-FFF2-40B4-BE49-F238E27FC236}">
                <a16:creationId xmlns:a16="http://schemas.microsoft.com/office/drawing/2014/main" id="{95BE254C-7C51-4AF3-A9AB-0A4496DFFB82}"/>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EからAを見る方向がδだけずれる</a:t>
            </a:r>
          </a:p>
        </p:txBody>
      </p:sp>
      <p:sp>
        <p:nvSpPr>
          <p:cNvPr id="4" name="">
            <a:extLst xmlns:a="http://schemas.openxmlformats.org/drawingml/2006/main">
              <a:ext uri="{FF2B5EF4-FFF2-40B4-BE49-F238E27FC236}">
                <a16:creationId xmlns:a16="http://schemas.microsoft.com/office/drawing/2014/main" id="{B08A5A58-61C1-463B-A662-9E69E94C7AC2}"/>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DDEC5110-F59A-4FDA-98E9-DCF98770C744}"/>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42</a:t>
            </a:r>
          </a:p>
        </p:txBody>
      </p:sp>
      <p:sp>
        <p:nvSpPr>
          <p:cNvPr id="6" name="">
            <a:extLst xmlns:a="http://schemas.openxmlformats.org/drawingml/2006/main">
              <a:ext uri="{FF2B5EF4-FFF2-40B4-BE49-F238E27FC236}">
                <a16:creationId xmlns:a16="http://schemas.microsoft.com/office/drawing/2014/main" id="{B33CE2E5-65AB-4E50-9EC9-EF90F2E5EFA6}"/>
              </a:ext>
            </a:extLst>
          </p:cNvPr>
          <p:cNvSpPr>
            <a:spLocks xmlns:a="http://schemas.openxmlformats.org/drawingml/2006/main" noGrp="1"/>
          </p:cNvSpPr>
          <p:nvPr/>
        </p:nvSpPr>
        <p:spPr>
          <a:xfrm xmlns:a="http://schemas.openxmlformats.org/drawingml/2006/main">
            <a:off x="723900" y="1562100"/>
            <a:ext cx="5286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325" b="1">
                <a:solidFill>
                  <a:srgbClr val="52616A"/>
                </a:solidFill>
                <a:latin typeface="Yu Gothic"/>
                <a:ea typeface="Yu Gothic"/>
                <a:cs typeface="Yu Gothic"/>
              </a:defRPr>
            </a:defPPr>
            <a:lvl1pPr algn="l">
              <a:defRPr sz="2325" b="1">
                <a:solidFill>
                  <a:srgbClr val="52616A"/>
                </a:solidFill>
                <a:latin typeface="Yu Gothic"/>
                <a:ea typeface="Yu Gothic"/>
                <a:cs typeface="Yu Gothic"/>
              </a:defRPr>
            </a:lvl1pPr>
            <a:lvl2pPr algn="l">
              <a:defRPr sz="2325" b="1">
                <a:solidFill>
                  <a:srgbClr val="52616A"/>
                </a:solidFill>
                <a:latin typeface="Yu Gothic"/>
                <a:ea typeface="Yu Gothic"/>
                <a:cs typeface="Yu Gothic"/>
              </a:defRPr>
            </a:lvl2pPr>
            <a:lvl3pPr algn="l">
              <a:defRPr sz="2325" b="1">
                <a:solidFill>
                  <a:srgbClr val="52616A"/>
                </a:solidFill>
                <a:latin typeface="Yu Gothic"/>
                <a:ea typeface="Yu Gothic"/>
                <a:cs typeface="Yu Gothic"/>
              </a:defRPr>
            </a:lvl3pPr>
            <a:lvl4pPr algn="l">
              <a:defRPr sz="2325" b="1">
                <a:solidFill>
                  <a:srgbClr val="52616A"/>
                </a:solidFill>
                <a:latin typeface="Yu Gothic"/>
                <a:ea typeface="Yu Gothic"/>
                <a:cs typeface="Yu Gothic"/>
              </a:defRPr>
            </a:lvl4pPr>
            <a:lvl5pPr algn="l">
              <a:defRPr sz="2325" b="1">
                <a:solidFill>
                  <a:srgbClr val="52616A"/>
                </a:solidFill>
                <a:latin typeface="Yu Gothic"/>
                <a:ea typeface="Yu Gothic"/>
                <a:cs typeface="Yu Gothic"/>
              </a:defRPr>
            </a:lvl5pPr>
            <a:lvl6pPr algn="l">
              <a:defRPr sz="2325" b="1">
                <a:solidFill>
                  <a:srgbClr val="52616A"/>
                </a:solidFill>
                <a:latin typeface="Yu Gothic"/>
                <a:ea typeface="Yu Gothic"/>
                <a:cs typeface="Yu Gothic"/>
              </a:defRPr>
            </a:lvl6pPr>
            <a:lvl7pPr algn="l">
              <a:defRPr sz="2325" b="1">
                <a:solidFill>
                  <a:srgbClr val="52616A"/>
                </a:solidFill>
                <a:latin typeface="Yu Gothic"/>
                <a:ea typeface="Yu Gothic"/>
                <a:cs typeface="Yu Gothic"/>
              </a:defRPr>
            </a:lvl7pPr>
            <a:lvl8pPr algn="l">
              <a:defRPr sz="2325" b="1">
                <a:solidFill>
                  <a:srgbClr val="52616A"/>
                </a:solidFill>
                <a:latin typeface="Yu Gothic"/>
                <a:ea typeface="Yu Gothic"/>
                <a:cs typeface="Yu Gothic"/>
              </a:defRPr>
            </a:lvl8pPr>
            <a:lvl9pPr algn="l">
              <a:defRPr sz="2325" b="1">
                <a:solidFill>
                  <a:srgbClr val="52616A"/>
                </a:solidFill>
                <a:latin typeface="Yu Gothic"/>
                <a:ea typeface="Yu Gothic"/>
                <a:cs typeface="Yu Gothic"/>
              </a:defRPr>
            </a:lvl9pPr>
          </a:lstStyle>
          <a:p xmlns:a="http://schemas.openxmlformats.org/drawingml/2006/main">
            <a:pPr algn="l">
              <a:defRPr sz="2325" b="1">
                <a:solidFill>
                  <a:srgbClr val="52616A"/>
                </a:solidFill>
                <a:latin typeface="Yu Gothic"/>
                <a:ea typeface="Yu Gothic"/>
                <a:cs typeface="Yu Gothic"/>
              </a:defRPr>
            </a:pPr>
            <a:r>
              <a:rPr sz="2325" b="1">
                <a:solidFill>
                  <a:srgbClr val="52616A"/>
                </a:solidFill>
                <a:latin typeface="Yu Gothic"/>
                <a:ea typeface="Yu Gothic"/>
                <a:cs typeface="Yu Gothic"/>
              </a:rPr>
              <a:t>直角三角形OEAで方向のずれを読む</a:t>
            </a:r>
          </a:p>
        </p:txBody>
      </p:sp>
      <p:sp>
        <p:nvSpPr>
          <p:cNvPr id="7" name="">
            <a:extLst xmlns:a="http://schemas.openxmlformats.org/drawingml/2006/main">
              <a:ext uri="{FF2B5EF4-FFF2-40B4-BE49-F238E27FC236}">
                <a16:creationId xmlns:a16="http://schemas.microsoft.com/office/drawing/2014/main" id="{C682FBF1-CDFB-41F8-B2D3-31A86555D82F}"/>
              </a:ext>
            </a:extLst>
          </p:cNvPr>
          <p:cNvSpPr>
            <a:spLocks xmlns:a="http://schemas.openxmlformats.org/drawingml/2006/main" noGrp="1"/>
          </p:cNvSpPr>
          <p:nvPr/>
        </p:nvSpPr>
        <p:spPr>
          <a:xfrm xmlns:a="http://schemas.openxmlformats.org/drawingml/2006/main">
            <a:off x="723900" y="2428875"/>
            <a:ext cx="228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425" b="1">
                <a:solidFill>
                  <a:srgbClr val="166B68"/>
                </a:solidFill>
                <a:latin typeface="Yu Gothic"/>
                <a:ea typeface="Yu Gothic"/>
                <a:cs typeface="Yu Gothic"/>
              </a:defRPr>
            </a:defPPr>
            <a:lvl1pPr algn="ctr">
              <a:defRPr sz="1425" b="1">
                <a:solidFill>
                  <a:srgbClr val="166B68"/>
                </a:solidFill>
                <a:latin typeface="Yu Gothic"/>
                <a:ea typeface="Yu Gothic"/>
                <a:cs typeface="Yu Gothic"/>
              </a:defRPr>
            </a:lvl1pPr>
            <a:lvl2pPr algn="ctr">
              <a:defRPr sz="1425" b="1">
                <a:solidFill>
                  <a:srgbClr val="166B68"/>
                </a:solidFill>
                <a:latin typeface="Yu Gothic"/>
                <a:ea typeface="Yu Gothic"/>
                <a:cs typeface="Yu Gothic"/>
              </a:defRPr>
            </a:lvl2pPr>
            <a:lvl3pPr algn="ctr">
              <a:defRPr sz="1425" b="1">
                <a:solidFill>
                  <a:srgbClr val="166B68"/>
                </a:solidFill>
                <a:latin typeface="Yu Gothic"/>
                <a:ea typeface="Yu Gothic"/>
                <a:cs typeface="Yu Gothic"/>
              </a:defRPr>
            </a:lvl3pPr>
            <a:lvl4pPr algn="ctr">
              <a:defRPr sz="1425" b="1">
                <a:solidFill>
                  <a:srgbClr val="166B68"/>
                </a:solidFill>
                <a:latin typeface="Yu Gothic"/>
                <a:ea typeface="Yu Gothic"/>
                <a:cs typeface="Yu Gothic"/>
              </a:defRPr>
            </a:lvl4pPr>
            <a:lvl5pPr algn="ctr">
              <a:defRPr sz="1425" b="1">
                <a:solidFill>
                  <a:srgbClr val="166B68"/>
                </a:solidFill>
                <a:latin typeface="Yu Gothic"/>
                <a:ea typeface="Yu Gothic"/>
                <a:cs typeface="Yu Gothic"/>
              </a:defRPr>
            </a:lvl5pPr>
            <a:lvl6pPr algn="ctr">
              <a:defRPr sz="1425" b="1">
                <a:solidFill>
                  <a:srgbClr val="166B68"/>
                </a:solidFill>
                <a:latin typeface="Yu Gothic"/>
                <a:ea typeface="Yu Gothic"/>
                <a:cs typeface="Yu Gothic"/>
              </a:defRPr>
            </a:lvl6pPr>
            <a:lvl7pPr algn="ctr">
              <a:defRPr sz="1425" b="1">
                <a:solidFill>
                  <a:srgbClr val="166B68"/>
                </a:solidFill>
                <a:latin typeface="Yu Gothic"/>
                <a:ea typeface="Yu Gothic"/>
                <a:cs typeface="Yu Gothic"/>
              </a:defRPr>
            </a:lvl7pPr>
            <a:lvl8pPr algn="ctr">
              <a:defRPr sz="1425" b="1">
                <a:solidFill>
                  <a:srgbClr val="166B68"/>
                </a:solidFill>
                <a:latin typeface="Yu Gothic"/>
                <a:ea typeface="Yu Gothic"/>
                <a:cs typeface="Yu Gothic"/>
              </a:defRPr>
            </a:lvl8pPr>
            <a:lvl9pPr algn="ctr">
              <a:defRPr sz="1425" b="1">
                <a:solidFill>
                  <a:srgbClr val="166B68"/>
                </a:solidFill>
                <a:latin typeface="Yu Gothic"/>
                <a:ea typeface="Yu Gothic"/>
                <a:cs typeface="Yu Gothic"/>
              </a:defRPr>
            </a:lvl9pPr>
          </a:lstStyle>
          <a:p xmlns:a="http://schemas.openxmlformats.org/drawingml/2006/main">
            <a:pPr algn="ctr">
              <a:defRPr sz="1425" b="1">
                <a:solidFill>
                  <a:srgbClr val="166B68"/>
                </a:solidFill>
                <a:latin typeface="Yu Gothic"/>
                <a:ea typeface="Yu Gothic"/>
                <a:cs typeface="Yu Gothic"/>
              </a:defRPr>
            </a:pPr>
            <a:r>
              <a:rPr sz="1425" b="1">
                <a:solidFill>
                  <a:srgbClr val="166B68"/>
                </a:solidFill>
                <a:latin typeface="Yu Gothic"/>
                <a:ea typeface="Yu Gothic"/>
                <a:cs typeface="Yu Gothic"/>
              </a:rPr>
              <a:t>●</a:t>
            </a:r>
          </a:p>
        </p:txBody>
      </p:sp>
      <p:sp>
        <p:nvSpPr>
          <p:cNvPr id="8" name="">
            <a:extLst xmlns:a="http://schemas.openxmlformats.org/drawingml/2006/main">
              <a:ext uri="{FF2B5EF4-FFF2-40B4-BE49-F238E27FC236}">
                <a16:creationId xmlns:a16="http://schemas.microsoft.com/office/drawing/2014/main" id="{A2FB2469-A25D-4BA6-A10E-9E4A84E7058E}"/>
              </a:ext>
            </a:extLst>
          </p:cNvPr>
          <p:cNvSpPr>
            <a:spLocks xmlns:a="http://schemas.openxmlformats.org/drawingml/2006/main" noGrp="1"/>
          </p:cNvSpPr>
          <p:nvPr/>
        </p:nvSpPr>
        <p:spPr>
          <a:xfrm xmlns:a="http://schemas.openxmlformats.org/drawingml/2006/main">
            <a:off x="1047750" y="242887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OE＝1 m</a:t>
            </a:r>
          </a:p>
        </p:txBody>
      </p:sp>
      <p:sp>
        <p:nvSpPr>
          <p:cNvPr id="9" name="">
            <a:extLst xmlns:a="http://schemas.openxmlformats.org/drawingml/2006/main">
              <a:ext uri="{FF2B5EF4-FFF2-40B4-BE49-F238E27FC236}">
                <a16:creationId xmlns:a16="http://schemas.microsoft.com/office/drawing/2014/main" id="{C5C08135-E36C-4200-8A9F-3EDC1E62A540}"/>
              </a:ext>
            </a:extLst>
          </p:cNvPr>
          <p:cNvSpPr>
            <a:spLocks xmlns:a="http://schemas.openxmlformats.org/drawingml/2006/main" noGrp="1"/>
          </p:cNvSpPr>
          <p:nvPr/>
        </p:nvSpPr>
        <p:spPr>
          <a:xfrm xmlns:a="http://schemas.openxmlformats.org/drawingml/2006/main">
            <a:off x="723900" y="3019425"/>
            <a:ext cx="228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425" b="1">
                <a:solidFill>
                  <a:srgbClr val="166B68"/>
                </a:solidFill>
                <a:latin typeface="Yu Gothic"/>
                <a:ea typeface="Yu Gothic"/>
                <a:cs typeface="Yu Gothic"/>
              </a:defRPr>
            </a:defPPr>
            <a:lvl1pPr algn="ctr">
              <a:defRPr sz="1425" b="1">
                <a:solidFill>
                  <a:srgbClr val="166B68"/>
                </a:solidFill>
                <a:latin typeface="Yu Gothic"/>
                <a:ea typeface="Yu Gothic"/>
                <a:cs typeface="Yu Gothic"/>
              </a:defRPr>
            </a:lvl1pPr>
            <a:lvl2pPr algn="ctr">
              <a:defRPr sz="1425" b="1">
                <a:solidFill>
                  <a:srgbClr val="166B68"/>
                </a:solidFill>
                <a:latin typeface="Yu Gothic"/>
                <a:ea typeface="Yu Gothic"/>
                <a:cs typeface="Yu Gothic"/>
              </a:defRPr>
            </a:lvl2pPr>
            <a:lvl3pPr algn="ctr">
              <a:defRPr sz="1425" b="1">
                <a:solidFill>
                  <a:srgbClr val="166B68"/>
                </a:solidFill>
                <a:latin typeface="Yu Gothic"/>
                <a:ea typeface="Yu Gothic"/>
                <a:cs typeface="Yu Gothic"/>
              </a:defRPr>
            </a:lvl3pPr>
            <a:lvl4pPr algn="ctr">
              <a:defRPr sz="1425" b="1">
                <a:solidFill>
                  <a:srgbClr val="166B68"/>
                </a:solidFill>
                <a:latin typeface="Yu Gothic"/>
                <a:ea typeface="Yu Gothic"/>
                <a:cs typeface="Yu Gothic"/>
              </a:defRPr>
            </a:lvl4pPr>
            <a:lvl5pPr algn="ctr">
              <a:defRPr sz="1425" b="1">
                <a:solidFill>
                  <a:srgbClr val="166B68"/>
                </a:solidFill>
                <a:latin typeface="Yu Gothic"/>
                <a:ea typeface="Yu Gothic"/>
                <a:cs typeface="Yu Gothic"/>
              </a:defRPr>
            </a:lvl5pPr>
            <a:lvl6pPr algn="ctr">
              <a:defRPr sz="1425" b="1">
                <a:solidFill>
                  <a:srgbClr val="166B68"/>
                </a:solidFill>
                <a:latin typeface="Yu Gothic"/>
                <a:ea typeface="Yu Gothic"/>
                <a:cs typeface="Yu Gothic"/>
              </a:defRPr>
            </a:lvl6pPr>
            <a:lvl7pPr algn="ctr">
              <a:defRPr sz="1425" b="1">
                <a:solidFill>
                  <a:srgbClr val="166B68"/>
                </a:solidFill>
                <a:latin typeface="Yu Gothic"/>
                <a:ea typeface="Yu Gothic"/>
                <a:cs typeface="Yu Gothic"/>
              </a:defRPr>
            </a:lvl7pPr>
            <a:lvl8pPr algn="ctr">
              <a:defRPr sz="1425" b="1">
                <a:solidFill>
                  <a:srgbClr val="166B68"/>
                </a:solidFill>
                <a:latin typeface="Yu Gothic"/>
                <a:ea typeface="Yu Gothic"/>
                <a:cs typeface="Yu Gothic"/>
              </a:defRPr>
            </a:lvl8pPr>
            <a:lvl9pPr algn="ctr">
              <a:defRPr sz="1425" b="1">
                <a:solidFill>
                  <a:srgbClr val="166B68"/>
                </a:solidFill>
                <a:latin typeface="Yu Gothic"/>
                <a:ea typeface="Yu Gothic"/>
                <a:cs typeface="Yu Gothic"/>
              </a:defRPr>
            </a:lvl9pPr>
          </a:lstStyle>
          <a:p xmlns:a="http://schemas.openxmlformats.org/drawingml/2006/main">
            <a:pPr algn="ctr">
              <a:defRPr sz="1425" b="1">
                <a:solidFill>
                  <a:srgbClr val="166B68"/>
                </a:solidFill>
                <a:latin typeface="Yu Gothic"/>
                <a:ea typeface="Yu Gothic"/>
                <a:cs typeface="Yu Gothic"/>
              </a:defRPr>
            </a:pPr>
            <a:r>
              <a:rPr sz="1425" b="1">
                <a:solidFill>
                  <a:srgbClr val="166B68"/>
                </a:solidFill>
                <a:latin typeface="Yu Gothic"/>
                <a:ea typeface="Yu Gothic"/>
                <a:cs typeface="Yu Gothic"/>
              </a:rPr>
              <a:t>●</a:t>
            </a:r>
          </a:p>
        </p:txBody>
      </p:sp>
      <p:sp>
        <p:nvSpPr>
          <p:cNvPr id="10" name="">
            <a:extLst xmlns:a="http://schemas.openxmlformats.org/drawingml/2006/main">
              <a:ext uri="{FF2B5EF4-FFF2-40B4-BE49-F238E27FC236}">
                <a16:creationId xmlns:a16="http://schemas.microsoft.com/office/drawing/2014/main" id="{0B8DCE6E-4EB0-42AA-B7EF-695AA9F34BA9}"/>
              </a:ext>
            </a:extLst>
          </p:cNvPr>
          <p:cNvSpPr>
            <a:spLocks xmlns:a="http://schemas.openxmlformats.org/drawingml/2006/main" noGrp="1"/>
          </p:cNvSpPr>
          <p:nvPr/>
        </p:nvSpPr>
        <p:spPr>
          <a:xfrm xmlns:a="http://schemas.openxmlformats.org/drawingml/2006/main">
            <a:off x="1047750" y="301942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OA＝100 m</a:t>
            </a:r>
          </a:p>
        </p:txBody>
      </p:sp>
      <p:sp>
        <p:nvSpPr>
          <p:cNvPr id="11" name="">
            <a:extLst xmlns:a="http://schemas.openxmlformats.org/drawingml/2006/main">
              <a:ext uri="{FF2B5EF4-FFF2-40B4-BE49-F238E27FC236}">
                <a16:creationId xmlns:a16="http://schemas.microsoft.com/office/drawing/2014/main" id="{2624DA11-D628-489E-8666-F31ED78C571B}"/>
              </a:ext>
            </a:extLst>
          </p:cNvPr>
          <p:cNvSpPr>
            <a:spLocks xmlns:a="http://schemas.openxmlformats.org/drawingml/2006/main" noGrp="1"/>
          </p:cNvSpPr>
          <p:nvPr/>
        </p:nvSpPr>
        <p:spPr>
          <a:xfrm xmlns:a="http://schemas.openxmlformats.org/drawingml/2006/main">
            <a:off x="723900" y="3609975"/>
            <a:ext cx="228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425" b="1">
                <a:solidFill>
                  <a:srgbClr val="166B68"/>
                </a:solidFill>
                <a:latin typeface="Yu Gothic"/>
                <a:ea typeface="Yu Gothic"/>
                <a:cs typeface="Yu Gothic"/>
              </a:defRPr>
            </a:defPPr>
            <a:lvl1pPr algn="ctr">
              <a:defRPr sz="1425" b="1">
                <a:solidFill>
                  <a:srgbClr val="166B68"/>
                </a:solidFill>
                <a:latin typeface="Yu Gothic"/>
                <a:ea typeface="Yu Gothic"/>
                <a:cs typeface="Yu Gothic"/>
              </a:defRPr>
            </a:lvl1pPr>
            <a:lvl2pPr algn="ctr">
              <a:defRPr sz="1425" b="1">
                <a:solidFill>
                  <a:srgbClr val="166B68"/>
                </a:solidFill>
                <a:latin typeface="Yu Gothic"/>
                <a:ea typeface="Yu Gothic"/>
                <a:cs typeface="Yu Gothic"/>
              </a:defRPr>
            </a:lvl2pPr>
            <a:lvl3pPr algn="ctr">
              <a:defRPr sz="1425" b="1">
                <a:solidFill>
                  <a:srgbClr val="166B68"/>
                </a:solidFill>
                <a:latin typeface="Yu Gothic"/>
                <a:ea typeface="Yu Gothic"/>
                <a:cs typeface="Yu Gothic"/>
              </a:defRPr>
            </a:lvl3pPr>
            <a:lvl4pPr algn="ctr">
              <a:defRPr sz="1425" b="1">
                <a:solidFill>
                  <a:srgbClr val="166B68"/>
                </a:solidFill>
                <a:latin typeface="Yu Gothic"/>
                <a:ea typeface="Yu Gothic"/>
                <a:cs typeface="Yu Gothic"/>
              </a:defRPr>
            </a:lvl4pPr>
            <a:lvl5pPr algn="ctr">
              <a:defRPr sz="1425" b="1">
                <a:solidFill>
                  <a:srgbClr val="166B68"/>
                </a:solidFill>
                <a:latin typeface="Yu Gothic"/>
                <a:ea typeface="Yu Gothic"/>
                <a:cs typeface="Yu Gothic"/>
              </a:defRPr>
            </a:lvl5pPr>
            <a:lvl6pPr algn="ctr">
              <a:defRPr sz="1425" b="1">
                <a:solidFill>
                  <a:srgbClr val="166B68"/>
                </a:solidFill>
                <a:latin typeface="Yu Gothic"/>
                <a:ea typeface="Yu Gothic"/>
                <a:cs typeface="Yu Gothic"/>
              </a:defRPr>
            </a:lvl6pPr>
            <a:lvl7pPr algn="ctr">
              <a:defRPr sz="1425" b="1">
                <a:solidFill>
                  <a:srgbClr val="166B68"/>
                </a:solidFill>
                <a:latin typeface="Yu Gothic"/>
                <a:ea typeface="Yu Gothic"/>
                <a:cs typeface="Yu Gothic"/>
              </a:defRPr>
            </a:lvl7pPr>
            <a:lvl8pPr algn="ctr">
              <a:defRPr sz="1425" b="1">
                <a:solidFill>
                  <a:srgbClr val="166B68"/>
                </a:solidFill>
                <a:latin typeface="Yu Gothic"/>
                <a:ea typeface="Yu Gothic"/>
                <a:cs typeface="Yu Gothic"/>
              </a:defRPr>
            </a:lvl8pPr>
            <a:lvl9pPr algn="ctr">
              <a:defRPr sz="1425" b="1">
                <a:solidFill>
                  <a:srgbClr val="166B68"/>
                </a:solidFill>
                <a:latin typeface="Yu Gothic"/>
                <a:ea typeface="Yu Gothic"/>
                <a:cs typeface="Yu Gothic"/>
              </a:defRPr>
            </a:lvl9pPr>
          </a:lstStyle>
          <a:p xmlns:a="http://schemas.openxmlformats.org/drawingml/2006/main">
            <a:pPr algn="ctr">
              <a:defRPr sz="1425" b="1">
                <a:solidFill>
                  <a:srgbClr val="166B68"/>
                </a:solidFill>
                <a:latin typeface="Yu Gothic"/>
                <a:ea typeface="Yu Gothic"/>
                <a:cs typeface="Yu Gothic"/>
              </a:defRPr>
            </a:pPr>
            <a:r>
              <a:rPr sz="1425" b="1">
                <a:solidFill>
                  <a:srgbClr val="166B68"/>
                </a:solidFill>
                <a:latin typeface="Yu Gothic"/>
                <a:ea typeface="Yu Gothic"/>
                <a:cs typeface="Yu Gothic"/>
              </a:rPr>
              <a:t>●</a:t>
            </a:r>
          </a:p>
        </p:txBody>
      </p:sp>
      <p:sp>
        <p:nvSpPr>
          <p:cNvPr id="12" name="">
            <a:extLst xmlns:a="http://schemas.openxmlformats.org/drawingml/2006/main">
              <a:ext uri="{FF2B5EF4-FFF2-40B4-BE49-F238E27FC236}">
                <a16:creationId xmlns:a16="http://schemas.microsoft.com/office/drawing/2014/main" id="{6F598AD3-1938-4A9B-BA8B-6DECD79A9611}"/>
              </a:ext>
            </a:extLst>
          </p:cNvPr>
          <p:cNvSpPr>
            <a:spLocks xmlns:a="http://schemas.openxmlformats.org/drawingml/2006/main" noGrp="1"/>
          </p:cNvSpPr>
          <p:nvPr/>
        </p:nvSpPr>
        <p:spPr>
          <a:xfrm xmlns:a="http://schemas.openxmlformats.org/drawingml/2006/main">
            <a:off x="1047750" y="360997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tan δ＝1/100</a:t>
            </a:r>
          </a:p>
        </p:txBody>
      </p:sp>
      <p:sp>
        <p:nvSpPr>
          <p:cNvPr id="13" name="">
            <a:extLst xmlns:a="http://schemas.openxmlformats.org/drawingml/2006/main">
              <a:ext uri="{FF2B5EF4-FFF2-40B4-BE49-F238E27FC236}">
                <a16:creationId xmlns:a16="http://schemas.microsoft.com/office/drawing/2014/main" id="{84505CB7-E83B-47D0-B74B-95FFDBCDC6D4}"/>
              </a:ext>
            </a:extLst>
          </p:cNvPr>
          <p:cNvSpPr>
            <a:spLocks xmlns:a="http://schemas.openxmlformats.org/drawingml/2006/main" noGrp="1"/>
          </p:cNvSpPr>
          <p:nvPr/>
        </p:nvSpPr>
        <p:spPr>
          <a:xfrm xmlns:a="http://schemas.openxmlformats.org/drawingml/2006/main">
            <a:off x="7720013" y="4427220"/>
            <a:ext cx="3159443" cy="9525"/>
          </a:xfrm>
          <a:custGeom xmlns:a="http://schemas.openxmlformats.org/drawingml/2006/main">
            <a:pathLst>
              <a:path w="3159443" h="9525">
                <a:moveTo>
                  <a:pt x="0" y="0"/>
                </a:moveTo>
                <a:lnTo>
                  <a:pt x="3159443" y="0"/>
                </a:lnTo>
              </a:path>
            </a:pathLst>
          </a:custGeom>
          <a:noFill xmlns:a="http://schemas.openxmlformats.org/drawingml/2006/main"/>
          <a:ln xmlns:a="http://schemas.openxmlformats.org/drawingml/2006/main" w="19050">
            <a:solidFill>
              <a:srgbClr val="CFD9DD"/>
            </a:solidFill>
            <a:prstDash val="solid"/>
          </a:ln>
        </p:spPr>
      </p:sp>
      <p:sp>
        <p:nvSpPr>
          <p:cNvPr id="14" name="">
            <a:extLst xmlns:a="http://schemas.openxmlformats.org/drawingml/2006/main">
              <a:ext uri="{FF2B5EF4-FFF2-40B4-BE49-F238E27FC236}">
                <a16:creationId xmlns:a16="http://schemas.microsoft.com/office/drawing/2014/main" id="{BEA75915-7AA1-4EFF-B51B-F435FB3FD0A7}"/>
              </a:ext>
            </a:extLst>
          </p:cNvPr>
          <p:cNvSpPr>
            <a:spLocks xmlns:a="http://schemas.openxmlformats.org/drawingml/2006/main" noGrp="1"/>
          </p:cNvSpPr>
          <p:nvPr/>
        </p:nvSpPr>
        <p:spPr>
          <a:xfrm xmlns:a="http://schemas.openxmlformats.org/drawingml/2006/main">
            <a:off x="10798252" y="4377434"/>
            <a:ext cx="81203" cy="99572"/>
          </a:xfrm>
          <a:custGeom xmlns:a="http://schemas.openxmlformats.org/drawingml/2006/main">
            <a:pathLst>
              <a:path w="81203" h="99572">
                <a:moveTo>
                  <a:pt x="0" y="99572"/>
                </a:moveTo>
                <a:lnTo>
                  <a:pt x="81203" y="49786"/>
                </a:lnTo>
                <a:lnTo>
                  <a:pt x="0" y="0"/>
                </a:lnTo>
              </a:path>
            </a:pathLst>
          </a:custGeom>
          <a:noFill xmlns:a="http://schemas.openxmlformats.org/drawingml/2006/main"/>
          <a:ln xmlns:a="http://schemas.openxmlformats.org/drawingml/2006/main" w="19050">
            <a:solidFill>
              <a:srgbClr val="CFD9DD"/>
            </a:solidFill>
            <a:prstDash val="solid"/>
          </a:ln>
        </p:spPr>
      </p:sp>
      <p:sp>
        <p:nvSpPr>
          <p:cNvPr id="15" name="">
            <a:extLst xmlns:a="http://schemas.openxmlformats.org/drawingml/2006/main">
              <a:ext uri="{FF2B5EF4-FFF2-40B4-BE49-F238E27FC236}">
                <a16:creationId xmlns:a16="http://schemas.microsoft.com/office/drawing/2014/main" id="{1DC7B93E-DFFE-4793-8850-C58C465AF3B3}"/>
              </a:ext>
            </a:extLst>
          </p:cNvPr>
          <p:cNvSpPr>
            <a:spLocks xmlns:a="http://schemas.openxmlformats.org/drawingml/2006/main" noGrp="1"/>
          </p:cNvSpPr>
          <p:nvPr/>
        </p:nvSpPr>
        <p:spPr>
          <a:xfrm xmlns:a="http://schemas.openxmlformats.org/drawingml/2006/main">
            <a:off x="7720013" y="1733550"/>
            <a:ext cx="9525" cy="2693670"/>
          </a:xfrm>
          <a:custGeom xmlns:a="http://schemas.openxmlformats.org/drawingml/2006/main">
            <a:pathLst>
              <a:path w="9525" h="2693670">
                <a:moveTo>
                  <a:pt x="0" y="2693670"/>
                </a:moveTo>
                <a:lnTo>
                  <a:pt x="0" y="0"/>
                </a:lnTo>
              </a:path>
            </a:pathLst>
          </a:custGeom>
          <a:noFill xmlns:a="http://schemas.openxmlformats.org/drawingml/2006/main"/>
          <a:ln xmlns:a="http://schemas.openxmlformats.org/drawingml/2006/main" w="19050">
            <a:solidFill>
              <a:srgbClr val="CFD9DD"/>
            </a:solidFill>
            <a:prstDash val="solid"/>
          </a:ln>
        </p:spPr>
      </p:sp>
      <p:sp>
        <p:nvSpPr>
          <p:cNvPr id="16" name="">
            <a:extLst xmlns:a="http://schemas.openxmlformats.org/drawingml/2006/main">
              <a:ext uri="{FF2B5EF4-FFF2-40B4-BE49-F238E27FC236}">
                <a16:creationId xmlns:a16="http://schemas.microsoft.com/office/drawing/2014/main" id="{CC42629F-E5A0-4884-A235-DD3947E699F3}"/>
              </a:ext>
            </a:extLst>
          </p:cNvPr>
          <p:cNvSpPr>
            <a:spLocks xmlns:a="http://schemas.openxmlformats.org/drawingml/2006/main" noGrp="1"/>
          </p:cNvSpPr>
          <p:nvPr/>
        </p:nvSpPr>
        <p:spPr>
          <a:xfrm xmlns:a="http://schemas.openxmlformats.org/drawingml/2006/main">
            <a:off x="7670227" y="1733550"/>
            <a:ext cx="99572" cy="81203"/>
          </a:xfrm>
          <a:custGeom xmlns:a="http://schemas.openxmlformats.org/drawingml/2006/main">
            <a:pathLst>
              <a:path w="99572" h="81203">
                <a:moveTo>
                  <a:pt x="99572" y="81203"/>
                </a:moveTo>
                <a:lnTo>
                  <a:pt x="49786" y="0"/>
                </a:lnTo>
                <a:lnTo>
                  <a:pt x="0" y="81203"/>
                </a:lnTo>
              </a:path>
            </a:pathLst>
          </a:custGeom>
          <a:noFill xmlns:a="http://schemas.openxmlformats.org/drawingml/2006/main"/>
          <a:ln xmlns:a="http://schemas.openxmlformats.org/drawingml/2006/main" w="19050">
            <a:solidFill>
              <a:srgbClr val="CFD9DD"/>
            </a:solidFill>
            <a:prstDash val="solid"/>
          </a:ln>
        </p:spPr>
      </p:sp>
      <p:sp>
        <p:nvSpPr>
          <p:cNvPr id="17" name="">
            <a:extLst xmlns:a="http://schemas.openxmlformats.org/drawingml/2006/main">
              <a:ext uri="{FF2B5EF4-FFF2-40B4-BE49-F238E27FC236}">
                <a16:creationId xmlns:a16="http://schemas.microsoft.com/office/drawing/2014/main" id="{C25EA2C6-B75C-40E4-8674-4AF4BD1CB00D}"/>
              </a:ext>
            </a:extLst>
          </p:cNvPr>
          <p:cNvSpPr>
            <a:spLocks xmlns:a="http://schemas.openxmlformats.org/drawingml/2006/main" noGrp="1"/>
          </p:cNvSpPr>
          <p:nvPr/>
        </p:nvSpPr>
        <p:spPr>
          <a:xfrm xmlns:a="http://schemas.openxmlformats.org/drawingml/2006/main">
            <a:off x="7720013" y="2949416"/>
            <a:ext cx="9525" cy="1477804"/>
          </a:xfrm>
          <a:custGeom xmlns:a="http://schemas.openxmlformats.org/drawingml/2006/main">
            <a:pathLst>
              <a:path w="9525" h="1477804">
                <a:moveTo>
                  <a:pt x="0" y="1477804"/>
                </a:moveTo>
                <a:lnTo>
                  <a:pt x="0" y="0"/>
                </a:lnTo>
              </a:path>
            </a:pathLst>
          </a:custGeom>
          <a:noFill xmlns:a="http://schemas.openxmlformats.org/drawingml/2006/main"/>
          <a:ln xmlns:a="http://schemas.openxmlformats.org/drawingml/2006/main" w="28575">
            <a:solidFill>
              <a:srgbClr val="182B33"/>
            </a:solidFill>
            <a:prstDash val="solid"/>
          </a:ln>
        </p:spPr>
      </p:sp>
      <p:sp>
        <p:nvSpPr>
          <p:cNvPr id="18" name="">
            <a:extLst xmlns:a="http://schemas.openxmlformats.org/drawingml/2006/main">
              <a:ext uri="{FF2B5EF4-FFF2-40B4-BE49-F238E27FC236}">
                <a16:creationId xmlns:a16="http://schemas.microsoft.com/office/drawing/2014/main" id="{C2705F54-D98F-4EBA-9240-EBF8BDCCDAD8}"/>
              </a:ext>
            </a:extLst>
          </p:cNvPr>
          <p:cNvSpPr>
            <a:spLocks xmlns:a="http://schemas.openxmlformats.org/drawingml/2006/main" noGrp="1"/>
          </p:cNvSpPr>
          <p:nvPr/>
        </p:nvSpPr>
        <p:spPr>
          <a:xfrm xmlns:a="http://schemas.openxmlformats.org/drawingml/2006/main">
            <a:off x="7720013" y="4427220"/>
            <a:ext cx="1477804" cy="9525"/>
          </a:xfrm>
          <a:custGeom xmlns:a="http://schemas.openxmlformats.org/drawingml/2006/main">
            <a:pathLst>
              <a:path w="1477804" h="9525">
                <a:moveTo>
                  <a:pt x="0" y="0"/>
                </a:moveTo>
                <a:lnTo>
                  <a:pt x="1477804" y="0"/>
                </a:lnTo>
              </a:path>
            </a:pathLst>
          </a:custGeom>
          <a:noFill xmlns:a="http://schemas.openxmlformats.org/drawingml/2006/main"/>
          <a:ln xmlns:a="http://schemas.openxmlformats.org/drawingml/2006/main" w="28575">
            <a:solidFill>
              <a:srgbClr val="182B33"/>
            </a:solidFill>
            <a:prstDash val="solid"/>
          </a:ln>
        </p:spPr>
      </p:sp>
      <p:sp>
        <p:nvSpPr>
          <p:cNvPr id="19" name="">
            <a:extLst xmlns:a="http://schemas.openxmlformats.org/drawingml/2006/main">
              <a:ext uri="{FF2B5EF4-FFF2-40B4-BE49-F238E27FC236}">
                <a16:creationId xmlns:a16="http://schemas.microsoft.com/office/drawing/2014/main" id="{896D1B8A-157F-4918-AF4F-A393E9C9A80D}"/>
              </a:ext>
            </a:extLst>
          </p:cNvPr>
          <p:cNvSpPr>
            <a:spLocks xmlns:a="http://schemas.openxmlformats.org/drawingml/2006/main" noGrp="1"/>
          </p:cNvSpPr>
          <p:nvPr/>
        </p:nvSpPr>
        <p:spPr>
          <a:xfrm xmlns:a="http://schemas.openxmlformats.org/drawingml/2006/main">
            <a:off x="7720013" y="2949416"/>
            <a:ext cx="523875" cy="1477804"/>
          </a:xfrm>
          <a:custGeom xmlns:a="http://schemas.openxmlformats.org/drawingml/2006/main">
            <a:pathLst>
              <a:path w="523875" h="1477804">
                <a:moveTo>
                  <a:pt x="523875" y="1477804"/>
                </a:moveTo>
                <a:lnTo>
                  <a:pt x="0" y="0"/>
                </a:lnTo>
              </a:path>
            </a:pathLst>
          </a:custGeom>
          <a:noFill xmlns:a="http://schemas.openxmlformats.org/drawingml/2006/main"/>
          <a:ln xmlns:a="http://schemas.openxmlformats.org/drawingml/2006/main" w="28575">
            <a:solidFill>
              <a:srgbClr val="A94737"/>
            </a:solidFill>
            <a:prstDash val="solid"/>
          </a:ln>
        </p:spPr>
      </p:sp>
      <p:sp>
        <p:nvSpPr>
          <p:cNvPr id="20" name="">
            <a:extLst xmlns:a="http://schemas.openxmlformats.org/drawingml/2006/main">
              <a:ext uri="{FF2B5EF4-FFF2-40B4-BE49-F238E27FC236}">
                <a16:creationId xmlns:a16="http://schemas.microsoft.com/office/drawing/2014/main" id="{45F4072B-B3A0-4551-812C-BDA9F9AB5F08}"/>
              </a:ext>
            </a:extLst>
          </p:cNvPr>
          <p:cNvSpPr>
            <a:spLocks xmlns:a="http://schemas.openxmlformats.org/drawingml/2006/main" noGrp="1"/>
          </p:cNvSpPr>
          <p:nvPr/>
        </p:nvSpPr>
        <p:spPr>
          <a:xfrm xmlns:a="http://schemas.openxmlformats.org/drawingml/2006/main">
            <a:off x="8243888" y="4427220"/>
            <a:ext cx="953929" cy="9525"/>
          </a:xfrm>
          <a:custGeom xmlns:a="http://schemas.openxmlformats.org/drawingml/2006/main">
            <a:pathLst>
              <a:path w="953929" h="9525">
                <a:moveTo>
                  <a:pt x="0" y="0"/>
                </a:moveTo>
                <a:lnTo>
                  <a:pt x="953929" y="0"/>
                </a:lnTo>
              </a:path>
            </a:pathLst>
          </a:custGeom>
          <a:noFill xmlns:a="http://schemas.openxmlformats.org/drawingml/2006/main"/>
          <a:ln xmlns:a="http://schemas.openxmlformats.org/drawingml/2006/main" w="28575">
            <a:solidFill>
              <a:srgbClr val="A94737"/>
            </a:solidFill>
            <a:prstDash val="solid"/>
          </a:ln>
        </p:spPr>
      </p:sp>
      <p:sp>
        <p:nvSpPr>
          <p:cNvPr id="21" name="">
            <a:extLst xmlns:a="http://schemas.openxmlformats.org/drawingml/2006/main">
              <a:ext uri="{FF2B5EF4-FFF2-40B4-BE49-F238E27FC236}">
                <a16:creationId xmlns:a16="http://schemas.microsoft.com/office/drawing/2014/main" id="{13E93F97-F2A2-4F88-85F5-E229EDBE52E3}"/>
              </a:ext>
            </a:extLst>
          </p:cNvPr>
          <p:cNvSpPr>
            <a:spLocks xmlns:a="http://schemas.openxmlformats.org/drawingml/2006/main" noGrp="1"/>
          </p:cNvSpPr>
          <p:nvPr/>
        </p:nvSpPr>
        <p:spPr>
          <a:xfrm xmlns:a="http://schemas.openxmlformats.org/drawingml/2006/main">
            <a:off x="8243888" y="1809750"/>
            <a:ext cx="9525" cy="2617470"/>
          </a:xfrm>
          <a:custGeom xmlns:a="http://schemas.openxmlformats.org/drawingml/2006/main">
            <a:pathLst>
              <a:path w="9525" h="2617470">
                <a:moveTo>
                  <a:pt x="0" y="2617470"/>
                </a:moveTo>
                <a:lnTo>
                  <a:pt x="0" y="0"/>
                </a:lnTo>
              </a:path>
            </a:pathLst>
          </a:custGeom>
          <a:noFill xmlns:a="http://schemas.openxmlformats.org/drawingml/2006/main"/>
          <a:ln xmlns:a="http://schemas.openxmlformats.org/drawingml/2006/main" w="19050">
            <a:solidFill>
              <a:srgbClr val="CFD9DD"/>
            </a:solidFill>
            <a:prstDash val="dash"/>
          </a:ln>
        </p:spPr>
      </p:sp>
      <p:sp>
        <p:nvSpPr>
          <p:cNvPr id="22" name="">
            <a:extLst xmlns:a="http://schemas.openxmlformats.org/drawingml/2006/main">
              <a:ext uri="{FF2B5EF4-FFF2-40B4-BE49-F238E27FC236}">
                <a16:creationId xmlns:a16="http://schemas.microsoft.com/office/drawing/2014/main" id="{2CE2B64F-2319-4A3C-A661-259B25634FAE}"/>
              </a:ext>
            </a:extLst>
          </p:cNvPr>
          <p:cNvSpPr>
            <a:spLocks xmlns:a="http://schemas.openxmlformats.org/drawingml/2006/main" noGrp="1"/>
          </p:cNvSpPr>
          <p:nvPr/>
        </p:nvSpPr>
        <p:spPr>
          <a:xfrm xmlns:a="http://schemas.openxmlformats.org/drawingml/2006/main">
            <a:off x="7653338" y="4360545"/>
            <a:ext cx="133350" cy="133350"/>
          </a:xfrm>
          <a:prstGeom xmlns:a="http://schemas.openxmlformats.org/drawingml/2006/main" prst="ellipse">
            <a:avLst/>
          </a:prstGeom>
          <a:solidFill xmlns:a="http://schemas.openxmlformats.org/drawingml/2006/main">
            <a:srgbClr val="166B68"/>
          </a:solidFill>
          <a:ln xmlns:a="http://schemas.openxmlformats.org/drawingml/2006/main" w="9525">
            <a:solidFill>
              <a:srgbClr val="166B68"/>
            </a:solidFill>
          </a:ln>
        </p:spPr>
      </p:sp>
      <p:sp>
        <p:nvSpPr>
          <p:cNvPr id="23" name="">
            <a:extLst xmlns:a="http://schemas.openxmlformats.org/drawingml/2006/main">
              <a:ext uri="{FF2B5EF4-FFF2-40B4-BE49-F238E27FC236}">
                <a16:creationId xmlns:a16="http://schemas.microsoft.com/office/drawing/2014/main" id="{7927A5AC-9781-4EED-B058-D997135459A5}"/>
              </a:ext>
            </a:extLst>
          </p:cNvPr>
          <p:cNvSpPr>
            <a:spLocks xmlns:a="http://schemas.openxmlformats.org/drawingml/2006/main" noGrp="1"/>
          </p:cNvSpPr>
          <p:nvPr/>
        </p:nvSpPr>
        <p:spPr>
          <a:xfrm xmlns:a="http://schemas.openxmlformats.org/drawingml/2006/main">
            <a:off x="8177213" y="4360545"/>
            <a:ext cx="133350" cy="133350"/>
          </a:xfrm>
          <a:prstGeom xmlns:a="http://schemas.openxmlformats.org/drawingml/2006/main" prst="ellipse">
            <a:avLst/>
          </a:prstGeom>
          <a:solidFill xmlns:a="http://schemas.openxmlformats.org/drawingml/2006/main">
            <a:srgbClr val="A94737"/>
          </a:solidFill>
          <a:ln xmlns:a="http://schemas.openxmlformats.org/drawingml/2006/main" w="9525">
            <a:solidFill>
              <a:srgbClr val="A94737"/>
            </a:solidFill>
          </a:ln>
        </p:spPr>
      </p:sp>
      <p:sp>
        <p:nvSpPr>
          <p:cNvPr id="24" name="">
            <a:extLst xmlns:a="http://schemas.openxmlformats.org/drawingml/2006/main">
              <a:ext uri="{FF2B5EF4-FFF2-40B4-BE49-F238E27FC236}">
                <a16:creationId xmlns:a16="http://schemas.microsoft.com/office/drawing/2014/main" id="{D203C100-EABC-40F7-B803-8619BFB7A1CC}"/>
              </a:ext>
            </a:extLst>
          </p:cNvPr>
          <p:cNvSpPr>
            <a:spLocks xmlns:a="http://schemas.openxmlformats.org/drawingml/2006/main" noGrp="1"/>
          </p:cNvSpPr>
          <p:nvPr/>
        </p:nvSpPr>
        <p:spPr>
          <a:xfrm xmlns:a="http://schemas.openxmlformats.org/drawingml/2006/main">
            <a:off x="7662863" y="2892266"/>
            <a:ext cx="114300" cy="114300"/>
          </a:xfrm>
          <a:prstGeom xmlns:a="http://schemas.openxmlformats.org/drawingml/2006/main" prst="ellipse">
            <a:avLst/>
          </a:prstGeom>
          <a:solidFill xmlns:a="http://schemas.openxmlformats.org/drawingml/2006/main">
            <a:srgbClr val="166B68"/>
          </a:solidFill>
          <a:ln xmlns:a="http://schemas.openxmlformats.org/drawingml/2006/main" w="9525">
            <a:solidFill>
              <a:srgbClr val="166B68"/>
            </a:solidFill>
          </a:ln>
        </p:spPr>
      </p:sp>
      <p:sp>
        <p:nvSpPr>
          <p:cNvPr id="25" name="">
            <a:extLst xmlns:a="http://schemas.openxmlformats.org/drawingml/2006/main">
              <a:ext uri="{FF2B5EF4-FFF2-40B4-BE49-F238E27FC236}">
                <a16:creationId xmlns:a16="http://schemas.microsoft.com/office/drawing/2014/main" id="{E8FDE6C2-04A6-4908-92F0-7A1464B62B6C}"/>
              </a:ext>
            </a:extLst>
          </p:cNvPr>
          <p:cNvSpPr>
            <a:spLocks xmlns:a="http://schemas.openxmlformats.org/drawingml/2006/main" noGrp="1"/>
          </p:cNvSpPr>
          <p:nvPr/>
        </p:nvSpPr>
        <p:spPr>
          <a:xfrm xmlns:a="http://schemas.openxmlformats.org/drawingml/2006/main">
            <a:off x="7453313" y="2711291"/>
            <a:ext cx="7048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182B33"/>
                </a:solidFill>
                <a:latin typeface="Yu Gothic"/>
                <a:ea typeface="Yu Gothic"/>
                <a:cs typeface="Yu Gothic"/>
              </a:defRPr>
            </a:defPPr>
            <a:lvl1pPr algn="l">
              <a:defRPr sz="1650" b="1">
                <a:solidFill>
                  <a:srgbClr val="182B33"/>
                </a:solidFill>
                <a:latin typeface="Yu Gothic"/>
                <a:ea typeface="Yu Gothic"/>
                <a:cs typeface="Yu Gothic"/>
              </a:defRPr>
            </a:lvl1pPr>
            <a:lvl2pPr algn="l">
              <a:defRPr sz="1650" b="1">
                <a:solidFill>
                  <a:srgbClr val="182B33"/>
                </a:solidFill>
                <a:latin typeface="Yu Gothic"/>
                <a:ea typeface="Yu Gothic"/>
                <a:cs typeface="Yu Gothic"/>
              </a:defRPr>
            </a:lvl2pPr>
            <a:lvl3pPr algn="l">
              <a:defRPr sz="1650" b="1">
                <a:solidFill>
                  <a:srgbClr val="182B33"/>
                </a:solidFill>
                <a:latin typeface="Yu Gothic"/>
                <a:ea typeface="Yu Gothic"/>
                <a:cs typeface="Yu Gothic"/>
              </a:defRPr>
            </a:lvl3pPr>
            <a:lvl4pPr algn="l">
              <a:defRPr sz="1650" b="1">
                <a:solidFill>
                  <a:srgbClr val="182B33"/>
                </a:solidFill>
                <a:latin typeface="Yu Gothic"/>
                <a:ea typeface="Yu Gothic"/>
                <a:cs typeface="Yu Gothic"/>
              </a:defRPr>
            </a:lvl4pPr>
            <a:lvl5pPr algn="l">
              <a:defRPr sz="1650" b="1">
                <a:solidFill>
                  <a:srgbClr val="182B33"/>
                </a:solidFill>
                <a:latin typeface="Yu Gothic"/>
                <a:ea typeface="Yu Gothic"/>
                <a:cs typeface="Yu Gothic"/>
              </a:defRPr>
            </a:lvl5pPr>
            <a:lvl6pPr algn="l">
              <a:defRPr sz="1650" b="1">
                <a:solidFill>
                  <a:srgbClr val="182B33"/>
                </a:solidFill>
                <a:latin typeface="Yu Gothic"/>
                <a:ea typeface="Yu Gothic"/>
                <a:cs typeface="Yu Gothic"/>
              </a:defRPr>
            </a:lvl6pPr>
            <a:lvl7pPr algn="l">
              <a:defRPr sz="1650" b="1">
                <a:solidFill>
                  <a:srgbClr val="182B33"/>
                </a:solidFill>
                <a:latin typeface="Yu Gothic"/>
                <a:ea typeface="Yu Gothic"/>
                <a:cs typeface="Yu Gothic"/>
              </a:defRPr>
            </a:lvl7pPr>
            <a:lvl8pPr algn="l">
              <a:defRPr sz="1650" b="1">
                <a:solidFill>
                  <a:srgbClr val="182B33"/>
                </a:solidFill>
                <a:latin typeface="Yu Gothic"/>
                <a:ea typeface="Yu Gothic"/>
                <a:cs typeface="Yu Gothic"/>
              </a:defRPr>
            </a:lvl8pPr>
            <a:lvl9pPr algn="l">
              <a:defRPr sz="1650" b="1">
                <a:solidFill>
                  <a:srgbClr val="182B33"/>
                </a:solidFill>
                <a:latin typeface="Yu Gothic"/>
                <a:ea typeface="Yu Gothic"/>
                <a:cs typeface="Yu Gothic"/>
              </a:defRPr>
            </a:lvl9pPr>
          </a:lstStyle>
          <a:p xmlns:a="http://schemas.openxmlformats.org/drawingml/2006/main">
            <a:pPr algn="l">
              <a:defRPr sz="1650" b="1">
                <a:solidFill>
                  <a:srgbClr val="182B33"/>
                </a:solidFill>
                <a:latin typeface="Yu Gothic"/>
                <a:ea typeface="Yu Gothic"/>
                <a:cs typeface="Yu Gothic"/>
              </a:defRPr>
            </a:pPr>
            <a:r>
              <a:rPr sz="1650" b="1">
                <a:solidFill>
                  <a:srgbClr val="182B33"/>
                </a:solidFill>
                <a:latin typeface="Yu Gothic"/>
                <a:ea typeface="Yu Gothic"/>
                <a:cs typeface="Yu Gothic"/>
              </a:rPr>
              <a:t>A</a:t>
            </a:r>
          </a:p>
        </p:txBody>
      </p:sp>
      <p:sp>
        <p:nvSpPr>
          <p:cNvPr id="26" name="">
            <a:extLst xmlns:a="http://schemas.openxmlformats.org/drawingml/2006/main">
              <a:ext uri="{FF2B5EF4-FFF2-40B4-BE49-F238E27FC236}">
                <a16:creationId xmlns:a16="http://schemas.microsoft.com/office/drawing/2014/main" id="{C3DD7CE1-F1EC-49AC-BA5C-B58FB7F2BBDB}"/>
              </a:ext>
            </a:extLst>
          </p:cNvPr>
          <p:cNvSpPr>
            <a:spLocks xmlns:a="http://schemas.openxmlformats.org/drawingml/2006/main" noGrp="1"/>
          </p:cNvSpPr>
          <p:nvPr/>
        </p:nvSpPr>
        <p:spPr>
          <a:xfrm xmlns:a="http://schemas.openxmlformats.org/drawingml/2006/main">
            <a:off x="9140666" y="4370070"/>
            <a:ext cx="114300" cy="114300"/>
          </a:xfrm>
          <a:prstGeom xmlns:a="http://schemas.openxmlformats.org/drawingml/2006/main" prst="ellipse">
            <a:avLst/>
          </a:prstGeom>
          <a:solidFill xmlns:a="http://schemas.openxmlformats.org/drawingml/2006/main">
            <a:srgbClr val="166B68"/>
          </a:solidFill>
          <a:ln xmlns:a="http://schemas.openxmlformats.org/drawingml/2006/main" w="9525">
            <a:solidFill>
              <a:srgbClr val="166B68"/>
            </a:solidFill>
          </a:ln>
        </p:spPr>
      </p:sp>
      <p:sp>
        <p:nvSpPr>
          <p:cNvPr id="27" name="">
            <a:extLst xmlns:a="http://schemas.openxmlformats.org/drawingml/2006/main">
              <a:ext uri="{FF2B5EF4-FFF2-40B4-BE49-F238E27FC236}">
                <a16:creationId xmlns:a16="http://schemas.microsoft.com/office/drawing/2014/main" id="{B7602571-F94A-4AD0-BAB4-445763DAAA41}"/>
              </a:ext>
            </a:extLst>
          </p:cNvPr>
          <p:cNvSpPr>
            <a:spLocks xmlns:a="http://schemas.openxmlformats.org/drawingml/2006/main" noGrp="1"/>
          </p:cNvSpPr>
          <p:nvPr/>
        </p:nvSpPr>
        <p:spPr>
          <a:xfrm xmlns:a="http://schemas.openxmlformats.org/drawingml/2006/main">
            <a:off x="9274016" y="4179570"/>
            <a:ext cx="7048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182B33"/>
                </a:solidFill>
                <a:latin typeface="Yu Gothic"/>
                <a:ea typeface="Yu Gothic"/>
                <a:cs typeface="Yu Gothic"/>
              </a:defRPr>
            </a:defPPr>
            <a:lvl1pPr algn="l">
              <a:defRPr sz="1650" b="1">
                <a:solidFill>
                  <a:srgbClr val="182B33"/>
                </a:solidFill>
                <a:latin typeface="Yu Gothic"/>
                <a:ea typeface="Yu Gothic"/>
                <a:cs typeface="Yu Gothic"/>
              </a:defRPr>
            </a:lvl1pPr>
            <a:lvl2pPr algn="l">
              <a:defRPr sz="1650" b="1">
                <a:solidFill>
                  <a:srgbClr val="182B33"/>
                </a:solidFill>
                <a:latin typeface="Yu Gothic"/>
                <a:ea typeface="Yu Gothic"/>
                <a:cs typeface="Yu Gothic"/>
              </a:defRPr>
            </a:lvl2pPr>
            <a:lvl3pPr algn="l">
              <a:defRPr sz="1650" b="1">
                <a:solidFill>
                  <a:srgbClr val="182B33"/>
                </a:solidFill>
                <a:latin typeface="Yu Gothic"/>
                <a:ea typeface="Yu Gothic"/>
                <a:cs typeface="Yu Gothic"/>
              </a:defRPr>
            </a:lvl3pPr>
            <a:lvl4pPr algn="l">
              <a:defRPr sz="1650" b="1">
                <a:solidFill>
                  <a:srgbClr val="182B33"/>
                </a:solidFill>
                <a:latin typeface="Yu Gothic"/>
                <a:ea typeface="Yu Gothic"/>
                <a:cs typeface="Yu Gothic"/>
              </a:defRPr>
            </a:lvl4pPr>
            <a:lvl5pPr algn="l">
              <a:defRPr sz="1650" b="1">
                <a:solidFill>
                  <a:srgbClr val="182B33"/>
                </a:solidFill>
                <a:latin typeface="Yu Gothic"/>
                <a:ea typeface="Yu Gothic"/>
                <a:cs typeface="Yu Gothic"/>
              </a:defRPr>
            </a:lvl5pPr>
            <a:lvl6pPr algn="l">
              <a:defRPr sz="1650" b="1">
                <a:solidFill>
                  <a:srgbClr val="182B33"/>
                </a:solidFill>
                <a:latin typeface="Yu Gothic"/>
                <a:ea typeface="Yu Gothic"/>
                <a:cs typeface="Yu Gothic"/>
              </a:defRPr>
            </a:lvl6pPr>
            <a:lvl7pPr algn="l">
              <a:defRPr sz="1650" b="1">
                <a:solidFill>
                  <a:srgbClr val="182B33"/>
                </a:solidFill>
                <a:latin typeface="Yu Gothic"/>
                <a:ea typeface="Yu Gothic"/>
                <a:cs typeface="Yu Gothic"/>
              </a:defRPr>
            </a:lvl7pPr>
            <a:lvl8pPr algn="l">
              <a:defRPr sz="1650" b="1">
                <a:solidFill>
                  <a:srgbClr val="182B33"/>
                </a:solidFill>
                <a:latin typeface="Yu Gothic"/>
                <a:ea typeface="Yu Gothic"/>
                <a:cs typeface="Yu Gothic"/>
              </a:defRPr>
            </a:lvl8pPr>
            <a:lvl9pPr algn="l">
              <a:defRPr sz="1650" b="1">
                <a:solidFill>
                  <a:srgbClr val="182B33"/>
                </a:solidFill>
                <a:latin typeface="Yu Gothic"/>
                <a:ea typeface="Yu Gothic"/>
                <a:cs typeface="Yu Gothic"/>
              </a:defRPr>
            </a:lvl9pPr>
          </a:lstStyle>
          <a:p xmlns:a="http://schemas.openxmlformats.org/drawingml/2006/main">
            <a:pPr algn="l">
              <a:defRPr sz="1650" b="1">
                <a:solidFill>
                  <a:srgbClr val="182B33"/>
                </a:solidFill>
                <a:latin typeface="Yu Gothic"/>
                <a:ea typeface="Yu Gothic"/>
                <a:cs typeface="Yu Gothic"/>
              </a:defRPr>
            </a:pPr>
            <a:r>
              <a:rPr sz="1650" b="1">
                <a:solidFill>
                  <a:srgbClr val="182B33"/>
                </a:solidFill>
                <a:latin typeface="Yu Gothic"/>
                <a:ea typeface="Yu Gothic"/>
                <a:cs typeface="Yu Gothic"/>
              </a:rPr>
              <a:t>B</a:t>
            </a:r>
          </a:p>
        </p:txBody>
      </p:sp>
      <p:sp>
        <p:nvSpPr>
          <p:cNvPr id="28" name="">
            <a:extLst xmlns:a="http://schemas.openxmlformats.org/drawingml/2006/main">
              <a:ext uri="{FF2B5EF4-FFF2-40B4-BE49-F238E27FC236}">
                <a16:creationId xmlns:a16="http://schemas.microsoft.com/office/drawing/2014/main" id="{1E9B24FD-D2D8-4963-B6DD-F9CF59D0FA8F}"/>
              </a:ext>
            </a:extLst>
          </p:cNvPr>
          <p:cNvSpPr>
            <a:spLocks xmlns:a="http://schemas.openxmlformats.org/drawingml/2006/main" noGrp="1"/>
          </p:cNvSpPr>
          <p:nvPr/>
        </p:nvSpPr>
        <p:spPr>
          <a:xfrm xmlns:a="http://schemas.openxmlformats.org/drawingml/2006/main">
            <a:off x="6672263" y="4551045"/>
            <a:ext cx="971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182B33"/>
                </a:solidFill>
                <a:latin typeface="Yu Gothic"/>
                <a:ea typeface="Yu Gothic"/>
                <a:cs typeface="Yu Gothic"/>
              </a:defRPr>
            </a:defPPr>
            <a:lvl1pPr algn="l">
              <a:defRPr sz="1650" b="1">
                <a:solidFill>
                  <a:srgbClr val="182B33"/>
                </a:solidFill>
                <a:latin typeface="Yu Gothic"/>
                <a:ea typeface="Yu Gothic"/>
                <a:cs typeface="Yu Gothic"/>
              </a:defRPr>
            </a:lvl1pPr>
            <a:lvl2pPr algn="l">
              <a:defRPr sz="1650" b="1">
                <a:solidFill>
                  <a:srgbClr val="182B33"/>
                </a:solidFill>
                <a:latin typeface="Yu Gothic"/>
                <a:ea typeface="Yu Gothic"/>
                <a:cs typeface="Yu Gothic"/>
              </a:defRPr>
            </a:lvl2pPr>
            <a:lvl3pPr algn="l">
              <a:defRPr sz="1650" b="1">
                <a:solidFill>
                  <a:srgbClr val="182B33"/>
                </a:solidFill>
                <a:latin typeface="Yu Gothic"/>
                <a:ea typeface="Yu Gothic"/>
                <a:cs typeface="Yu Gothic"/>
              </a:defRPr>
            </a:lvl3pPr>
            <a:lvl4pPr algn="l">
              <a:defRPr sz="1650" b="1">
                <a:solidFill>
                  <a:srgbClr val="182B33"/>
                </a:solidFill>
                <a:latin typeface="Yu Gothic"/>
                <a:ea typeface="Yu Gothic"/>
                <a:cs typeface="Yu Gothic"/>
              </a:defRPr>
            </a:lvl4pPr>
            <a:lvl5pPr algn="l">
              <a:defRPr sz="1650" b="1">
                <a:solidFill>
                  <a:srgbClr val="182B33"/>
                </a:solidFill>
                <a:latin typeface="Yu Gothic"/>
                <a:ea typeface="Yu Gothic"/>
                <a:cs typeface="Yu Gothic"/>
              </a:defRPr>
            </a:lvl5pPr>
            <a:lvl6pPr algn="l">
              <a:defRPr sz="1650" b="1">
                <a:solidFill>
                  <a:srgbClr val="182B33"/>
                </a:solidFill>
                <a:latin typeface="Yu Gothic"/>
                <a:ea typeface="Yu Gothic"/>
                <a:cs typeface="Yu Gothic"/>
              </a:defRPr>
            </a:lvl6pPr>
            <a:lvl7pPr algn="l">
              <a:defRPr sz="1650" b="1">
                <a:solidFill>
                  <a:srgbClr val="182B33"/>
                </a:solidFill>
                <a:latin typeface="Yu Gothic"/>
                <a:ea typeface="Yu Gothic"/>
                <a:cs typeface="Yu Gothic"/>
              </a:defRPr>
            </a:lvl7pPr>
            <a:lvl8pPr algn="l">
              <a:defRPr sz="1650" b="1">
                <a:solidFill>
                  <a:srgbClr val="182B33"/>
                </a:solidFill>
                <a:latin typeface="Yu Gothic"/>
                <a:ea typeface="Yu Gothic"/>
                <a:cs typeface="Yu Gothic"/>
              </a:defRPr>
            </a:lvl8pPr>
            <a:lvl9pPr algn="l">
              <a:defRPr sz="1650" b="1">
                <a:solidFill>
                  <a:srgbClr val="182B33"/>
                </a:solidFill>
                <a:latin typeface="Yu Gothic"/>
                <a:ea typeface="Yu Gothic"/>
                <a:cs typeface="Yu Gothic"/>
              </a:defRPr>
            </a:lvl9pPr>
          </a:lstStyle>
          <a:p xmlns:a="http://schemas.openxmlformats.org/drawingml/2006/main">
            <a:pPr algn="l">
              <a:defRPr sz="1650" b="1">
                <a:solidFill>
                  <a:srgbClr val="182B33"/>
                </a:solidFill>
                <a:latin typeface="Yu Gothic"/>
                <a:ea typeface="Yu Gothic"/>
                <a:cs typeface="Yu Gothic"/>
              </a:defRPr>
            </a:pPr>
            <a:r>
              <a:rPr sz="1650" b="1">
                <a:solidFill>
                  <a:srgbClr val="182B33"/>
                </a:solidFill>
                <a:latin typeface="Yu Gothic"/>
                <a:ea typeface="Yu Gothic"/>
                <a:cs typeface="Yu Gothic"/>
              </a:rPr>
              <a:t>O=(0,0)</a:t>
            </a:r>
          </a:p>
        </p:txBody>
      </p:sp>
      <p:sp>
        <p:nvSpPr>
          <p:cNvPr id="29" name="">
            <a:extLst xmlns:a="http://schemas.openxmlformats.org/drawingml/2006/main">
              <a:ext uri="{FF2B5EF4-FFF2-40B4-BE49-F238E27FC236}">
                <a16:creationId xmlns:a16="http://schemas.microsoft.com/office/drawing/2014/main" id="{A442187D-7602-44CE-820D-17F2C03C3518}"/>
              </a:ext>
            </a:extLst>
          </p:cNvPr>
          <p:cNvSpPr>
            <a:spLocks xmlns:a="http://schemas.openxmlformats.org/drawingml/2006/main" noGrp="1"/>
          </p:cNvSpPr>
          <p:nvPr/>
        </p:nvSpPr>
        <p:spPr>
          <a:xfrm xmlns:a="http://schemas.openxmlformats.org/drawingml/2006/main">
            <a:off x="7872413" y="4798695"/>
            <a:ext cx="95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1">
                <a:solidFill>
                  <a:srgbClr val="A94737"/>
                </a:solidFill>
                <a:latin typeface="Yu Gothic"/>
                <a:ea typeface="Yu Gothic"/>
                <a:cs typeface="Yu Gothic"/>
              </a:defRPr>
            </a:defPPr>
            <a:lvl1pPr algn="ctr">
              <a:defRPr sz="1650" b="1">
                <a:solidFill>
                  <a:srgbClr val="A94737"/>
                </a:solidFill>
                <a:latin typeface="Yu Gothic"/>
                <a:ea typeface="Yu Gothic"/>
                <a:cs typeface="Yu Gothic"/>
              </a:defRPr>
            </a:lvl1pPr>
            <a:lvl2pPr algn="ctr">
              <a:defRPr sz="1650" b="1">
                <a:solidFill>
                  <a:srgbClr val="A94737"/>
                </a:solidFill>
                <a:latin typeface="Yu Gothic"/>
                <a:ea typeface="Yu Gothic"/>
                <a:cs typeface="Yu Gothic"/>
              </a:defRPr>
            </a:lvl2pPr>
            <a:lvl3pPr algn="ctr">
              <a:defRPr sz="1650" b="1">
                <a:solidFill>
                  <a:srgbClr val="A94737"/>
                </a:solidFill>
                <a:latin typeface="Yu Gothic"/>
                <a:ea typeface="Yu Gothic"/>
                <a:cs typeface="Yu Gothic"/>
              </a:defRPr>
            </a:lvl3pPr>
            <a:lvl4pPr algn="ctr">
              <a:defRPr sz="1650" b="1">
                <a:solidFill>
                  <a:srgbClr val="A94737"/>
                </a:solidFill>
                <a:latin typeface="Yu Gothic"/>
                <a:ea typeface="Yu Gothic"/>
                <a:cs typeface="Yu Gothic"/>
              </a:defRPr>
            </a:lvl4pPr>
            <a:lvl5pPr algn="ctr">
              <a:defRPr sz="1650" b="1">
                <a:solidFill>
                  <a:srgbClr val="A94737"/>
                </a:solidFill>
                <a:latin typeface="Yu Gothic"/>
                <a:ea typeface="Yu Gothic"/>
                <a:cs typeface="Yu Gothic"/>
              </a:defRPr>
            </a:lvl5pPr>
            <a:lvl6pPr algn="ctr">
              <a:defRPr sz="1650" b="1">
                <a:solidFill>
                  <a:srgbClr val="A94737"/>
                </a:solidFill>
                <a:latin typeface="Yu Gothic"/>
                <a:ea typeface="Yu Gothic"/>
                <a:cs typeface="Yu Gothic"/>
              </a:defRPr>
            </a:lvl6pPr>
            <a:lvl7pPr algn="ctr">
              <a:defRPr sz="1650" b="1">
                <a:solidFill>
                  <a:srgbClr val="A94737"/>
                </a:solidFill>
                <a:latin typeface="Yu Gothic"/>
                <a:ea typeface="Yu Gothic"/>
                <a:cs typeface="Yu Gothic"/>
              </a:defRPr>
            </a:lvl7pPr>
            <a:lvl8pPr algn="ctr">
              <a:defRPr sz="1650" b="1">
                <a:solidFill>
                  <a:srgbClr val="A94737"/>
                </a:solidFill>
                <a:latin typeface="Yu Gothic"/>
                <a:ea typeface="Yu Gothic"/>
                <a:cs typeface="Yu Gothic"/>
              </a:defRPr>
            </a:lvl8pPr>
            <a:lvl9pPr algn="ctr">
              <a:defRPr sz="1650" b="1">
                <a:solidFill>
                  <a:srgbClr val="A94737"/>
                </a:solidFill>
                <a:latin typeface="Yu Gothic"/>
                <a:ea typeface="Yu Gothic"/>
                <a:cs typeface="Yu Gothic"/>
              </a:defRPr>
            </a:lvl9pPr>
          </a:lstStyle>
          <a:p xmlns:a="http://schemas.openxmlformats.org/drawingml/2006/main">
            <a:pPr algn="ctr">
              <a:defRPr sz="1650" b="1">
                <a:solidFill>
                  <a:srgbClr val="A94737"/>
                </a:solidFill>
                <a:latin typeface="Yu Gothic"/>
                <a:ea typeface="Yu Gothic"/>
                <a:cs typeface="Yu Gothic"/>
              </a:defRPr>
            </a:pPr>
            <a:r>
              <a:rPr sz="1650" b="1">
                <a:solidFill>
                  <a:srgbClr val="A94737"/>
                </a:solidFill>
                <a:latin typeface="Yu Gothic"/>
                <a:ea typeface="Yu Gothic"/>
                <a:cs typeface="Yu Gothic"/>
              </a:rPr>
              <a:t>E=(0,1)</a:t>
            </a:r>
          </a:p>
        </p:txBody>
      </p:sp>
      <p:sp>
        <p:nvSpPr>
          <p:cNvPr id="30" name="">
            <a:extLst xmlns:a="http://schemas.openxmlformats.org/drawingml/2006/main">
              <a:ext uri="{FF2B5EF4-FFF2-40B4-BE49-F238E27FC236}">
                <a16:creationId xmlns:a16="http://schemas.microsoft.com/office/drawing/2014/main" id="{0077BEC0-F935-4C2C-BAC1-1FA3E750EA94}"/>
              </a:ext>
            </a:extLst>
          </p:cNvPr>
          <p:cNvSpPr>
            <a:spLocks xmlns:a="http://schemas.openxmlformats.org/drawingml/2006/main" noGrp="1"/>
          </p:cNvSpPr>
          <p:nvPr/>
        </p:nvSpPr>
        <p:spPr>
          <a:xfrm xmlns:a="http://schemas.openxmlformats.org/drawingml/2006/main">
            <a:off x="6615113" y="2930366"/>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182B33"/>
                </a:solidFill>
                <a:latin typeface="Yu Gothic"/>
                <a:ea typeface="Yu Gothic"/>
                <a:cs typeface="Yu Gothic"/>
              </a:defRPr>
            </a:defPPr>
            <a:lvl1pPr algn="l">
              <a:defRPr sz="1650" b="1">
                <a:solidFill>
                  <a:srgbClr val="182B33"/>
                </a:solidFill>
                <a:latin typeface="Yu Gothic"/>
                <a:ea typeface="Yu Gothic"/>
                <a:cs typeface="Yu Gothic"/>
              </a:defRPr>
            </a:lvl1pPr>
            <a:lvl2pPr algn="l">
              <a:defRPr sz="1650" b="1">
                <a:solidFill>
                  <a:srgbClr val="182B33"/>
                </a:solidFill>
                <a:latin typeface="Yu Gothic"/>
                <a:ea typeface="Yu Gothic"/>
                <a:cs typeface="Yu Gothic"/>
              </a:defRPr>
            </a:lvl2pPr>
            <a:lvl3pPr algn="l">
              <a:defRPr sz="1650" b="1">
                <a:solidFill>
                  <a:srgbClr val="182B33"/>
                </a:solidFill>
                <a:latin typeface="Yu Gothic"/>
                <a:ea typeface="Yu Gothic"/>
                <a:cs typeface="Yu Gothic"/>
              </a:defRPr>
            </a:lvl3pPr>
            <a:lvl4pPr algn="l">
              <a:defRPr sz="1650" b="1">
                <a:solidFill>
                  <a:srgbClr val="182B33"/>
                </a:solidFill>
                <a:latin typeface="Yu Gothic"/>
                <a:ea typeface="Yu Gothic"/>
                <a:cs typeface="Yu Gothic"/>
              </a:defRPr>
            </a:lvl4pPr>
            <a:lvl5pPr algn="l">
              <a:defRPr sz="1650" b="1">
                <a:solidFill>
                  <a:srgbClr val="182B33"/>
                </a:solidFill>
                <a:latin typeface="Yu Gothic"/>
                <a:ea typeface="Yu Gothic"/>
                <a:cs typeface="Yu Gothic"/>
              </a:defRPr>
            </a:lvl5pPr>
            <a:lvl6pPr algn="l">
              <a:defRPr sz="1650" b="1">
                <a:solidFill>
                  <a:srgbClr val="182B33"/>
                </a:solidFill>
                <a:latin typeface="Yu Gothic"/>
                <a:ea typeface="Yu Gothic"/>
                <a:cs typeface="Yu Gothic"/>
              </a:defRPr>
            </a:lvl6pPr>
            <a:lvl7pPr algn="l">
              <a:defRPr sz="1650" b="1">
                <a:solidFill>
                  <a:srgbClr val="182B33"/>
                </a:solidFill>
                <a:latin typeface="Yu Gothic"/>
                <a:ea typeface="Yu Gothic"/>
                <a:cs typeface="Yu Gothic"/>
              </a:defRPr>
            </a:lvl7pPr>
            <a:lvl8pPr algn="l">
              <a:defRPr sz="1650" b="1">
                <a:solidFill>
                  <a:srgbClr val="182B33"/>
                </a:solidFill>
                <a:latin typeface="Yu Gothic"/>
                <a:ea typeface="Yu Gothic"/>
                <a:cs typeface="Yu Gothic"/>
              </a:defRPr>
            </a:lvl8pPr>
            <a:lvl9pPr algn="l">
              <a:defRPr sz="1650" b="1">
                <a:solidFill>
                  <a:srgbClr val="182B33"/>
                </a:solidFill>
                <a:latin typeface="Yu Gothic"/>
                <a:ea typeface="Yu Gothic"/>
                <a:cs typeface="Yu Gothic"/>
              </a:defRPr>
            </a:lvl9pPr>
          </a:lstStyle>
          <a:p xmlns:a="http://schemas.openxmlformats.org/drawingml/2006/main">
            <a:pPr algn="l">
              <a:defRPr sz="1650" b="1">
                <a:solidFill>
                  <a:srgbClr val="182B33"/>
                </a:solidFill>
                <a:latin typeface="Yu Gothic"/>
                <a:ea typeface="Yu Gothic"/>
                <a:cs typeface="Yu Gothic"/>
              </a:defRPr>
            </a:pPr>
            <a:r>
              <a:rPr sz="1650" b="1">
                <a:solidFill>
                  <a:srgbClr val="182B33"/>
                </a:solidFill>
                <a:latin typeface="Yu Gothic"/>
                <a:ea typeface="Yu Gothic"/>
                <a:cs typeface="Yu Gothic"/>
              </a:rPr>
              <a:t>A=(100,0)</a:t>
            </a:r>
          </a:p>
        </p:txBody>
      </p:sp>
      <p:sp>
        <p:nvSpPr>
          <p:cNvPr id="31" name="">
            <a:extLst xmlns:a="http://schemas.openxmlformats.org/drawingml/2006/main">
              <a:ext uri="{FF2B5EF4-FFF2-40B4-BE49-F238E27FC236}">
                <a16:creationId xmlns:a16="http://schemas.microsoft.com/office/drawing/2014/main" id="{CFAD021A-0DF4-4284-81DC-7FF18BF6C564}"/>
              </a:ext>
            </a:extLst>
          </p:cNvPr>
          <p:cNvSpPr>
            <a:spLocks xmlns:a="http://schemas.openxmlformats.org/drawingml/2006/main" noGrp="1"/>
          </p:cNvSpPr>
          <p:nvPr/>
        </p:nvSpPr>
        <p:spPr>
          <a:xfrm xmlns:a="http://schemas.openxmlformats.org/drawingml/2006/main">
            <a:off x="9083516" y="3874770"/>
            <a:ext cx="1085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182B33"/>
                </a:solidFill>
                <a:latin typeface="Yu Gothic"/>
                <a:ea typeface="Yu Gothic"/>
                <a:cs typeface="Yu Gothic"/>
              </a:defRPr>
            </a:defPPr>
            <a:lvl1pPr algn="l">
              <a:defRPr sz="1650" b="1">
                <a:solidFill>
                  <a:srgbClr val="182B33"/>
                </a:solidFill>
                <a:latin typeface="Yu Gothic"/>
                <a:ea typeface="Yu Gothic"/>
                <a:cs typeface="Yu Gothic"/>
              </a:defRPr>
            </a:lvl1pPr>
            <a:lvl2pPr algn="l">
              <a:defRPr sz="1650" b="1">
                <a:solidFill>
                  <a:srgbClr val="182B33"/>
                </a:solidFill>
                <a:latin typeface="Yu Gothic"/>
                <a:ea typeface="Yu Gothic"/>
                <a:cs typeface="Yu Gothic"/>
              </a:defRPr>
            </a:lvl2pPr>
            <a:lvl3pPr algn="l">
              <a:defRPr sz="1650" b="1">
                <a:solidFill>
                  <a:srgbClr val="182B33"/>
                </a:solidFill>
                <a:latin typeface="Yu Gothic"/>
                <a:ea typeface="Yu Gothic"/>
                <a:cs typeface="Yu Gothic"/>
              </a:defRPr>
            </a:lvl3pPr>
            <a:lvl4pPr algn="l">
              <a:defRPr sz="1650" b="1">
                <a:solidFill>
                  <a:srgbClr val="182B33"/>
                </a:solidFill>
                <a:latin typeface="Yu Gothic"/>
                <a:ea typeface="Yu Gothic"/>
                <a:cs typeface="Yu Gothic"/>
              </a:defRPr>
            </a:lvl4pPr>
            <a:lvl5pPr algn="l">
              <a:defRPr sz="1650" b="1">
                <a:solidFill>
                  <a:srgbClr val="182B33"/>
                </a:solidFill>
                <a:latin typeface="Yu Gothic"/>
                <a:ea typeface="Yu Gothic"/>
                <a:cs typeface="Yu Gothic"/>
              </a:defRPr>
            </a:lvl5pPr>
            <a:lvl6pPr algn="l">
              <a:defRPr sz="1650" b="1">
                <a:solidFill>
                  <a:srgbClr val="182B33"/>
                </a:solidFill>
                <a:latin typeface="Yu Gothic"/>
                <a:ea typeface="Yu Gothic"/>
                <a:cs typeface="Yu Gothic"/>
              </a:defRPr>
            </a:lvl6pPr>
            <a:lvl7pPr algn="l">
              <a:defRPr sz="1650" b="1">
                <a:solidFill>
                  <a:srgbClr val="182B33"/>
                </a:solidFill>
                <a:latin typeface="Yu Gothic"/>
                <a:ea typeface="Yu Gothic"/>
                <a:cs typeface="Yu Gothic"/>
              </a:defRPr>
            </a:lvl7pPr>
            <a:lvl8pPr algn="l">
              <a:defRPr sz="1650" b="1">
                <a:solidFill>
                  <a:srgbClr val="182B33"/>
                </a:solidFill>
                <a:latin typeface="Yu Gothic"/>
                <a:ea typeface="Yu Gothic"/>
                <a:cs typeface="Yu Gothic"/>
              </a:defRPr>
            </a:lvl8pPr>
            <a:lvl9pPr algn="l">
              <a:defRPr sz="1650" b="1">
                <a:solidFill>
                  <a:srgbClr val="182B33"/>
                </a:solidFill>
                <a:latin typeface="Yu Gothic"/>
                <a:ea typeface="Yu Gothic"/>
                <a:cs typeface="Yu Gothic"/>
              </a:defRPr>
            </a:lvl9pPr>
          </a:lstStyle>
          <a:p xmlns:a="http://schemas.openxmlformats.org/drawingml/2006/main">
            <a:pPr algn="l">
              <a:defRPr sz="1650" b="1">
                <a:solidFill>
                  <a:srgbClr val="182B33"/>
                </a:solidFill>
                <a:latin typeface="Yu Gothic"/>
                <a:ea typeface="Yu Gothic"/>
                <a:cs typeface="Yu Gothic"/>
              </a:defRPr>
            </a:pPr>
            <a:r>
              <a:rPr sz="1650" b="1">
                <a:solidFill>
                  <a:srgbClr val="182B33"/>
                </a:solidFill>
                <a:latin typeface="Yu Gothic"/>
                <a:ea typeface="Yu Gothic"/>
                <a:cs typeface="Yu Gothic"/>
              </a:rPr>
              <a:t>B=(0,100)</a:t>
            </a:r>
          </a:p>
        </p:txBody>
      </p:sp>
      <p:sp>
        <p:nvSpPr>
          <p:cNvPr id="32" name="">
            <a:extLst xmlns:a="http://schemas.openxmlformats.org/drawingml/2006/main">
              <a:ext uri="{FF2B5EF4-FFF2-40B4-BE49-F238E27FC236}">
                <a16:creationId xmlns:a16="http://schemas.microsoft.com/office/drawing/2014/main" id="{67AADD57-81F5-41BF-B1F2-BEEDDA7C09BC}"/>
              </a:ext>
            </a:extLst>
          </p:cNvPr>
          <p:cNvSpPr>
            <a:spLocks xmlns:a="http://schemas.openxmlformats.org/drawingml/2006/main" noGrp="1"/>
          </p:cNvSpPr>
          <p:nvPr/>
        </p:nvSpPr>
        <p:spPr>
          <a:xfrm xmlns:a="http://schemas.openxmlformats.org/drawingml/2006/main">
            <a:off x="6691313" y="3584872"/>
            <a:ext cx="971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52616A"/>
                </a:solidFill>
                <a:latin typeface="Yu Gothic"/>
                <a:ea typeface="Yu Gothic"/>
                <a:cs typeface="Yu Gothic"/>
              </a:defRPr>
            </a:defPPr>
            <a:lvl1pPr algn="l">
              <a:defRPr sz="1650" b="1">
                <a:solidFill>
                  <a:srgbClr val="52616A"/>
                </a:solidFill>
                <a:latin typeface="Yu Gothic"/>
                <a:ea typeface="Yu Gothic"/>
                <a:cs typeface="Yu Gothic"/>
              </a:defRPr>
            </a:lvl1pPr>
            <a:lvl2pPr algn="l">
              <a:defRPr sz="1650" b="1">
                <a:solidFill>
                  <a:srgbClr val="52616A"/>
                </a:solidFill>
                <a:latin typeface="Yu Gothic"/>
                <a:ea typeface="Yu Gothic"/>
                <a:cs typeface="Yu Gothic"/>
              </a:defRPr>
            </a:lvl2pPr>
            <a:lvl3pPr algn="l">
              <a:defRPr sz="1650" b="1">
                <a:solidFill>
                  <a:srgbClr val="52616A"/>
                </a:solidFill>
                <a:latin typeface="Yu Gothic"/>
                <a:ea typeface="Yu Gothic"/>
                <a:cs typeface="Yu Gothic"/>
              </a:defRPr>
            </a:lvl3pPr>
            <a:lvl4pPr algn="l">
              <a:defRPr sz="1650" b="1">
                <a:solidFill>
                  <a:srgbClr val="52616A"/>
                </a:solidFill>
                <a:latin typeface="Yu Gothic"/>
                <a:ea typeface="Yu Gothic"/>
                <a:cs typeface="Yu Gothic"/>
              </a:defRPr>
            </a:lvl4pPr>
            <a:lvl5pPr algn="l">
              <a:defRPr sz="1650" b="1">
                <a:solidFill>
                  <a:srgbClr val="52616A"/>
                </a:solidFill>
                <a:latin typeface="Yu Gothic"/>
                <a:ea typeface="Yu Gothic"/>
                <a:cs typeface="Yu Gothic"/>
              </a:defRPr>
            </a:lvl5pPr>
            <a:lvl6pPr algn="l">
              <a:defRPr sz="1650" b="1">
                <a:solidFill>
                  <a:srgbClr val="52616A"/>
                </a:solidFill>
                <a:latin typeface="Yu Gothic"/>
                <a:ea typeface="Yu Gothic"/>
                <a:cs typeface="Yu Gothic"/>
              </a:defRPr>
            </a:lvl6pPr>
            <a:lvl7pPr algn="l">
              <a:defRPr sz="1650" b="1">
                <a:solidFill>
                  <a:srgbClr val="52616A"/>
                </a:solidFill>
                <a:latin typeface="Yu Gothic"/>
                <a:ea typeface="Yu Gothic"/>
                <a:cs typeface="Yu Gothic"/>
              </a:defRPr>
            </a:lvl7pPr>
            <a:lvl8pPr algn="l">
              <a:defRPr sz="1650" b="1">
                <a:solidFill>
                  <a:srgbClr val="52616A"/>
                </a:solidFill>
                <a:latin typeface="Yu Gothic"/>
                <a:ea typeface="Yu Gothic"/>
                <a:cs typeface="Yu Gothic"/>
              </a:defRPr>
            </a:lvl8pPr>
            <a:lvl9pPr algn="l">
              <a:defRPr sz="1650" b="1">
                <a:solidFill>
                  <a:srgbClr val="52616A"/>
                </a:solidFill>
                <a:latin typeface="Yu Gothic"/>
                <a:ea typeface="Yu Gothic"/>
                <a:cs typeface="Yu Gothic"/>
              </a:defRPr>
            </a:lvl9pPr>
          </a:lstStyle>
          <a:p xmlns:a="http://schemas.openxmlformats.org/drawingml/2006/main">
            <a:pPr algn="l">
              <a:defRPr sz="1650" b="1">
                <a:solidFill>
                  <a:srgbClr val="52616A"/>
                </a:solidFill>
                <a:latin typeface="Yu Gothic"/>
                <a:ea typeface="Yu Gothic"/>
                <a:cs typeface="Yu Gothic"/>
              </a:defRPr>
            </a:pPr>
            <a:r>
              <a:rPr sz="1650" b="1">
                <a:solidFill>
                  <a:srgbClr val="52616A"/>
                </a:solidFill>
                <a:latin typeface="Yu Gothic"/>
                <a:ea typeface="Yu Gothic"/>
                <a:cs typeface="Yu Gothic"/>
              </a:rPr>
              <a:t>OA=100 m</a:t>
            </a:r>
          </a:p>
        </p:txBody>
      </p:sp>
      <p:sp>
        <p:nvSpPr>
          <p:cNvPr id="33" name="">
            <a:extLst xmlns:a="http://schemas.openxmlformats.org/drawingml/2006/main">
              <a:ext uri="{FF2B5EF4-FFF2-40B4-BE49-F238E27FC236}">
                <a16:creationId xmlns:a16="http://schemas.microsoft.com/office/drawing/2014/main" id="{702CA5FC-9608-45C4-8AB8-8DF7C57A5519}"/>
              </a:ext>
            </a:extLst>
          </p:cNvPr>
          <p:cNvSpPr>
            <a:spLocks xmlns:a="http://schemas.openxmlformats.org/drawingml/2006/main" noGrp="1"/>
          </p:cNvSpPr>
          <p:nvPr/>
        </p:nvSpPr>
        <p:spPr>
          <a:xfrm xmlns:a="http://schemas.openxmlformats.org/drawingml/2006/main">
            <a:off x="9721691" y="4217670"/>
            <a:ext cx="1009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52616A"/>
                </a:solidFill>
                <a:latin typeface="Yu Gothic"/>
                <a:ea typeface="Yu Gothic"/>
                <a:cs typeface="Yu Gothic"/>
              </a:defRPr>
            </a:defPPr>
            <a:lvl1pPr algn="l">
              <a:defRPr sz="1650" b="1">
                <a:solidFill>
                  <a:srgbClr val="52616A"/>
                </a:solidFill>
                <a:latin typeface="Yu Gothic"/>
                <a:ea typeface="Yu Gothic"/>
                <a:cs typeface="Yu Gothic"/>
              </a:defRPr>
            </a:lvl1pPr>
            <a:lvl2pPr algn="l">
              <a:defRPr sz="1650" b="1">
                <a:solidFill>
                  <a:srgbClr val="52616A"/>
                </a:solidFill>
                <a:latin typeface="Yu Gothic"/>
                <a:ea typeface="Yu Gothic"/>
                <a:cs typeface="Yu Gothic"/>
              </a:defRPr>
            </a:lvl2pPr>
            <a:lvl3pPr algn="l">
              <a:defRPr sz="1650" b="1">
                <a:solidFill>
                  <a:srgbClr val="52616A"/>
                </a:solidFill>
                <a:latin typeface="Yu Gothic"/>
                <a:ea typeface="Yu Gothic"/>
                <a:cs typeface="Yu Gothic"/>
              </a:defRPr>
            </a:lvl3pPr>
            <a:lvl4pPr algn="l">
              <a:defRPr sz="1650" b="1">
                <a:solidFill>
                  <a:srgbClr val="52616A"/>
                </a:solidFill>
                <a:latin typeface="Yu Gothic"/>
                <a:ea typeface="Yu Gothic"/>
                <a:cs typeface="Yu Gothic"/>
              </a:defRPr>
            </a:lvl4pPr>
            <a:lvl5pPr algn="l">
              <a:defRPr sz="1650" b="1">
                <a:solidFill>
                  <a:srgbClr val="52616A"/>
                </a:solidFill>
                <a:latin typeface="Yu Gothic"/>
                <a:ea typeface="Yu Gothic"/>
                <a:cs typeface="Yu Gothic"/>
              </a:defRPr>
            </a:lvl5pPr>
            <a:lvl6pPr algn="l">
              <a:defRPr sz="1650" b="1">
                <a:solidFill>
                  <a:srgbClr val="52616A"/>
                </a:solidFill>
                <a:latin typeface="Yu Gothic"/>
                <a:ea typeface="Yu Gothic"/>
                <a:cs typeface="Yu Gothic"/>
              </a:defRPr>
            </a:lvl6pPr>
            <a:lvl7pPr algn="l">
              <a:defRPr sz="1650" b="1">
                <a:solidFill>
                  <a:srgbClr val="52616A"/>
                </a:solidFill>
                <a:latin typeface="Yu Gothic"/>
                <a:ea typeface="Yu Gothic"/>
                <a:cs typeface="Yu Gothic"/>
              </a:defRPr>
            </a:lvl7pPr>
            <a:lvl8pPr algn="l">
              <a:defRPr sz="1650" b="1">
                <a:solidFill>
                  <a:srgbClr val="52616A"/>
                </a:solidFill>
                <a:latin typeface="Yu Gothic"/>
                <a:ea typeface="Yu Gothic"/>
                <a:cs typeface="Yu Gothic"/>
              </a:defRPr>
            </a:lvl8pPr>
            <a:lvl9pPr algn="l">
              <a:defRPr sz="1650" b="1">
                <a:solidFill>
                  <a:srgbClr val="52616A"/>
                </a:solidFill>
                <a:latin typeface="Yu Gothic"/>
                <a:ea typeface="Yu Gothic"/>
                <a:cs typeface="Yu Gothic"/>
              </a:defRPr>
            </a:lvl9pPr>
          </a:lstStyle>
          <a:p xmlns:a="http://schemas.openxmlformats.org/drawingml/2006/main">
            <a:pPr algn="l">
              <a:defRPr sz="1650" b="1">
                <a:solidFill>
                  <a:srgbClr val="52616A"/>
                </a:solidFill>
                <a:latin typeface="Yu Gothic"/>
                <a:ea typeface="Yu Gothic"/>
                <a:cs typeface="Yu Gothic"/>
              </a:defRPr>
            </a:pPr>
            <a:r>
              <a:rPr sz="1650" b="1">
                <a:solidFill>
                  <a:srgbClr val="52616A"/>
                </a:solidFill>
                <a:latin typeface="Yu Gothic"/>
                <a:ea typeface="Yu Gothic"/>
                <a:cs typeface="Yu Gothic"/>
              </a:rPr>
              <a:t>OB=100 m</a:t>
            </a:r>
          </a:p>
        </p:txBody>
      </p:sp>
      <p:sp>
        <p:nvSpPr>
          <p:cNvPr id="34" name="">
            <a:extLst xmlns:a="http://schemas.openxmlformats.org/drawingml/2006/main">
              <a:ext uri="{FF2B5EF4-FFF2-40B4-BE49-F238E27FC236}">
                <a16:creationId xmlns:a16="http://schemas.microsoft.com/office/drawing/2014/main" id="{2EF2BEB0-C09C-4727-A355-26B6F56AB83C}"/>
              </a:ext>
            </a:extLst>
          </p:cNvPr>
          <p:cNvSpPr>
            <a:spLocks xmlns:a="http://schemas.openxmlformats.org/drawingml/2006/main" noGrp="1"/>
          </p:cNvSpPr>
          <p:nvPr/>
        </p:nvSpPr>
        <p:spPr>
          <a:xfrm xmlns:a="http://schemas.openxmlformats.org/drawingml/2006/main">
            <a:off x="7786688" y="4093845"/>
            <a:ext cx="8001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A94737"/>
                </a:solidFill>
                <a:latin typeface="Yu Gothic"/>
                <a:ea typeface="Yu Gothic"/>
                <a:cs typeface="Yu Gothic"/>
              </a:defRPr>
            </a:defPPr>
            <a:lvl1pPr algn="l">
              <a:defRPr sz="1650" b="1">
                <a:solidFill>
                  <a:srgbClr val="A94737"/>
                </a:solidFill>
                <a:latin typeface="Yu Gothic"/>
                <a:ea typeface="Yu Gothic"/>
                <a:cs typeface="Yu Gothic"/>
              </a:defRPr>
            </a:lvl1pPr>
            <a:lvl2pPr algn="l">
              <a:defRPr sz="1650" b="1">
                <a:solidFill>
                  <a:srgbClr val="A94737"/>
                </a:solidFill>
                <a:latin typeface="Yu Gothic"/>
                <a:ea typeface="Yu Gothic"/>
                <a:cs typeface="Yu Gothic"/>
              </a:defRPr>
            </a:lvl2pPr>
            <a:lvl3pPr algn="l">
              <a:defRPr sz="1650" b="1">
                <a:solidFill>
                  <a:srgbClr val="A94737"/>
                </a:solidFill>
                <a:latin typeface="Yu Gothic"/>
                <a:ea typeface="Yu Gothic"/>
                <a:cs typeface="Yu Gothic"/>
              </a:defRPr>
            </a:lvl3pPr>
            <a:lvl4pPr algn="l">
              <a:defRPr sz="1650" b="1">
                <a:solidFill>
                  <a:srgbClr val="A94737"/>
                </a:solidFill>
                <a:latin typeface="Yu Gothic"/>
                <a:ea typeface="Yu Gothic"/>
                <a:cs typeface="Yu Gothic"/>
              </a:defRPr>
            </a:lvl4pPr>
            <a:lvl5pPr algn="l">
              <a:defRPr sz="1650" b="1">
                <a:solidFill>
                  <a:srgbClr val="A94737"/>
                </a:solidFill>
                <a:latin typeface="Yu Gothic"/>
                <a:ea typeface="Yu Gothic"/>
                <a:cs typeface="Yu Gothic"/>
              </a:defRPr>
            </a:lvl5pPr>
            <a:lvl6pPr algn="l">
              <a:defRPr sz="1650" b="1">
                <a:solidFill>
                  <a:srgbClr val="A94737"/>
                </a:solidFill>
                <a:latin typeface="Yu Gothic"/>
                <a:ea typeface="Yu Gothic"/>
                <a:cs typeface="Yu Gothic"/>
              </a:defRPr>
            </a:lvl6pPr>
            <a:lvl7pPr algn="l">
              <a:defRPr sz="1650" b="1">
                <a:solidFill>
                  <a:srgbClr val="A94737"/>
                </a:solidFill>
                <a:latin typeface="Yu Gothic"/>
                <a:ea typeface="Yu Gothic"/>
                <a:cs typeface="Yu Gothic"/>
              </a:defRPr>
            </a:lvl7pPr>
            <a:lvl8pPr algn="l">
              <a:defRPr sz="1650" b="1">
                <a:solidFill>
                  <a:srgbClr val="A94737"/>
                </a:solidFill>
                <a:latin typeface="Yu Gothic"/>
                <a:ea typeface="Yu Gothic"/>
                <a:cs typeface="Yu Gothic"/>
              </a:defRPr>
            </a:lvl8pPr>
            <a:lvl9pPr algn="l">
              <a:defRPr sz="1650" b="1">
                <a:solidFill>
                  <a:srgbClr val="A94737"/>
                </a:solidFill>
                <a:latin typeface="Yu Gothic"/>
                <a:ea typeface="Yu Gothic"/>
                <a:cs typeface="Yu Gothic"/>
              </a:defRPr>
            </a:lvl9pPr>
          </a:lstStyle>
          <a:p xmlns:a="http://schemas.openxmlformats.org/drawingml/2006/main">
            <a:pPr algn="l">
              <a:defRPr sz="1650" b="1">
                <a:solidFill>
                  <a:srgbClr val="A94737"/>
                </a:solidFill>
                <a:latin typeface="Yu Gothic"/>
                <a:ea typeface="Yu Gothic"/>
                <a:cs typeface="Yu Gothic"/>
              </a:defRPr>
            </a:pPr>
            <a:r>
              <a:rPr sz="1650" b="1">
                <a:solidFill>
                  <a:srgbClr val="A94737"/>
                </a:solidFill>
                <a:latin typeface="Yu Gothic"/>
                <a:ea typeface="Yu Gothic"/>
                <a:cs typeface="Yu Gothic"/>
              </a:rPr>
              <a:t>OE=1 m</a:t>
            </a:r>
          </a:p>
        </p:txBody>
      </p:sp>
      <p:sp>
        <p:nvSpPr>
          <p:cNvPr id="35" name="">
            <a:extLst xmlns:a="http://schemas.openxmlformats.org/drawingml/2006/main">
              <a:ext uri="{FF2B5EF4-FFF2-40B4-BE49-F238E27FC236}">
                <a16:creationId xmlns:a16="http://schemas.microsoft.com/office/drawing/2014/main" id="{322FB75E-9331-4390-8826-4AC7664DCEAF}"/>
              </a:ext>
            </a:extLst>
          </p:cNvPr>
          <p:cNvSpPr>
            <a:spLocks xmlns:a="http://schemas.openxmlformats.org/drawingml/2006/main" noGrp="1"/>
          </p:cNvSpPr>
          <p:nvPr/>
        </p:nvSpPr>
        <p:spPr>
          <a:xfrm xmlns:a="http://schemas.openxmlformats.org/drawingml/2006/main">
            <a:off x="8243888" y="3912870"/>
            <a:ext cx="171856" cy="29560"/>
          </a:xfrm>
          <a:custGeom xmlns:a="http://schemas.openxmlformats.org/drawingml/2006/main">
            <a:pathLst>
              <a:path w="171856" h="29560">
                <a:moveTo>
                  <a:pt x="0" y="0"/>
                </a:moveTo>
                <a:lnTo>
                  <a:pt x="17519" y="298"/>
                </a:lnTo>
                <a:lnTo>
                  <a:pt x="35018" y="1193"/>
                </a:lnTo>
                <a:lnTo>
                  <a:pt x="52476" y="2684"/>
                </a:lnTo>
                <a:lnTo>
                  <a:pt x="69874" y="4768"/>
                </a:lnTo>
                <a:lnTo>
                  <a:pt x="87190" y="7444"/>
                </a:lnTo>
                <a:lnTo>
                  <a:pt x="104405" y="10708"/>
                </a:lnTo>
                <a:lnTo>
                  <a:pt x="121499" y="14556"/>
                </a:lnTo>
                <a:lnTo>
                  <a:pt x="138452" y="18984"/>
                </a:lnTo>
                <a:lnTo>
                  <a:pt x="155244" y="23988"/>
                </a:lnTo>
                <a:lnTo>
                  <a:pt x="171856" y="29560"/>
                </a:lnTo>
              </a:path>
            </a:pathLst>
          </a:custGeom>
          <a:noFill xmlns:a="http://schemas.openxmlformats.org/drawingml/2006/main"/>
          <a:ln xmlns:a="http://schemas.openxmlformats.org/drawingml/2006/main" w="28575">
            <a:solidFill>
              <a:srgbClr val="A94737"/>
            </a:solidFill>
            <a:prstDash val="solid"/>
          </a:ln>
        </p:spPr>
      </p:sp>
      <p:sp>
        <p:nvSpPr>
          <p:cNvPr id="36" name="">
            <a:extLst xmlns:a="http://schemas.openxmlformats.org/drawingml/2006/main">
              <a:ext uri="{FF2B5EF4-FFF2-40B4-BE49-F238E27FC236}">
                <a16:creationId xmlns:a16="http://schemas.microsoft.com/office/drawing/2014/main" id="{B2DBA48E-0867-4153-B3FE-015A623E02E0}"/>
              </a:ext>
            </a:extLst>
          </p:cNvPr>
          <p:cNvSpPr>
            <a:spLocks xmlns:a="http://schemas.openxmlformats.org/drawingml/2006/main" noGrp="1"/>
          </p:cNvSpPr>
          <p:nvPr/>
        </p:nvSpPr>
        <p:spPr>
          <a:xfrm xmlns:a="http://schemas.openxmlformats.org/drawingml/2006/main">
            <a:off x="8377238" y="3846195"/>
            <a:ext cx="304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A94737"/>
                </a:solidFill>
                <a:latin typeface="Yu Gothic"/>
                <a:ea typeface="Yu Gothic"/>
                <a:cs typeface="Yu Gothic"/>
              </a:defRPr>
            </a:defPPr>
            <a:lvl1pPr algn="l">
              <a:defRPr sz="1650" b="1">
                <a:solidFill>
                  <a:srgbClr val="A94737"/>
                </a:solidFill>
                <a:latin typeface="Yu Gothic"/>
                <a:ea typeface="Yu Gothic"/>
                <a:cs typeface="Yu Gothic"/>
              </a:defRPr>
            </a:lvl1pPr>
            <a:lvl2pPr algn="l">
              <a:defRPr sz="1650" b="1">
                <a:solidFill>
                  <a:srgbClr val="A94737"/>
                </a:solidFill>
                <a:latin typeface="Yu Gothic"/>
                <a:ea typeface="Yu Gothic"/>
                <a:cs typeface="Yu Gothic"/>
              </a:defRPr>
            </a:lvl2pPr>
            <a:lvl3pPr algn="l">
              <a:defRPr sz="1650" b="1">
                <a:solidFill>
                  <a:srgbClr val="A94737"/>
                </a:solidFill>
                <a:latin typeface="Yu Gothic"/>
                <a:ea typeface="Yu Gothic"/>
                <a:cs typeface="Yu Gothic"/>
              </a:defRPr>
            </a:lvl3pPr>
            <a:lvl4pPr algn="l">
              <a:defRPr sz="1650" b="1">
                <a:solidFill>
                  <a:srgbClr val="A94737"/>
                </a:solidFill>
                <a:latin typeface="Yu Gothic"/>
                <a:ea typeface="Yu Gothic"/>
                <a:cs typeface="Yu Gothic"/>
              </a:defRPr>
            </a:lvl4pPr>
            <a:lvl5pPr algn="l">
              <a:defRPr sz="1650" b="1">
                <a:solidFill>
                  <a:srgbClr val="A94737"/>
                </a:solidFill>
                <a:latin typeface="Yu Gothic"/>
                <a:ea typeface="Yu Gothic"/>
                <a:cs typeface="Yu Gothic"/>
              </a:defRPr>
            </a:lvl5pPr>
            <a:lvl6pPr algn="l">
              <a:defRPr sz="1650" b="1">
                <a:solidFill>
                  <a:srgbClr val="A94737"/>
                </a:solidFill>
                <a:latin typeface="Yu Gothic"/>
                <a:ea typeface="Yu Gothic"/>
                <a:cs typeface="Yu Gothic"/>
              </a:defRPr>
            </a:lvl6pPr>
            <a:lvl7pPr algn="l">
              <a:defRPr sz="1650" b="1">
                <a:solidFill>
                  <a:srgbClr val="A94737"/>
                </a:solidFill>
                <a:latin typeface="Yu Gothic"/>
                <a:ea typeface="Yu Gothic"/>
                <a:cs typeface="Yu Gothic"/>
              </a:defRPr>
            </a:lvl7pPr>
            <a:lvl8pPr algn="l">
              <a:defRPr sz="1650" b="1">
                <a:solidFill>
                  <a:srgbClr val="A94737"/>
                </a:solidFill>
                <a:latin typeface="Yu Gothic"/>
                <a:ea typeface="Yu Gothic"/>
                <a:cs typeface="Yu Gothic"/>
              </a:defRPr>
            </a:lvl8pPr>
            <a:lvl9pPr algn="l">
              <a:defRPr sz="1650" b="1">
                <a:solidFill>
                  <a:srgbClr val="A94737"/>
                </a:solidFill>
                <a:latin typeface="Yu Gothic"/>
                <a:ea typeface="Yu Gothic"/>
                <a:cs typeface="Yu Gothic"/>
              </a:defRPr>
            </a:lvl9pPr>
          </a:lstStyle>
          <a:p xmlns:a="http://schemas.openxmlformats.org/drawingml/2006/main">
            <a:pPr algn="l">
              <a:defRPr sz="1650" b="1">
                <a:solidFill>
                  <a:srgbClr val="A94737"/>
                </a:solidFill>
                <a:latin typeface="Yu Gothic"/>
                <a:ea typeface="Yu Gothic"/>
                <a:cs typeface="Yu Gothic"/>
              </a:defRPr>
            </a:pPr>
            <a:r>
              <a:rPr sz="1650" b="1">
                <a:solidFill>
                  <a:srgbClr val="A94737"/>
                </a:solidFill>
                <a:latin typeface="Yu Gothic"/>
                <a:ea typeface="Yu Gothic"/>
                <a:cs typeface="Yu Gothic"/>
              </a:rPr>
              <a:t>δ</a:t>
            </a:r>
          </a:p>
        </p:txBody>
      </p:sp>
      <p:sp>
        <p:nvSpPr>
          <p:cNvPr id="37" name="">
            <a:extLst xmlns:a="http://schemas.openxmlformats.org/drawingml/2006/main">
              <a:ext uri="{FF2B5EF4-FFF2-40B4-BE49-F238E27FC236}">
                <a16:creationId xmlns:a16="http://schemas.microsoft.com/office/drawing/2014/main" id="{74DC24F1-3E6C-4AF7-BC76-6D2C74BB1AF1}"/>
              </a:ext>
            </a:extLst>
          </p:cNvPr>
          <p:cNvSpPr>
            <a:spLocks xmlns:a="http://schemas.openxmlformats.org/drawingml/2006/main" noGrp="1"/>
          </p:cNvSpPr>
          <p:nvPr/>
        </p:nvSpPr>
        <p:spPr>
          <a:xfrm xmlns:a="http://schemas.openxmlformats.org/drawingml/2006/main">
            <a:off x="7291388" y="1619250"/>
            <a:ext cx="685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52616A"/>
                </a:solidFill>
                <a:latin typeface="Yu Gothic"/>
                <a:ea typeface="Yu Gothic"/>
                <a:cs typeface="Yu Gothic"/>
              </a:defRPr>
            </a:defPPr>
            <a:lvl1pPr algn="l">
              <a:defRPr sz="1650" b="1">
                <a:solidFill>
                  <a:srgbClr val="52616A"/>
                </a:solidFill>
                <a:latin typeface="Yu Gothic"/>
                <a:ea typeface="Yu Gothic"/>
                <a:cs typeface="Yu Gothic"/>
              </a:defRPr>
            </a:lvl1pPr>
            <a:lvl2pPr algn="l">
              <a:defRPr sz="1650" b="1">
                <a:solidFill>
                  <a:srgbClr val="52616A"/>
                </a:solidFill>
                <a:latin typeface="Yu Gothic"/>
                <a:ea typeface="Yu Gothic"/>
                <a:cs typeface="Yu Gothic"/>
              </a:defRPr>
            </a:lvl2pPr>
            <a:lvl3pPr algn="l">
              <a:defRPr sz="1650" b="1">
                <a:solidFill>
                  <a:srgbClr val="52616A"/>
                </a:solidFill>
                <a:latin typeface="Yu Gothic"/>
                <a:ea typeface="Yu Gothic"/>
                <a:cs typeface="Yu Gothic"/>
              </a:defRPr>
            </a:lvl3pPr>
            <a:lvl4pPr algn="l">
              <a:defRPr sz="1650" b="1">
                <a:solidFill>
                  <a:srgbClr val="52616A"/>
                </a:solidFill>
                <a:latin typeface="Yu Gothic"/>
                <a:ea typeface="Yu Gothic"/>
                <a:cs typeface="Yu Gothic"/>
              </a:defRPr>
            </a:lvl4pPr>
            <a:lvl5pPr algn="l">
              <a:defRPr sz="1650" b="1">
                <a:solidFill>
                  <a:srgbClr val="52616A"/>
                </a:solidFill>
                <a:latin typeface="Yu Gothic"/>
                <a:ea typeface="Yu Gothic"/>
                <a:cs typeface="Yu Gothic"/>
              </a:defRPr>
            </a:lvl5pPr>
            <a:lvl6pPr algn="l">
              <a:defRPr sz="1650" b="1">
                <a:solidFill>
                  <a:srgbClr val="52616A"/>
                </a:solidFill>
                <a:latin typeface="Yu Gothic"/>
                <a:ea typeface="Yu Gothic"/>
                <a:cs typeface="Yu Gothic"/>
              </a:defRPr>
            </a:lvl6pPr>
            <a:lvl7pPr algn="l">
              <a:defRPr sz="1650" b="1">
                <a:solidFill>
                  <a:srgbClr val="52616A"/>
                </a:solidFill>
                <a:latin typeface="Yu Gothic"/>
                <a:ea typeface="Yu Gothic"/>
                <a:cs typeface="Yu Gothic"/>
              </a:defRPr>
            </a:lvl7pPr>
            <a:lvl8pPr algn="l">
              <a:defRPr sz="1650" b="1">
                <a:solidFill>
                  <a:srgbClr val="52616A"/>
                </a:solidFill>
                <a:latin typeface="Yu Gothic"/>
                <a:ea typeface="Yu Gothic"/>
                <a:cs typeface="Yu Gothic"/>
              </a:defRPr>
            </a:lvl8pPr>
            <a:lvl9pPr algn="l">
              <a:defRPr sz="1650" b="1">
                <a:solidFill>
                  <a:srgbClr val="52616A"/>
                </a:solidFill>
                <a:latin typeface="Yu Gothic"/>
                <a:ea typeface="Yu Gothic"/>
                <a:cs typeface="Yu Gothic"/>
              </a:defRPr>
            </a:lvl9pPr>
          </a:lstStyle>
          <a:p xmlns:a="http://schemas.openxmlformats.org/drawingml/2006/main">
            <a:pPr algn="l">
              <a:defRPr sz="1650" b="1">
                <a:solidFill>
                  <a:srgbClr val="52616A"/>
                </a:solidFill>
                <a:latin typeface="Yu Gothic"/>
                <a:ea typeface="Yu Gothic"/>
                <a:cs typeface="Yu Gothic"/>
              </a:defRPr>
            </a:pPr>
            <a:r>
              <a:rPr sz="1650" b="1">
                <a:solidFill>
                  <a:srgbClr val="52616A"/>
                </a:solidFill>
                <a:latin typeface="Yu Gothic"/>
                <a:ea typeface="Yu Gothic"/>
                <a:cs typeface="Yu Gothic"/>
              </a:rPr>
              <a:t>X 北</a:t>
            </a:r>
          </a:p>
        </p:txBody>
      </p:sp>
      <p:sp>
        <p:nvSpPr>
          <p:cNvPr id="38" name="">
            <a:extLst xmlns:a="http://schemas.openxmlformats.org/drawingml/2006/main">
              <a:ext uri="{FF2B5EF4-FFF2-40B4-BE49-F238E27FC236}">
                <a16:creationId xmlns:a16="http://schemas.microsoft.com/office/drawing/2014/main" id="{A1A909FC-D99D-4FB0-AF2B-3A760FF34681}"/>
              </a:ext>
            </a:extLst>
          </p:cNvPr>
          <p:cNvSpPr>
            <a:spLocks xmlns:a="http://schemas.openxmlformats.org/drawingml/2006/main" noGrp="1"/>
          </p:cNvSpPr>
          <p:nvPr/>
        </p:nvSpPr>
        <p:spPr>
          <a:xfrm xmlns:a="http://schemas.openxmlformats.org/drawingml/2006/main">
            <a:off x="10639425" y="4484370"/>
            <a:ext cx="5905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52616A"/>
                </a:solidFill>
                <a:latin typeface="Yu Gothic"/>
                <a:ea typeface="Yu Gothic"/>
                <a:cs typeface="Yu Gothic"/>
              </a:defRPr>
            </a:defPPr>
            <a:lvl1pPr algn="l">
              <a:defRPr sz="1650" b="1">
                <a:solidFill>
                  <a:srgbClr val="52616A"/>
                </a:solidFill>
                <a:latin typeface="Yu Gothic"/>
                <a:ea typeface="Yu Gothic"/>
                <a:cs typeface="Yu Gothic"/>
              </a:defRPr>
            </a:lvl1pPr>
            <a:lvl2pPr algn="l">
              <a:defRPr sz="1650" b="1">
                <a:solidFill>
                  <a:srgbClr val="52616A"/>
                </a:solidFill>
                <a:latin typeface="Yu Gothic"/>
                <a:ea typeface="Yu Gothic"/>
                <a:cs typeface="Yu Gothic"/>
              </a:defRPr>
            </a:lvl2pPr>
            <a:lvl3pPr algn="l">
              <a:defRPr sz="1650" b="1">
                <a:solidFill>
                  <a:srgbClr val="52616A"/>
                </a:solidFill>
                <a:latin typeface="Yu Gothic"/>
                <a:ea typeface="Yu Gothic"/>
                <a:cs typeface="Yu Gothic"/>
              </a:defRPr>
            </a:lvl3pPr>
            <a:lvl4pPr algn="l">
              <a:defRPr sz="1650" b="1">
                <a:solidFill>
                  <a:srgbClr val="52616A"/>
                </a:solidFill>
                <a:latin typeface="Yu Gothic"/>
                <a:ea typeface="Yu Gothic"/>
                <a:cs typeface="Yu Gothic"/>
              </a:defRPr>
            </a:lvl4pPr>
            <a:lvl5pPr algn="l">
              <a:defRPr sz="1650" b="1">
                <a:solidFill>
                  <a:srgbClr val="52616A"/>
                </a:solidFill>
                <a:latin typeface="Yu Gothic"/>
                <a:ea typeface="Yu Gothic"/>
                <a:cs typeface="Yu Gothic"/>
              </a:defRPr>
            </a:lvl5pPr>
            <a:lvl6pPr algn="l">
              <a:defRPr sz="1650" b="1">
                <a:solidFill>
                  <a:srgbClr val="52616A"/>
                </a:solidFill>
                <a:latin typeface="Yu Gothic"/>
                <a:ea typeface="Yu Gothic"/>
                <a:cs typeface="Yu Gothic"/>
              </a:defRPr>
            </a:lvl6pPr>
            <a:lvl7pPr algn="l">
              <a:defRPr sz="1650" b="1">
                <a:solidFill>
                  <a:srgbClr val="52616A"/>
                </a:solidFill>
                <a:latin typeface="Yu Gothic"/>
                <a:ea typeface="Yu Gothic"/>
                <a:cs typeface="Yu Gothic"/>
              </a:defRPr>
            </a:lvl7pPr>
            <a:lvl8pPr algn="l">
              <a:defRPr sz="1650" b="1">
                <a:solidFill>
                  <a:srgbClr val="52616A"/>
                </a:solidFill>
                <a:latin typeface="Yu Gothic"/>
                <a:ea typeface="Yu Gothic"/>
                <a:cs typeface="Yu Gothic"/>
              </a:defRPr>
            </a:lvl8pPr>
            <a:lvl9pPr algn="l">
              <a:defRPr sz="1650" b="1">
                <a:solidFill>
                  <a:srgbClr val="52616A"/>
                </a:solidFill>
                <a:latin typeface="Yu Gothic"/>
                <a:ea typeface="Yu Gothic"/>
                <a:cs typeface="Yu Gothic"/>
              </a:defRPr>
            </a:lvl9pPr>
          </a:lstStyle>
          <a:p xmlns:a="http://schemas.openxmlformats.org/drawingml/2006/main">
            <a:pPr algn="l">
              <a:defRPr sz="1650" b="1">
                <a:solidFill>
                  <a:srgbClr val="52616A"/>
                </a:solidFill>
                <a:latin typeface="Yu Gothic"/>
                <a:ea typeface="Yu Gothic"/>
                <a:cs typeface="Yu Gothic"/>
              </a:defRPr>
            </a:pPr>
            <a:r>
              <a:rPr sz="1650" b="1">
                <a:solidFill>
                  <a:srgbClr val="52616A"/>
                </a:solidFill>
                <a:latin typeface="Yu Gothic"/>
                <a:ea typeface="Yu Gothic"/>
                <a:cs typeface="Yu Gothic"/>
              </a:rPr>
              <a:t>Y 東</a:t>
            </a:r>
          </a:p>
        </p:txBody>
      </p:sp>
      <p:sp>
        <p:nvSpPr>
          <p:cNvPr id="39" name="">
            <a:extLst xmlns:a="http://schemas.openxmlformats.org/drawingml/2006/main">
              <a:ext uri="{FF2B5EF4-FFF2-40B4-BE49-F238E27FC236}">
                <a16:creationId xmlns:a16="http://schemas.microsoft.com/office/drawing/2014/main" id="{B7EC20C6-C1B5-4EE7-98FE-88BC64D9EAF6}"/>
              </a:ext>
            </a:extLst>
          </p:cNvPr>
          <p:cNvSpPr>
            <a:spLocks xmlns:a="http://schemas.openxmlformats.org/drawingml/2006/main" noGrp="1"/>
          </p:cNvSpPr>
          <p:nvPr/>
        </p:nvSpPr>
        <p:spPr>
          <a:xfrm xmlns:a="http://schemas.openxmlformats.org/drawingml/2006/main">
            <a:off x="6238875" y="5553075"/>
            <a:ext cx="5000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0">
                <a:solidFill>
                  <a:srgbClr val="52616A"/>
                </a:solidFill>
                <a:latin typeface="Yu Gothic"/>
                <a:ea typeface="Yu Gothic"/>
                <a:cs typeface="Yu Gothic"/>
              </a:defRPr>
            </a:defPPr>
            <a:lvl1pPr algn="ctr">
              <a:defRPr sz="1650" b="0">
                <a:solidFill>
                  <a:srgbClr val="52616A"/>
                </a:solidFill>
                <a:latin typeface="Yu Gothic"/>
                <a:ea typeface="Yu Gothic"/>
                <a:cs typeface="Yu Gothic"/>
              </a:defRPr>
            </a:lvl1pPr>
            <a:lvl2pPr algn="ctr">
              <a:defRPr sz="1650" b="0">
                <a:solidFill>
                  <a:srgbClr val="52616A"/>
                </a:solidFill>
                <a:latin typeface="Yu Gothic"/>
                <a:ea typeface="Yu Gothic"/>
                <a:cs typeface="Yu Gothic"/>
              </a:defRPr>
            </a:lvl2pPr>
            <a:lvl3pPr algn="ctr">
              <a:defRPr sz="1650" b="0">
                <a:solidFill>
                  <a:srgbClr val="52616A"/>
                </a:solidFill>
                <a:latin typeface="Yu Gothic"/>
                <a:ea typeface="Yu Gothic"/>
                <a:cs typeface="Yu Gothic"/>
              </a:defRPr>
            </a:lvl3pPr>
            <a:lvl4pPr algn="ctr">
              <a:defRPr sz="1650" b="0">
                <a:solidFill>
                  <a:srgbClr val="52616A"/>
                </a:solidFill>
                <a:latin typeface="Yu Gothic"/>
                <a:ea typeface="Yu Gothic"/>
                <a:cs typeface="Yu Gothic"/>
              </a:defRPr>
            </a:lvl4pPr>
            <a:lvl5pPr algn="ctr">
              <a:defRPr sz="1650" b="0">
                <a:solidFill>
                  <a:srgbClr val="52616A"/>
                </a:solidFill>
                <a:latin typeface="Yu Gothic"/>
                <a:ea typeface="Yu Gothic"/>
                <a:cs typeface="Yu Gothic"/>
              </a:defRPr>
            </a:lvl5pPr>
            <a:lvl6pPr algn="ctr">
              <a:defRPr sz="1650" b="0">
                <a:solidFill>
                  <a:srgbClr val="52616A"/>
                </a:solidFill>
                <a:latin typeface="Yu Gothic"/>
                <a:ea typeface="Yu Gothic"/>
                <a:cs typeface="Yu Gothic"/>
              </a:defRPr>
            </a:lvl6pPr>
            <a:lvl7pPr algn="ctr">
              <a:defRPr sz="1650" b="0">
                <a:solidFill>
                  <a:srgbClr val="52616A"/>
                </a:solidFill>
                <a:latin typeface="Yu Gothic"/>
                <a:ea typeface="Yu Gothic"/>
                <a:cs typeface="Yu Gothic"/>
              </a:defRPr>
            </a:lvl7pPr>
            <a:lvl8pPr algn="ctr">
              <a:defRPr sz="1650" b="0">
                <a:solidFill>
                  <a:srgbClr val="52616A"/>
                </a:solidFill>
                <a:latin typeface="Yu Gothic"/>
                <a:ea typeface="Yu Gothic"/>
                <a:cs typeface="Yu Gothic"/>
              </a:defRPr>
            </a:lvl8pPr>
            <a:lvl9pPr algn="ctr">
              <a:defRPr sz="1650" b="0">
                <a:solidFill>
                  <a:srgbClr val="52616A"/>
                </a:solidFill>
                <a:latin typeface="Yu Gothic"/>
                <a:ea typeface="Yu Gothic"/>
                <a:cs typeface="Yu Gothic"/>
              </a:defRPr>
            </a:lvl9pPr>
          </a:lstStyle>
          <a:p xmlns:a="http://schemas.openxmlformats.org/drawingml/2006/main">
            <a:pPr algn="ctr">
              <a:defRPr sz="1650" b="0">
                <a:solidFill>
                  <a:srgbClr val="52616A"/>
                </a:solidFill>
                <a:latin typeface="Yu Gothic"/>
                <a:ea typeface="Yu Gothic"/>
                <a:cs typeface="Yu Gothic"/>
              </a:defRPr>
            </a:pPr>
            <a:r>
              <a:rPr sz="1650" b="0">
                <a:solidFill>
                  <a:srgbClr val="52616A"/>
                </a:solidFill>
                <a:latin typeface="Yu Gothic"/>
                <a:ea typeface="Yu Gothic"/>
                <a:cs typeface="Yu Gothic"/>
              </a:rPr>
              <a:t>※ OEを誇張（縮尺どおりでない）</a:t>
            </a:r>
          </a:p>
        </p:txBody>
      </p:sp>
    </p:spTree>
    <p:extLst>
      <p:ext uri="{BB962C8B-B14F-4D97-AF65-F5344CB8AC3E}">
        <p14:creationId xmlns:p14="http://schemas.microsoft.com/office/powerpoint/2010/main" val="1081903822"/>
      </p:ext>
    </p:extLst>
  </p:cSld>
</p:sld>
</file>

<file path=ppt/slides/slide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D60EFA88-62CB-4BDB-8877-7920E2E9C99E}"/>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088D1F73-174F-4FF4-8E58-0539D5623CE1}"/>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偏心観測</a:t>
            </a:r>
          </a:p>
        </p:txBody>
      </p:sp>
      <p:sp>
        <p:nvSpPr>
          <p:cNvPr id="3" name="">
            <a:extLst xmlns:a="http://schemas.openxmlformats.org/drawingml/2006/main">
              <a:ext uri="{FF2B5EF4-FFF2-40B4-BE49-F238E27FC236}">
                <a16:creationId xmlns:a16="http://schemas.microsoft.com/office/drawing/2014/main" id="{6996BED2-DEF7-43E2-9F5E-03871EDFD2E7}"/>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三角比で、方向のずれδを求める</a:t>
            </a:r>
          </a:p>
        </p:txBody>
      </p:sp>
      <p:sp>
        <p:nvSpPr>
          <p:cNvPr id="4" name="">
            <a:extLst xmlns:a="http://schemas.openxmlformats.org/drawingml/2006/main">
              <a:ext uri="{FF2B5EF4-FFF2-40B4-BE49-F238E27FC236}">
                <a16:creationId xmlns:a16="http://schemas.microsoft.com/office/drawing/2014/main" id="{661FEC41-A95C-4E64-AAE3-C2A10B8BC01C}"/>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D0DEA876-5ACA-4F34-A6D8-8D8777613D9A}"/>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43</a:t>
            </a:r>
          </a:p>
        </p:txBody>
      </p:sp>
      <p:sp>
        <p:nvSpPr>
          <p:cNvPr id="6" name="">
            <a:extLst xmlns:a="http://schemas.openxmlformats.org/drawingml/2006/main">
              <a:ext uri="{FF2B5EF4-FFF2-40B4-BE49-F238E27FC236}">
                <a16:creationId xmlns:a16="http://schemas.microsoft.com/office/drawing/2014/main" id="{3DD1CC27-F48E-44FA-A279-F5FE48B19C36}"/>
              </a:ext>
            </a:extLst>
          </p:cNvPr>
          <p:cNvSpPr>
            <a:spLocks xmlns:a="http://schemas.openxmlformats.org/drawingml/2006/main" noGrp="1"/>
          </p:cNvSpPr>
          <p:nvPr/>
        </p:nvSpPr>
        <p:spPr>
          <a:xfrm xmlns:a="http://schemas.openxmlformats.org/drawingml/2006/main">
            <a:off x="723900" y="1504950"/>
            <a:ext cx="10287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1">
                <a:solidFill>
                  <a:srgbClr val="52616A"/>
                </a:solidFill>
                <a:latin typeface="Yu Gothic"/>
                <a:ea typeface="Yu Gothic"/>
                <a:cs typeface="Yu Gothic"/>
              </a:defRPr>
            </a:defPPr>
            <a:lvl1pPr algn="l">
              <a:defRPr sz="2250" b="1">
                <a:solidFill>
                  <a:srgbClr val="52616A"/>
                </a:solidFill>
                <a:latin typeface="Yu Gothic"/>
                <a:ea typeface="Yu Gothic"/>
                <a:cs typeface="Yu Gothic"/>
              </a:defRPr>
            </a:lvl1pPr>
            <a:lvl2pPr algn="l">
              <a:defRPr sz="2250" b="1">
                <a:solidFill>
                  <a:srgbClr val="52616A"/>
                </a:solidFill>
                <a:latin typeface="Yu Gothic"/>
                <a:ea typeface="Yu Gothic"/>
                <a:cs typeface="Yu Gothic"/>
              </a:defRPr>
            </a:lvl2pPr>
            <a:lvl3pPr algn="l">
              <a:defRPr sz="2250" b="1">
                <a:solidFill>
                  <a:srgbClr val="52616A"/>
                </a:solidFill>
                <a:latin typeface="Yu Gothic"/>
                <a:ea typeface="Yu Gothic"/>
                <a:cs typeface="Yu Gothic"/>
              </a:defRPr>
            </a:lvl3pPr>
            <a:lvl4pPr algn="l">
              <a:defRPr sz="2250" b="1">
                <a:solidFill>
                  <a:srgbClr val="52616A"/>
                </a:solidFill>
                <a:latin typeface="Yu Gothic"/>
                <a:ea typeface="Yu Gothic"/>
                <a:cs typeface="Yu Gothic"/>
              </a:defRPr>
            </a:lvl4pPr>
            <a:lvl5pPr algn="l">
              <a:defRPr sz="2250" b="1">
                <a:solidFill>
                  <a:srgbClr val="52616A"/>
                </a:solidFill>
                <a:latin typeface="Yu Gothic"/>
                <a:ea typeface="Yu Gothic"/>
                <a:cs typeface="Yu Gothic"/>
              </a:defRPr>
            </a:lvl5pPr>
            <a:lvl6pPr algn="l">
              <a:defRPr sz="2250" b="1">
                <a:solidFill>
                  <a:srgbClr val="52616A"/>
                </a:solidFill>
                <a:latin typeface="Yu Gothic"/>
                <a:ea typeface="Yu Gothic"/>
                <a:cs typeface="Yu Gothic"/>
              </a:defRPr>
            </a:lvl6pPr>
            <a:lvl7pPr algn="l">
              <a:defRPr sz="2250" b="1">
                <a:solidFill>
                  <a:srgbClr val="52616A"/>
                </a:solidFill>
                <a:latin typeface="Yu Gothic"/>
                <a:ea typeface="Yu Gothic"/>
                <a:cs typeface="Yu Gothic"/>
              </a:defRPr>
            </a:lvl7pPr>
            <a:lvl8pPr algn="l">
              <a:defRPr sz="2250" b="1">
                <a:solidFill>
                  <a:srgbClr val="52616A"/>
                </a:solidFill>
                <a:latin typeface="Yu Gothic"/>
                <a:ea typeface="Yu Gothic"/>
                <a:cs typeface="Yu Gothic"/>
              </a:defRPr>
            </a:lvl8pPr>
            <a:lvl9pPr algn="l">
              <a:defRPr sz="2250" b="1">
                <a:solidFill>
                  <a:srgbClr val="52616A"/>
                </a:solidFill>
                <a:latin typeface="Yu Gothic"/>
                <a:ea typeface="Yu Gothic"/>
                <a:cs typeface="Yu Gothic"/>
              </a:defRPr>
            </a:lvl9pPr>
          </a:lstStyle>
          <a:p xmlns:a="http://schemas.openxmlformats.org/drawingml/2006/main">
            <a:pPr algn="l">
              <a:defRPr sz="2250" b="1">
                <a:solidFill>
                  <a:srgbClr val="52616A"/>
                </a:solidFill>
                <a:latin typeface="Yu Gothic"/>
                <a:ea typeface="Yu Gothic"/>
                <a:cs typeface="Yu Gothic"/>
              </a:defRPr>
            </a:pPr>
            <a:r>
              <a:rPr sz="2250" b="1">
                <a:solidFill>
                  <a:srgbClr val="52616A"/>
                </a:solidFill>
                <a:latin typeface="Yu Gothic"/>
                <a:ea typeface="Yu Gothic"/>
                <a:cs typeface="Yu Gothic"/>
              </a:rPr>
              <a:t>電卓をDEGモードにして小角を求める</a:t>
            </a:r>
          </a:p>
        </p:txBody>
      </p:sp>
      <p:sp>
        <p:nvSpPr>
          <p:cNvPr id="7" name="">
            <a:extLst xmlns:a="http://schemas.openxmlformats.org/drawingml/2006/main">
              <a:ext uri="{FF2B5EF4-FFF2-40B4-BE49-F238E27FC236}">
                <a16:creationId xmlns:a16="http://schemas.microsoft.com/office/drawing/2014/main" id="{37A7034D-ED71-4F24-99D7-5EA1E6F07E75}"/>
              </a:ext>
            </a:extLst>
          </p:cNvPr>
          <p:cNvSpPr>
            <a:spLocks xmlns:a="http://schemas.openxmlformats.org/drawingml/2006/main" noGrp="1"/>
          </p:cNvSpPr>
          <p:nvPr/>
        </p:nvSpPr>
        <p:spPr>
          <a:xfrm xmlns:a="http://schemas.openxmlformats.org/drawingml/2006/main">
            <a:off x="819150" y="2143125"/>
            <a:ext cx="228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425" b="1">
                <a:solidFill>
                  <a:srgbClr val="166B68"/>
                </a:solidFill>
                <a:latin typeface="Yu Gothic"/>
                <a:ea typeface="Yu Gothic"/>
                <a:cs typeface="Yu Gothic"/>
              </a:defRPr>
            </a:defPPr>
            <a:lvl1pPr algn="ctr">
              <a:defRPr sz="1425" b="1">
                <a:solidFill>
                  <a:srgbClr val="166B68"/>
                </a:solidFill>
                <a:latin typeface="Yu Gothic"/>
                <a:ea typeface="Yu Gothic"/>
                <a:cs typeface="Yu Gothic"/>
              </a:defRPr>
            </a:lvl1pPr>
            <a:lvl2pPr algn="ctr">
              <a:defRPr sz="1425" b="1">
                <a:solidFill>
                  <a:srgbClr val="166B68"/>
                </a:solidFill>
                <a:latin typeface="Yu Gothic"/>
                <a:ea typeface="Yu Gothic"/>
                <a:cs typeface="Yu Gothic"/>
              </a:defRPr>
            </a:lvl2pPr>
            <a:lvl3pPr algn="ctr">
              <a:defRPr sz="1425" b="1">
                <a:solidFill>
                  <a:srgbClr val="166B68"/>
                </a:solidFill>
                <a:latin typeface="Yu Gothic"/>
                <a:ea typeface="Yu Gothic"/>
                <a:cs typeface="Yu Gothic"/>
              </a:defRPr>
            </a:lvl3pPr>
            <a:lvl4pPr algn="ctr">
              <a:defRPr sz="1425" b="1">
                <a:solidFill>
                  <a:srgbClr val="166B68"/>
                </a:solidFill>
                <a:latin typeface="Yu Gothic"/>
                <a:ea typeface="Yu Gothic"/>
                <a:cs typeface="Yu Gothic"/>
              </a:defRPr>
            </a:lvl4pPr>
            <a:lvl5pPr algn="ctr">
              <a:defRPr sz="1425" b="1">
                <a:solidFill>
                  <a:srgbClr val="166B68"/>
                </a:solidFill>
                <a:latin typeface="Yu Gothic"/>
                <a:ea typeface="Yu Gothic"/>
                <a:cs typeface="Yu Gothic"/>
              </a:defRPr>
            </a:lvl5pPr>
            <a:lvl6pPr algn="ctr">
              <a:defRPr sz="1425" b="1">
                <a:solidFill>
                  <a:srgbClr val="166B68"/>
                </a:solidFill>
                <a:latin typeface="Yu Gothic"/>
                <a:ea typeface="Yu Gothic"/>
                <a:cs typeface="Yu Gothic"/>
              </a:defRPr>
            </a:lvl6pPr>
            <a:lvl7pPr algn="ctr">
              <a:defRPr sz="1425" b="1">
                <a:solidFill>
                  <a:srgbClr val="166B68"/>
                </a:solidFill>
                <a:latin typeface="Yu Gothic"/>
                <a:ea typeface="Yu Gothic"/>
                <a:cs typeface="Yu Gothic"/>
              </a:defRPr>
            </a:lvl7pPr>
            <a:lvl8pPr algn="ctr">
              <a:defRPr sz="1425" b="1">
                <a:solidFill>
                  <a:srgbClr val="166B68"/>
                </a:solidFill>
                <a:latin typeface="Yu Gothic"/>
                <a:ea typeface="Yu Gothic"/>
                <a:cs typeface="Yu Gothic"/>
              </a:defRPr>
            </a:lvl8pPr>
            <a:lvl9pPr algn="ctr">
              <a:defRPr sz="1425" b="1">
                <a:solidFill>
                  <a:srgbClr val="166B68"/>
                </a:solidFill>
                <a:latin typeface="Yu Gothic"/>
                <a:ea typeface="Yu Gothic"/>
                <a:cs typeface="Yu Gothic"/>
              </a:defRPr>
            </a:lvl9pPr>
          </a:lstStyle>
          <a:p xmlns:a="http://schemas.openxmlformats.org/drawingml/2006/main">
            <a:pPr algn="ctr">
              <a:defRPr sz="1425" b="1">
                <a:solidFill>
                  <a:srgbClr val="166B68"/>
                </a:solidFill>
                <a:latin typeface="Yu Gothic"/>
                <a:ea typeface="Yu Gothic"/>
                <a:cs typeface="Yu Gothic"/>
              </a:defRPr>
            </a:pPr>
            <a:r>
              <a:rPr sz="1425" b="1">
                <a:solidFill>
                  <a:srgbClr val="166B68"/>
                </a:solidFill>
                <a:latin typeface="Yu Gothic"/>
                <a:ea typeface="Yu Gothic"/>
                <a:cs typeface="Yu Gothic"/>
              </a:rPr>
              <a:t>●</a:t>
            </a:r>
          </a:p>
        </p:txBody>
      </p:sp>
      <p:sp>
        <p:nvSpPr>
          <p:cNvPr id="8" name="">
            <a:extLst xmlns:a="http://schemas.openxmlformats.org/drawingml/2006/main">
              <a:ext uri="{FF2B5EF4-FFF2-40B4-BE49-F238E27FC236}">
                <a16:creationId xmlns:a16="http://schemas.microsoft.com/office/drawing/2014/main" id="{B457BC7C-5306-4EC9-A6E5-94527FB80BEA}"/>
              </a:ext>
            </a:extLst>
          </p:cNvPr>
          <p:cNvSpPr>
            <a:spLocks xmlns:a="http://schemas.openxmlformats.org/drawingml/2006/main" noGrp="1"/>
          </p:cNvSpPr>
          <p:nvPr/>
        </p:nvSpPr>
        <p:spPr>
          <a:xfrm xmlns:a="http://schemas.openxmlformats.org/drawingml/2006/main">
            <a:off x="1143000" y="2143125"/>
            <a:ext cx="9772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tan δ＝1/100</a:t>
            </a:r>
          </a:p>
        </p:txBody>
      </p:sp>
      <p:sp>
        <p:nvSpPr>
          <p:cNvPr id="9" name="">
            <a:extLst xmlns:a="http://schemas.openxmlformats.org/drawingml/2006/main">
              <a:ext uri="{FF2B5EF4-FFF2-40B4-BE49-F238E27FC236}">
                <a16:creationId xmlns:a16="http://schemas.microsoft.com/office/drawing/2014/main" id="{6066B9C6-D191-48DC-ADC8-D33C1B8CF479}"/>
              </a:ext>
            </a:extLst>
          </p:cNvPr>
          <p:cNvSpPr>
            <a:spLocks xmlns:a="http://schemas.openxmlformats.org/drawingml/2006/main" noGrp="1"/>
          </p:cNvSpPr>
          <p:nvPr/>
        </p:nvSpPr>
        <p:spPr>
          <a:xfrm xmlns:a="http://schemas.openxmlformats.org/drawingml/2006/main">
            <a:off x="819150" y="2714625"/>
            <a:ext cx="228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425" b="1">
                <a:solidFill>
                  <a:srgbClr val="166B68"/>
                </a:solidFill>
                <a:latin typeface="Yu Gothic"/>
                <a:ea typeface="Yu Gothic"/>
                <a:cs typeface="Yu Gothic"/>
              </a:defRPr>
            </a:defPPr>
            <a:lvl1pPr algn="ctr">
              <a:defRPr sz="1425" b="1">
                <a:solidFill>
                  <a:srgbClr val="166B68"/>
                </a:solidFill>
                <a:latin typeface="Yu Gothic"/>
                <a:ea typeface="Yu Gothic"/>
                <a:cs typeface="Yu Gothic"/>
              </a:defRPr>
            </a:lvl1pPr>
            <a:lvl2pPr algn="ctr">
              <a:defRPr sz="1425" b="1">
                <a:solidFill>
                  <a:srgbClr val="166B68"/>
                </a:solidFill>
                <a:latin typeface="Yu Gothic"/>
                <a:ea typeface="Yu Gothic"/>
                <a:cs typeface="Yu Gothic"/>
              </a:defRPr>
            </a:lvl2pPr>
            <a:lvl3pPr algn="ctr">
              <a:defRPr sz="1425" b="1">
                <a:solidFill>
                  <a:srgbClr val="166B68"/>
                </a:solidFill>
                <a:latin typeface="Yu Gothic"/>
                <a:ea typeface="Yu Gothic"/>
                <a:cs typeface="Yu Gothic"/>
              </a:defRPr>
            </a:lvl3pPr>
            <a:lvl4pPr algn="ctr">
              <a:defRPr sz="1425" b="1">
                <a:solidFill>
                  <a:srgbClr val="166B68"/>
                </a:solidFill>
                <a:latin typeface="Yu Gothic"/>
                <a:ea typeface="Yu Gothic"/>
                <a:cs typeface="Yu Gothic"/>
              </a:defRPr>
            </a:lvl4pPr>
            <a:lvl5pPr algn="ctr">
              <a:defRPr sz="1425" b="1">
                <a:solidFill>
                  <a:srgbClr val="166B68"/>
                </a:solidFill>
                <a:latin typeface="Yu Gothic"/>
                <a:ea typeface="Yu Gothic"/>
                <a:cs typeface="Yu Gothic"/>
              </a:defRPr>
            </a:lvl5pPr>
            <a:lvl6pPr algn="ctr">
              <a:defRPr sz="1425" b="1">
                <a:solidFill>
                  <a:srgbClr val="166B68"/>
                </a:solidFill>
                <a:latin typeface="Yu Gothic"/>
                <a:ea typeface="Yu Gothic"/>
                <a:cs typeface="Yu Gothic"/>
              </a:defRPr>
            </a:lvl6pPr>
            <a:lvl7pPr algn="ctr">
              <a:defRPr sz="1425" b="1">
                <a:solidFill>
                  <a:srgbClr val="166B68"/>
                </a:solidFill>
                <a:latin typeface="Yu Gothic"/>
                <a:ea typeface="Yu Gothic"/>
                <a:cs typeface="Yu Gothic"/>
              </a:defRPr>
            </a:lvl7pPr>
            <a:lvl8pPr algn="ctr">
              <a:defRPr sz="1425" b="1">
                <a:solidFill>
                  <a:srgbClr val="166B68"/>
                </a:solidFill>
                <a:latin typeface="Yu Gothic"/>
                <a:ea typeface="Yu Gothic"/>
                <a:cs typeface="Yu Gothic"/>
              </a:defRPr>
            </a:lvl8pPr>
            <a:lvl9pPr algn="ctr">
              <a:defRPr sz="1425" b="1">
                <a:solidFill>
                  <a:srgbClr val="166B68"/>
                </a:solidFill>
                <a:latin typeface="Yu Gothic"/>
                <a:ea typeface="Yu Gothic"/>
                <a:cs typeface="Yu Gothic"/>
              </a:defRPr>
            </a:lvl9pPr>
          </a:lstStyle>
          <a:p xmlns:a="http://schemas.openxmlformats.org/drawingml/2006/main">
            <a:pPr algn="ctr">
              <a:defRPr sz="1425" b="1">
                <a:solidFill>
                  <a:srgbClr val="166B68"/>
                </a:solidFill>
                <a:latin typeface="Yu Gothic"/>
                <a:ea typeface="Yu Gothic"/>
                <a:cs typeface="Yu Gothic"/>
              </a:defRPr>
            </a:pPr>
            <a:r>
              <a:rPr sz="1425" b="1">
                <a:solidFill>
                  <a:srgbClr val="166B68"/>
                </a:solidFill>
                <a:latin typeface="Yu Gothic"/>
                <a:ea typeface="Yu Gothic"/>
                <a:cs typeface="Yu Gothic"/>
              </a:rPr>
              <a:t>●</a:t>
            </a:r>
          </a:p>
        </p:txBody>
      </p:sp>
      <p:sp>
        <p:nvSpPr>
          <p:cNvPr id="10" name="">
            <a:extLst xmlns:a="http://schemas.openxmlformats.org/drawingml/2006/main">
              <a:ext uri="{FF2B5EF4-FFF2-40B4-BE49-F238E27FC236}">
                <a16:creationId xmlns:a16="http://schemas.microsoft.com/office/drawing/2014/main" id="{ED170F1F-EBD6-49A2-94C0-CCBD7E4E7199}"/>
              </a:ext>
            </a:extLst>
          </p:cNvPr>
          <p:cNvSpPr>
            <a:spLocks xmlns:a="http://schemas.openxmlformats.org/drawingml/2006/main" noGrp="1"/>
          </p:cNvSpPr>
          <p:nvPr/>
        </p:nvSpPr>
        <p:spPr>
          <a:xfrm xmlns:a="http://schemas.openxmlformats.org/drawingml/2006/main">
            <a:off x="1143000" y="2714625"/>
            <a:ext cx="9772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δ＝tan⁻¹(0.01)＝0.5729386977°</a:t>
            </a:r>
          </a:p>
        </p:txBody>
      </p:sp>
      <p:sp>
        <p:nvSpPr>
          <p:cNvPr id="11" name="">
            <a:extLst xmlns:a="http://schemas.openxmlformats.org/drawingml/2006/main">
              <a:ext uri="{FF2B5EF4-FFF2-40B4-BE49-F238E27FC236}">
                <a16:creationId xmlns:a16="http://schemas.microsoft.com/office/drawing/2014/main" id="{07212F54-BA06-4D7D-BC52-41198B356538}"/>
              </a:ext>
            </a:extLst>
          </p:cNvPr>
          <p:cNvSpPr>
            <a:spLocks xmlns:a="http://schemas.openxmlformats.org/drawingml/2006/main" noGrp="1"/>
          </p:cNvSpPr>
          <p:nvPr/>
        </p:nvSpPr>
        <p:spPr>
          <a:xfrm xmlns:a="http://schemas.openxmlformats.org/drawingml/2006/main">
            <a:off x="819150" y="3286125"/>
            <a:ext cx="228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425" b="1">
                <a:solidFill>
                  <a:srgbClr val="166B68"/>
                </a:solidFill>
                <a:latin typeface="Yu Gothic"/>
                <a:ea typeface="Yu Gothic"/>
                <a:cs typeface="Yu Gothic"/>
              </a:defRPr>
            </a:defPPr>
            <a:lvl1pPr algn="ctr">
              <a:defRPr sz="1425" b="1">
                <a:solidFill>
                  <a:srgbClr val="166B68"/>
                </a:solidFill>
                <a:latin typeface="Yu Gothic"/>
                <a:ea typeface="Yu Gothic"/>
                <a:cs typeface="Yu Gothic"/>
              </a:defRPr>
            </a:lvl1pPr>
            <a:lvl2pPr algn="ctr">
              <a:defRPr sz="1425" b="1">
                <a:solidFill>
                  <a:srgbClr val="166B68"/>
                </a:solidFill>
                <a:latin typeface="Yu Gothic"/>
                <a:ea typeface="Yu Gothic"/>
                <a:cs typeface="Yu Gothic"/>
              </a:defRPr>
            </a:lvl2pPr>
            <a:lvl3pPr algn="ctr">
              <a:defRPr sz="1425" b="1">
                <a:solidFill>
                  <a:srgbClr val="166B68"/>
                </a:solidFill>
                <a:latin typeface="Yu Gothic"/>
                <a:ea typeface="Yu Gothic"/>
                <a:cs typeface="Yu Gothic"/>
              </a:defRPr>
            </a:lvl3pPr>
            <a:lvl4pPr algn="ctr">
              <a:defRPr sz="1425" b="1">
                <a:solidFill>
                  <a:srgbClr val="166B68"/>
                </a:solidFill>
                <a:latin typeface="Yu Gothic"/>
                <a:ea typeface="Yu Gothic"/>
                <a:cs typeface="Yu Gothic"/>
              </a:defRPr>
            </a:lvl4pPr>
            <a:lvl5pPr algn="ctr">
              <a:defRPr sz="1425" b="1">
                <a:solidFill>
                  <a:srgbClr val="166B68"/>
                </a:solidFill>
                <a:latin typeface="Yu Gothic"/>
                <a:ea typeface="Yu Gothic"/>
                <a:cs typeface="Yu Gothic"/>
              </a:defRPr>
            </a:lvl5pPr>
            <a:lvl6pPr algn="ctr">
              <a:defRPr sz="1425" b="1">
                <a:solidFill>
                  <a:srgbClr val="166B68"/>
                </a:solidFill>
                <a:latin typeface="Yu Gothic"/>
                <a:ea typeface="Yu Gothic"/>
                <a:cs typeface="Yu Gothic"/>
              </a:defRPr>
            </a:lvl6pPr>
            <a:lvl7pPr algn="ctr">
              <a:defRPr sz="1425" b="1">
                <a:solidFill>
                  <a:srgbClr val="166B68"/>
                </a:solidFill>
                <a:latin typeface="Yu Gothic"/>
                <a:ea typeface="Yu Gothic"/>
                <a:cs typeface="Yu Gothic"/>
              </a:defRPr>
            </a:lvl7pPr>
            <a:lvl8pPr algn="ctr">
              <a:defRPr sz="1425" b="1">
                <a:solidFill>
                  <a:srgbClr val="166B68"/>
                </a:solidFill>
                <a:latin typeface="Yu Gothic"/>
                <a:ea typeface="Yu Gothic"/>
                <a:cs typeface="Yu Gothic"/>
              </a:defRPr>
            </a:lvl8pPr>
            <a:lvl9pPr algn="ctr">
              <a:defRPr sz="1425" b="1">
                <a:solidFill>
                  <a:srgbClr val="166B68"/>
                </a:solidFill>
                <a:latin typeface="Yu Gothic"/>
                <a:ea typeface="Yu Gothic"/>
                <a:cs typeface="Yu Gothic"/>
              </a:defRPr>
            </a:lvl9pPr>
          </a:lstStyle>
          <a:p xmlns:a="http://schemas.openxmlformats.org/drawingml/2006/main">
            <a:pPr algn="ctr">
              <a:defRPr sz="1425" b="1">
                <a:solidFill>
                  <a:srgbClr val="166B68"/>
                </a:solidFill>
                <a:latin typeface="Yu Gothic"/>
                <a:ea typeface="Yu Gothic"/>
                <a:cs typeface="Yu Gothic"/>
              </a:defRPr>
            </a:pPr>
            <a:r>
              <a:rPr sz="1425" b="1">
                <a:solidFill>
                  <a:srgbClr val="166B68"/>
                </a:solidFill>
                <a:latin typeface="Yu Gothic"/>
                <a:ea typeface="Yu Gothic"/>
                <a:cs typeface="Yu Gothic"/>
              </a:rPr>
              <a:t>●</a:t>
            </a:r>
          </a:p>
        </p:txBody>
      </p:sp>
      <p:sp>
        <p:nvSpPr>
          <p:cNvPr id="12" name="">
            <a:extLst xmlns:a="http://schemas.openxmlformats.org/drawingml/2006/main">
              <a:ext uri="{FF2B5EF4-FFF2-40B4-BE49-F238E27FC236}">
                <a16:creationId xmlns:a16="http://schemas.microsoft.com/office/drawing/2014/main" id="{03965EB5-D65E-4FA3-89FA-A5A91AD3B89A}"/>
              </a:ext>
            </a:extLst>
          </p:cNvPr>
          <p:cNvSpPr>
            <a:spLocks xmlns:a="http://schemas.openxmlformats.org/drawingml/2006/main" noGrp="1"/>
          </p:cNvSpPr>
          <p:nvPr/>
        </p:nvSpPr>
        <p:spPr>
          <a:xfrm xmlns:a="http://schemas.openxmlformats.org/drawingml/2006/main">
            <a:off x="1143000" y="3286125"/>
            <a:ext cx="9772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秒へ換算：δ≈0°34′22.58″</a:t>
            </a:r>
          </a:p>
        </p:txBody>
      </p:sp>
      <p:sp>
        <p:nvSpPr>
          <p:cNvPr id="13" name="">
            <a:extLst xmlns:a="http://schemas.openxmlformats.org/drawingml/2006/main">
              <a:ext uri="{FF2B5EF4-FFF2-40B4-BE49-F238E27FC236}">
                <a16:creationId xmlns:a16="http://schemas.microsoft.com/office/drawing/2014/main" id="{B315BD63-3F1D-4B51-8F6F-E3BA022F1E17}"/>
              </a:ext>
            </a:extLst>
          </p:cNvPr>
          <p:cNvSpPr>
            <a:spLocks xmlns:a="http://schemas.openxmlformats.org/drawingml/2006/main" noGrp="1"/>
          </p:cNvSpPr>
          <p:nvPr/>
        </p:nvSpPr>
        <p:spPr>
          <a:xfrm xmlns:a="http://schemas.openxmlformats.org/drawingml/2006/main">
            <a:off x="819150" y="3952875"/>
            <a:ext cx="228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275" b="1">
                <a:solidFill>
                  <a:srgbClr val="166B68"/>
                </a:solidFill>
                <a:latin typeface="Yu Gothic"/>
                <a:ea typeface="Yu Gothic"/>
                <a:cs typeface="Yu Gothic"/>
              </a:defRPr>
            </a:defPPr>
            <a:lvl1pPr algn="ctr">
              <a:defRPr sz="1275" b="1">
                <a:solidFill>
                  <a:srgbClr val="166B68"/>
                </a:solidFill>
                <a:latin typeface="Yu Gothic"/>
                <a:ea typeface="Yu Gothic"/>
                <a:cs typeface="Yu Gothic"/>
              </a:defRPr>
            </a:lvl1pPr>
            <a:lvl2pPr algn="ctr">
              <a:defRPr sz="1275" b="1">
                <a:solidFill>
                  <a:srgbClr val="166B68"/>
                </a:solidFill>
                <a:latin typeface="Yu Gothic"/>
                <a:ea typeface="Yu Gothic"/>
                <a:cs typeface="Yu Gothic"/>
              </a:defRPr>
            </a:lvl2pPr>
            <a:lvl3pPr algn="ctr">
              <a:defRPr sz="1275" b="1">
                <a:solidFill>
                  <a:srgbClr val="166B68"/>
                </a:solidFill>
                <a:latin typeface="Yu Gothic"/>
                <a:ea typeface="Yu Gothic"/>
                <a:cs typeface="Yu Gothic"/>
              </a:defRPr>
            </a:lvl3pPr>
            <a:lvl4pPr algn="ctr">
              <a:defRPr sz="1275" b="1">
                <a:solidFill>
                  <a:srgbClr val="166B68"/>
                </a:solidFill>
                <a:latin typeface="Yu Gothic"/>
                <a:ea typeface="Yu Gothic"/>
                <a:cs typeface="Yu Gothic"/>
              </a:defRPr>
            </a:lvl4pPr>
            <a:lvl5pPr algn="ctr">
              <a:defRPr sz="1275" b="1">
                <a:solidFill>
                  <a:srgbClr val="166B68"/>
                </a:solidFill>
                <a:latin typeface="Yu Gothic"/>
                <a:ea typeface="Yu Gothic"/>
                <a:cs typeface="Yu Gothic"/>
              </a:defRPr>
            </a:lvl5pPr>
            <a:lvl6pPr algn="ctr">
              <a:defRPr sz="1275" b="1">
                <a:solidFill>
                  <a:srgbClr val="166B68"/>
                </a:solidFill>
                <a:latin typeface="Yu Gothic"/>
                <a:ea typeface="Yu Gothic"/>
                <a:cs typeface="Yu Gothic"/>
              </a:defRPr>
            </a:lvl6pPr>
            <a:lvl7pPr algn="ctr">
              <a:defRPr sz="1275" b="1">
                <a:solidFill>
                  <a:srgbClr val="166B68"/>
                </a:solidFill>
                <a:latin typeface="Yu Gothic"/>
                <a:ea typeface="Yu Gothic"/>
                <a:cs typeface="Yu Gothic"/>
              </a:defRPr>
            </a:lvl7pPr>
            <a:lvl8pPr algn="ctr">
              <a:defRPr sz="1275" b="1">
                <a:solidFill>
                  <a:srgbClr val="166B68"/>
                </a:solidFill>
                <a:latin typeface="Yu Gothic"/>
                <a:ea typeface="Yu Gothic"/>
                <a:cs typeface="Yu Gothic"/>
              </a:defRPr>
            </a:lvl8pPr>
            <a:lvl9pPr algn="ctr">
              <a:defRPr sz="1275" b="1">
                <a:solidFill>
                  <a:srgbClr val="166B68"/>
                </a:solidFill>
                <a:latin typeface="Yu Gothic"/>
                <a:ea typeface="Yu Gothic"/>
                <a:cs typeface="Yu Gothic"/>
              </a:defRPr>
            </a:lvl9pPr>
          </a:lstStyle>
          <a:p xmlns:a="http://schemas.openxmlformats.org/drawingml/2006/main">
            <a:pPr algn="ctr">
              <a:defRPr sz="1275" b="1">
                <a:solidFill>
                  <a:srgbClr val="166B68"/>
                </a:solidFill>
                <a:latin typeface="Yu Gothic"/>
                <a:ea typeface="Yu Gothic"/>
                <a:cs typeface="Yu Gothic"/>
              </a:defRPr>
            </a:pPr>
            <a:r>
              <a:rPr sz="1275" b="1">
                <a:solidFill>
                  <a:srgbClr val="166B68"/>
                </a:solidFill>
                <a:latin typeface="Yu Gothic"/>
                <a:ea typeface="Yu Gothic"/>
                <a:cs typeface="Yu Gothic"/>
              </a:rPr>
              <a:t>●</a:t>
            </a:r>
          </a:p>
        </p:txBody>
      </p:sp>
      <p:sp>
        <p:nvSpPr>
          <p:cNvPr id="14" name="">
            <a:extLst xmlns:a="http://schemas.openxmlformats.org/drawingml/2006/main">
              <a:ext uri="{FF2B5EF4-FFF2-40B4-BE49-F238E27FC236}">
                <a16:creationId xmlns:a16="http://schemas.microsoft.com/office/drawing/2014/main" id="{E2FC3707-486A-4B45-A8D2-C8F6C4AAB869}"/>
              </a:ext>
            </a:extLst>
          </p:cNvPr>
          <p:cNvSpPr>
            <a:spLocks xmlns:a="http://schemas.openxmlformats.org/drawingml/2006/main" noGrp="1"/>
          </p:cNvSpPr>
          <p:nvPr/>
        </p:nvSpPr>
        <p:spPr>
          <a:xfrm xmlns:a="http://schemas.openxmlformats.org/drawingml/2006/main">
            <a:off x="1143000" y="3952875"/>
            <a:ext cx="9772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00" b="0">
                <a:solidFill>
                  <a:srgbClr val="182B33"/>
                </a:solidFill>
                <a:latin typeface="Yu Gothic"/>
                <a:ea typeface="Yu Gothic"/>
                <a:cs typeface="Yu Gothic"/>
              </a:defRPr>
            </a:defPPr>
            <a:lvl1pPr algn="l">
              <a:defRPr sz="2100" b="0">
                <a:solidFill>
                  <a:srgbClr val="182B33"/>
                </a:solidFill>
                <a:latin typeface="Yu Gothic"/>
                <a:ea typeface="Yu Gothic"/>
                <a:cs typeface="Yu Gothic"/>
              </a:defRPr>
            </a:lvl1pPr>
            <a:lvl2pPr algn="l">
              <a:defRPr sz="2100" b="0">
                <a:solidFill>
                  <a:srgbClr val="182B33"/>
                </a:solidFill>
                <a:latin typeface="Yu Gothic"/>
                <a:ea typeface="Yu Gothic"/>
                <a:cs typeface="Yu Gothic"/>
              </a:defRPr>
            </a:lvl2pPr>
            <a:lvl3pPr algn="l">
              <a:defRPr sz="2100" b="0">
                <a:solidFill>
                  <a:srgbClr val="182B33"/>
                </a:solidFill>
                <a:latin typeface="Yu Gothic"/>
                <a:ea typeface="Yu Gothic"/>
                <a:cs typeface="Yu Gothic"/>
              </a:defRPr>
            </a:lvl3pPr>
            <a:lvl4pPr algn="l">
              <a:defRPr sz="2100" b="0">
                <a:solidFill>
                  <a:srgbClr val="182B33"/>
                </a:solidFill>
                <a:latin typeface="Yu Gothic"/>
                <a:ea typeface="Yu Gothic"/>
                <a:cs typeface="Yu Gothic"/>
              </a:defRPr>
            </a:lvl4pPr>
            <a:lvl5pPr algn="l">
              <a:defRPr sz="2100" b="0">
                <a:solidFill>
                  <a:srgbClr val="182B33"/>
                </a:solidFill>
                <a:latin typeface="Yu Gothic"/>
                <a:ea typeface="Yu Gothic"/>
                <a:cs typeface="Yu Gothic"/>
              </a:defRPr>
            </a:lvl5pPr>
            <a:lvl6pPr algn="l">
              <a:defRPr sz="2100" b="0">
                <a:solidFill>
                  <a:srgbClr val="182B33"/>
                </a:solidFill>
                <a:latin typeface="Yu Gothic"/>
                <a:ea typeface="Yu Gothic"/>
                <a:cs typeface="Yu Gothic"/>
              </a:defRPr>
            </a:lvl6pPr>
            <a:lvl7pPr algn="l">
              <a:defRPr sz="2100" b="0">
                <a:solidFill>
                  <a:srgbClr val="182B33"/>
                </a:solidFill>
                <a:latin typeface="Yu Gothic"/>
                <a:ea typeface="Yu Gothic"/>
                <a:cs typeface="Yu Gothic"/>
              </a:defRPr>
            </a:lvl7pPr>
            <a:lvl8pPr algn="l">
              <a:defRPr sz="2100" b="0">
                <a:solidFill>
                  <a:srgbClr val="182B33"/>
                </a:solidFill>
                <a:latin typeface="Yu Gothic"/>
                <a:ea typeface="Yu Gothic"/>
                <a:cs typeface="Yu Gothic"/>
              </a:defRPr>
            </a:lvl8pPr>
            <a:lvl9pPr algn="l">
              <a:defRPr sz="2100" b="0">
                <a:solidFill>
                  <a:srgbClr val="182B33"/>
                </a:solidFill>
                <a:latin typeface="Yu Gothic"/>
                <a:ea typeface="Yu Gothic"/>
                <a:cs typeface="Yu Gothic"/>
              </a:defRPr>
            </a:lvl9pPr>
          </a:lstStyle>
          <a:p xmlns:a="http://schemas.openxmlformats.org/drawingml/2006/main">
            <a:pPr algn="l">
              <a:defRPr sz="2100" b="0">
                <a:solidFill>
                  <a:srgbClr val="182B33"/>
                </a:solidFill>
                <a:latin typeface="Yu Gothic"/>
                <a:ea typeface="Yu Gothic"/>
                <a:cs typeface="Yu Gothic"/>
              </a:defRPr>
            </a:pPr>
            <a:r>
              <a:rPr sz="2100" b="0">
                <a:solidFill>
                  <a:srgbClr val="182B33"/>
                </a:solidFill>
                <a:latin typeface="Yu Gothic"/>
                <a:ea typeface="Yu Gothic"/>
                <a:cs typeface="Yu Gothic"/>
              </a:rPr>
              <a:t>時計回りA→Bの角</a:t>
            </a:r>
          </a:p>
        </p:txBody>
      </p:sp>
      <p:sp>
        <p:nvSpPr>
          <p:cNvPr id="15" name="">
            <a:extLst xmlns:a="http://schemas.openxmlformats.org/drawingml/2006/main">
              <a:ext uri="{FF2B5EF4-FFF2-40B4-BE49-F238E27FC236}">
                <a16:creationId xmlns:a16="http://schemas.microsoft.com/office/drawing/2014/main" id="{0B2EEB68-42CC-4DE7-ADA2-46347BD70DE4}"/>
              </a:ext>
            </a:extLst>
          </p:cNvPr>
          <p:cNvSpPr>
            <a:spLocks xmlns:a="http://schemas.openxmlformats.org/drawingml/2006/main" noGrp="1"/>
          </p:cNvSpPr>
          <p:nvPr/>
        </p:nvSpPr>
        <p:spPr>
          <a:xfrm xmlns:a="http://schemas.openxmlformats.org/drawingml/2006/main">
            <a:off x="819150" y="4448175"/>
            <a:ext cx="228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275" b="1">
                <a:solidFill>
                  <a:srgbClr val="166B68"/>
                </a:solidFill>
                <a:latin typeface="Yu Gothic"/>
                <a:ea typeface="Yu Gothic"/>
                <a:cs typeface="Yu Gothic"/>
              </a:defRPr>
            </a:defPPr>
            <a:lvl1pPr algn="ctr">
              <a:defRPr sz="1275" b="1">
                <a:solidFill>
                  <a:srgbClr val="166B68"/>
                </a:solidFill>
                <a:latin typeface="Yu Gothic"/>
                <a:ea typeface="Yu Gothic"/>
                <a:cs typeface="Yu Gothic"/>
              </a:defRPr>
            </a:lvl1pPr>
            <a:lvl2pPr algn="ctr">
              <a:defRPr sz="1275" b="1">
                <a:solidFill>
                  <a:srgbClr val="166B68"/>
                </a:solidFill>
                <a:latin typeface="Yu Gothic"/>
                <a:ea typeface="Yu Gothic"/>
                <a:cs typeface="Yu Gothic"/>
              </a:defRPr>
            </a:lvl2pPr>
            <a:lvl3pPr algn="ctr">
              <a:defRPr sz="1275" b="1">
                <a:solidFill>
                  <a:srgbClr val="166B68"/>
                </a:solidFill>
                <a:latin typeface="Yu Gothic"/>
                <a:ea typeface="Yu Gothic"/>
                <a:cs typeface="Yu Gothic"/>
              </a:defRPr>
            </a:lvl3pPr>
            <a:lvl4pPr algn="ctr">
              <a:defRPr sz="1275" b="1">
                <a:solidFill>
                  <a:srgbClr val="166B68"/>
                </a:solidFill>
                <a:latin typeface="Yu Gothic"/>
                <a:ea typeface="Yu Gothic"/>
                <a:cs typeface="Yu Gothic"/>
              </a:defRPr>
            </a:lvl4pPr>
            <a:lvl5pPr algn="ctr">
              <a:defRPr sz="1275" b="1">
                <a:solidFill>
                  <a:srgbClr val="166B68"/>
                </a:solidFill>
                <a:latin typeface="Yu Gothic"/>
                <a:ea typeface="Yu Gothic"/>
                <a:cs typeface="Yu Gothic"/>
              </a:defRPr>
            </a:lvl5pPr>
            <a:lvl6pPr algn="ctr">
              <a:defRPr sz="1275" b="1">
                <a:solidFill>
                  <a:srgbClr val="166B68"/>
                </a:solidFill>
                <a:latin typeface="Yu Gothic"/>
                <a:ea typeface="Yu Gothic"/>
                <a:cs typeface="Yu Gothic"/>
              </a:defRPr>
            </a:lvl6pPr>
            <a:lvl7pPr algn="ctr">
              <a:defRPr sz="1275" b="1">
                <a:solidFill>
                  <a:srgbClr val="166B68"/>
                </a:solidFill>
                <a:latin typeface="Yu Gothic"/>
                <a:ea typeface="Yu Gothic"/>
                <a:cs typeface="Yu Gothic"/>
              </a:defRPr>
            </a:lvl7pPr>
            <a:lvl8pPr algn="ctr">
              <a:defRPr sz="1275" b="1">
                <a:solidFill>
                  <a:srgbClr val="166B68"/>
                </a:solidFill>
                <a:latin typeface="Yu Gothic"/>
                <a:ea typeface="Yu Gothic"/>
                <a:cs typeface="Yu Gothic"/>
              </a:defRPr>
            </a:lvl8pPr>
            <a:lvl9pPr algn="ctr">
              <a:defRPr sz="1275" b="1">
                <a:solidFill>
                  <a:srgbClr val="166B68"/>
                </a:solidFill>
                <a:latin typeface="Yu Gothic"/>
                <a:ea typeface="Yu Gothic"/>
                <a:cs typeface="Yu Gothic"/>
              </a:defRPr>
            </a:lvl9pPr>
          </a:lstStyle>
          <a:p xmlns:a="http://schemas.openxmlformats.org/drawingml/2006/main">
            <a:pPr algn="ctr">
              <a:defRPr sz="1275" b="1">
                <a:solidFill>
                  <a:srgbClr val="166B68"/>
                </a:solidFill>
                <a:latin typeface="Yu Gothic"/>
                <a:ea typeface="Yu Gothic"/>
                <a:cs typeface="Yu Gothic"/>
              </a:defRPr>
            </a:pPr>
            <a:r>
              <a:rPr sz="1275" b="1">
                <a:solidFill>
                  <a:srgbClr val="166B68"/>
                </a:solidFill>
                <a:latin typeface="Yu Gothic"/>
                <a:ea typeface="Yu Gothic"/>
                <a:cs typeface="Yu Gothic"/>
              </a:rPr>
              <a:t>●</a:t>
            </a:r>
          </a:p>
        </p:txBody>
      </p:sp>
      <p:sp>
        <p:nvSpPr>
          <p:cNvPr id="16" name="">
            <a:extLst xmlns:a="http://schemas.openxmlformats.org/drawingml/2006/main">
              <a:ext uri="{FF2B5EF4-FFF2-40B4-BE49-F238E27FC236}">
                <a16:creationId xmlns:a16="http://schemas.microsoft.com/office/drawing/2014/main" id="{69C086A1-C54D-4B57-9A77-5A5DAD114C74}"/>
              </a:ext>
            </a:extLst>
          </p:cNvPr>
          <p:cNvSpPr>
            <a:spLocks xmlns:a="http://schemas.openxmlformats.org/drawingml/2006/main" noGrp="1"/>
          </p:cNvSpPr>
          <p:nvPr/>
        </p:nvSpPr>
        <p:spPr>
          <a:xfrm xmlns:a="http://schemas.openxmlformats.org/drawingml/2006/main">
            <a:off x="1143000" y="4448175"/>
            <a:ext cx="9772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00" b="0">
                <a:solidFill>
                  <a:srgbClr val="182B33"/>
                </a:solidFill>
                <a:latin typeface="Yu Gothic"/>
                <a:ea typeface="Yu Gothic"/>
                <a:cs typeface="Yu Gothic"/>
              </a:defRPr>
            </a:defPPr>
            <a:lvl1pPr algn="l">
              <a:defRPr sz="2100" b="0">
                <a:solidFill>
                  <a:srgbClr val="182B33"/>
                </a:solidFill>
                <a:latin typeface="Yu Gothic"/>
                <a:ea typeface="Yu Gothic"/>
                <a:cs typeface="Yu Gothic"/>
              </a:defRPr>
            </a:lvl1pPr>
            <a:lvl2pPr algn="l">
              <a:defRPr sz="2100" b="0">
                <a:solidFill>
                  <a:srgbClr val="182B33"/>
                </a:solidFill>
                <a:latin typeface="Yu Gothic"/>
                <a:ea typeface="Yu Gothic"/>
                <a:cs typeface="Yu Gothic"/>
              </a:defRPr>
            </a:lvl2pPr>
            <a:lvl3pPr algn="l">
              <a:defRPr sz="2100" b="0">
                <a:solidFill>
                  <a:srgbClr val="182B33"/>
                </a:solidFill>
                <a:latin typeface="Yu Gothic"/>
                <a:ea typeface="Yu Gothic"/>
                <a:cs typeface="Yu Gothic"/>
              </a:defRPr>
            </a:lvl3pPr>
            <a:lvl4pPr algn="l">
              <a:defRPr sz="2100" b="0">
                <a:solidFill>
                  <a:srgbClr val="182B33"/>
                </a:solidFill>
                <a:latin typeface="Yu Gothic"/>
                <a:ea typeface="Yu Gothic"/>
                <a:cs typeface="Yu Gothic"/>
              </a:defRPr>
            </a:lvl4pPr>
            <a:lvl5pPr algn="l">
              <a:defRPr sz="2100" b="0">
                <a:solidFill>
                  <a:srgbClr val="182B33"/>
                </a:solidFill>
                <a:latin typeface="Yu Gothic"/>
                <a:ea typeface="Yu Gothic"/>
                <a:cs typeface="Yu Gothic"/>
              </a:defRPr>
            </a:lvl5pPr>
            <a:lvl6pPr algn="l">
              <a:defRPr sz="2100" b="0">
                <a:solidFill>
                  <a:srgbClr val="182B33"/>
                </a:solidFill>
                <a:latin typeface="Yu Gothic"/>
                <a:ea typeface="Yu Gothic"/>
                <a:cs typeface="Yu Gothic"/>
              </a:defRPr>
            </a:lvl6pPr>
            <a:lvl7pPr algn="l">
              <a:defRPr sz="2100" b="0">
                <a:solidFill>
                  <a:srgbClr val="182B33"/>
                </a:solidFill>
                <a:latin typeface="Yu Gothic"/>
                <a:ea typeface="Yu Gothic"/>
                <a:cs typeface="Yu Gothic"/>
              </a:defRPr>
            </a:lvl7pPr>
            <a:lvl8pPr algn="l">
              <a:defRPr sz="2100" b="0">
                <a:solidFill>
                  <a:srgbClr val="182B33"/>
                </a:solidFill>
                <a:latin typeface="Yu Gothic"/>
                <a:ea typeface="Yu Gothic"/>
                <a:cs typeface="Yu Gothic"/>
              </a:defRPr>
            </a:lvl8pPr>
            <a:lvl9pPr algn="l">
              <a:defRPr sz="2100" b="0">
                <a:solidFill>
                  <a:srgbClr val="182B33"/>
                </a:solidFill>
                <a:latin typeface="Yu Gothic"/>
                <a:ea typeface="Yu Gothic"/>
                <a:cs typeface="Yu Gothic"/>
              </a:defRPr>
            </a:lvl9pPr>
          </a:lstStyle>
          <a:p xmlns:a="http://schemas.openxmlformats.org/drawingml/2006/main">
            <a:pPr algn="l">
              <a:defRPr sz="2100" b="0">
                <a:solidFill>
                  <a:srgbClr val="182B33"/>
                </a:solidFill>
                <a:latin typeface="Yu Gothic"/>
                <a:ea typeface="Yu Gothic"/>
                <a:cs typeface="Yu Gothic"/>
              </a:defRPr>
            </a:pPr>
            <a:r>
              <a:rPr sz="2100" b="0">
                <a:solidFill>
                  <a:srgbClr val="182B33"/>
                </a:solidFill>
                <a:latin typeface="Yu Gothic"/>
                <a:ea typeface="Yu Gothic"/>
                <a:cs typeface="Yu Gothic"/>
              </a:rPr>
              <a:t>教材用の架空値</a:t>
            </a:r>
          </a:p>
        </p:txBody>
      </p:sp>
      <p:sp>
        <p:nvSpPr>
          <p:cNvPr id="17" name="">
            <a:extLst xmlns:a="http://schemas.openxmlformats.org/drawingml/2006/main">
              <a:ext uri="{FF2B5EF4-FFF2-40B4-BE49-F238E27FC236}">
                <a16:creationId xmlns:a16="http://schemas.microsoft.com/office/drawing/2014/main" id="{7BAAA09B-D796-4546-9296-4643AD8F34F1}"/>
              </a:ext>
            </a:extLst>
          </p:cNvPr>
          <p:cNvSpPr>
            <a:spLocks xmlns:a="http://schemas.openxmlformats.org/drawingml/2006/main" noGrp="1"/>
          </p:cNvSpPr>
          <p:nvPr/>
        </p:nvSpPr>
        <p:spPr>
          <a:xfrm xmlns:a="http://schemas.openxmlformats.org/drawingml/2006/main">
            <a:off x="781050" y="5219700"/>
            <a:ext cx="10287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625" b="1">
                <a:solidFill>
                  <a:srgbClr val="166B68"/>
                </a:solidFill>
                <a:latin typeface="Yu Gothic"/>
                <a:ea typeface="Yu Gothic"/>
                <a:cs typeface="Yu Gothic"/>
              </a:defRPr>
            </a:defPPr>
            <a:lvl1pPr algn="l">
              <a:defRPr sz="2625" b="1">
                <a:solidFill>
                  <a:srgbClr val="166B68"/>
                </a:solidFill>
                <a:latin typeface="Yu Gothic"/>
                <a:ea typeface="Yu Gothic"/>
                <a:cs typeface="Yu Gothic"/>
              </a:defRPr>
            </a:lvl1pPr>
            <a:lvl2pPr algn="l">
              <a:defRPr sz="2625" b="1">
                <a:solidFill>
                  <a:srgbClr val="166B68"/>
                </a:solidFill>
                <a:latin typeface="Yu Gothic"/>
                <a:ea typeface="Yu Gothic"/>
                <a:cs typeface="Yu Gothic"/>
              </a:defRPr>
            </a:lvl2pPr>
            <a:lvl3pPr algn="l">
              <a:defRPr sz="2625" b="1">
                <a:solidFill>
                  <a:srgbClr val="166B68"/>
                </a:solidFill>
                <a:latin typeface="Yu Gothic"/>
                <a:ea typeface="Yu Gothic"/>
                <a:cs typeface="Yu Gothic"/>
              </a:defRPr>
            </a:lvl3pPr>
            <a:lvl4pPr algn="l">
              <a:defRPr sz="2625" b="1">
                <a:solidFill>
                  <a:srgbClr val="166B68"/>
                </a:solidFill>
                <a:latin typeface="Yu Gothic"/>
                <a:ea typeface="Yu Gothic"/>
                <a:cs typeface="Yu Gothic"/>
              </a:defRPr>
            </a:lvl4pPr>
            <a:lvl5pPr algn="l">
              <a:defRPr sz="2625" b="1">
                <a:solidFill>
                  <a:srgbClr val="166B68"/>
                </a:solidFill>
                <a:latin typeface="Yu Gothic"/>
                <a:ea typeface="Yu Gothic"/>
                <a:cs typeface="Yu Gothic"/>
              </a:defRPr>
            </a:lvl5pPr>
            <a:lvl6pPr algn="l">
              <a:defRPr sz="2625" b="1">
                <a:solidFill>
                  <a:srgbClr val="166B68"/>
                </a:solidFill>
                <a:latin typeface="Yu Gothic"/>
                <a:ea typeface="Yu Gothic"/>
                <a:cs typeface="Yu Gothic"/>
              </a:defRPr>
            </a:lvl6pPr>
            <a:lvl7pPr algn="l">
              <a:defRPr sz="2625" b="1">
                <a:solidFill>
                  <a:srgbClr val="166B68"/>
                </a:solidFill>
                <a:latin typeface="Yu Gothic"/>
                <a:ea typeface="Yu Gothic"/>
                <a:cs typeface="Yu Gothic"/>
              </a:defRPr>
            </a:lvl7pPr>
            <a:lvl8pPr algn="l">
              <a:defRPr sz="2625" b="1">
                <a:solidFill>
                  <a:srgbClr val="166B68"/>
                </a:solidFill>
                <a:latin typeface="Yu Gothic"/>
                <a:ea typeface="Yu Gothic"/>
                <a:cs typeface="Yu Gothic"/>
              </a:defRPr>
            </a:lvl8pPr>
            <a:lvl9pPr algn="l">
              <a:defRPr sz="2625" b="1">
                <a:solidFill>
                  <a:srgbClr val="166B68"/>
                </a:solidFill>
                <a:latin typeface="Yu Gothic"/>
                <a:ea typeface="Yu Gothic"/>
                <a:cs typeface="Yu Gothic"/>
              </a:defRPr>
            </a:lvl9pPr>
          </a:lstStyle>
          <a:p xmlns:a="http://schemas.openxmlformats.org/drawingml/2006/main">
            <a:pPr algn="l">
              <a:defRPr sz="2625" b="1">
                <a:solidFill>
                  <a:srgbClr val="166B68"/>
                </a:solidFill>
                <a:latin typeface="Yu Gothic"/>
                <a:ea typeface="Yu Gothic"/>
                <a:cs typeface="Yu Gothic"/>
              </a:defRPr>
            </a:pPr>
            <a:r>
              <a:rPr sz="2625" b="1">
                <a:solidFill>
                  <a:srgbClr val="166B68"/>
                </a:solidFill>
                <a:latin typeface="Yu Gothic"/>
                <a:ea typeface="Yu Gothic"/>
                <a:cs typeface="Yu Gothic"/>
              </a:rPr>
              <a:t>∠AEB≈90.572939°</a:t>
            </a:r>
          </a:p>
        </p:txBody>
      </p:sp>
    </p:spTree>
    <p:extLst>
      <p:ext uri="{BB962C8B-B14F-4D97-AF65-F5344CB8AC3E}">
        <p14:creationId xmlns:p14="http://schemas.microsoft.com/office/powerpoint/2010/main" val="2088903492"/>
      </p:ext>
    </p:extLst>
  </p:cSld>
</p:sld>
</file>

<file path=ppt/slides/slide4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4D3A9DA8-2F1F-4F2A-81EF-7A3D9077FF5A}"/>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743FC07F-B43D-4D93-8974-155D570E6F0A}"/>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偏心観測</a:t>
            </a:r>
          </a:p>
        </p:txBody>
      </p:sp>
      <p:sp>
        <p:nvSpPr>
          <p:cNvPr id="3" name="">
            <a:extLst xmlns:a="http://schemas.openxmlformats.org/drawingml/2006/main">
              <a:ext uri="{FF2B5EF4-FFF2-40B4-BE49-F238E27FC236}">
                <a16:creationId xmlns:a16="http://schemas.microsoft.com/office/drawing/2014/main" id="{E625B694-6007-4167-BE46-DB2A9F84C6D7}"/>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角補正は負になる</a:t>
            </a:r>
          </a:p>
        </p:txBody>
      </p:sp>
      <p:sp>
        <p:nvSpPr>
          <p:cNvPr id="4" name="">
            <a:extLst xmlns:a="http://schemas.openxmlformats.org/drawingml/2006/main">
              <a:ext uri="{FF2B5EF4-FFF2-40B4-BE49-F238E27FC236}">
                <a16:creationId xmlns:a16="http://schemas.microsoft.com/office/drawing/2014/main" id="{23FA09D8-4E16-4995-AAC2-DCC6CD741FC4}"/>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41783355-0690-480E-87FA-0BF763DC322C}"/>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44</a:t>
            </a:r>
          </a:p>
        </p:txBody>
      </p:sp>
      <p:sp>
        <p:nvSpPr>
          <p:cNvPr id="6" name="">
            <a:extLst xmlns:a="http://schemas.openxmlformats.org/drawingml/2006/main">
              <a:ext uri="{FF2B5EF4-FFF2-40B4-BE49-F238E27FC236}">
                <a16:creationId xmlns:a16="http://schemas.microsoft.com/office/drawing/2014/main" id="{EECA7EA6-3AF5-4A51-BDED-F0452209546E}"/>
              </a:ext>
            </a:extLst>
          </p:cNvPr>
          <p:cNvSpPr>
            <a:spLocks xmlns:a="http://schemas.openxmlformats.org/drawingml/2006/main" noGrp="1"/>
          </p:cNvSpPr>
          <p:nvPr/>
        </p:nvSpPr>
        <p:spPr>
          <a:xfrm xmlns:a="http://schemas.openxmlformats.org/drawingml/2006/main">
            <a:off x="723900" y="1504950"/>
            <a:ext cx="10287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1">
                <a:solidFill>
                  <a:srgbClr val="52616A"/>
                </a:solidFill>
                <a:latin typeface="Yu Gothic"/>
                <a:ea typeface="Yu Gothic"/>
                <a:cs typeface="Yu Gothic"/>
              </a:defRPr>
            </a:defPPr>
            <a:lvl1pPr algn="l">
              <a:defRPr sz="2250" b="1">
                <a:solidFill>
                  <a:srgbClr val="52616A"/>
                </a:solidFill>
                <a:latin typeface="Yu Gothic"/>
                <a:ea typeface="Yu Gothic"/>
                <a:cs typeface="Yu Gothic"/>
              </a:defRPr>
            </a:lvl1pPr>
            <a:lvl2pPr algn="l">
              <a:defRPr sz="2250" b="1">
                <a:solidFill>
                  <a:srgbClr val="52616A"/>
                </a:solidFill>
                <a:latin typeface="Yu Gothic"/>
                <a:ea typeface="Yu Gothic"/>
                <a:cs typeface="Yu Gothic"/>
              </a:defRPr>
            </a:lvl2pPr>
            <a:lvl3pPr algn="l">
              <a:defRPr sz="2250" b="1">
                <a:solidFill>
                  <a:srgbClr val="52616A"/>
                </a:solidFill>
                <a:latin typeface="Yu Gothic"/>
                <a:ea typeface="Yu Gothic"/>
                <a:cs typeface="Yu Gothic"/>
              </a:defRPr>
            </a:lvl3pPr>
            <a:lvl4pPr algn="l">
              <a:defRPr sz="2250" b="1">
                <a:solidFill>
                  <a:srgbClr val="52616A"/>
                </a:solidFill>
                <a:latin typeface="Yu Gothic"/>
                <a:ea typeface="Yu Gothic"/>
                <a:cs typeface="Yu Gothic"/>
              </a:defRPr>
            </a:lvl4pPr>
            <a:lvl5pPr algn="l">
              <a:defRPr sz="2250" b="1">
                <a:solidFill>
                  <a:srgbClr val="52616A"/>
                </a:solidFill>
                <a:latin typeface="Yu Gothic"/>
                <a:ea typeface="Yu Gothic"/>
                <a:cs typeface="Yu Gothic"/>
              </a:defRPr>
            </a:lvl5pPr>
            <a:lvl6pPr algn="l">
              <a:defRPr sz="2250" b="1">
                <a:solidFill>
                  <a:srgbClr val="52616A"/>
                </a:solidFill>
                <a:latin typeface="Yu Gothic"/>
                <a:ea typeface="Yu Gothic"/>
                <a:cs typeface="Yu Gothic"/>
              </a:defRPr>
            </a:lvl6pPr>
            <a:lvl7pPr algn="l">
              <a:defRPr sz="2250" b="1">
                <a:solidFill>
                  <a:srgbClr val="52616A"/>
                </a:solidFill>
                <a:latin typeface="Yu Gothic"/>
                <a:ea typeface="Yu Gothic"/>
                <a:cs typeface="Yu Gothic"/>
              </a:defRPr>
            </a:lvl7pPr>
            <a:lvl8pPr algn="l">
              <a:defRPr sz="2250" b="1">
                <a:solidFill>
                  <a:srgbClr val="52616A"/>
                </a:solidFill>
                <a:latin typeface="Yu Gothic"/>
                <a:ea typeface="Yu Gothic"/>
                <a:cs typeface="Yu Gothic"/>
              </a:defRPr>
            </a:lvl8pPr>
            <a:lvl9pPr algn="l">
              <a:defRPr sz="2250" b="1">
                <a:solidFill>
                  <a:srgbClr val="52616A"/>
                </a:solidFill>
                <a:latin typeface="Yu Gothic"/>
                <a:ea typeface="Yu Gothic"/>
                <a:cs typeface="Yu Gothic"/>
              </a:defRPr>
            </a:lvl9pPr>
          </a:lstStyle>
          <a:p xmlns:a="http://schemas.openxmlformats.org/drawingml/2006/main">
            <a:pPr algn="l">
              <a:defRPr sz="2250" b="1">
                <a:solidFill>
                  <a:srgbClr val="52616A"/>
                </a:solidFill>
                <a:latin typeface="Yu Gothic"/>
                <a:ea typeface="Yu Gothic"/>
                <a:cs typeface="Yu Gothic"/>
              </a:defRPr>
            </a:pPr>
            <a:r>
              <a:rPr sz="2250" b="1">
                <a:solidFill>
                  <a:srgbClr val="52616A"/>
                </a:solidFill>
                <a:latin typeface="Yu Gothic"/>
                <a:ea typeface="Yu Gothic"/>
                <a:cs typeface="Yu Gothic"/>
              </a:rPr>
              <a:t>補正量は中心Oの値−Eでの観測値</a:t>
            </a:r>
          </a:p>
        </p:txBody>
      </p:sp>
      <p:sp>
        <p:nvSpPr>
          <p:cNvPr id="7" name="">
            <a:extLst xmlns:a="http://schemas.openxmlformats.org/drawingml/2006/main">
              <a:ext uri="{FF2B5EF4-FFF2-40B4-BE49-F238E27FC236}">
                <a16:creationId xmlns:a16="http://schemas.microsoft.com/office/drawing/2014/main" id="{BBB32691-7D3A-419A-9FEF-F3508B0A7F46}"/>
              </a:ext>
            </a:extLst>
          </p:cNvPr>
          <p:cNvSpPr>
            <a:spLocks xmlns:a="http://schemas.openxmlformats.org/drawingml/2006/main" noGrp="1"/>
          </p:cNvSpPr>
          <p:nvPr/>
        </p:nvSpPr>
        <p:spPr>
          <a:xfrm xmlns:a="http://schemas.openxmlformats.org/drawingml/2006/main">
            <a:off x="819150" y="2143125"/>
            <a:ext cx="228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425" b="1">
                <a:solidFill>
                  <a:srgbClr val="166B68"/>
                </a:solidFill>
                <a:latin typeface="Yu Gothic"/>
                <a:ea typeface="Yu Gothic"/>
                <a:cs typeface="Yu Gothic"/>
              </a:defRPr>
            </a:defPPr>
            <a:lvl1pPr algn="ctr">
              <a:defRPr sz="1425" b="1">
                <a:solidFill>
                  <a:srgbClr val="166B68"/>
                </a:solidFill>
                <a:latin typeface="Yu Gothic"/>
                <a:ea typeface="Yu Gothic"/>
                <a:cs typeface="Yu Gothic"/>
              </a:defRPr>
            </a:lvl1pPr>
            <a:lvl2pPr algn="ctr">
              <a:defRPr sz="1425" b="1">
                <a:solidFill>
                  <a:srgbClr val="166B68"/>
                </a:solidFill>
                <a:latin typeface="Yu Gothic"/>
                <a:ea typeface="Yu Gothic"/>
                <a:cs typeface="Yu Gothic"/>
              </a:defRPr>
            </a:lvl2pPr>
            <a:lvl3pPr algn="ctr">
              <a:defRPr sz="1425" b="1">
                <a:solidFill>
                  <a:srgbClr val="166B68"/>
                </a:solidFill>
                <a:latin typeface="Yu Gothic"/>
                <a:ea typeface="Yu Gothic"/>
                <a:cs typeface="Yu Gothic"/>
              </a:defRPr>
            </a:lvl3pPr>
            <a:lvl4pPr algn="ctr">
              <a:defRPr sz="1425" b="1">
                <a:solidFill>
                  <a:srgbClr val="166B68"/>
                </a:solidFill>
                <a:latin typeface="Yu Gothic"/>
                <a:ea typeface="Yu Gothic"/>
                <a:cs typeface="Yu Gothic"/>
              </a:defRPr>
            </a:lvl4pPr>
            <a:lvl5pPr algn="ctr">
              <a:defRPr sz="1425" b="1">
                <a:solidFill>
                  <a:srgbClr val="166B68"/>
                </a:solidFill>
                <a:latin typeface="Yu Gothic"/>
                <a:ea typeface="Yu Gothic"/>
                <a:cs typeface="Yu Gothic"/>
              </a:defRPr>
            </a:lvl5pPr>
            <a:lvl6pPr algn="ctr">
              <a:defRPr sz="1425" b="1">
                <a:solidFill>
                  <a:srgbClr val="166B68"/>
                </a:solidFill>
                <a:latin typeface="Yu Gothic"/>
                <a:ea typeface="Yu Gothic"/>
                <a:cs typeface="Yu Gothic"/>
              </a:defRPr>
            </a:lvl6pPr>
            <a:lvl7pPr algn="ctr">
              <a:defRPr sz="1425" b="1">
                <a:solidFill>
                  <a:srgbClr val="166B68"/>
                </a:solidFill>
                <a:latin typeface="Yu Gothic"/>
                <a:ea typeface="Yu Gothic"/>
                <a:cs typeface="Yu Gothic"/>
              </a:defRPr>
            </a:lvl7pPr>
            <a:lvl8pPr algn="ctr">
              <a:defRPr sz="1425" b="1">
                <a:solidFill>
                  <a:srgbClr val="166B68"/>
                </a:solidFill>
                <a:latin typeface="Yu Gothic"/>
                <a:ea typeface="Yu Gothic"/>
                <a:cs typeface="Yu Gothic"/>
              </a:defRPr>
            </a:lvl8pPr>
            <a:lvl9pPr algn="ctr">
              <a:defRPr sz="1425" b="1">
                <a:solidFill>
                  <a:srgbClr val="166B68"/>
                </a:solidFill>
                <a:latin typeface="Yu Gothic"/>
                <a:ea typeface="Yu Gothic"/>
                <a:cs typeface="Yu Gothic"/>
              </a:defRPr>
            </a:lvl9pPr>
          </a:lstStyle>
          <a:p xmlns:a="http://schemas.openxmlformats.org/drawingml/2006/main">
            <a:pPr algn="ctr">
              <a:defRPr sz="1425" b="1">
                <a:solidFill>
                  <a:srgbClr val="166B68"/>
                </a:solidFill>
                <a:latin typeface="Yu Gothic"/>
                <a:ea typeface="Yu Gothic"/>
                <a:cs typeface="Yu Gothic"/>
              </a:defRPr>
            </a:pPr>
            <a:r>
              <a:rPr sz="1425" b="1">
                <a:solidFill>
                  <a:srgbClr val="166B68"/>
                </a:solidFill>
                <a:latin typeface="Yu Gothic"/>
                <a:ea typeface="Yu Gothic"/>
                <a:cs typeface="Yu Gothic"/>
              </a:rPr>
              <a:t>●</a:t>
            </a:r>
          </a:p>
        </p:txBody>
      </p:sp>
      <p:sp>
        <p:nvSpPr>
          <p:cNvPr id="8" name="">
            <a:extLst xmlns:a="http://schemas.openxmlformats.org/drawingml/2006/main">
              <a:ext uri="{FF2B5EF4-FFF2-40B4-BE49-F238E27FC236}">
                <a16:creationId xmlns:a16="http://schemas.microsoft.com/office/drawing/2014/main" id="{2DE9FBEB-9E8B-4259-886B-5E372C1CEBC3}"/>
              </a:ext>
            </a:extLst>
          </p:cNvPr>
          <p:cNvSpPr>
            <a:spLocks xmlns:a="http://schemas.openxmlformats.org/drawingml/2006/main" noGrp="1"/>
          </p:cNvSpPr>
          <p:nvPr/>
        </p:nvSpPr>
        <p:spPr>
          <a:xfrm xmlns:a="http://schemas.openxmlformats.org/drawingml/2006/main">
            <a:off x="1143000" y="2143125"/>
            <a:ext cx="9772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O中心：∠AOB＝90°</a:t>
            </a:r>
          </a:p>
        </p:txBody>
      </p:sp>
      <p:sp>
        <p:nvSpPr>
          <p:cNvPr id="9" name="">
            <a:extLst xmlns:a="http://schemas.openxmlformats.org/drawingml/2006/main">
              <a:ext uri="{FF2B5EF4-FFF2-40B4-BE49-F238E27FC236}">
                <a16:creationId xmlns:a16="http://schemas.microsoft.com/office/drawing/2014/main" id="{4B15A322-58BD-46B0-AB2E-57EDF09F1BBC}"/>
              </a:ext>
            </a:extLst>
          </p:cNvPr>
          <p:cNvSpPr>
            <a:spLocks xmlns:a="http://schemas.openxmlformats.org/drawingml/2006/main" noGrp="1"/>
          </p:cNvSpPr>
          <p:nvPr/>
        </p:nvSpPr>
        <p:spPr>
          <a:xfrm xmlns:a="http://schemas.openxmlformats.org/drawingml/2006/main">
            <a:off x="819150" y="2714625"/>
            <a:ext cx="228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425" b="1">
                <a:solidFill>
                  <a:srgbClr val="166B68"/>
                </a:solidFill>
                <a:latin typeface="Yu Gothic"/>
                <a:ea typeface="Yu Gothic"/>
                <a:cs typeface="Yu Gothic"/>
              </a:defRPr>
            </a:defPPr>
            <a:lvl1pPr algn="ctr">
              <a:defRPr sz="1425" b="1">
                <a:solidFill>
                  <a:srgbClr val="166B68"/>
                </a:solidFill>
                <a:latin typeface="Yu Gothic"/>
                <a:ea typeface="Yu Gothic"/>
                <a:cs typeface="Yu Gothic"/>
              </a:defRPr>
            </a:lvl1pPr>
            <a:lvl2pPr algn="ctr">
              <a:defRPr sz="1425" b="1">
                <a:solidFill>
                  <a:srgbClr val="166B68"/>
                </a:solidFill>
                <a:latin typeface="Yu Gothic"/>
                <a:ea typeface="Yu Gothic"/>
                <a:cs typeface="Yu Gothic"/>
              </a:defRPr>
            </a:lvl2pPr>
            <a:lvl3pPr algn="ctr">
              <a:defRPr sz="1425" b="1">
                <a:solidFill>
                  <a:srgbClr val="166B68"/>
                </a:solidFill>
                <a:latin typeface="Yu Gothic"/>
                <a:ea typeface="Yu Gothic"/>
                <a:cs typeface="Yu Gothic"/>
              </a:defRPr>
            </a:lvl3pPr>
            <a:lvl4pPr algn="ctr">
              <a:defRPr sz="1425" b="1">
                <a:solidFill>
                  <a:srgbClr val="166B68"/>
                </a:solidFill>
                <a:latin typeface="Yu Gothic"/>
                <a:ea typeface="Yu Gothic"/>
                <a:cs typeface="Yu Gothic"/>
              </a:defRPr>
            </a:lvl4pPr>
            <a:lvl5pPr algn="ctr">
              <a:defRPr sz="1425" b="1">
                <a:solidFill>
                  <a:srgbClr val="166B68"/>
                </a:solidFill>
                <a:latin typeface="Yu Gothic"/>
                <a:ea typeface="Yu Gothic"/>
                <a:cs typeface="Yu Gothic"/>
              </a:defRPr>
            </a:lvl5pPr>
            <a:lvl6pPr algn="ctr">
              <a:defRPr sz="1425" b="1">
                <a:solidFill>
                  <a:srgbClr val="166B68"/>
                </a:solidFill>
                <a:latin typeface="Yu Gothic"/>
                <a:ea typeface="Yu Gothic"/>
                <a:cs typeface="Yu Gothic"/>
              </a:defRPr>
            </a:lvl6pPr>
            <a:lvl7pPr algn="ctr">
              <a:defRPr sz="1425" b="1">
                <a:solidFill>
                  <a:srgbClr val="166B68"/>
                </a:solidFill>
                <a:latin typeface="Yu Gothic"/>
                <a:ea typeface="Yu Gothic"/>
                <a:cs typeface="Yu Gothic"/>
              </a:defRPr>
            </a:lvl7pPr>
            <a:lvl8pPr algn="ctr">
              <a:defRPr sz="1425" b="1">
                <a:solidFill>
                  <a:srgbClr val="166B68"/>
                </a:solidFill>
                <a:latin typeface="Yu Gothic"/>
                <a:ea typeface="Yu Gothic"/>
                <a:cs typeface="Yu Gothic"/>
              </a:defRPr>
            </a:lvl8pPr>
            <a:lvl9pPr algn="ctr">
              <a:defRPr sz="1425" b="1">
                <a:solidFill>
                  <a:srgbClr val="166B68"/>
                </a:solidFill>
                <a:latin typeface="Yu Gothic"/>
                <a:ea typeface="Yu Gothic"/>
                <a:cs typeface="Yu Gothic"/>
              </a:defRPr>
            </a:lvl9pPr>
          </a:lstStyle>
          <a:p xmlns:a="http://schemas.openxmlformats.org/drawingml/2006/main">
            <a:pPr algn="ctr">
              <a:defRPr sz="1425" b="1">
                <a:solidFill>
                  <a:srgbClr val="166B68"/>
                </a:solidFill>
                <a:latin typeface="Yu Gothic"/>
                <a:ea typeface="Yu Gothic"/>
                <a:cs typeface="Yu Gothic"/>
              </a:defRPr>
            </a:pPr>
            <a:r>
              <a:rPr sz="1425" b="1">
                <a:solidFill>
                  <a:srgbClr val="166B68"/>
                </a:solidFill>
                <a:latin typeface="Yu Gothic"/>
                <a:ea typeface="Yu Gothic"/>
                <a:cs typeface="Yu Gothic"/>
              </a:rPr>
              <a:t>●</a:t>
            </a:r>
          </a:p>
        </p:txBody>
      </p:sp>
      <p:sp>
        <p:nvSpPr>
          <p:cNvPr id="10" name="">
            <a:extLst xmlns:a="http://schemas.openxmlformats.org/drawingml/2006/main">
              <a:ext uri="{FF2B5EF4-FFF2-40B4-BE49-F238E27FC236}">
                <a16:creationId xmlns:a16="http://schemas.microsoft.com/office/drawing/2014/main" id="{1DBAAFA2-BBAB-4D66-A170-37999993017C}"/>
              </a:ext>
            </a:extLst>
          </p:cNvPr>
          <p:cNvSpPr>
            <a:spLocks xmlns:a="http://schemas.openxmlformats.org/drawingml/2006/main" noGrp="1"/>
          </p:cNvSpPr>
          <p:nvPr/>
        </p:nvSpPr>
        <p:spPr>
          <a:xfrm xmlns:a="http://schemas.openxmlformats.org/drawingml/2006/main">
            <a:off x="1143000" y="2714625"/>
            <a:ext cx="9772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E観測：∠AEB＝90°＋δ</a:t>
            </a:r>
          </a:p>
        </p:txBody>
      </p:sp>
      <p:sp>
        <p:nvSpPr>
          <p:cNvPr id="11" name="">
            <a:extLst xmlns:a="http://schemas.openxmlformats.org/drawingml/2006/main">
              <a:ext uri="{FF2B5EF4-FFF2-40B4-BE49-F238E27FC236}">
                <a16:creationId xmlns:a16="http://schemas.microsoft.com/office/drawing/2014/main" id="{AD637D9A-D8F1-4B23-A7A6-A17FC17FDAA3}"/>
              </a:ext>
            </a:extLst>
          </p:cNvPr>
          <p:cNvSpPr>
            <a:spLocks xmlns:a="http://schemas.openxmlformats.org/drawingml/2006/main" noGrp="1"/>
          </p:cNvSpPr>
          <p:nvPr/>
        </p:nvSpPr>
        <p:spPr>
          <a:xfrm xmlns:a="http://schemas.openxmlformats.org/drawingml/2006/main">
            <a:off x="819150" y="3286125"/>
            <a:ext cx="228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425" b="1">
                <a:solidFill>
                  <a:srgbClr val="166B68"/>
                </a:solidFill>
                <a:latin typeface="Yu Gothic"/>
                <a:ea typeface="Yu Gothic"/>
                <a:cs typeface="Yu Gothic"/>
              </a:defRPr>
            </a:defPPr>
            <a:lvl1pPr algn="ctr">
              <a:defRPr sz="1425" b="1">
                <a:solidFill>
                  <a:srgbClr val="166B68"/>
                </a:solidFill>
                <a:latin typeface="Yu Gothic"/>
                <a:ea typeface="Yu Gothic"/>
                <a:cs typeface="Yu Gothic"/>
              </a:defRPr>
            </a:lvl1pPr>
            <a:lvl2pPr algn="ctr">
              <a:defRPr sz="1425" b="1">
                <a:solidFill>
                  <a:srgbClr val="166B68"/>
                </a:solidFill>
                <a:latin typeface="Yu Gothic"/>
                <a:ea typeface="Yu Gothic"/>
                <a:cs typeface="Yu Gothic"/>
              </a:defRPr>
            </a:lvl2pPr>
            <a:lvl3pPr algn="ctr">
              <a:defRPr sz="1425" b="1">
                <a:solidFill>
                  <a:srgbClr val="166B68"/>
                </a:solidFill>
                <a:latin typeface="Yu Gothic"/>
                <a:ea typeface="Yu Gothic"/>
                <a:cs typeface="Yu Gothic"/>
              </a:defRPr>
            </a:lvl3pPr>
            <a:lvl4pPr algn="ctr">
              <a:defRPr sz="1425" b="1">
                <a:solidFill>
                  <a:srgbClr val="166B68"/>
                </a:solidFill>
                <a:latin typeface="Yu Gothic"/>
                <a:ea typeface="Yu Gothic"/>
                <a:cs typeface="Yu Gothic"/>
              </a:defRPr>
            </a:lvl4pPr>
            <a:lvl5pPr algn="ctr">
              <a:defRPr sz="1425" b="1">
                <a:solidFill>
                  <a:srgbClr val="166B68"/>
                </a:solidFill>
                <a:latin typeface="Yu Gothic"/>
                <a:ea typeface="Yu Gothic"/>
                <a:cs typeface="Yu Gothic"/>
              </a:defRPr>
            </a:lvl5pPr>
            <a:lvl6pPr algn="ctr">
              <a:defRPr sz="1425" b="1">
                <a:solidFill>
                  <a:srgbClr val="166B68"/>
                </a:solidFill>
                <a:latin typeface="Yu Gothic"/>
                <a:ea typeface="Yu Gothic"/>
                <a:cs typeface="Yu Gothic"/>
              </a:defRPr>
            </a:lvl6pPr>
            <a:lvl7pPr algn="ctr">
              <a:defRPr sz="1425" b="1">
                <a:solidFill>
                  <a:srgbClr val="166B68"/>
                </a:solidFill>
                <a:latin typeface="Yu Gothic"/>
                <a:ea typeface="Yu Gothic"/>
                <a:cs typeface="Yu Gothic"/>
              </a:defRPr>
            </a:lvl7pPr>
            <a:lvl8pPr algn="ctr">
              <a:defRPr sz="1425" b="1">
                <a:solidFill>
                  <a:srgbClr val="166B68"/>
                </a:solidFill>
                <a:latin typeface="Yu Gothic"/>
                <a:ea typeface="Yu Gothic"/>
                <a:cs typeface="Yu Gothic"/>
              </a:defRPr>
            </a:lvl8pPr>
            <a:lvl9pPr algn="ctr">
              <a:defRPr sz="1425" b="1">
                <a:solidFill>
                  <a:srgbClr val="166B68"/>
                </a:solidFill>
                <a:latin typeface="Yu Gothic"/>
                <a:ea typeface="Yu Gothic"/>
                <a:cs typeface="Yu Gothic"/>
              </a:defRPr>
            </a:lvl9pPr>
          </a:lstStyle>
          <a:p xmlns:a="http://schemas.openxmlformats.org/drawingml/2006/main">
            <a:pPr algn="ctr">
              <a:defRPr sz="1425" b="1">
                <a:solidFill>
                  <a:srgbClr val="166B68"/>
                </a:solidFill>
                <a:latin typeface="Yu Gothic"/>
                <a:ea typeface="Yu Gothic"/>
                <a:cs typeface="Yu Gothic"/>
              </a:defRPr>
            </a:pPr>
            <a:r>
              <a:rPr sz="1425" b="1">
                <a:solidFill>
                  <a:srgbClr val="166B68"/>
                </a:solidFill>
                <a:latin typeface="Yu Gothic"/>
                <a:ea typeface="Yu Gothic"/>
                <a:cs typeface="Yu Gothic"/>
              </a:rPr>
              <a:t>●</a:t>
            </a:r>
          </a:p>
        </p:txBody>
      </p:sp>
      <p:sp>
        <p:nvSpPr>
          <p:cNvPr id="12" name="">
            <a:extLst xmlns:a="http://schemas.openxmlformats.org/drawingml/2006/main">
              <a:ext uri="{FF2B5EF4-FFF2-40B4-BE49-F238E27FC236}">
                <a16:creationId xmlns:a16="http://schemas.microsoft.com/office/drawing/2014/main" id="{11D51CFC-3B05-4180-B089-426FE91E88FF}"/>
              </a:ext>
            </a:extLst>
          </p:cNvPr>
          <p:cNvSpPr>
            <a:spLocks xmlns:a="http://schemas.openxmlformats.org/drawingml/2006/main" noGrp="1"/>
          </p:cNvSpPr>
          <p:nvPr/>
        </p:nvSpPr>
        <p:spPr>
          <a:xfrm xmlns:a="http://schemas.openxmlformats.org/drawingml/2006/main">
            <a:off x="1143000" y="3286125"/>
            <a:ext cx="9772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補正＝90°−(90°＋δ)＝−δ</a:t>
            </a:r>
          </a:p>
        </p:txBody>
      </p:sp>
      <p:sp>
        <p:nvSpPr>
          <p:cNvPr id="13" name="">
            <a:extLst xmlns:a="http://schemas.openxmlformats.org/drawingml/2006/main">
              <a:ext uri="{FF2B5EF4-FFF2-40B4-BE49-F238E27FC236}">
                <a16:creationId xmlns:a16="http://schemas.microsoft.com/office/drawing/2014/main" id="{E2084E36-0A95-4A91-81D5-3C0BF91C4DC3}"/>
              </a:ext>
            </a:extLst>
          </p:cNvPr>
          <p:cNvSpPr>
            <a:spLocks xmlns:a="http://schemas.openxmlformats.org/drawingml/2006/main" noGrp="1"/>
          </p:cNvSpPr>
          <p:nvPr/>
        </p:nvSpPr>
        <p:spPr>
          <a:xfrm xmlns:a="http://schemas.openxmlformats.org/drawingml/2006/main">
            <a:off x="819150" y="3952875"/>
            <a:ext cx="228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275" b="1">
                <a:solidFill>
                  <a:srgbClr val="166B68"/>
                </a:solidFill>
                <a:latin typeface="Yu Gothic"/>
                <a:ea typeface="Yu Gothic"/>
                <a:cs typeface="Yu Gothic"/>
              </a:defRPr>
            </a:defPPr>
            <a:lvl1pPr algn="ctr">
              <a:defRPr sz="1275" b="1">
                <a:solidFill>
                  <a:srgbClr val="166B68"/>
                </a:solidFill>
                <a:latin typeface="Yu Gothic"/>
                <a:ea typeface="Yu Gothic"/>
                <a:cs typeface="Yu Gothic"/>
              </a:defRPr>
            </a:lvl1pPr>
            <a:lvl2pPr algn="ctr">
              <a:defRPr sz="1275" b="1">
                <a:solidFill>
                  <a:srgbClr val="166B68"/>
                </a:solidFill>
                <a:latin typeface="Yu Gothic"/>
                <a:ea typeface="Yu Gothic"/>
                <a:cs typeface="Yu Gothic"/>
              </a:defRPr>
            </a:lvl2pPr>
            <a:lvl3pPr algn="ctr">
              <a:defRPr sz="1275" b="1">
                <a:solidFill>
                  <a:srgbClr val="166B68"/>
                </a:solidFill>
                <a:latin typeface="Yu Gothic"/>
                <a:ea typeface="Yu Gothic"/>
                <a:cs typeface="Yu Gothic"/>
              </a:defRPr>
            </a:lvl3pPr>
            <a:lvl4pPr algn="ctr">
              <a:defRPr sz="1275" b="1">
                <a:solidFill>
                  <a:srgbClr val="166B68"/>
                </a:solidFill>
                <a:latin typeface="Yu Gothic"/>
                <a:ea typeface="Yu Gothic"/>
                <a:cs typeface="Yu Gothic"/>
              </a:defRPr>
            </a:lvl4pPr>
            <a:lvl5pPr algn="ctr">
              <a:defRPr sz="1275" b="1">
                <a:solidFill>
                  <a:srgbClr val="166B68"/>
                </a:solidFill>
                <a:latin typeface="Yu Gothic"/>
                <a:ea typeface="Yu Gothic"/>
                <a:cs typeface="Yu Gothic"/>
              </a:defRPr>
            </a:lvl5pPr>
            <a:lvl6pPr algn="ctr">
              <a:defRPr sz="1275" b="1">
                <a:solidFill>
                  <a:srgbClr val="166B68"/>
                </a:solidFill>
                <a:latin typeface="Yu Gothic"/>
                <a:ea typeface="Yu Gothic"/>
                <a:cs typeface="Yu Gothic"/>
              </a:defRPr>
            </a:lvl6pPr>
            <a:lvl7pPr algn="ctr">
              <a:defRPr sz="1275" b="1">
                <a:solidFill>
                  <a:srgbClr val="166B68"/>
                </a:solidFill>
                <a:latin typeface="Yu Gothic"/>
                <a:ea typeface="Yu Gothic"/>
                <a:cs typeface="Yu Gothic"/>
              </a:defRPr>
            </a:lvl7pPr>
            <a:lvl8pPr algn="ctr">
              <a:defRPr sz="1275" b="1">
                <a:solidFill>
                  <a:srgbClr val="166B68"/>
                </a:solidFill>
                <a:latin typeface="Yu Gothic"/>
                <a:ea typeface="Yu Gothic"/>
                <a:cs typeface="Yu Gothic"/>
              </a:defRPr>
            </a:lvl8pPr>
            <a:lvl9pPr algn="ctr">
              <a:defRPr sz="1275" b="1">
                <a:solidFill>
                  <a:srgbClr val="166B68"/>
                </a:solidFill>
                <a:latin typeface="Yu Gothic"/>
                <a:ea typeface="Yu Gothic"/>
                <a:cs typeface="Yu Gothic"/>
              </a:defRPr>
            </a:lvl9pPr>
          </a:lstStyle>
          <a:p xmlns:a="http://schemas.openxmlformats.org/drawingml/2006/main">
            <a:pPr algn="ctr">
              <a:defRPr sz="1275" b="1">
                <a:solidFill>
                  <a:srgbClr val="166B68"/>
                </a:solidFill>
                <a:latin typeface="Yu Gothic"/>
                <a:ea typeface="Yu Gothic"/>
                <a:cs typeface="Yu Gothic"/>
              </a:defRPr>
            </a:pPr>
            <a:r>
              <a:rPr sz="1275" b="1">
                <a:solidFill>
                  <a:srgbClr val="166B68"/>
                </a:solidFill>
                <a:latin typeface="Yu Gothic"/>
                <a:ea typeface="Yu Gothic"/>
                <a:cs typeface="Yu Gothic"/>
              </a:rPr>
              <a:t>●</a:t>
            </a:r>
          </a:p>
        </p:txBody>
      </p:sp>
      <p:sp>
        <p:nvSpPr>
          <p:cNvPr id="14" name="">
            <a:extLst xmlns:a="http://schemas.openxmlformats.org/drawingml/2006/main">
              <a:ext uri="{FF2B5EF4-FFF2-40B4-BE49-F238E27FC236}">
                <a16:creationId xmlns:a16="http://schemas.microsoft.com/office/drawing/2014/main" id="{3105988C-A882-46DA-8590-9454300A03D9}"/>
              </a:ext>
            </a:extLst>
          </p:cNvPr>
          <p:cNvSpPr>
            <a:spLocks xmlns:a="http://schemas.openxmlformats.org/drawingml/2006/main" noGrp="1"/>
          </p:cNvSpPr>
          <p:nvPr/>
        </p:nvSpPr>
        <p:spPr>
          <a:xfrm xmlns:a="http://schemas.openxmlformats.org/drawingml/2006/main">
            <a:off x="1143000" y="3952875"/>
            <a:ext cx="9772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00" b="0">
                <a:solidFill>
                  <a:srgbClr val="182B33"/>
                </a:solidFill>
                <a:latin typeface="Yu Gothic"/>
                <a:ea typeface="Yu Gothic"/>
                <a:cs typeface="Yu Gothic"/>
              </a:defRPr>
            </a:defPPr>
            <a:lvl1pPr algn="l">
              <a:defRPr sz="2100" b="0">
                <a:solidFill>
                  <a:srgbClr val="182B33"/>
                </a:solidFill>
                <a:latin typeface="Yu Gothic"/>
                <a:ea typeface="Yu Gothic"/>
                <a:cs typeface="Yu Gothic"/>
              </a:defRPr>
            </a:lvl1pPr>
            <a:lvl2pPr algn="l">
              <a:defRPr sz="2100" b="0">
                <a:solidFill>
                  <a:srgbClr val="182B33"/>
                </a:solidFill>
                <a:latin typeface="Yu Gothic"/>
                <a:ea typeface="Yu Gothic"/>
                <a:cs typeface="Yu Gothic"/>
              </a:defRPr>
            </a:lvl2pPr>
            <a:lvl3pPr algn="l">
              <a:defRPr sz="2100" b="0">
                <a:solidFill>
                  <a:srgbClr val="182B33"/>
                </a:solidFill>
                <a:latin typeface="Yu Gothic"/>
                <a:ea typeface="Yu Gothic"/>
                <a:cs typeface="Yu Gothic"/>
              </a:defRPr>
            </a:lvl3pPr>
            <a:lvl4pPr algn="l">
              <a:defRPr sz="2100" b="0">
                <a:solidFill>
                  <a:srgbClr val="182B33"/>
                </a:solidFill>
                <a:latin typeface="Yu Gothic"/>
                <a:ea typeface="Yu Gothic"/>
                <a:cs typeface="Yu Gothic"/>
              </a:defRPr>
            </a:lvl4pPr>
            <a:lvl5pPr algn="l">
              <a:defRPr sz="2100" b="0">
                <a:solidFill>
                  <a:srgbClr val="182B33"/>
                </a:solidFill>
                <a:latin typeface="Yu Gothic"/>
                <a:ea typeface="Yu Gothic"/>
                <a:cs typeface="Yu Gothic"/>
              </a:defRPr>
            </a:lvl5pPr>
            <a:lvl6pPr algn="l">
              <a:defRPr sz="2100" b="0">
                <a:solidFill>
                  <a:srgbClr val="182B33"/>
                </a:solidFill>
                <a:latin typeface="Yu Gothic"/>
                <a:ea typeface="Yu Gothic"/>
                <a:cs typeface="Yu Gothic"/>
              </a:defRPr>
            </a:lvl6pPr>
            <a:lvl7pPr algn="l">
              <a:defRPr sz="2100" b="0">
                <a:solidFill>
                  <a:srgbClr val="182B33"/>
                </a:solidFill>
                <a:latin typeface="Yu Gothic"/>
                <a:ea typeface="Yu Gothic"/>
                <a:cs typeface="Yu Gothic"/>
              </a:defRPr>
            </a:lvl7pPr>
            <a:lvl8pPr algn="l">
              <a:defRPr sz="2100" b="0">
                <a:solidFill>
                  <a:srgbClr val="182B33"/>
                </a:solidFill>
                <a:latin typeface="Yu Gothic"/>
                <a:ea typeface="Yu Gothic"/>
                <a:cs typeface="Yu Gothic"/>
              </a:defRPr>
            </a:lvl8pPr>
            <a:lvl9pPr algn="l">
              <a:defRPr sz="2100" b="0">
                <a:solidFill>
                  <a:srgbClr val="182B33"/>
                </a:solidFill>
                <a:latin typeface="Yu Gothic"/>
                <a:ea typeface="Yu Gothic"/>
                <a:cs typeface="Yu Gothic"/>
              </a:defRPr>
            </a:lvl9pPr>
          </a:lstStyle>
          <a:p xmlns:a="http://schemas.openxmlformats.org/drawingml/2006/main">
            <a:pPr algn="l">
              <a:defRPr sz="2100" b="0">
                <a:solidFill>
                  <a:srgbClr val="182B33"/>
                </a:solidFill>
                <a:latin typeface="Yu Gothic"/>
                <a:ea typeface="Yu Gothic"/>
                <a:cs typeface="Yu Gothic"/>
              </a:defRPr>
            </a:pPr>
            <a:r>
              <a:rPr sz="2100" b="0">
                <a:solidFill>
                  <a:srgbClr val="182B33"/>
                </a:solidFill>
                <a:latin typeface="Yu Gothic"/>
                <a:ea typeface="Yu Gothic"/>
                <a:cs typeface="Yu Gothic"/>
              </a:rPr>
              <a:t>観測値に負の補正を加える</a:t>
            </a:r>
          </a:p>
        </p:txBody>
      </p:sp>
      <p:sp>
        <p:nvSpPr>
          <p:cNvPr id="15" name="">
            <a:extLst xmlns:a="http://schemas.openxmlformats.org/drawingml/2006/main">
              <a:ext uri="{FF2B5EF4-FFF2-40B4-BE49-F238E27FC236}">
                <a16:creationId xmlns:a16="http://schemas.microsoft.com/office/drawing/2014/main" id="{C881270B-D0E2-4F44-A013-8944BE8D3743}"/>
              </a:ext>
            </a:extLst>
          </p:cNvPr>
          <p:cNvSpPr>
            <a:spLocks xmlns:a="http://schemas.openxmlformats.org/drawingml/2006/main" noGrp="1"/>
          </p:cNvSpPr>
          <p:nvPr/>
        </p:nvSpPr>
        <p:spPr>
          <a:xfrm xmlns:a="http://schemas.openxmlformats.org/drawingml/2006/main">
            <a:off x="819150" y="4448175"/>
            <a:ext cx="228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275" b="1">
                <a:solidFill>
                  <a:srgbClr val="166B68"/>
                </a:solidFill>
                <a:latin typeface="Yu Gothic"/>
                <a:ea typeface="Yu Gothic"/>
                <a:cs typeface="Yu Gothic"/>
              </a:defRPr>
            </a:defPPr>
            <a:lvl1pPr algn="ctr">
              <a:defRPr sz="1275" b="1">
                <a:solidFill>
                  <a:srgbClr val="166B68"/>
                </a:solidFill>
                <a:latin typeface="Yu Gothic"/>
                <a:ea typeface="Yu Gothic"/>
                <a:cs typeface="Yu Gothic"/>
              </a:defRPr>
            </a:lvl1pPr>
            <a:lvl2pPr algn="ctr">
              <a:defRPr sz="1275" b="1">
                <a:solidFill>
                  <a:srgbClr val="166B68"/>
                </a:solidFill>
                <a:latin typeface="Yu Gothic"/>
                <a:ea typeface="Yu Gothic"/>
                <a:cs typeface="Yu Gothic"/>
              </a:defRPr>
            </a:lvl2pPr>
            <a:lvl3pPr algn="ctr">
              <a:defRPr sz="1275" b="1">
                <a:solidFill>
                  <a:srgbClr val="166B68"/>
                </a:solidFill>
                <a:latin typeface="Yu Gothic"/>
                <a:ea typeface="Yu Gothic"/>
                <a:cs typeface="Yu Gothic"/>
              </a:defRPr>
            </a:lvl3pPr>
            <a:lvl4pPr algn="ctr">
              <a:defRPr sz="1275" b="1">
                <a:solidFill>
                  <a:srgbClr val="166B68"/>
                </a:solidFill>
                <a:latin typeface="Yu Gothic"/>
                <a:ea typeface="Yu Gothic"/>
                <a:cs typeface="Yu Gothic"/>
              </a:defRPr>
            </a:lvl4pPr>
            <a:lvl5pPr algn="ctr">
              <a:defRPr sz="1275" b="1">
                <a:solidFill>
                  <a:srgbClr val="166B68"/>
                </a:solidFill>
                <a:latin typeface="Yu Gothic"/>
                <a:ea typeface="Yu Gothic"/>
                <a:cs typeface="Yu Gothic"/>
              </a:defRPr>
            </a:lvl5pPr>
            <a:lvl6pPr algn="ctr">
              <a:defRPr sz="1275" b="1">
                <a:solidFill>
                  <a:srgbClr val="166B68"/>
                </a:solidFill>
                <a:latin typeface="Yu Gothic"/>
                <a:ea typeface="Yu Gothic"/>
                <a:cs typeface="Yu Gothic"/>
              </a:defRPr>
            </a:lvl6pPr>
            <a:lvl7pPr algn="ctr">
              <a:defRPr sz="1275" b="1">
                <a:solidFill>
                  <a:srgbClr val="166B68"/>
                </a:solidFill>
                <a:latin typeface="Yu Gothic"/>
                <a:ea typeface="Yu Gothic"/>
                <a:cs typeface="Yu Gothic"/>
              </a:defRPr>
            </a:lvl7pPr>
            <a:lvl8pPr algn="ctr">
              <a:defRPr sz="1275" b="1">
                <a:solidFill>
                  <a:srgbClr val="166B68"/>
                </a:solidFill>
                <a:latin typeface="Yu Gothic"/>
                <a:ea typeface="Yu Gothic"/>
                <a:cs typeface="Yu Gothic"/>
              </a:defRPr>
            </a:lvl8pPr>
            <a:lvl9pPr algn="ctr">
              <a:defRPr sz="1275" b="1">
                <a:solidFill>
                  <a:srgbClr val="166B68"/>
                </a:solidFill>
                <a:latin typeface="Yu Gothic"/>
                <a:ea typeface="Yu Gothic"/>
                <a:cs typeface="Yu Gothic"/>
              </a:defRPr>
            </a:lvl9pPr>
          </a:lstStyle>
          <a:p xmlns:a="http://schemas.openxmlformats.org/drawingml/2006/main">
            <a:pPr algn="ctr">
              <a:defRPr sz="1275" b="1">
                <a:solidFill>
                  <a:srgbClr val="166B68"/>
                </a:solidFill>
                <a:latin typeface="Yu Gothic"/>
                <a:ea typeface="Yu Gothic"/>
                <a:cs typeface="Yu Gothic"/>
              </a:defRPr>
            </a:pPr>
            <a:r>
              <a:rPr sz="1275" b="1">
                <a:solidFill>
                  <a:srgbClr val="166B68"/>
                </a:solidFill>
                <a:latin typeface="Yu Gothic"/>
                <a:ea typeface="Yu Gothic"/>
                <a:cs typeface="Yu Gothic"/>
              </a:rPr>
              <a:t>●</a:t>
            </a:r>
          </a:p>
        </p:txBody>
      </p:sp>
      <p:sp>
        <p:nvSpPr>
          <p:cNvPr id="16" name="">
            <a:extLst xmlns:a="http://schemas.openxmlformats.org/drawingml/2006/main">
              <a:ext uri="{FF2B5EF4-FFF2-40B4-BE49-F238E27FC236}">
                <a16:creationId xmlns:a16="http://schemas.microsoft.com/office/drawing/2014/main" id="{C2C10D72-927A-48C8-BA53-209D96498FC7}"/>
              </a:ext>
            </a:extLst>
          </p:cNvPr>
          <p:cNvSpPr>
            <a:spLocks xmlns:a="http://schemas.openxmlformats.org/drawingml/2006/main" noGrp="1"/>
          </p:cNvSpPr>
          <p:nvPr/>
        </p:nvSpPr>
        <p:spPr>
          <a:xfrm xmlns:a="http://schemas.openxmlformats.org/drawingml/2006/main">
            <a:off x="1143000" y="4448175"/>
            <a:ext cx="9772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00" b="0">
                <a:solidFill>
                  <a:srgbClr val="182B33"/>
                </a:solidFill>
                <a:latin typeface="Yu Gothic"/>
                <a:ea typeface="Yu Gothic"/>
                <a:cs typeface="Yu Gothic"/>
              </a:defRPr>
            </a:defPPr>
            <a:lvl1pPr algn="l">
              <a:defRPr sz="2100" b="0">
                <a:solidFill>
                  <a:srgbClr val="182B33"/>
                </a:solidFill>
                <a:latin typeface="Yu Gothic"/>
                <a:ea typeface="Yu Gothic"/>
                <a:cs typeface="Yu Gothic"/>
              </a:defRPr>
            </a:lvl1pPr>
            <a:lvl2pPr algn="l">
              <a:defRPr sz="2100" b="0">
                <a:solidFill>
                  <a:srgbClr val="182B33"/>
                </a:solidFill>
                <a:latin typeface="Yu Gothic"/>
                <a:ea typeface="Yu Gothic"/>
                <a:cs typeface="Yu Gothic"/>
              </a:defRPr>
            </a:lvl2pPr>
            <a:lvl3pPr algn="l">
              <a:defRPr sz="2100" b="0">
                <a:solidFill>
                  <a:srgbClr val="182B33"/>
                </a:solidFill>
                <a:latin typeface="Yu Gothic"/>
                <a:ea typeface="Yu Gothic"/>
                <a:cs typeface="Yu Gothic"/>
              </a:defRPr>
            </a:lvl3pPr>
            <a:lvl4pPr algn="l">
              <a:defRPr sz="2100" b="0">
                <a:solidFill>
                  <a:srgbClr val="182B33"/>
                </a:solidFill>
                <a:latin typeface="Yu Gothic"/>
                <a:ea typeface="Yu Gothic"/>
                <a:cs typeface="Yu Gothic"/>
              </a:defRPr>
            </a:lvl4pPr>
            <a:lvl5pPr algn="l">
              <a:defRPr sz="2100" b="0">
                <a:solidFill>
                  <a:srgbClr val="182B33"/>
                </a:solidFill>
                <a:latin typeface="Yu Gothic"/>
                <a:ea typeface="Yu Gothic"/>
                <a:cs typeface="Yu Gothic"/>
              </a:defRPr>
            </a:lvl5pPr>
            <a:lvl6pPr algn="l">
              <a:defRPr sz="2100" b="0">
                <a:solidFill>
                  <a:srgbClr val="182B33"/>
                </a:solidFill>
                <a:latin typeface="Yu Gothic"/>
                <a:ea typeface="Yu Gothic"/>
                <a:cs typeface="Yu Gothic"/>
              </a:defRPr>
            </a:lvl6pPr>
            <a:lvl7pPr algn="l">
              <a:defRPr sz="2100" b="0">
                <a:solidFill>
                  <a:srgbClr val="182B33"/>
                </a:solidFill>
                <a:latin typeface="Yu Gothic"/>
                <a:ea typeface="Yu Gothic"/>
                <a:cs typeface="Yu Gothic"/>
              </a:defRPr>
            </a:lvl7pPr>
            <a:lvl8pPr algn="l">
              <a:defRPr sz="2100" b="0">
                <a:solidFill>
                  <a:srgbClr val="182B33"/>
                </a:solidFill>
                <a:latin typeface="Yu Gothic"/>
                <a:ea typeface="Yu Gothic"/>
                <a:cs typeface="Yu Gothic"/>
              </a:defRPr>
            </a:lvl8pPr>
            <a:lvl9pPr algn="l">
              <a:defRPr sz="2100" b="0">
                <a:solidFill>
                  <a:srgbClr val="182B33"/>
                </a:solidFill>
                <a:latin typeface="Yu Gothic"/>
                <a:ea typeface="Yu Gothic"/>
                <a:cs typeface="Yu Gothic"/>
              </a:defRPr>
            </a:lvl9pPr>
          </a:lstStyle>
          <a:p xmlns:a="http://schemas.openxmlformats.org/drawingml/2006/main">
            <a:pPr algn="l">
              <a:defRPr sz="2100" b="0">
                <a:solidFill>
                  <a:srgbClr val="182B33"/>
                </a:solidFill>
                <a:latin typeface="Yu Gothic"/>
                <a:ea typeface="Yu Gothic"/>
                <a:cs typeface="Yu Gothic"/>
              </a:defRPr>
            </a:pPr>
            <a:r>
              <a:rPr sz="2100" b="0">
                <a:solidFill>
                  <a:srgbClr val="182B33"/>
                </a:solidFill>
                <a:latin typeface="Yu Gothic"/>
                <a:ea typeface="Yu Gothic"/>
                <a:cs typeface="Yu Gothic"/>
              </a:rPr>
              <a:t>符号は図で確かめる</a:t>
            </a:r>
          </a:p>
        </p:txBody>
      </p:sp>
      <p:sp>
        <p:nvSpPr>
          <p:cNvPr id="17" name="">
            <a:extLst xmlns:a="http://schemas.openxmlformats.org/drawingml/2006/main">
              <a:ext uri="{FF2B5EF4-FFF2-40B4-BE49-F238E27FC236}">
                <a16:creationId xmlns:a16="http://schemas.microsoft.com/office/drawing/2014/main" id="{8D9CF8C8-C680-4821-B3CD-AFFC37F66505}"/>
              </a:ext>
            </a:extLst>
          </p:cNvPr>
          <p:cNvSpPr>
            <a:spLocks xmlns:a="http://schemas.openxmlformats.org/drawingml/2006/main" noGrp="1"/>
          </p:cNvSpPr>
          <p:nvPr/>
        </p:nvSpPr>
        <p:spPr>
          <a:xfrm xmlns:a="http://schemas.openxmlformats.org/drawingml/2006/main">
            <a:off x="781050" y="5219700"/>
            <a:ext cx="10287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625" b="1">
                <a:solidFill>
                  <a:srgbClr val="166B68"/>
                </a:solidFill>
                <a:latin typeface="Yu Gothic"/>
                <a:ea typeface="Yu Gothic"/>
                <a:cs typeface="Yu Gothic"/>
              </a:defRPr>
            </a:defPPr>
            <a:lvl1pPr algn="l">
              <a:defRPr sz="2625" b="1">
                <a:solidFill>
                  <a:srgbClr val="166B68"/>
                </a:solidFill>
                <a:latin typeface="Yu Gothic"/>
                <a:ea typeface="Yu Gothic"/>
                <a:cs typeface="Yu Gothic"/>
              </a:defRPr>
            </a:lvl1pPr>
            <a:lvl2pPr algn="l">
              <a:defRPr sz="2625" b="1">
                <a:solidFill>
                  <a:srgbClr val="166B68"/>
                </a:solidFill>
                <a:latin typeface="Yu Gothic"/>
                <a:ea typeface="Yu Gothic"/>
                <a:cs typeface="Yu Gothic"/>
              </a:defRPr>
            </a:lvl2pPr>
            <a:lvl3pPr algn="l">
              <a:defRPr sz="2625" b="1">
                <a:solidFill>
                  <a:srgbClr val="166B68"/>
                </a:solidFill>
                <a:latin typeface="Yu Gothic"/>
                <a:ea typeface="Yu Gothic"/>
                <a:cs typeface="Yu Gothic"/>
              </a:defRPr>
            </a:lvl3pPr>
            <a:lvl4pPr algn="l">
              <a:defRPr sz="2625" b="1">
                <a:solidFill>
                  <a:srgbClr val="166B68"/>
                </a:solidFill>
                <a:latin typeface="Yu Gothic"/>
                <a:ea typeface="Yu Gothic"/>
                <a:cs typeface="Yu Gothic"/>
              </a:defRPr>
            </a:lvl4pPr>
            <a:lvl5pPr algn="l">
              <a:defRPr sz="2625" b="1">
                <a:solidFill>
                  <a:srgbClr val="166B68"/>
                </a:solidFill>
                <a:latin typeface="Yu Gothic"/>
                <a:ea typeface="Yu Gothic"/>
                <a:cs typeface="Yu Gothic"/>
              </a:defRPr>
            </a:lvl5pPr>
            <a:lvl6pPr algn="l">
              <a:defRPr sz="2625" b="1">
                <a:solidFill>
                  <a:srgbClr val="166B68"/>
                </a:solidFill>
                <a:latin typeface="Yu Gothic"/>
                <a:ea typeface="Yu Gothic"/>
                <a:cs typeface="Yu Gothic"/>
              </a:defRPr>
            </a:lvl6pPr>
            <a:lvl7pPr algn="l">
              <a:defRPr sz="2625" b="1">
                <a:solidFill>
                  <a:srgbClr val="166B68"/>
                </a:solidFill>
                <a:latin typeface="Yu Gothic"/>
                <a:ea typeface="Yu Gothic"/>
                <a:cs typeface="Yu Gothic"/>
              </a:defRPr>
            </a:lvl7pPr>
            <a:lvl8pPr algn="l">
              <a:defRPr sz="2625" b="1">
                <a:solidFill>
                  <a:srgbClr val="166B68"/>
                </a:solidFill>
                <a:latin typeface="Yu Gothic"/>
                <a:ea typeface="Yu Gothic"/>
                <a:cs typeface="Yu Gothic"/>
              </a:defRPr>
            </a:lvl8pPr>
            <a:lvl9pPr algn="l">
              <a:defRPr sz="2625" b="1">
                <a:solidFill>
                  <a:srgbClr val="166B68"/>
                </a:solidFill>
                <a:latin typeface="Yu Gothic"/>
                <a:ea typeface="Yu Gothic"/>
                <a:cs typeface="Yu Gothic"/>
              </a:defRPr>
            </a:lvl9pPr>
          </a:lstStyle>
          <a:p xmlns:a="http://schemas.openxmlformats.org/drawingml/2006/main">
            <a:pPr algn="l">
              <a:defRPr sz="2625" b="1">
                <a:solidFill>
                  <a:srgbClr val="166B68"/>
                </a:solidFill>
                <a:latin typeface="Yu Gothic"/>
                <a:ea typeface="Yu Gothic"/>
                <a:cs typeface="Yu Gothic"/>
              </a:defRPr>
            </a:pPr>
            <a:r>
              <a:rPr sz="2625" b="1">
                <a:solidFill>
                  <a:srgbClr val="166B68"/>
                </a:solidFill>
                <a:latin typeface="Yu Gothic"/>
                <a:ea typeface="Yu Gothic"/>
                <a:cs typeface="Yu Gothic"/>
              </a:rPr>
              <a:t>角補正≈−0.572939°</a:t>
            </a:r>
          </a:p>
        </p:txBody>
      </p:sp>
    </p:spTree>
    <p:extLst>
      <p:ext uri="{BB962C8B-B14F-4D97-AF65-F5344CB8AC3E}">
        <p14:creationId xmlns:p14="http://schemas.microsoft.com/office/powerpoint/2010/main" val="1836876194"/>
      </p:ext>
    </p:extLst>
  </p:cSld>
</p:sld>
</file>

<file path=ppt/slides/slide4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F96516B5-B7E6-46A1-822E-B398B17348BD}"/>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35518FD1-0BBF-4838-A8F1-FF022737D46D}"/>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偏心観測</a:t>
            </a:r>
          </a:p>
        </p:txBody>
      </p:sp>
      <p:sp>
        <p:nvSpPr>
          <p:cNvPr id="3" name="">
            <a:extLst xmlns:a="http://schemas.openxmlformats.org/drawingml/2006/main">
              <a:ext uri="{FF2B5EF4-FFF2-40B4-BE49-F238E27FC236}">
                <a16:creationId xmlns:a16="http://schemas.microsoft.com/office/drawing/2014/main" id="{25582119-E448-451A-A769-FBA17D70D585}"/>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距離補正は目標ごとに符号が違う</a:t>
            </a:r>
          </a:p>
        </p:txBody>
      </p:sp>
      <p:sp>
        <p:nvSpPr>
          <p:cNvPr id="4" name="">
            <a:extLst xmlns:a="http://schemas.openxmlformats.org/drawingml/2006/main">
              <a:ext uri="{FF2B5EF4-FFF2-40B4-BE49-F238E27FC236}">
                <a16:creationId xmlns:a16="http://schemas.microsoft.com/office/drawing/2014/main" id="{0433C16E-39D4-447B-B7AB-522614CC7C33}"/>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D84F1746-987E-4BF6-AE88-08D584C26832}"/>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45</a:t>
            </a:r>
          </a:p>
        </p:txBody>
      </p:sp>
      <p:sp>
        <p:nvSpPr>
          <p:cNvPr id="6" name="">
            <a:extLst xmlns:a="http://schemas.openxmlformats.org/drawingml/2006/main">
              <a:ext uri="{FF2B5EF4-FFF2-40B4-BE49-F238E27FC236}">
                <a16:creationId xmlns:a16="http://schemas.microsoft.com/office/drawing/2014/main" id="{F20A1937-0BC8-4300-BF4A-A1115D13AB06}"/>
              </a:ext>
            </a:extLst>
          </p:cNvPr>
          <p:cNvSpPr>
            <a:spLocks xmlns:a="http://schemas.openxmlformats.org/drawingml/2006/main" noGrp="1"/>
          </p:cNvSpPr>
          <p:nvPr/>
        </p:nvSpPr>
        <p:spPr>
          <a:xfrm xmlns:a="http://schemas.openxmlformats.org/drawingml/2006/main">
            <a:off x="723900" y="1571625"/>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1">
                <a:solidFill>
                  <a:srgbClr val="52616A"/>
                </a:solidFill>
                <a:latin typeface="Yu Gothic"/>
                <a:ea typeface="Yu Gothic"/>
                <a:cs typeface="Yu Gothic"/>
              </a:defRPr>
            </a:defPPr>
            <a:lvl1pPr algn="l">
              <a:defRPr sz="2250" b="1">
                <a:solidFill>
                  <a:srgbClr val="52616A"/>
                </a:solidFill>
                <a:latin typeface="Yu Gothic"/>
                <a:ea typeface="Yu Gothic"/>
                <a:cs typeface="Yu Gothic"/>
              </a:defRPr>
            </a:lvl1pPr>
            <a:lvl2pPr algn="l">
              <a:defRPr sz="2250" b="1">
                <a:solidFill>
                  <a:srgbClr val="52616A"/>
                </a:solidFill>
                <a:latin typeface="Yu Gothic"/>
                <a:ea typeface="Yu Gothic"/>
                <a:cs typeface="Yu Gothic"/>
              </a:defRPr>
            </a:lvl2pPr>
            <a:lvl3pPr algn="l">
              <a:defRPr sz="2250" b="1">
                <a:solidFill>
                  <a:srgbClr val="52616A"/>
                </a:solidFill>
                <a:latin typeface="Yu Gothic"/>
                <a:ea typeface="Yu Gothic"/>
                <a:cs typeface="Yu Gothic"/>
              </a:defRPr>
            </a:lvl3pPr>
            <a:lvl4pPr algn="l">
              <a:defRPr sz="2250" b="1">
                <a:solidFill>
                  <a:srgbClr val="52616A"/>
                </a:solidFill>
                <a:latin typeface="Yu Gothic"/>
                <a:ea typeface="Yu Gothic"/>
                <a:cs typeface="Yu Gothic"/>
              </a:defRPr>
            </a:lvl4pPr>
            <a:lvl5pPr algn="l">
              <a:defRPr sz="2250" b="1">
                <a:solidFill>
                  <a:srgbClr val="52616A"/>
                </a:solidFill>
                <a:latin typeface="Yu Gothic"/>
                <a:ea typeface="Yu Gothic"/>
                <a:cs typeface="Yu Gothic"/>
              </a:defRPr>
            </a:lvl5pPr>
            <a:lvl6pPr algn="l">
              <a:defRPr sz="2250" b="1">
                <a:solidFill>
                  <a:srgbClr val="52616A"/>
                </a:solidFill>
                <a:latin typeface="Yu Gothic"/>
                <a:ea typeface="Yu Gothic"/>
                <a:cs typeface="Yu Gothic"/>
              </a:defRPr>
            </a:lvl6pPr>
            <a:lvl7pPr algn="l">
              <a:defRPr sz="2250" b="1">
                <a:solidFill>
                  <a:srgbClr val="52616A"/>
                </a:solidFill>
                <a:latin typeface="Yu Gothic"/>
                <a:ea typeface="Yu Gothic"/>
                <a:cs typeface="Yu Gothic"/>
              </a:defRPr>
            </a:lvl7pPr>
            <a:lvl8pPr algn="l">
              <a:defRPr sz="2250" b="1">
                <a:solidFill>
                  <a:srgbClr val="52616A"/>
                </a:solidFill>
                <a:latin typeface="Yu Gothic"/>
                <a:ea typeface="Yu Gothic"/>
                <a:cs typeface="Yu Gothic"/>
              </a:defRPr>
            </a:lvl8pPr>
            <a:lvl9pPr algn="l">
              <a:defRPr sz="2250" b="1">
                <a:solidFill>
                  <a:srgbClr val="52616A"/>
                </a:solidFill>
                <a:latin typeface="Yu Gothic"/>
                <a:ea typeface="Yu Gothic"/>
                <a:cs typeface="Yu Gothic"/>
              </a:defRPr>
            </a:lvl9pPr>
          </a:lstStyle>
          <a:p xmlns:a="http://schemas.openxmlformats.org/drawingml/2006/main">
            <a:pPr algn="l">
              <a:defRPr sz="2250" b="1">
                <a:solidFill>
                  <a:srgbClr val="52616A"/>
                </a:solidFill>
                <a:latin typeface="Yu Gothic"/>
                <a:ea typeface="Yu Gothic"/>
                <a:cs typeface="Yu Gothic"/>
              </a:defRPr>
            </a:pPr>
            <a:r>
              <a:rPr sz="2250" b="1">
                <a:solidFill>
                  <a:srgbClr val="52616A"/>
                </a:solidFill>
                <a:latin typeface="Yu Gothic"/>
                <a:ea typeface="Yu Gothic"/>
                <a:cs typeface="Yu Gothic"/>
              </a:rPr>
              <a:t>中心値−E観測値でAとBを比較する</a:t>
            </a:r>
          </a:p>
        </p:txBody>
      </p:sp>
      <p:graphicFrame>
        <p:nvGraphicFramePr>
          <p:cNvPr id="7" name="">
            <a:extLst xmlns:a="http://schemas.openxmlformats.org/drawingml/2006/main">
              <a:ext uri="{FF2B5EF4-FFF2-40B4-BE49-F238E27FC236}">
                <a16:creationId xmlns:a16="http://schemas.microsoft.com/office/drawing/2014/main" id="{DDECB34E-4876-493C-AF64-1531629D6EEC}"/>
              </a:ext>
            </a:extLst>
          </p:cNvPr>
          <p:cNvGraphicFramePr/>
          <p:nvPr/>
        </p:nvGraphicFramePr>
        <p:xfrm>
          <a:off xmlns:a="http://schemas.openxmlformats.org/drawingml/2006/main" x="723900" y="2381250"/>
          <a:ext xmlns:a="http://schemas.openxmlformats.org/drawingml/2006/main" cx="10744200" cy="2762250"/>
        </p:xfrm>
        <a:graphic xmlns:a="http://schemas.openxmlformats.org/drawingml/2006/main">
          <a:graphicData uri="http://schemas.openxmlformats.org/drawingml/2006/table">
            <a:tbl>
              <a:tblPr/>
              <a:tblGrid>
                <a:gridCol w="1504188"/>
                <a:gridCol w="3330702"/>
                <a:gridCol w="2686050"/>
                <a:gridCol w="3223260"/>
              </a:tblGrid>
              <a:tr h="920750">
                <a:tc>
                  <a:txBody>
                    <a:bodyPr wrap="square" lIns="57150" tIns="57150" rIns="57150" bIns="57150">
                      <a:noAutofit/>
                    </a:bodyPr>
                    <a:lstStyle/>
                    <a:p>
                      <a:pPr algn="ctr"/>
                      <a:r>
                        <a:rPr sz="1950" b="1">
                          <a:solidFill>
                            <a:srgbClr val="FFFFFF"/>
                          </a:solidFill>
                          <a:latin typeface="Yu Gothic"/>
                          <a:ea typeface="Yu Gothic"/>
                          <a:cs typeface="Yu Gothic"/>
                        </a:rPr>
                        <a:t>目標</a:t>
                      </a:r>
                    </a:p>
                  </a:txBody>
                  <a:tcPr marL="91440" marR="91440" marT="45720" marB="45720" anchor="ctr">
                    <a:solidFill>
                      <a:srgbClr val="166B68"/>
                    </a:solidFill>
                  </a:tcPr>
                </a:tc>
                <a:tc>
                  <a:txBody>
                    <a:bodyPr wrap="square" lIns="57150" tIns="57150" rIns="57150" bIns="57150">
                      <a:noAutofit/>
                    </a:bodyPr>
                    <a:lstStyle/>
                    <a:p>
                      <a:pPr algn="ctr"/>
                      <a:r>
                        <a:rPr sz="1950" b="1">
                          <a:solidFill>
                            <a:srgbClr val="FFFFFF"/>
                          </a:solidFill>
                          <a:latin typeface="Yu Gothic"/>
                          <a:ea typeface="Yu Gothic"/>
                          <a:cs typeface="Yu Gothic"/>
                        </a:rPr>
                        <a:t>Eでの距離</a:t>
                      </a:r>
                    </a:p>
                  </a:txBody>
                  <a:tcPr marL="91440" marR="91440" marT="45720" marB="45720" anchor="ctr">
                    <a:solidFill>
                      <a:srgbClr val="166B68"/>
                    </a:solidFill>
                  </a:tcPr>
                </a:tc>
                <a:tc>
                  <a:txBody>
                    <a:bodyPr wrap="square" lIns="57150" tIns="57150" rIns="57150" bIns="57150">
                      <a:noAutofit/>
                    </a:bodyPr>
                    <a:lstStyle/>
                    <a:p>
                      <a:pPr algn="ctr"/>
                      <a:r>
                        <a:rPr sz="1950" b="1">
                          <a:solidFill>
                            <a:srgbClr val="FFFFFF"/>
                          </a:solidFill>
                          <a:latin typeface="Yu Gothic"/>
                          <a:ea typeface="Yu Gothic"/>
                          <a:cs typeface="Yu Gothic"/>
                        </a:rPr>
                        <a:t>O中心</a:t>
                      </a:r>
                    </a:p>
                  </a:txBody>
                  <a:tcPr marL="91440" marR="91440" marT="45720" marB="45720" anchor="ctr">
                    <a:solidFill>
                      <a:srgbClr val="166B68"/>
                    </a:solidFill>
                  </a:tcPr>
                </a:tc>
                <a:tc>
                  <a:txBody>
                    <a:bodyPr wrap="square" lIns="57150" tIns="57150" rIns="57150" bIns="57150">
                      <a:noAutofit/>
                    </a:bodyPr>
                    <a:lstStyle/>
                    <a:p>
                      <a:pPr algn="ctr"/>
                      <a:r>
                        <a:rPr sz="1950" b="1">
                          <a:solidFill>
                            <a:srgbClr val="FFFFFF"/>
                          </a:solidFill>
                          <a:latin typeface="Yu Gothic"/>
                          <a:ea typeface="Yu Gothic"/>
                          <a:cs typeface="Yu Gothic"/>
                        </a:rPr>
                        <a:t>補正 O−E</a:t>
                      </a:r>
                    </a:p>
                  </a:txBody>
                  <a:tcPr marL="91440" marR="91440" marT="45720" marB="45720" anchor="ctr">
                    <a:solidFill>
                      <a:srgbClr val="166B68"/>
                    </a:solidFill>
                  </a:tcPr>
                </a:tc>
              </a:tr>
              <a:tr h="920750">
                <a:tc>
                  <a:txBody>
                    <a:bodyPr wrap="square" lIns="57150" tIns="57150" rIns="57150" bIns="57150">
                      <a:noAutofit/>
                    </a:bodyPr>
                    <a:lstStyle/>
                    <a:p>
                      <a:pPr algn="ctr"/>
                      <a:r>
                        <a:rPr sz="1950" b="0">
                          <a:solidFill>
                            <a:srgbClr val="182B33"/>
                          </a:solidFill>
                          <a:latin typeface="Yu Gothic"/>
                          <a:ea typeface="Yu Gothic"/>
                          <a:cs typeface="Yu Gothic"/>
                        </a:rPr>
                        <a:t>A</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100.0050 m</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100.0000 m</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−0.0050 m</a:t>
                      </a:r>
                    </a:p>
                  </a:txBody>
                  <a:tcPr marL="91440" marR="91440" marT="45720" marB="45720" anchor="ctr"/>
                </a:tc>
              </a:tr>
              <a:tr h="920750">
                <a:tc>
                  <a:txBody>
                    <a:bodyPr wrap="square" lIns="57150" tIns="57150" rIns="57150" bIns="57150">
                      <a:noAutofit/>
                    </a:bodyPr>
                    <a:lstStyle/>
                    <a:p>
                      <a:pPr algn="ctr"/>
                      <a:r>
                        <a:rPr sz="1950" b="0">
                          <a:solidFill>
                            <a:srgbClr val="182B33"/>
                          </a:solidFill>
                          <a:latin typeface="Yu Gothic"/>
                          <a:ea typeface="Yu Gothic"/>
                          <a:cs typeface="Yu Gothic"/>
                        </a:rPr>
                        <a:t>B</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99.0000 m</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100.0000 m</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+1.0000 m</a:t>
                      </a:r>
                    </a:p>
                  </a:txBody>
                  <a:tcPr marL="91440" marR="91440" marT="45720" marB="45720" anchor="ctr"/>
                </a:tc>
              </a:tr>
            </a:tbl>
          </a:graphicData>
        </a:graphic>
      </p:graphicFrame>
      <p:sp>
        <p:nvSpPr>
          <p:cNvPr id="8" name="">
            <a:extLst xmlns:a="http://schemas.openxmlformats.org/drawingml/2006/main">
              <a:ext uri="{FF2B5EF4-FFF2-40B4-BE49-F238E27FC236}">
                <a16:creationId xmlns:a16="http://schemas.microsoft.com/office/drawing/2014/main" id="{D82C197D-84FC-4EE6-B254-A292262EF9B1}"/>
              </a:ext>
            </a:extLst>
          </p:cNvPr>
          <p:cNvSpPr>
            <a:spLocks xmlns:a="http://schemas.openxmlformats.org/drawingml/2006/main" noGrp="1"/>
          </p:cNvSpPr>
          <p:nvPr/>
        </p:nvSpPr>
        <p:spPr>
          <a:xfrm xmlns:a="http://schemas.openxmlformats.org/drawingml/2006/main">
            <a:off x="762000" y="5619750"/>
            <a:ext cx="228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200" b="1">
                <a:solidFill>
                  <a:srgbClr val="166B68"/>
                </a:solidFill>
                <a:latin typeface="Yu Gothic"/>
                <a:ea typeface="Yu Gothic"/>
                <a:cs typeface="Yu Gothic"/>
              </a:defRPr>
            </a:defPPr>
            <a:lvl1pPr algn="ctr">
              <a:defRPr sz="1200" b="1">
                <a:solidFill>
                  <a:srgbClr val="166B68"/>
                </a:solidFill>
                <a:latin typeface="Yu Gothic"/>
                <a:ea typeface="Yu Gothic"/>
                <a:cs typeface="Yu Gothic"/>
              </a:defRPr>
            </a:lvl1pPr>
            <a:lvl2pPr algn="ctr">
              <a:defRPr sz="1200" b="1">
                <a:solidFill>
                  <a:srgbClr val="166B68"/>
                </a:solidFill>
                <a:latin typeface="Yu Gothic"/>
                <a:ea typeface="Yu Gothic"/>
                <a:cs typeface="Yu Gothic"/>
              </a:defRPr>
            </a:lvl2pPr>
            <a:lvl3pPr algn="ctr">
              <a:defRPr sz="1200" b="1">
                <a:solidFill>
                  <a:srgbClr val="166B68"/>
                </a:solidFill>
                <a:latin typeface="Yu Gothic"/>
                <a:ea typeface="Yu Gothic"/>
                <a:cs typeface="Yu Gothic"/>
              </a:defRPr>
            </a:lvl3pPr>
            <a:lvl4pPr algn="ctr">
              <a:defRPr sz="1200" b="1">
                <a:solidFill>
                  <a:srgbClr val="166B68"/>
                </a:solidFill>
                <a:latin typeface="Yu Gothic"/>
                <a:ea typeface="Yu Gothic"/>
                <a:cs typeface="Yu Gothic"/>
              </a:defRPr>
            </a:lvl4pPr>
            <a:lvl5pPr algn="ctr">
              <a:defRPr sz="1200" b="1">
                <a:solidFill>
                  <a:srgbClr val="166B68"/>
                </a:solidFill>
                <a:latin typeface="Yu Gothic"/>
                <a:ea typeface="Yu Gothic"/>
                <a:cs typeface="Yu Gothic"/>
              </a:defRPr>
            </a:lvl5pPr>
            <a:lvl6pPr algn="ctr">
              <a:defRPr sz="1200" b="1">
                <a:solidFill>
                  <a:srgbClr val="166B68"/>
                </a:solidFill>
                <a:latin typeface="Yu Gothic"/>
                <a:ea typeface="Yu Gothic"/>
                <a:cs typeface="Yu Gothic"/>
              </a:defRPr>
            </a:lvl6pPr>
            <a:lvl7pPr algn="ctr">
              <a:defRPr sz="1200" b="1">
                <a:solidFill>
                  <a:srgbClr val="166B68"/>
                </a:solidFill>
                <a:latin typeface="Yu Gothic"/>
                <a:ea typeface="Yu Gothic"/>
                <a:cs typeface="Yu Gothic"/>
              </a:defRPr>
            </a:lvl7pPr>
            <a:lvl8pPr algn="ctr">
              <a:defRPr sz="1200" b="1">
                <a:solidFill>
                  <a:srgbClr val="166B68"/>
                </a:solidFill>
                <a:latin typeface="Yu Gothic"/>
                <a:ea typeface="Yu Gothic"/>
                <a:cs typeface="Yu Gothic"/>
              </a:defRPr>
            </a:lvl8pPr>
            <a:lvl9pPr algn="ctr">
              <a:defRPr sz="1200" b="1">
                <a:solidFill>
                  <a:srgbClr val="166B68"/>
                </a:solidFill>
                <a:latin typeface="Yu Gothic"/>
                <a:ea typeface="Yu Gothic"/>
                <a:cs typeface="Yu Gothic"/>
              </a:defRPr>
            </a:lvl9pPr>
          </a:lstStyle>
          <a:p xmlns:a="http://schemas.openxmlformats.org/drawingml/2006/main">
            <a:pPr algn="ctr">
              <a:defRPr sz="1200" b="1">
                <a:solidFill>
                  <a:srgbClr val="166B68"/>
                </a:solidFill>
                <a:latin typeface="Yu Gothic"/>
                <a:ea typeface="Yu Gothic"/>
                <a:cs typeface="Yu Gothic"/>
              </a:defRPr>
            </a:pPr>
            <a:r>
              <a:rPr sz="1200" b="1">
                <a:solidFill>
                  <a:srgbClr val="166B68"/>
                </a:solidFill>
                <a:latin typeface="Yu Gothic"/>
                <a:ea typeface="Yu Gothic"/>
                <a:cs typeface="Yu Gothic"/>
              </a:rPr>
              <a:t>●</a:t>
            </a:r>
          </a:p>
        </p:txBody>
      </p:sp>
      <p:sp>
        <p:nvSpPr>
          <p:cNvPr id="9" name="">
            <a:extLst xmlns:a="http://schemas.openxmlformats.org/drawingml/2006/main">
              <a:ext uri="{FF2B5EF4-FFF2-40B4-BE49-F238E27FC236}">
                <a16:creationId xmlns:a16="http://schemas.microsoft.com/office/drawing/2014/main" id="{9F21326E-347F-4812-8099-8A6C0C2FB5F5}"/>
              </a:ext>
            </a:extLst>
          </p:cNvPr>
          <p:cNvSpPr>
            <a:spLocks xmlns:a="http://schemas.openxmlformats.org/drawingml/2006/main" noGrp="1"/>
          </p:cNvSpPr>
          <p:nvPr/>
        </p:nvSpPr>
        <p:spPr>
          <a:xfrm xmlns:a="http://schemas.openxmlformats.org/drawingml/2006/main">
            <a:off x="1085850" y="5619750"/>
            <a:ext cx="10058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025" b="0">
                <a:solidFill>
                  <a:srgbClr val="182B33"/>
                </a:solidFill>
                <a:latin typeface="Yu Gothic"/>
                <a:ea typeface="Yu Gothic"/>
                <a:cs typeface="Yu Gothic"/>
              </a:defRPr>
            </a:defPPr>
            <a:lvl1pPr algn="l">
              <a:defRPr sz="2025" b="0">
                <a:solidFill>
                  <a:srgbClr val="182B33"/>
                </a:solidFill>
                <a:latin typeface="Yu Gothic"/>
                <a:ea typeface="Yu Gothic"/>
                <a:cs typeface="Yu Gothic"/>
              </a:defRPr>
            </a:lvl1pPr>
            <a:lvl2pPr algn="l">
              <a:defRPr sz="2025" b="0">
                <a:solidFill>
                  <a:srgbClr val="182B33"/>
                </a:solidFill>
                <a:latin typeface="Yu Gothic"/>
                <a:ea typeface="Yu Gothic"/>
                <a:cs typeface="Yu Gothic"/>
              </a:defRPr>
            </a:lvl2pPr>
            <a:lvl3pPr algn="l">
              <a:defRPr sz="2025" b="0">
                <a:solidFill>
                  <a:srgbClr val="182B33"/>
                </a:solidFill>
                <a:latin typeface="Yu Gothic"/>
                <a:ea typeface="Yu Gothic"/>
                <a:cs typeface="Yu Gothic"/>
              </a:defRPr>
            </a:lvl3pPr>
            <a:lvl4pPr algn="l">
              <a:defRPr sz="2025" b="0">
                <a:solidFill>
                  <a:srgbClr val="182B33"/>
                </a:solidFill>
                <a:latin typeface="Yu Gothic"/>
                <a:ea typeface="Yu Gothic"/>
                <a:cs typeface="Yu Gothic"/>
              </a:defRPr>
            </a:lvl4pPr>
            <a:lvl5pPr algn="l">
              <a:defRPr sz="2025" b="0">
                <a:solidFill>
                  <a:srgbClr val="182B33"/>
                </a:solidFill>
                <a:latin typeface="Yu Gothic"/>
                <a:ea typeface="Yu Gothic"/>
                <a:cs typeface="Yu Gothic"/>
              </a:defRPr>
            </a:lvl5pPr>
            <a:lvl6pPr algn="l">
              <a:defRPr sz="2025" b="0">
                <a:solidFill>
                  <a:srgbClr val="182B33"/>
                </a:solidFill>
                <a:latin typeface="Yu Gothic"/>
                <a:ea typeface="Yu Gothic"/>
                <a:cs typeface="Yu Gothic"/>
              </a:defRPr>
            </a:lvl6pPr>
            <a:lvl7pPr algn="l">
              <a:defRPr sz="2025" b="0">
                <a:solidFill>
                  <a:srgbClr val="182B33"/>
                </a:solidFill>
                <a:latin typeface="Yu Gothic"/>
                <a:ea typeface="Yu Gothic"/>
                <a:cs typeface="Yu Gothic"/>
              </a:defRPr>
            </a:lvl7pPr>
            <a:lvl8pPr algn="l">
              <a:defRPr sz="2025" b="0">
                <a:solidFill>
                  <a:srgbClr val="182B33"/>
                </a:solidFill>
                <a:latin typeface="Yu Gothic"/>
                <a:ea typeface="Yu Gothic"/>
                <a:cs typeface="Yu Gothic"/>
              </a:defRPr>
            </a:lvl8pPr>
            <a:lvl9pPr algn="l">
              <a:defRPr sz="2025" b="0">
                <a:solidFill>
                  <a:srgbClr val="182B33"/>
                </a:solidFill>
                <a:latin typeface="Yu Gothic"/>
                <a:ea typeface="Yu Gothic"/>
                <a:cs typeface="Yu Gothic"/>
              </a:defRPr>
            </a:lvl9pPr>
          </a:lstStyle>
          <a:p xmlns:a="http://schemas.openxmlformats.org/drawingml/2006/main">
            <a:pPr algn="l">
              <a:defRPr sz="2025" b="0">
                <a:solidFill>
                  <a:srgbClr val="182B33"/>
                </a:solidFill>
                <a:latin typeface="Yu Gothic"/>
                <a:ea typeface="Yu Gothic"/>
                <a:cs typeface="Yu Gothic"/>
              </a:defRPr>
            </a:pPr>
            <a:r>
              <a:rPr sz="2025" b="0">
                <a:solidFill>
                  <a:srgbClr val="182B33"/>
                </a:solidFill>
                <a:latin typeface="Yu Gothic"/>
                <a:ea typeface="Yu Gothic"/>
                <a:cs typeface="Yu Gothic"/>
              </a:rPr>
              <a:t>A：斜めで少し長い　B：1 m近く見える</a:t>
            </a:r>
          </a:p>
        </p:txBody>
      </p:sp>
      <p:sp>
        <p:nvSpPr>
          <p:cNvPr id="10" name="">
            <a:extLst xmlns:a="http://schemas.openxmlformats.org/drawingml/2006/main">
              <a:ext uri="{FF2B5EF4-FFF2-40B4-BE49-F238E27FC236}">
                <a16:creationId xmlns:a16="http://schemas.microsoft.com/office/drawing/2014/main" id="{3AED6879-9ECC-4971-A0C2-2DB21A124A37}"/>
              </a:ext>
            </a:extLst>
          </p:cNvPr>
          <p:cNvSpPr>
            <a:spLocks xmlns:a="http://schemas.openxmlformats.org/drawingml/2006/main" noGrp="1"/>
          </p:cNvSpPr>
          <p:nvPr/>
        </p:nvSpPr>
        <p:spPr>
          <a:xfrm xmlns:a="http://schemas.openxmlformats.org/drawingml/2006/main">
            <a:off x="762000" y="6038850"/>
            <a:ext cx="228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200" b="1">
                <a:solidFill>
                  <a:srgbClr val="166B68"/>
                </a:solidFill>
                <a:latin typeface="Yu Gothic"/>
                <a:ea typeface="Yu Gothic"/>
                <a:cs typeface="Yu Gothic"/>
              </a:defRPr>
            </a:defPPr>
            <a:lvl1pPr algn="ctr">
              <a:defRPr sz="1200" b="1">
                <a:solidFill>
                  <a:srgbClr val="166B68"/>
                </a:solidFill>
                <a:latin typeface="Yu Gothic"/>
                <a:ea typeface="Yu Gothic"/>
                <a:cs typeface="Yu Gothic"/>
              </a:defRPr>
            </a:lvl1pPr>
            <a:lvl2pPr algn="ctr">
              <a:defRPr sz="1200" b="1">
                <a:solidFill>
                  <a:srgbClr val="166B68"/>
                </a:solidFill>
                <a:latin typeface="Yu Gothic"/>
                <a:ea typeface="Yu Gothic"/>
                <a:cs typeface="Yu Gothic"/>
              </a:defRPr>
            </a:lvl2pPr>
            <a:lvl3pPr algn="ctr">
              <a:defRPr sz="1200" b="1">
                <a:solidFill>
                  <a:srgbClr val="166B68"/>
                </a:solidFill>
                <a:latin typeface="Yu Gothic"/>
                <a:ea typeface="Yu Gothic"/>
                <a:cs typeface="Yu Gothic"/>
              </a:defRPr>
            </a:lvl3pPr>
            <a:lvl4pPr algn="ctr">
              <a:defRPr sz="1200" b="1">
                <a:solidFill>
                  <a:srgbClr val="166B68"/>
                </a:solidFill>
                <a:latin typeface="Yu Gothic"/>
                <a:ea typeface="Yu Gothic"/>
                <a:cs typeface="Yu Gothic"/>
              </a:defRPr>
            </a:lvl4pPr>
            <a:lvl5pPr algn="ctr">
              <a:defRPr sz="1200" b="1">
                <a:solidFill>
                  <a:srgbClr val="166B68"/>
                </a:solidFill>
                <a:latin typeface="Yu Gothic"/>
                <a:ea typeface="Yu Gothic"/>
                <a:cs typeface="Yu Gothic"/>
              </a:defRPr>
            </a:lvl5pPr>
            <a:lvl6pPr algn="ctr">
              <a:defRPr sz="1200" b="1">
                <a:solidFill>
                  <a:srgbClr val="166B68"/>
                </a:solidFill>
                <a:latin typeface="Yu Gothic"/>
                <a:ea typeface="Yu Gothic"/>
                <a:cs typeface="Yu Gothic"/>
              </a:defRPr>
            </a:lvl6pPr>
            <a:lvl7pPr algn="ctr">
              <a:defRPr sz="1200" b="1">
                <a:solidFill>
                  <a:srgbClr val="166B68"/>
                </a:solidFill>
                <a:latin typeface="Yu Gothic"/>
                <a:ea typeface="Yu Gothic"/>
                <a:cs typeface="Yu Gothic"/>
              </a:defRPr>
            </a:lvl7pPr>
            <a:lvl8pPr algn="ctr">
              <a:defRPr sz="1200" b="1">
                <a:solidFill>
                  <a:srgbClr val="166B68"/>
                </a:solidFill>
                <a:latin typeface="Yu Gothic"/>
                <a:ea typeface="Yu Gothic"/>
                <a:cs typeface="Yu Gothic"/>
              </a:defRPr>
            </a:lvl8pPr>
            <a:lvl9pPr algn="ctr">
              <a:defRPr sz="1200" b="1">
                <a:solidFill>
                  <a:srgbClr val="166B68"/>
                </a:solidFill>
                <a:latin typeface="Yu Gothic"/>
                <a:ea typeface="Yu Gothic"/>
                <a:cs typeface="Yu Gothic"/>
              </a:defRPr>
            </a:lvl9pPr>
          </a:lstStyle>
          <a:p xmlns:a="http://schemas.openxmlformats.org/drawingml/2006/main">
            <a:pPr algn="ctr">
              <a:defRPr sz="1200" b="1">
                <a:solidFill>
                  <a:srgbClr val="166B68"/>
                </a:solidFill>
                <a:latin typeface="Yu Gothic"/>
                <a:ea typeface="Yu Gothic"/>
                <a:cs typeface="Yu Gothic"/>
              </a:defRPr>
            </a:pPr>
            <a:r>
              <a:rPr sz="1200" b="1">
                <a:solidFill>
                  <a:srgbClr val="166B68"/>
                </a:solidFill>
                <a:latin typeface="Yu Gothic"/>
                <a:ea typeface="Yu Gothic"/>
                <a:cs typeface="Yu Gothic"/>
              </a:rPr>
              <a:t>●</a:t>
            </a:r>
          </a:p>
        </p:txBody>
      </p:sp>
      <p:sp>
        <p:nvSpPr>
          <p:cNvPr id="11" name="">
            <a:extLst xmlns:a="http://schemas.openxmlformats.org/drawingml/2006/main">
              <a:ext uri="{FF2B5EF4-FFF2-40B4-BE49-F238E27FC236}">
                <a16:creationId xmlns:a16="http://schemas.microsoft.com/office/drawing/2014/main" id="{3FA50E7C-712F-4E8E-887B-87054529B730}"/>
              </a:ext>
            </a:extLst>
          </p:cNvPr>
          <p:cNvSpPr>
            <a:spLocks xmlns:a="http://schemas.openxmlformats.org/drawingml/2006/main" noGrp="1"/>
          </p:cNvSpPr>
          <p:nvPr/>
        </p:nvSpPr>
        <p:spPr>
          <a:xfrm xmlns:a="http://schemas.openxmlformats.org/drawingml/2006/main">
            <a:off x="1085850" y="6038850"/>
            <a:ext cx="10058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025" b="0">
                <a:solidFill>
                  <a:srgbClr val="182B33"/>
                </a:solidFill>
                <a:latin typeface="Yu Gothic"/>
                <a:ea typeface="Yu Gothic"/>
                <a:cs typeface="Yu Gothic"/>
              </a:defRPr>
            </a:defPPr>
            <a:lvl1pPr algn="l">
              <a:defRPr sz="2025" b="0">
                <a:solidFill>
                  <a:srgbClr val="182B33"/>
                </a:solidFill>
                <a:latin typeface="Yu Gothic"/>
                <a:ea typeface="Yu Gothic"/>
                <a:cs typeface="Yu Gothic"/>
              </a:defRPr>
            </a:lvl1pPr>
            <a:lvl2pPr algn="l">
              <a:defRPr sz="2025" b="0">
                <a:solidFill>
                  <a:srgbClr val="182B33"/>
                </a:solidFill>
                <a:latin typeface="Yu Gothic"/>
                <a:ea typeface="Yu Gothic"/>
                <a:cs typeface="Yu Gothic"/>
              </a:defRPr>
            </a:lvl2pPr>
            <a:lvl3pPr algn="l">
              <a:defRPr sz="2025" b="0">
                <a:solidFill>
                  <a:srgbClr val="182B33"/>
                </a:solidFill>
                <a:latin typeface="Yu Gothic"/>
                <a:ea typeface="Yu Gothic"/>
                <a:cs typeface="Yu Gothic"/>
              </a:defRPr>
            </a:lvl3pPr>
            <a:lvl4pPr algn="l">
              <a:defRPr sz="2025" b="0">
                <a:solidFill>
                  <a:srgbClr val="182B33"/>
                </a:solidFill>
                <a:latin typeface="Yu Gothic"/>
                <a:ea typeface="Yu Gothic"/>
                <a:cs typeface="Yu Gothic"/>
              </a:defRPr>
            </a:lvl4pPr>
            <a:lvl5pPr algn="l">
              <a:defRPr sz="2025" b="0">
                <a:solidFill>
                  <a:srgbClr val="182B33"/>
                </a:solidFill>
                <a:latin typeface="Yu Gothic"/>
                <a:ea typeface="Yu Gothic"/>
                <a:cs typeface="Yu Gothic"/>
              </a:defRPr>
            </a:lvl5pPr>
            <a:lvl6pPr algn="l">
              <a:defRPr sz="2025" b="0">
                <a:solidFill>
                  <a:srgbClr val="182B33"/>
                </a:solidFill>
                <a:latin typeface="Yu Gothic"/>
                <a:ea typeface="Yu Gothic"/>
                <a:cs typeface="Yu Gothic"/>
              </a:defRPr>
            </a:lvl6pPr>
            <a:lvl7pPr algn="l">
              <a:defRPr sz="2025" b="0">
                <a:solidFill>
                  <a:srgbClr val="182B33"/>
                </a:solidFill>
                <a:latin typeface="Yu Gothic"/>
                <a:ea typeface="Yu Gothic"/>
                <a:cs typeface="Yu Gothic"/>
              </a:defRPr>
            </a:lvl7pPr>
            <a:lvl8pPr algn="l">
              <a:defRPr sz="2025" b="0">
                <a:solidFill>
                  <a:srgbClr val="182B33"/>
                </a:solidFill>
                <a:latin typeface="Yu Gothic"/>
                <a:ea typeface="Yu Gothic"/>
                <a:cs typeface="Yu Gothic"/>
              </a:defRPr>
            </a:lvl8pPr>
            <a:lvl9pPr algn="l">
              <a:defRPr sz="2025" b="0">
                <a:solidFill>
                  <a:srgbClr val="182B33"/>
                </a:solidFill>
                <a:latin typeface="Yu Gothic"/>
                <a:ea typeface="Yu Gothic"/>
                <a:cs typeface="Yu Gothic"/>
              </a:defRPr>
            </a:lvl9pPr>
          </a:lstStyle>
          <a:p xmlns:a="http://schemas.openxmlformats.org/drawingml/2006/main">
            <a:pPr algn="l">
              <a:defRPr sz="2025" b="0">
                <a:solidFill>
                  <a:srgbClr val="182B33"/>
                </a:solidFill>
                <a:latin typeface="Yu Gothic"/>
                <a:ea typeface="Yu Gothic"/>
                <a:cs typeface="Yu Gothic"/>
              </a:defRPr>
            </a:pPr>
            <a:r>
              <a:rPr sz="2025" b="0">
                <a:solidFill>
                  <a:srgbClr val="182B33"/>
                </a:solidFill>
                <a:latin typeface="Yu Gothic"/>
                <a:ea typeface="Yu Gothic"/>
                <a:cs typeface="Yu Gothic"/>
              </a:rPr>
              <a:t>表示は0.0001 mに丸め。計算途中は丸めない。</a:t>
            </a:r>
          </a:p>
        </p:txBody>
      </p:sp>
    </p:spTree>
    <p:extLst>
      <p:ext uri="{BB962C8B-B14F-4D97-AF65-F5344CB8AC3E}">
        <p14:creationId xmlns:p14="http://schemas.microsoft.com/office/powerpoint/2010/main" val="1743961067"/>
      </p:ext>
    </p:extLst>
  </p:cSld>
</p:sld>
</file>

<file path=ppt/slides/slide4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01B93B8F-54A1-4580-8C39-C48D05DB4597}"/>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0A154ECF-44DB-4766-8F14-0A9A3D9EE942}"/>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偏心観測</a:t>
            </a:r>
          </a:p>
        </p:txBody>
      </p:sp>
      <p:sp>
        <p:nvSpPr>
          <p:cNvPr id="3" name="">
            <a:extLst xmlns:a="http://schemas.openxmlformats.org/drawingml/2006/main">
              <a:ext uri="{FF2B5EF4-FFF2-40B4-BE49-F238E27FC236}">
                <a16:creationId xmlns:a16="http://schemas.microsoft.com/office/drawing/2014/main" id="{898A93C2-AE45-4301-9388-CEDC187747C4}"/>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小角近似では、単位はラジアン</a:t>
            </a:r>
          </a:p>
        </p:txBody>
      </p:sp>
      <p:sp>
        <p:nvSpPr>
          <p:cNvPr id="4" name="">
            <a:extLst xmlns:a="http://schemas.openxmlformats.org/drawingml/2006/main">
              <a:ext uri="{FF2B5EF4-FFF2-40B4-BE49-F238E27FC236}">
                <a16:creationId xmlns:a16="http://schemas.microsoft.com/office/drawing/2014/main" id="{AB8E7214-601C-4900-B0EC-22FBEA294E3F}"/>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5F6E1A92-38F4-481D-8286-3B83F4A637AE}"/>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46</a:t>
            </a:r>
          </a:p>
        </p:txBody>
      </p:sp>
      <p:sp>
        <p:nvSpPr>
          <p:cNvPr id="6" name="">
            <a:extLst xmlns:a="http://schemas.openxmlformats.org/drawingml/2006/main">
              <a:ext uri="{FF2B5EF4-FFF2-40B4-BE49-F238E27FC236}">
                <a16:creationId xmlns:a16="http://schemas.microsoft.com/office/drawing/2014/main" id="{078C6F2D-CAAF-453C-9AAB-4464C52ED2E3}"/>
              </a:ext>
            </a:extLst>
          </p:cNvPr>
          <p:cNvSpPr>
            <a:spLocks xmlns:a="http://schemas.openxmlformats.org/drawingml/2006/main" noGrp="1"/>
          </p:cNvSpPr>
          <p:nvPr/>
        </p:nvSpPr>
        <p:spPr>
          <a:xfrm xmlns:a="http://schemas.openxmlformats.org/drawingml/2006/main">
            <a:off x="723900" y="1504950"/>
            <a:ext cx="10668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75" b="1">
                <a:solidFill>
                  <a:srgbClr val="52616A"/>
                </a:solidFill>
                <a:latin typeface="Yu Gothic"/>
                <a:ea typeface="Yu Gothic"/>
                <a:cs typeface="Yu Gothic"/>
              </a:defRPr>
            </a:defPPr>
            <a:lvl1pPr algn="l">
              <a:defRPr sz="2175" b="1">
                <a:solidFill>
                  <a:srgbClr val="52616A"/>
                </a:solidFill>
                <a:latin typeface="Yu Gothic"/>
                <a:ea typeface="Yu Gothic"/>
                <a:cs typeface="Yu Gothic"/>
              </a:defRPr>
            </a:lvl1pPr>
            <a:lvl2pPr algn="l">
              <a:defRPr sz="2175" b="1">
                <a:solidFill>
                  <a:srgbClr val="52616A"/>
                </a:solidFill>
                <a:latin typeface="Yu Gothic"/>
                <a:ea typeface="Yu Gothic"/>
                <a:cs typeface="Yu Gothic"/>
              </a:defRPr>
            </a:lvl2pPr>
            <a:lvl3pPr algn="l">
              <a:defRPr sz="2175" b="1">
                <a:solidFill>
                  <a:srgbClr val="52616A"/>
                </a:solidFill>
                <a:latin typeface="Yu Gothic"/>
                <a:ea typeface="Yu Gothic"/>
                <a:cs typeface="Yu Gothic"/>
              </a:defRPr>
            </a:lvl3pPr>
            <a:lvl4pPr algn="l">
              <a:defRPr sz="2175" b="1">
                <a:solidFill>
                  <a:srgbClr val="52616A"/>
                </a:solidFill>
                <a:latin typeface="Yu Gothic"/>
                <a:ea typeface="Yu Gothic"/>
                <a:cs typeface="Yu Gothic"/>
              </a:defRPr>
            </a:lvl4pPr>
            <a:lvl5pPr algn="l">
              <a:defRPr sz="2175" b="1">
                <a:solidFill>
                  <a:srgbClr val="52616A"/>
                </a:solidFill>
                <a:latin typeface="Yu Gothic"/>
                <a:ea typeface="Yu Gothic"/>
                <a:cs typeface="Yu Gothic"/>
              </a:defRPr>
            </a:lvl5pPr>
            <a:lvl6pPr algn="l">
              <a:defRPr sz="2175" b="1">
                <a:solidFill>
                  <a:srgbClr val="52616A"/>
                </a:solidFill>
                <a:latin typeface="Yu Gothic"/>
                <a:ea typeface="Yu Gothic"/>
                <a:cs typeface="Yu Gothic"/>
              </a:defRPr>
            </a:lvl6pPr>
            <a:lvl7pPr algn="l">
              <a:defRPr sz="2175" b="1">
                <a:solidFill>
                  <a:srgbClr val="52616A"/>
                </a:solidFill>
                <a:latin typeface="Yu Gothic"/>
                <a:ea typeface="Yu Gothic"/>
                <a:cs typeface="Yu Gothic"/>
              </a:defRPr>
            </a:lvl7pPr>
            <a:lvl8pPr algn="l">
              <a:defRPr sz="2175" b="1">
                <a:solidFill>
                  <a:srgbClr val="52616A"/>
                </a:solidFill>
                <a:latin typeface="Yu Gothic"/>
                <a:ea typeface="Yu Gothic"/>
                <a:cs typeface="Yu Gothic"/>
              </a:defRPr>
            </a:lvl8pPr>
            <a:lvl9pPr algn="l">
              <a:defRPr sz="2175" b="1">
                <a:solidFill>
                  <a:srgbClr val="52616A"/>
                </a:solidFill>
                <a:latin typeface="Yu Gothic"/>
                <a:ea typeface="Yu Gothic"/>
                <a:cs typeface="Yu Gothic"/>
              </a:defRPr>
            </a:lvl9pPr>
          </a:lstStyle>
          <a:p xmlns:a="http://schemas.openxmlformats.org/drawingml/2006/main">
            <a:pPr algn="l">
              <a:defRPr sz="2175" b="1">
                <a:solidFill>
                  <a:srgbClr val="52616A"/>
                </a:solidFill>
                <a:latin typeface="Yu Gothic"/>
                <a:ea typeface="Yu Gothic"/>
                <a:cs typeface="Yu Gothic"/>
              </a:defRPr>
            </a:pPr>
            <a:r>
              <a:rPr sz="2175" b="1">
                <a:solidFill>
                  <a:srgbClr val="52616A"/>
                </a:solidFill>
                <a:latin typeface="Yu Gothic"/>
                <a:ea typeface="Yu Gothic"/>
                <a:cs typeface="Yu Gothic"/>
              </a:rPr>
              <a:t>概算と厳密計算の役割を分ける</a:t>
            </a:r>
          </a:p>
        </p:txBody>
      </p:sp>
      <p:sp>
        <p:nvSpPr>
          <p:cNvPr id="7" name="">
            <a:extLst xmlns:a="http://schemas.openxmlformats.org/drawingml/2006/main">
              <a:ext uri="{FF2B5EF4-FFF2-40B4-BE49-F238E27FC236}">
                <a16:creationId xmlns:a16="http://schemas.microsoft.com/office/drawing/2014/main" id="{B54A6977-53BA-437D-8C25-9C42936284B0}"/>
              </a:ext>
            </a:extLst>
          </p:cNvPr>
          <p:cNvSpPr>
            <a:spLocks xmlns:a="http://schemas.openxmlformats.org/drawingml/2006/main" noGrp="1"/>
          </p:cNvSpPr>
          <p:nvPr/>
        </p:nvSpPr>
        <p:spPr>
          <a:xfrm xmlns:a="http://schemas.openxmlformats.org/drawingml/2006/main">
            <a:off x="6076950" y="2095500"/>
            <a:ext cx="0" cy="314325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8" name="">
            <a:extLst xmlns:a="http://schemas.openxmlformats.org/drawingml/2006/main">
              <a:ext uri="{FF2B5EF4-FFF2-40B4-BE49-F238E27FC236}">
                <a16:creationId xmlns:a16="http://schemas.microsoft.com/office/drawing/2014/main" id="{0E0ADA3F-0A5A-4EDE-A3B9-D970C44AECBB}"/>
              </a:ext>
            </a:extLst>
          </p:cNvPr>
          <p:cNvSpPr>
            <a:spLocks xmlns:a="http://schemas.openxmlformats.org/drawingml/2006/main" noGrp="1"/>
          </p:cNvSpPr>
          <p:nvPr/>
        </p:nvSpPr>
        <p:spPr>
          <a:xfrm xmlns:a="http://schemas.openxmlformats.org/drawingml/2006/main">
            <a:off x="742950" y="2095500"/>
            <a:ext cx="4953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550" b="1">
                <a:solidFill>
                  <a:srgbClr val="166B68"/>
                </a:solidFill>
                <a:latin typeface="Yu Gothic"/>
                <a:ea typeface="Yu Gothic"/>
                <a:cs typeface="Yu Gothic"/>
              </a:defRPr>
            </a:defPPr>
            <a:lvl1pPr algn="l">
              <a:defRPr sz="2550" b="1">
                <a:solidFill>
                  <a:srgbClr val="166B68"/>
                </a:solidFill>
                <a:latin typeface="Yu Gothic"/>
                <a:ea typeface="Yu Gothic"/>
                <a:cs typeface="Yu Gothic"/>
              </a:defRPr>
            </a:lvl1pPr>
            <a:lvl2pPr algn="l">
              <a:defRPr sz="2550" b="1">
                <a:solidFill>
                  <a:srgbClr val="166B68"/>
                </a:solidFill>
                <a:latin typeface="Yu Gothic"/>
                <a:ea typeface="Yu Gothic"/>
                <a:cs typeface="Yu Gothic"/>
              </a:defRPr>
            </a:lvl2pPr>
            <a:lvl3pPr algn="l">
              <a:defRPr sz="2550" b="1">
                <a:solidFill>
                  <a:srgbClr val="166B68"/>
                </a:solidFill>
                <a:latin typeface="Yu Gothic"/>
                <a:ea typeface="Yu Gothic"/>
                <a:cs typeface="Yu Gothic"/>
              </a:defRPr>
            </a:lvl3pPr>
            <a:lvl4pPr algn="l">
              <a:defRPr sz="2550" b="1">
                <a:solidFill>
                  <a:srgbClr val="166B68"/>
                </a:solidFill>
                <a:latin typeface="Yu Gothic"/>
                <a:ea typeface="Yu Gothic"/>
                <a:cs typeface="Yu Gothic"/>
              </a:defRPr>
            </a:lvl4pPr>
            <a:lvl5pPr algn="l">
              <a:defRPr sz="2550" b="1">
                <a:solidFill>
                  <a:srgbClr val="166B68"/>
                </a:solidFill>
                <a:latin typeface="Yu Gothic"/>
                <a:ea typeface="Yu Gothic"/>
                <a:cs typeface="Yu Gothic"/>
              </a:defRPr>
            </a:lvl5pPr>
            <a:lvl6pPr algn="l">
              <a:defRPr sz="2550" b="1">
                <a:solidFill>
                  <a:srgbClr val="166B68"/>
                </a:solidFill>
                <a:latin typeface="Yu Gothic"/>
                <a:ea typeface="Yu Gothic"/>
                <a:cs typeface="Yu Gothic"/>
              </a:defRPr>
            </a:lvl6pPr>
            <a:lvl7pPr algn="l">
              <a:defRPr sz="2550" b="1">
                <a:solidFill>
                  <a:srgbClr val="166B68"/>
                </a:solidFill>
                <a:latin typeface="Yu Gothic"/>
                <a:ea typeface="Yu Gothic"/>
                <a:cs typeface="Yu Gothic"/>
              </a:defRPr>
            </a:lvl7pPr>
            <a:lvl8pPr algn="l">
              <a:defRPr sz="2550" b="1">
                <a:solidFill>
                  <a:srgbClr val="166B68"/>
                </a:solidFill>
                <a:latin typeface="Yu Gothic"/>
                <a:ea typeface="Yu Gothic"/>
                <a:cs typeface="Yu Gothic"/>
              </a:defRPr>
            </a:lvl8pPr>
            <a:lvl9pPr algn="l">
              <a:defRPr sz="2550" b="1">
                <a:solidFill>
                  <a:srgbClr val="166B68"/>
                </a:solidFill>
                <a:latin typeface="Yu Gothic"/>
                <a:ea typeface="Yu Gothic"/>
                <a:cs typeface="Yu Gothic"/>
              </a:defRPr>
            </a:lvl9pPr>
          </a:lstStyle>
          <a:p xmlns:a="http://schemas.openxmlformats.org/drawingml/2006/main">
            <a:pPr algn="l">
              <a:defRPr sz="2550" b="1">
                <a:solidFill>
                  <a:srgbClr val="166B68"/>
                </a:solidFill>
                <a:latin typeface="Yu Gothic"/>
                <a:ea typeface="Yu Gothic"/>
                <a:cs typeface="Yu Gothic"/>
              </a:defRPr>
            </a:pPr>
            <a:r>
              <a:rPr sz="2550" b="1">
                <a:solidFill>
                  <a:srgbClr val="166B68"/>
                </a:solidFill>
                <a:latin typeface="Yu Gothic"/>
                <a:ea typeface="Yu Gothic"/>
                <a:cs typeface="Yu Gothic"/>
              </a:rPr>
              <a:t>概算</a:t>
            </a:r>
          </a:p>
        </p:txBody>
      </p:sp>
      <p:sp>
        <p:nvSpPr>
          <p:cNvPr id="9" name="">
            <a:extLst xmlns:a="http://schemas.openxmlformats.org/drawingml/2006/main">
              <a:ext uri="{FF2B5EF4-FFF2-40B4-BE49-F238E27FC236}">
                <a16:creationId xmlns:a16="http://schemas.microsoft.com/office/drawing/2014/main" id="{5E0649D9-E79D-4A82-A75D-8732272A0646}"/>
              </a:ext>
            </a:extLst>
          </p:cNvPr>
          <p:cNvSpPr>
            <a:spLocks xmlns:a="http://schemas.openxmlformats.org/drawingml/2006/main" noGrp="1"/>
          </p:cNvSpPr>
          <p:nvPr/>
        </p:nvSpPr>
        <p:spPr>
          <a:xfrm xmlns:a="http://schemas.openxmlformats.org/drawingml/2006/main">
            <a:off x="6477000" y="2095500"/>
            <a:ext cx="4953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550" b="1">
                <a:solidFill>
                  <a:srgbClr val="A94737"/>
                </a:solidFill>
                <a:latin typeface="Yu Gothic"/>
                <a:ea typeface="Yu Gothic"/>
                <a:cs typeface="Yu Gothic"/>
              </a:defRPr>
            </a:defPPr>
            <a:lvl1pPr algn="l">
              <a:defRPr sz="2550" b="1">
                <a:solidFill>
                  <a:srgbClr val="A94737"/>
                </a:solidFill>
                <a:latin typeface="Yu Gothic"/>
                <a:ea typeface="Yu Gothic"/>
                <a:cs typeface="Yu Gothic"/>
              </a:defRPr>
            </a:lvl1pPr>
            <a:lvl2pPr algn="l">
              <a:defRPr sz="2550" b="1">
                <a:solidFill>
                  <a:srgbClr val="A94737"/>
                </a:solidFill>
                <a:latin typeface="Yu Gothic"/>
                <a:ea typeface="Yu Gothic"/>
                <a:cs typeface="Yu Gothic"/>
              </a:defRPr>
            </a:lvl2pPr>
            <a:lvl3pPr algn="l">
              <a:defRPr sz="2550" b="1">
                <a:solidFill>
                  <a:srgbClr val="A94737"/>
                </a:solidFill>
                <a:latin typeface="Yu Gothic"/>
                <a:ea typeface="Yu Gothic"/>
                <a:cs typeface="Yu Gothic"/>
              </a:defRPr>
            </a:lvl3pPr>
            <a:lvl4pPr algn="l">
              <a:defRPr sz="2550" b="1">
                <a:solidFill>
                  <a:srgbClr val="A94737"/>
                </a:solidFill>
                <a:latin typeface="Yu Gothic"/>
                <a:ea typeface="Yu Gothic"/>
                <a:cs typeface="Yu Gothic"/>
              </a:defRPr>
            </a:lvl4pPr>
            <a:lvl5pPr algn="l">
              <a:defRPr sz="2550" b="1">
                <a:solidFill>
                  <a:srgbClr val="A94737"/>
                </a:solidFill>
                <a:latin typeface="Yu Gothic"/>
                <a:ea typeface="Yu Gothic"/>
                <a:cs typeface="Yu Gothic"/>
              </a:defRPr>
            </a:lvl5pPr>
            <a:lvl6pPr algn="l">
              <a:defRPr sz="2550" b="1">
                <a:solidFill>
                  <a:srgbClr val="A94737"/>
                </a:solidFill>
                <a:latin typeface="Yu Gothic"/>
                <a:ea typeface="Yu Gothic"/>
                <a:cs typeface="Yu Gothic"/>
              </a:defRPr>
            </a:lvl6pPr>
            <a:lvl7pPr algn="l">
              <a:defRPr sz="2550" b="1">
                <a:solidFill>
                  <a:srgbClr val="A94737"/>
                </a:solidFill>
                <a:latin typeface="Yu Gothic"/>
                <a:ea typeface="Yu Gothic"/>
                <a:cs typeface="Yu Gothic"/>
              </a:defRPr>
            </a:lvl7pPr>
            <a:lvl8pPr algn="l">
              <a:defRPr sz="2550" b="1">
                <a:solidFill>
                  <a:srgbClr val="A94737"/>
                </a:solidFill>
                <a:latin typeface="Yu Gothic"/>
                <a:ea typeface="Yu Gothic"/>
                <a:cs typeface="Yu Gothic"/>
              </a:defRPr>
            </a:lvl8pPr>
            <a:lvl9pPr algn="l">
              <a:defRPr sz="2550" b="1">
                <a:solidFill>
                  <a:srgbClr val="A94737"/>
                </a:solidFill>
                <a:latin typeface="Yu Gothic"/>
                <a:ea typeface="Yu Gothic"/>
                <a:cs typeface="Yu Gothic"/>
              </a:defRPr>
            </a:lvl9pPr>
          </a:lstStyle>
          <a:p xmlns:a="http://schemas.openxmlformats.org/drawingml/2006/main">
            <a:pPr algn="l">
              <a:defRPr sz="2550" b="1">
                <a:solidFill>
                  <a:srgbClr val="A94737"/>
                </a:solidFill>
                <a:latin typeface="Yu Gothic"/>
                <a:ea typeface="Yu Gothic"/>
                <a:cs typeface="Yu Gothic"/>
              </a:defRPr>
            </a:pPr>
            <a:r>
              <a:rPr sz="2550" b="1">
                <a:solidFill>
                  <a:srgbClr val="A94737"/>
                </a:solidFill>
                <a:latin typeface="Yu Gothic"/>
                <a:ea typeface="Yu Gothic"/>
                <a:cs typeface="Yu Gothic"/>
              </a:rPr>
              <a:t>厳密計算</a:t>
            </a:r>
          </a:p>
        </p:txBody>
      </p:sp>
      <p:sp>
        <p:nvSpPr>
          <p:cNvPr id="10" name="">
            <a:extLst xmlns:a="http://schemas.openxmlformats.org/drawingml/2006/main">
              <a:ext uri="{FF2B5EF4-FFF2-40B4-BE49-F238E27FC236}">
                <a16:creationId xmlns:a16="http://schemas.microsoft.com/office/drawing/2014/main" id="{77FFE10E-8F60-4E03-B879-082E5C047834}"/>
              </a:ext>
            </a:extLst>
          </p:cNvPr>
          <p:cNvSpPr>
            <a:spLocks xmlns:a="http://schemas.openxmlformats.org/drawingml/2006/main" noGrp="1"/>
          </p:cNvSpPr>
          <p:nvPr/>
        </p:nvSpPr>
        <p:spPr>
          <a:xfrm xmlns:a="http://schemas.openxmlformats.org/drawingml/2006/main">
            <a:off x="781050" y="2686050"/>
            <a:ext cx="228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275" b="1">
                <a:solidFill>
                  <a:srgbClr val="166B68"/>
                </a:solidFill>
                <a:latin typeface="Yu Gothic"/>
                <a:ea typeface="Yu Gothic"/>
                <a:cs typeface="Yu Gothic"/>
              </a:defRPr>
            </a:defPPr>
            <a:lvl1pPr algn="ctr">
              <a:defRPr sz="1275" b="1">
                <a:solidFill>
                  <a:srgbClr val="166B68"/>
                </a:solidFill>
                <a:latin typeface="Yu Gothic"/>
                <a:ea typeface="Yu Gothic"/>
                <a:cs typeface="Yu Gothic"/>
              </a:defRPr>
            </a:lvl1pPr>
            <a:lvl2pPr algn="ctr">
              <a:defRPr sz="1275" b="1">
                <a:solidFill>
                  <a:srgbClr val="166B68"/>
                </a:solidFill>
                <a:latin typeface="Yu Gothic"/>
                <a:ea typeface="Yu Gothic"/>
                <a:cs typeface="Yu Gothic"/>
              </a:defRPr>
            </a:lvl2pPr>
            <a:lvl3pPr algn="ctr">
              <a:defRPr sz="1275" b="1">
                <a:solidFill>
                  <a:srgbClr val="166B68"/>
                </a:solidFill>
                <a:latin typeface="Yu Gothic"/>
                <a:ea typeface="Yu Gothic"/>
                <a:cs typeface="Yu Gothic"/>
              </a:defRPr>
            </a:lvl3pPr>
            <a:lvl4pPr algn="ctr">
              <a:defRPr sz="1275" b="1">
                <a:solidFill>
                  <a:srgbClr val="166B68"/>
                </a:solidFill>
                <a:latin typeface="Yu Gothic"/>
                <a:ea typeface="Yu Gothic"/>
                <a:cs typeface="Yu Gothic"/>
              </a:defRPr>
            </a:lvl4pPr>
            <a:lvl5pPr algn="ctr">
              <a:defRPr sz="1275" b="1">
                <a:solidFill>
                  <a:srgbClr val="166B68"/>
                </a:solidFill>
                <a:latin typeface="Yu Gothic"/>
                <a:ea typeface="Yu Gothic"/>
                <a:cs typeface="Yu Gothic"/>
              </a:defRPr>
            </a:lvl5pPr>
            <a:lvl6pPr algn="ctr">
              <a:defRPr sz="1275" b="1">
                <a:solidFill>
                  <a:srgbClr val="166B68"/>
                </a:solidFill>
                <a:latin typeface="Yu Gothic"/>
                <a:ea typeface="Yu Gothic"/>
                <a:cs typeface="Yu Gothic"/>
              </a:defRPr>
            </a:lvl6pPr>
            <a:lvl7pPr algn="ctr">
              <a:defRPr sz="1275" b="1">
                <a:solidFill>
                  <a:srgbClr val="166B68"/>
                </a:solidFill>
                <a:latin typeface="Yu Gothic"/>
                <a:ea typeface="Yu Gothic"/>
                <a:cs typeface="Yu Gothic"/>
              </a:defRPr>
            </a:lvl7pPr>
            <a:lvl8pPr algn="ctr">
              <a:defRPr sz="1275" b="1">
                <a:solidFill>
                  <a:srgbClr val="166B68"/>
                </a:solidFill>
                <a:latin typeface="Yu Gothic"/>
                <a:ea typeface="Yu Gothic"/>
                <a:cs typeface="Yu Gothic"/>
              </a:defRPr>
            </a:lvl8pPr>
            <a:lvl9pPr algn="ctr">
              <a:defRPr sz="1275" b="1">
                <a:solidFill>
                  <a:srgbClr val="166B68"/>
                </a:solidFill>
                <a:latin typeface="Yu Gothic"/>
                <a:ea typeface="Yu Gothic"/>
                <a:cs typeface="Yu Gothic"/>
              </a:defRPr>
            </a:lvl9pPr>
          </a:lstStyle>
          <a:p xmlns:a="http://schemas.openxmlformats.org/drawingml/2006/main">
            <a:pPr algn="ctr">
              <a:defRPr sz="1275" b="1">
                <a:solidFill>
                  <a:srgbClr val="166B68"/>
                </a:solidFill>
                <a:latin typeface="Yu Gothic"/>
                <a:ea typeface="Yu Gothic"/>
                <a:cs typeface="Yu Gothic"/>
              </a:defRPr>
            </a:pPr>
            <a:r>
              <a:rPr sz="1275" b="1">
                <a:solidFill>
                  <a:srgbClr val="166B68"/>
                </a:solidFill>
                <a:latin typeface="Yu Gothic"/>
                <a:ea typeface="Yu Gothic"/>
                <a:cs typeface="Yu Gothic"/>
              </a:rPr>
              <a:t>●</a:t>
            </a:r>
          </a:p>
        </p:txBody>
      </p:sp>
      <p:sp>
        <p:nvSpPr>
          <p:cNvPr id="11" name="">
            <a:extLst xmlns:a="http://schemas.openxmlformats.org/drawingml/2006/main">
              <a:ext uri="{FF2B5EF4-FFF2-40B4-BE49-F238E27FC236}">
                <a16:creationId xmlns:a16="http://schemas.microsoft.com/office/drawing/2014/main" id="{017C5E16-3E4E-4E8A-A2BB-7094206A620E}"/>
              </a:ext>
            </a:extLst>
          </p:cNvPr>
          <p:cNvSpPr>
            <a:spLocks xmlns:a="http://schemas.openxmlformats.org/drawingml/2006/main" noGrp="1"/>
          </p:cNvSpPr>
          <p:nvPr/>
        </p:nvSpPr>
        <p:spPr>
          <a:xfrm xmlns:a="http://schemas.openxmlformats.org/drawingml/2006/main">
            <a:off x="1104900" y="2686050"/>
            <a:ext cx="453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00" b="0">
                <a:solidFill>
                  <a:srgbClr val="182B33"/>
                </a:solidFill>
                <a:latin typeface="Yu Gothic"/>
                <a:ea typeface="Yu Gothic"/>
                <a:cs typeface="Yu Gothic"/>
              </a:defRPr>
            </a:defPPr>
            <a:lvl1pPr algn="l">
              <a:defRPr sz="2100" b="0">
                <a:solidFill>
                  <a:srgbClr val="182B33"/>
                </a:solidFill>
                <a:latin typeface="Yu Gothic"/>
                <a:ea typeface="Yu Gothic"/>
                <a:cs typeface="Yu Gothic"/>
              </a:defRPr>
            </a:lvl1pPr>
            <a:lvl2pPr algn="l">
              <a:defRPr sz="2100" b="0">
                <a:solidFill>
                  <a:srgbClr val="182B33"/>
                </a:solidFill>
                <a:latin typeface="Yu Gothic"/>
                <a:ea typeface="Yu Gothic"/>
                <a:cs typeface="Yu Gothic"/>
              </a:defRPr>
            </a:lvl2pPr>
            <a:lvl3pPr algn="l">
              <a:defRPr sz="2100" b="0">
                <a:solidFill>
                  <a:srgbClr val="182B33"/>
                </a:solidFill>
                <a:latin typeface="Yu Gothic"/>
                <a:ea typeface="Yu Gothic"/>
                <a:cs typeface="Yu Gothic"/>
              </a:defRPr>
            </a:lvl3pPr>
            <a:lvl4pPr algn="l">
              <a:defRPr sz="2100" b="0">
                <a:solidFill>
                  <a:srgbClr val="182B33"/>
                </a:solidFill>
                <a:latin typeface="Yu Gothic"/>
                <a:ea typeface="Yu Gothic"/>
                <a:cs typeface="Yu Gothic"/>
              </a:defRPr>
            </a:lvl4pPr>
            <a:lvl5pPr algn="l">
              <a:defRPr sz="2100" b="0">
                <a:solidFill>
                  <a:srgbClr val="182B33"/>
                </a:solidFill>
                <a:latin typeface="Yu Gothic"/>
                <a:ea typeface="Yu Gothic"/>
                <a:cs typeface="Yu Gothic"/>
              </a:defRPr>
            </a:lvl5pPr>
            <a:lvl6pPr algn="l">
              <a:defRPr sz="2100" b="0">
                <a:solidFill>
                  <a:srgbClr val="182B33"/>
                </a:solidFill>
                <a:latin typeface="Yu Gothic"/>
                <a:ea typeface="Yu Gothic"/>
                <a:cs typeface="Yu Gothic"/>
              </a:defRPr>
            </a:lvl6pPr>
            <a:lvl7pPr algn="l">
              <a:defRPr sz="2100" b="0">
                <a:solidFill>
                  <a:srgbClr val="182B33"/>
                </a:solidFill>
                <a:latin typeface="Yu Gothic"/>
                <a:ea typeface="Yu Gothic"/>
                <a:cs typeface="Yu Gothic"/>
              </a:defRPr>
            </a:lvl7pPr>
            <a:lvl8pPr algn="l">
              <a:defRPr sz="2100" b="0">
                <a:solidFill>
                  <a:srgbClr val="182B33"/>
                </a:solidFill>
                <a:latin typeface="Yu Gothic"/>
                <a:ea typeface="Yu Gothic"/>
                <a:cs typeface="Yu Gothic"/>
              </a:defRPr>
            </a:lvl8pPr>
            <a:lvl9pPr algn="l">
              <a:defRPr sz="2100" b="0">
                <a:solidFill>
                  <a:srgbClr val="182B33"/>
                </a:solidFill>
                <a:latin typeface="Yu Gothic"/>
                <a:ea typeface="Yu Gothic"/>
                <a:cs typeface="Yu Gothic"/>
              </a:defRPr>
            </a:lvl9pPr>
          </a:lstStyle>
          <a:p xmlns:a="http://schemas.openxmlformats.org/drawingml/2006/main">
            <a:pPr algn="l">
              <a:defRPr sz="2100" b="0">
                <a:solidFill>
                  <a:srgbClr val="182B33"/>
                </a:solidFill>
                <a:latin typeface="Yu Gothic"/>
                <a:ea typeface="Yu Gothic"/>
                <a:cs typeface="Yu Gothic"/>
              </a:defRPr>
            </a:pPr>
            <a:r>
              <a:rPr sz="2100" b="0">
                <a:solidFill>
                  <a:srgbClr val="182B33"/>
                </a:solidFill>
                <a:latin typeface="Yu Gothic"/>
                <a:ea typeface="Yu Gothic"/>
                <a:cs typeface="Yu Gothic"/>
              </a:rPr>
              <a:t>δ≈e/r［rad］</a:t>
            </a:r>
          </a:p>
        </p:txBody>
      </p:sp>
      <p:sp>
        <p:nvSpPr>
          <p:cNvPr id="12" name="">
            <a:extLst xmlns:a="http://schemas.openxmlformats.org/drawingml/2006/main">
              <a:ext uri="{FF2B5EF4-FFF2-40B4-BE49-F238E27FC236}">
                <a16:creationId xmlns:a16="http://schemas.microsoft.com/office/drawing/2014/main" id="{09381DD4-644E-4B45-AA19-8D4D23FFDA79}"/>
              </a:ext>
            </a:extLst>
          </p:cNvPr>
          <p:cNvSpPr>
            <a:spLocks xmlns:a="http://schemas.openxmlformats.org/drawingml/2006/main" noGrp="1"/>
          </p:cNvSpPr>
          <p:nvPr/>
        </p:nvSpPr>
        <p:spPr>
          <a:xfrm xmlns:a="http://schemas.openxmlformats.org/drawingml/2006/main">
            <a:off x="781050" y="3181350"/>
            <a:ext cx="228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275" b="1">
                <a:solidFill>
                  <a:srgbClr val="166B68"/>
                </a:solidFill>
                <a:latin typeface="Yu Gothic"/>
                <a:ea typeface="Yu Gothic"/>
                <a:cs typeface="Yu Gothic"/>
              </a:defRPr>
            </a:defPPr>
            <a:lvl1pPr algn="ctr">
              <a:defRPr sz="1275" b="1">
                <a:solidFill>
                  <a:srgbClr val="166B68"/>
                </a:solidFill>
                <a:latin typeface="Yu Gothic"/>
                <a:ea typeface="Yu Gothic"/>
                <a:cs typeface="Yu Gothic"/>
              </a:defRPr>
            </a:lvl1pPr>
            <a:lvl2pPr algn="ctr">
              <a:defRPr sz="1275" b="1">
                <a:solidFill>
                  <a:srgbClr val="166B68"/>
                </a:solidFill>
                <a:latin typeface="Yu Gothic"/>
                <a:ea typeface="Yu Gothic"/>
                <a:cs typeface="Yu Gothic"/>
              </a:defRPr>
            </a:lvl2pPr>
            <a:lvl3pPr algn="ctr">
              <a:defRPr sz="1275" b="1">
                <a:solidFill>
                  <a:srgbClr val="166B68"/>
                </a:solidFill>
                <a:latin typeface="Yu Gothic"/>
                <a:ea typeface="Yu Gothic"/>
                <a:cs typeface="Yu Gothic"/>
              </a:defRPr>
            </a:lvl3pPr>
            <a:lvl4pPr algn="ctr">
              <a:defRPr sz="1275" b="1">
                <a:solidFill>
                  <a:srgbClr val="166B68"/>
                </a:solidFill>
                <a:latin typeface="Yu Gothic"/>
                <a:ea typeface="Yu Gothic"/>
                <a:cs typeface="Yu Gothic"/>
              </a:defRPr>
            </a:lvl4pPr>
            <a:lvl5pPr algn="ctr">
              <a:defRPr sz="1275" b="1">
                <a:solidFill>
                  <a:srgbClr val="166B68"/>
                </a:solidFill>
                <a:latin typeface="Yu Gothic"/>
                <a:ea typeface="Yu Gothic"/>
                <a:cs typeface="Yu Gothic"/>
              </a:defRPr>
            </a:lvl5pPr>
            <a:lvl6pPr algn="ctr">
              <a:defRPr sz="1275" b="1">
                <a:solidFill>
                  <a:srgbClr val="166B68"/>
                </a:solidFill>
                <a:latin typeface="Yu Gothic"/>
                <a:ea typeface="Yu Gothic"/>
                <a:cs typeface="Yu Gothic"/>
              </a:defRPr>
            </a:lvl6pPr>
            <a:lvl7pPr algn="ctr">
              <a:defRPr sz="1275" b="1">
                <a:solidFill>
                  <a:srgbClr val="166B68"/>
                </a:solidFill>
                <a:latin typeface="Yu Gothic"/>
                <a:ea typeface="Yu Gothic"/>
                <a:cs typeface="Yu Gothic"/>
              </a:defRPr>
            </a:lvl7pPr>
            <a:lvl8pPr algn="ctr">
              <a:defRPr sz="1275" b="1">
                <a:solidFill>
                  <a:srgbClr val="166B68"/>
                </a:solidFill>
                <a:latin typeface="Yu Gothic"/>
                <a:ea typeface="Yu Gothic"/>
                <a:cs typeface="Yu Gothic"/>
              </a:defRPr>
            </a:lvl8pPr>
            <a:lvl9pPr algn="ctr">
              <a:defRPr sz="1275" b="1">
                <a:solidFill>
                  <a:srgbClr val="166B68"/>
                </a:solidFill>
                <a:latin typeface="Yu Gothic"/>
                <a:ea typeface="Yu Gothic"/>
                <a:cs typeface="Yu Gothic"/>
              </a:defRPr>
            </a:lvl9pPr>
          </a:lstStyle>
          <a:p xmlns:a="http://schemas.openxmlformats.org/drawingml/2006/main">
            <a:pPr algn="ctr">
              <a:defRPr sz="1275" b="1">
                <a:solidFill>
                  <a:srgbClr val="166B68"/>
                </a:solidFill>
                <a:latin typeface="Yu Gothic"/>
                <a:ea typeface="Yu Gothic"/>
                <a:cs typeface="Yu Gothic"/>
              </a:defRPr>
            </a:pPr>
            <a:r>
              <a:rPr sz="1275" b="1">
                <a:solidFill>
                  <a:srgbClr val="166B68"/>
                </a:solidFill>
                <a:latin typeface="Yu Gothic"/>
                <a:ea typeface="Yu Gothic"/>
                <a:cs typeface="Yu Gothic"/>
              </a:rPr>
              <a:t>●</a:t>
            </a:r>
          </a:p>
        </p:txBody>
      </p:sp>
      <p:sp>
        <p:nvSpPr>
          <p:cNvPr id="13" name="">
            <a:extLst xmlns:a="http://schemas.openxmlformats.org/drawingml/2006/main">
              <a:ext uri="{FF2B5EF4-FFF2-40B4-BE49-F238E27FC236}">
                <a16:creationId xmlns:a16="http://schemas.microsoft.com/office/drawing/2014/main" id="{C3EF1D58-8C02-4643-ACB1-43F13A90243C}"/>
              </a:ext>
            </a:extLst>
          </p:cNvPr>
          <p:cNvSpPr>
            <a:spLocks xmlns:a="http://schemas.openxmlformats.org/drawingml/2006/main" noGrp="1"/>
          </p:cNvSpPr>
          <p:nvPr/>
        </p:nvSpPr>
        <p:spPr>
          <a:xfrm xmlns:a="http://schemas.openxmlformats.org/drawingml/2006/main">
            <a:off x="1104900" y="3181350"/>
            <a:ext cx="453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00" b="0">
                <a:solidFill>
                  <a:srgbClr val="182B33"/>
                </a:solidFill>
                <a:latin typeface="Yu Gothic"/>
                <a:ea typeface="Yu Gothic"/>
                <a:cs typeface="Yu Gothic"/>
              </a:defRPr>
            </a:defPPr>
            <a:lvl1pPr algn="l">
              <a:defRPr sz="2100" b="0">
                <a:solidFill>
                  <a:srgbClr val="182B33"/>
                </a:solidFill>
                <a:latin typeface="Yu Gothic"/>
                <a:ea typeface="Yu Gothic"/>
                <a:cs typeface="Yu Gothic"/>
              </a:defRPr>
            </a:lvl1pPr>
            <a:lvl2pPr algn="l">
              <a:defRPr sz="2100" b="0">
                <a:solidFill>
                  <a:srgbClr val="182B33"/>
                </a:solidFill>
                <a:latin typeface="Yu Gothic"/>
                <a:ea typeface="Yu Gothic"/>
                <a:cs typeface="Yu Gothic"/>
              </a:defRPr>
            </a:lvl2pPr>
            <a:lvl3pPr algn="l">
              <a:defRPr sz="2100" b="0">
                <a:solidFill>
                  <a:srgbClr val="182B33"/>
                </a:solidFill>
                <a:latin typeface="Yu Gothic"/>
                <a:ea typeface="Yu Gothic"/>
                <a:cs typeface="Yu Gothic"/>
              </a:defRPr>
            </a:lvl3pPr>
            <a:lvl4pPr algn="l">
              <a:defRPr sz="2100" b="0">
                <a:solidFill>
                  <a:srgbClr val="182B33"/>
                </a:solidFill>
                <a:latin typeface="Yu Gothic"/>
                <a:ea typeface="Yu Gothic"/>
                <a:cs typeface="Yu Gothic"/>
              </a:defRPr>
            </a:lvl4pPr>
            <a:lvl5pPr algn="l">
              <a:defRPr sz="2100" b="0">
                <a:solidFill>
                  <a:srgbClr val="182B33"/>
                </a:solidFill>
                <a:latin typeface="Yu Gothic"/>
                <a:ea typeface="Yu Gothic"/>
                <a:cs typeface="Yu Gothic"/>
              </a:defRPr>
            </a:lvl5pPr>
            <a:lvl6pPr algn="l">
              <a:defRPr sz="2100" b="0">
                <a:solidFill>
                  <a:srgbClr val="182B33"/>
                </a:solidFill>
                <a:latin typeface="Yu Gothic"/>
                <a:ea typeface="Yu Gothic"/>
                <a:cs typeface="Yu Gothic"/>
              </a:defRPr>
            </a:lvl6pPr>
            <a:lvl7pPr algn="l">
              <a:defRPr sz="2100" b="0">
                <a:solidFill>
                  <a:srgbClr val="182B33"/>
                </a:solidFill>
                <a:latin typeface="Yu Gothic"/>
                <a:ea typeface="Yu Gothic"/>
                <a:cs typeface="Yu Gothic"/>
              </a:defRPr>
            </a:lvl7pPr>
            <a:lvl8pPr algn="l">
              <a:defRPr sz="2100" b="0">
                <a:solidFill>
                  <a:srgbClr val="182B33"/>
                </a:solidFill>
                <a:latin typeface="Yu Gothic"/>
                <a:ea typeface="Yu Gothic"/>
                <a:cs typeface="Yu Gothic"/>
              </a:defRPr>
            </a:lvl8pPr>
            <a:lvl9pPr algn="l">
              <a:defRPr sz="2100" b="0">
                <a:solidFill>
                  <a:srgbClr val="182B33"/>
                </a:solidFill>
                <a:latin typeface="Yu Gothic"/>
                <a:ea typeface="Yu Gothic"/>
                <a:cs typeface="Yu Gothic"/>
              </a:defRPr>
            </a:lvl9pPr>
          </a:lstStyle>
          <a:p xmlns:a="http://schemas.openxmlformats.org/drawingml/2006/main">
            <a:pPr algn="l">
              <a:defRPr sz="2100" b="0">
                <a:solidFill>
                  <a:srgbClr val="182B33"/>
                </a:solidFill>
                <a:latin typeface="Yu Gothic"/>
                <a:ea typeface="Yu Gothic"/>
                <a:cs typeface="Yu Gothic"/>
              </a:defRPr>
            </a:pPr>
            <a:r>
              <a:rPr sz="2100" b="0">
                <a:solidFill>
                  <a:srgbClr val="182B33"/>
                </a:solidFill>
                <a:latin typeface="Yu Gothic"/>
                <a:ea typeface="Yu Gothic"/>
                <a:cs typeface="Yu Gothic"/>
              </a:rPr>
              <a:t>1/100＝0.01 rad</a:t>
            </a:r>
          </a:p>
        </p:txBody>
      </p:sp>
      <p:sp>
        <p:nvSpPr>
          <p:cNvPr id="14" name="">
            <a:extLst xmlns:a="http://schemas.openxmlformats.org/drawingml/2006/main">
              <a:ext uri="{FF2B5EF4-FFF2-40B4-BE49-F238E27FC236}">
                <a16:creationId xmlns:a16="http://schemas.microsoft.com/office/drawing/2014/main" id="{B2A492C2-F9A3-419F-8354-3FB8B0FF1A72}"/>
              </a:ext>
            </a:extLst>
          </p:cNvPr>
          <p:cNvSpPr>
            <a:spLocks xmlns:a="http://schemas.openxmlformats.org/drawingml/2006/main" noGrp="1"/>
          </p:cNvSpPr>
          <p:nvPr/>
        </p:nvSpPr>
        <p:spPr>
          <a:xfrm xmlns:a="http://schemas.openxmlformats.org/drawingml/2006/main">
            <a:off x="781050" y="3676650"/>
            <a:ext cx="228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275" b="1">
                <a:solidFill>
                  <a:srgbClr val="166B68"/>
                </a:solidFill>
                <a:latin typeface="Yu Gothic"/>
                <a:ea typeface="Yu Gothic"/>
                <a:cs typeface="Yu Gothic"/>
              </a:defRPr>
            </a:defPPr>
            <a:lvl1pPr algn="ctr">
              <a:defRPr sz="1275" b="1">
                <a:solidFill>
                  <a:srgbClr val="166B68"/>
                </a:solidFill>
                <a:latin typeface="Yu Gothic"/>
                <a:ea typeface="Yu Gothic"/>
                <a:cs typeface="Yu Gothic"/>
              </a:defRPr>
            </a:lvl1pPr>
            <a:lvl2pPr algn="ctr">
              <a:defRPr sz="1275" b="1">
                <a:solidFill>
                  <a:srgbClr val="166B68"/>
                </a:solidFill>
                <a:latin typeface="Yu Gothic"/>
                <a:ea typeface="Yu Gothic"/>
                <a:cs typeface="Yu Gothic"/>
              </a:defRPr>
            </a:lvl2pPr>
            <a:lvl3pPr algn="ctr">
              <a:defRPr sz="1275" b="1">
                <a:solidFill>
                  <a:srgbClr val="166B68"/>
                </a:solidFill>
                <a:latin typeface="Yu Gothic"/>
                <a:ea typeface="Yu Gothic"/>
                <a:cs typeface="Yu Gothic"/>
              </a:defRPr>
            </a:lvl3pPr>
            <a:lvl4pPr algn="ctr">
              <a:defRPr sz="1275" b="1">
                <a:solidFill>
                  <a:srgbClr val="166B68"/>
                </a:solidFill>
                <a:latin typeface="Yu Gothic"/>
                <a:ea typeface="Yu Gothic"/>
                <a:cs typeface="Yu Gothic"/>
              </a:defRPr>
            </a:lvl4pPr>
            <a:lvl5pPr algn="ctr">
              <a:defRPr sz="1275" b="1">
                <a:solidFill>
                  <a:srgbClr val="166B68"/>
                </a:solidFill>
                <a:latin typeface="Yu Gothic"/>
                <a:ea typeface="Yu Gothic"/>
                <a:cs typeface="Yu Gothic"/>
              </a:defRPr>
            </a:lvl5pPr>
            <a:lvl6pPr algn="ctr">
              <a:defRPr sz="1275" b="1">
                <a:solidFill>
                  <a:srgbClr val="166B68"/>
                </a:solidFill>
                <a:latin typeface="Yu Gothic"/>
                <a:ea typeface="Yu Gothic"/>
                <a:cs typeface="Yu Gothic"/>
              </a:defRPr>
            </a:lvl6pPr>
            <a:lvl7pPr algn="ctr">
              <a:defRPr sz="1275" b="1">
                <a:solidFill>
                  <a:srgbClr val="166B68"/>
                </a:solidFill>
                <a:latin typeface="Yu Gothic"/>
                <a:ea typeface="Yu Gothic"/>
                <a:cs typeface="Yu Gothic"/>
              </a:defRPr>
            </a:lvl7pPr>
            <a:lvl8pPr algn="ctr">
              <a:defRPr sz="1275" b="1">
                <a:solidFill>
                  <a:srgbClr val="166B68"/>
                </a:solidFill>
                <a:latin typeface="Yu Gothic"/>
                <a:ea typeface="Yu Gothic"/>
                <a:cs typeface="Yu Gothic"/>
              </a:defRPr>
            </a:lvl8pPr>
            <a:lvl9pPr algn="ctr">
              <a:defRPr sz="1275" b="1">
                <a:solidFill>
                  <a:srgbClr val="166B68"/>
                </a:solidFill>
                <a:latin typeface="Yu Gothic"/>
                <a:ea typeface="Yu Gothic"/>
                <a:cs typeface="Yu Gothic"/>
              </a:defRPr>
            </a:lvl9pPr>
          </a:lstStyle>
          <a:p xmlns:a="http://schemas.openxmlformats.org/drawingml/2006/main">
            <a:pPr algn="ctr">
              <a:defRPr sz="1275" b="1">
                <a:solidFill>
                  <a:srgbClr val="166B68"/>
                </a:solidFill>
                <a:latin typeface="Yu Gothic"/>
                <a:ea typeface="Yu Gothic"/>
                <a:cs typeface="Yu Gothic"/>
              </a:defRPr>
            </a:pPr>
            <a:r>
              <a:rPr sz="1275" b="1">
                <a:solidFill>
                  <a:srgbClr val="166B68"/>
                </a:solidFill>
                <a:latin typeface="Yu Gothic"/>
                <a:ea typeface="Yu Gothic"/>
                <a:cs typeface="Yu Gothic"/>
              </a:rPr>
              <a:t>●</a:t>
            </a:r>
          </a:p>
        </p:txBody>
      </p:sp>
      <p:sp>
        <p:nvSpPr>
          <p:cNvPr id="15" name="">
            <a:extLst xmlns:a="http://schemas.openxmlformats.org/drawingml/2006/main">
              <a:ext uri="{FF2B5EF4-FFF2-40B4-BE49-F238E27FC236}">
                <a16:creationId xmlns:a16="http://schemas.microsoft.com/office/drawing/2014/main" id="{8C16E046-5BBC-4B3C-8002-AFD90F22703C}"/>
              </a:ext>
            </a:extLst>
          </p:cNvPr>
          <p:cNvSpPr>
            <a:spLocks xmlns:a="http://schemas.openxmlformats.org/drawingml/2006/main" noGrp="1"/>
          </p:cNvSpPr>
          <p:nvPr/>
        </p:nvSpPr>
        <p:spPr>
          <a:xfrm xmlns:a="http://schemas.openxmlformats.org/drawingml/2006/main">
            <a:off x="1104900" y="3676650"/>
            <a:ext cx="453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00" b="0">
                <a:solidFill>
                  <a:srgbClr val="182B33"/>
                </a:solidFill>
                <a:latin typeface="Yu Gothic"/>
                <a:ea typeface="Yu Gothic"/>
                <a:cs typeface="Yu Gothic"/>
              </a:defRPr>
            </a:defPPr>
            <a:lvl1pPr algn="l">
              <a:defRPr sz="2100" b="0">
                <a:solidFill>
                  <a:srgbClr val="182B33"/>
                </a:solidFill>
                <a:latin typeface="Yu Gothic"/>
                <a:ea typeface="Yu Gothic"/>
                <a:cs typeface="Yu Gothic"/>
              </a:defRPr>
            </a:lvl1pPr>
            <a:lvl2pPr algn="l">
              <a:defRPr sz="2100" b="0">
                <a:solidFill>
                  <a:srgbClr val="182B33"/>
                </a:solidFill>
                <a:latin typeface="Yu Gothic"/>
                <a:ea typeface="Yu Gothic"/>
                <a:cs typeface="Yu Gothic"/>
              </a:defRPr>
            </a:lvl2pPr>
            <a:lvl3pPr algn="l">
              <a:defRPr sz="2100" b="0">
                <a:solidFill>
                  <a:srgbClr val="182B33"/>
                </a:solidFill>
                <a:latin typeface="Yu Gothic"/>
                <a:ea typeface="Yu Gothic"/>
                <a:cs typeface="Yu Gothic"/>
              </a:defRPr>
            </a:lvl3pPr>
            <a:lvl4pPr algn="l">
              <a:defRPr sz="2100" b="0">
                <a:solidFill>
                  <a:srgbClr val="182B33"/>
                </a:solidFill>
                <a:latin typeface="Yu Gothic"/>
                <a:ea typeface="Yu Gothic"/>
                <a:cs typeface="Yu Gothic"/>
              </a:defRPr>
            </a:lvl4pPr>
            <a:lvl5pPr algn="l">
              <a:defRPr sz="2100" b="0">
                <a:solidFill>
                  <a:srgbClr val="182B33"/>
                </a:solidFill>
                <a:latin typeface="Yu Gothic"/>
                <a:ea typeface="Yu Gothic"/>
                <a:cs typeface="Yu Gothic"/>
              </a:defRPr>
            </a:lvl5pPr>
            <a:lvl6pPr algn="l">
              <a:defRPr sz="2100" b="0">
                <a:solidFill>
                  <a:srgbClr val="182B33"/>
                </a:solidFill>
                <a:latin typeface="Yu Gothic"/>
                <a:ea typeface="Yu Gothic"/>
                <a:cs typeface="Yu Gothic"/>
              </a:defRPr>
            </a:lvl6pPr>
            <a:lvl7pPr algn="l">
              <a:defRPr sz="2100" b="0">
                <a:solidFill>
                  <a:srgbClr val="182B33"/>
                </a:solidFill>
                <a:latin typeface="Yu Gothic"/>
                <a:ea typeface="Yu Gothic"/>
                <a:cs typeface="Yu Gothic"/>
              </a:defRPr>
            </a:lvl7pPr>
            <a:lvl8pPr algn="l">
              <a:defRPr sz="2100" b="0">
                <a:solidFill>
                  <a:srgbClr val="182B33"/>
                </a:solidFill>
                <a:latin typeface="Yu Gothic"/>
                <a:ea typeface="Yu Gothic"/>
                <a:cs typeface="Yu Gothic"/>
              </a:defRPr>
            </a:lvl8pPr>
            <a:lvl9pPr algn="l">
              <a:defRPr sz="2100" b="0">
                <a:solidFill>
                  <a:srgbClr val="182B33"/>
                </a:solidFill>
                <a:latin typeface="Yu Gothic"/>
                <a:ea typeface="Yu Gothic"/>
                <a:cs typeface="Yu Gothic"/>
              </a:defRPr>
            </a:lvl9pPr>
          </a:lstStyle>
          <a:p xmlns:a="http://schemas.openxmlformats.org/drawingml/2006/main">
            <a:pPr algn="l">
              <a:defRPr sz="2100" b="0">
                <a:solidFill>
                  <a:srgbClr val="182B33"/>
                </a:solidFill>
                <a:latin typeface="Yu Gothic"/>
                <a:ea typeface="Yu Gothic"/>
                <a:cs typeface="Yu Gothic"/>
              </a:defRPr>
            </a:pPr>
            <a:r>
              <a:rPr sz="2100" b="0">
                <a:solidFill>
                  <a:srgbClr val="182B33"/>
                </a:solidFill>
                <a:latin typeface="Yu Gothic"/>
                <a:ea typeface="Yu Gothic"/>
                <a:cs typeface="Yu Gothic"/>
              </a:rPr>
              <a:t>180/π倍すると約0.573°</a:t>
            </a:r>
          </a:p>
        </p:txBody>
      </p:sp>
      <p:sp>
        <p:nvSpPr>
          <p:cNvPr id="16" name="">
            <a:extLst xmlns:a="http://schemas.openxmlformats.org/drawingml/2006/main">
              <a:ext uri="{FF2B5EF4-FFF2-40B4-BE49-F238E27FC236}">
                <a16:creationId xmlns:a16="http://schemas.microsoft.com/office/drawing/2014/main" id="{93EFF22B-E301-4B7D-8FCD-87BC48F1738D}"/>
              </a:ext>
            </a:extLst>
          </p:cNvPr>
          <p:cNvSpPr>
            <a:spLocks xmlns:a="http://schemas.openxmlformats.org/drawingml/2006/main" noGrp="1"/>
          </p:cNvSpPr>
          <p:nvPr/>
        </p:nvSpPr>
        <p:spPr>
          <a:xfrm xmlns:a="http://schemas.openxmlformats.org/drawingml/2006/main">
            <a:off x="6515100" y="2686050"/>
            <a:ext cx="228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275" b="1">
                <a:solidFill>
                  <a:srgbClr val="166B68"/>
                </a:solidFill>
                <a:latin typeface="Yu Gothic"/>
                <a:ea typeface="Yu Gothic"/>
                <a:cs typeface="Yu Gothic"/>
              </a:defRPr>
            </a:defPPr>
            <a:lvl1pPr algn="ctr">
              <a:defRPr sz="1275" b="1">
                <a:solidFill>
                  <a:srgbClr val="166B68"/>
                </a:solidFill>
                <a:latin typeface="Yu Gothic"/>
                <a:ea typeface="Yu Gothic"/>
                <a:cs typeface="Yu Gothic"/>
              </a:defRPr>
            </a:lvl1pPr>
            <a:lvl2pPr algn="ctr">
              <a:defRPr sz="1275" b="1">
                <a:solidFill>
                  <a:srgbClr val="166B68"/>
                </a:solidFill>
                <a:latin typeface="Yu Gothic"/>
                <a:ea typeface="Yu Gothic"/>
                <a:cs typeface="Yu Gothic"/>
              </a:defRPr>
            </a:lvl2pPr>
            <a:lvl3pPr algn="ctr">
              <a:defRPr sz="1275" b="1">
                <a:solidFill>
                  <a:srgbClr val="166B68"/>
                </a:solidFill>
                <a:latin typeface="Yu Gothic"/>
                <a:ea typeface="Yu Gothic"/>
                <a:cs typeface="Yu Gothic"/>
              </a:defRPr>
            </a:lvl3pPr>
            <a:lvl4pPr algn="ctr">
              <a:defRPr sz="1275" b="1">
                <a:solidFill>
                  <a:srgbClr val="166B68"/>
                </a:solidFill>
                <a:latin typeface="Yu Gothic"/>
                <a:ea typeface="Yu Gothic"/>
                <a:cs typeface="Yu Gothic"/>
              </a:defRPr>
            </a:lvl4pPr>
            <a:lvl5pPr algn="ctr">
              <a:defRPr sz="1275" b="1">
                <a:solidFill>
                  <a:srgbClr val="166B68"/>
                </a:solidFill>
                <a:latin typeface="Yu Gothic"/>
                <a:ea typeface="Yu Gothic"/>
                <a:cs typeface="Yu Gothic"/>
              </a:defRPr>
            </a:lvl5pPr>
            <a:lvl6pPr algn="ctr">
              <a:defRPr sz="1275" b="1">
                <a:solidFill>
                  <a:srgbClr val="166B68"/>
                </a:solidFill>
                <a:latin typeface="Yu Gothic"/>
                <a:ea typeface="Yu Gothic"/>
                <a:cs typeface="Yu Gothic"/>
              </a:defRPr>
            </a:lvl6pPr>
            <a:lvl7pPr algn="ctr">
              <a:defRPr sz="1275" b="1">
                <a:solidFill>
                  <a:srgbClr val="166B68"/>
                </a:solidFill>
                <a:latin typeface="Yu Gothic"/>
                <a:ea typeface="Yu Gothic"/>
                <a:cs typeface="Yu Gothic"/>
              </a:defRPr>
            </a:lvl7pPr>
            <a:lvl8pPr algn="ctr">
              <a:defRPr sz="1275" b="1">
                <a:solidFill>
                  <a:srgbClr val="166B68"/>
                </a:solidFill>
                <a:latin typeface="Yu Gothic"/>
                <a:ea typeface="Yu Gothic"/>
                <a:cs typeface="Yu Gothic"/>
              </a:defRPr>
            </a:lvl8pPr>
            <a:lvl9pPr algn="ctr">
              <a:defRPr sz="1275" b="1">
                <a:solidFill>
                  <a:srgbClr val="166B68"/>
                </a:solidFill>
                <a:latin typeface="Yu Gothic"/>
                <a:ea typeface="Yu Gothic"/>
                <a:cs typeface="Yu Gothic"/>
              </a:defRPr>
            </a:lvl9pPr>
          </a:lstStyle>
          <a:p xmlns:a="http://schemas.openxmlformats.org/drawingml/2006/main">
            <a:pPr algn="ctr">
              <a:defRPr sz="1275" b="1">
                <a:solidFill>
                  <a:srgbClr val="166B68"/>
                </a:solidFill>
                <a:latin typeface="Yu Gothic"/>
                <a:ea typeface="Yu Gothic"/>
                <a:cs typeface="Yu Gothic"/>
              </a:defRPr>
            </a:pPr>
            <a:r>
              <a:rPr sz="1275" b="1">
                <a:solidFill>
                  <a:srgbClr val="166B68"/>
                </a:solidFill>
                <a:latin typeface="Yu Gothic"/>
                <a:ea typeface="Yu Gothic"/>
                <a:cs typeface="Yu Gothic"/>
              </a:rPr>
              <a:t>●</a:t>
            </a:r>
          </a:p>
        </p:txBody>
      </p:sp>
      <p:sp>
        <p:nvSpPr>
          <p:cNvPr id="17" name="">
            <a:extLst xmlns:a="http://schemas.openxmlformats.org/drawingml/2006/main">
              <a:ext uri="{FF2B5EF4-FFF2-40B4-BE49-F238E27FC236}">
                <a16:creationId xmlns:a16="http://schemas.microsoft.com/office/drawing/2014/main" id="{A51F779B-8997-4874-A0A8-E85D7B338CCC}"/>
              </a:ext>
            </a:extLst>
          </p:cNvPr>
          <p:cNvSpPr>
            <a:spLocks xmlns:a="http://schemas.openxmlformats.org/drawingml/2006/main" noGrp="1"/>
          </p:cNvSpPr>
          <p:nvPr/>
        </p:nvSpPr>
        <p:spPr>
          <a:xfrm xmlns:a="http://schemas.openxmlformats.org/drawingml/2006/main">
            <a:off x="6838950" y="2686050"/>
            <a:ext cx="453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00" b="0">
                <a:solidFill>
                  <a:srgbClr val="182B33"/>
                </a:solidFill>
                <a:latin typeface="Yu Gothic"/>
                <a:ea typeface="Yu Gothic"/>
                <a:cs typeface="Yu Gothic"/>
              </a:defRPr>
            </a:defPPr>
            <a:lvl1pPr algn="l">
              <a:defRPr sz="2100" b="0">
                <a:solidFill>
                  <a:srgbClr val="182B33"/>
                </a:solidFill>
                <a:latin typeface="Yu Gothic"/>
                <a:ea typeface="Yu Gothic"/>
                <a:cs typeface="Yu Gothic"/>
              </a:defRPr>
            </a:lvl1pPr>
            <a:lvl2pPr algn="l">
              <a:defRPr sz="2100" b="0">
                <a:solidFill>
                  <a:srgbClr val="182B33"/>
                </a:solidFill>
                <a:latin typeface="Yu Gothic"/>
                <a:ea typeface="Yu Gothic"/>
                <a:cs typeface="Yu Gothic"/>
              </a:defRPr>
            </a:lvl2pPr>
            <a:lvl3pPr algn="l">
              <a:defRPr sz="2100" b="0">
                <a:solidFill>
                  <a:srgbClr val="182B33"/>
                </a:solidFill>
                <a:latin typeface="Yu Gothic"/>
                <a:ea typeface="Yu Gothic"/>
                <a:cs typeface="Yu Gothic"/>
              </a:defRPr>
            </a:lvl3pPr>
            <a:lvl4pPr algn="l">
              <a:defRPr sz="2100" b="0">
                <a:solidFill>
                  <a:srgbClr val="182B33"/>
                </a:solidFill>
                <a:latin typeface="Yu Gothic"/>
                <a:ea typeface="Yu Gothic"/>
                <a:cs typeface="Yu Gothic"/>
              </a:defRPr>
            </a:lvl4pPr>
            <a:lvl5pPr algn="l">
              <a:defRPr sz="2100" b="0">
                <a:solidFill>
                  <a:srgbClr val="182B33"/>
                </a:solidFill>
                <a:latin typeface="Yu Gothic"/>
                <a:ea typeface="Yu Gothic"/>
                <a:cs typeface="Yu Gothic"/>
              </a:defRPr>
            </a:lvl5pPr>
            <a:lvl6pPr algn="l">
              <a:defRPr sz="2100" b="0">
                <a:solidFill>
                  <a:srgbClr val="182B33"/>
                </a:solidFill>
                <a:latin typeface="Yu Gothic"/>
                <a:ea typeface="Yu Gothic"/>
                <a:cs typeface="Yu Gothic"/>
              </a:defRPr>
            </a:lvl6pPr>
            <a:lvl7pPr algn="l">
              <a:defRPr sz="2100" b="0">
                <a:solidFill>
                  <a:srgbClr val="182B33"/>
                </a:solidFill>
                <a:latin typeface="Yu Gothic"/>
                <a:ea typeface="Yu Gothic"/>
                <a:cs typeface="Yu Gothic"/>
              </a:defRPr>
            </a:lvl7pPr>
            <a:lvl8pPr algn="l">
              <a:defRPr sz="2100" b="0">
                <a:solidFill>
                  <a:srgbClr val="182B33"/>
                </a:solidFill>
                <a:latin typeface="Yu Gothic"/>
                <a:ea typeface="Yu Gothic"/>
                <a:cs typeface="Yu Gothic"/>
              </a:defRPr>
            </a:lvl8pPr>
            <a:lvl9pPr algn="l">
              <a:defRPr sz="2100" b="0">
                <a:solidFill>
                  <a:srgbClr val="182B33"/>
                </a:solidFill>
                <a:latin typeface="Yu Gothic"/>
                <a:ea typeface="Yu Gothic"/>
                <a:cs typeface="Yu Gothic"/>
              </a:defRPr>
            </a:lvl9pPr>
          </a:lstStyle>
          <a:p xmlns:a="http://schemas.openxmlformats.org/drawingml/2006/main">
            <a:pPr algn="l">
              <a:defRPr sz="2100" b="0">
                <a:solidFill>
                  <a:srgbClr val="182B33"/>
                </a:solidFill>
                <a:latin typeface="Yu Gothic"/>
                <a:ea typeface="Yu Gothic"/>
                <a:cs typeface="Yu Gothic"/>
              </a:defRPr>
            </a:pPr>
            <a:r>
              <a:rPr sz="2100" b="0">
                <a:solidFill>
                  <a:srgbClr val="182B33"/>
                </a:solidFill>
                <a:latin typeface="Yu Gothic"/>
                <a:ea typeface="Yu Gothic"/>
                <a:cs typeface="Yu Gothic"/>
              </a:rPr>
              <a:t>座標差から方向角</a:t>
            </a:r>
          </a:p>
        </p:txBody>
      </p:sp>
      <p:sp>
        <p:nvSpPr>
          <p:cNvPr id="18" name="">
            <a:extLst xmlns:a="http://schemas.openxmlformats.org/drawingml/2006/main">
              <a:ext uri="{FF2B5EF4-FFF2-40B4-BE49-F238E27FC236}">
                <a16:creationId xmlns:a16="http://schemas.microsoft.com/office/drawing/2014/main" id="{9BA9C7D3-4347-4FAA-95D5-BAE443B756B3}"/>
              </a:ext>
            </a:extLst>
          </p:cNvPr>
          <p:cNvSpPr>
            <a:spLocks xmlns:a="http://schemas.openxmlformats.org/drawingml/2006/main" noGrp="1"/>
          </p:cNvSpPr>
          <p:nvPr/>
        </p:nvSpPr>
        <p:spPr>
          <a:xfrm xmlns:a="http://schemas.openxmlformats.org/drawingml/2006/main">
            <a:off x="6515100" y="3181350"/>
            <a:ext cx="228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275" b="1">
                <a:solidFill>
                  <a:srgbClr val="166B68"/>
                </a:solidFill>
                <a:latin typeface="Yu Gothic"/>
                <a:ea typeface="Yu Gothic"/>
                <a:cs typeface="Yu Gothic"/>
              </a:defRPr>
            </a:defPPr>
            <a:lvl1pPr algn="ctr">
              <a:defRPr sz="1275" b="1">
                <a:solidFill>
                  <a:srgbClr val="166B68"/>
                </a:solidFill>
                <a:latin typeface="Yu Gothic"/>
                <a:ea typeface="Yu Gothic"/>
                <a:cs typeface="Yu Gothic"/>
              </a:defRPr>
            </a:lvl1pPr>
            <a:lvl2pPr algn="ctr">
              <a:defRPr sz="1275" b="1">
                <a:solidFill>
                  <a:srgbClr val="166B68"/>
                </a:solidFill>
                <a:latin typeface="Yu Gothic"/>
                <a:ea typeface="Yu Gothic"/>
                <a:cs typeface="Yu Gothic"/>
              </a:defRPr>
            </a:lvl2pPr>
            <a:lvl3pPr algn="ctr">
              <a:defRPr sz="1275" b="1">
                <a:solidFill>
                  <a:srgbClr val="166B68"/>
                </a:solidFill>
                <a:latin typeface="Yu Gothic"/>
                <a:ea typeface="Yu Gothic"/>
                <a:cs typeface="Yu Gothic"/>
              </a:defRPr>
            </a:lvl3pPr>
            <a:lvl4pPr algn="ctr">
              <a:defRPr sz="1275" b="1">
                <a:solidFill>
                  <a:srgbClr val="166B68"/>
                </a:solidFill>
                <a:latin typeface="Yu Gothic"/>
                <a:ea typeface="Yu Gothic"/>
                <a:cs typeface="Yu Gothic"/>
              </a:defRPr>
            </a:lvl4pPr>
            <a:lvl5pPr algn="ctr">
              <a:defRPr sz="1275" b="1">
                <a:solidFill>
                  <a:srgbClr val="166B68"/>
                </a:solidFill>
                <a:latin typeface="Yu Gothic"/>
                <a:ea typeface="Yu Gothic"/>
                <a:cs typeface="Yu Gothic"/>
              </a:defRPr>
            </a:lvl5pPr>
            <a:lvl6pPr algn="ctr">
              <a:defRPr sz="1275" b="1">
                <a:solidFill>
                  <a:srgbClr val="166B68"/>
                </a:solidFill>
                <a:latin typeface="Yu Gothic"/>
                <a:ea typeface="Yu Gothic"/>
                <a:cs typeface="Yu Gothic"/>
              </a:defRPr>
            </a:lvl6pPr>
            <a:lvl7pPr algn="ctr">
              <a:defRPr sz="1275" b="1">
                <a:solidFill>
                  <a:srgbClr val="166B68"/>
                </a:solidFill>
                <a:latin typeface="Yu Gothic"/>
                <a:ea typeface="Yu Gothic"/>
                <a:cs typeface="Yu Gothic"/>
              </a:defRPr>
            </a:lvl7pPr>
            <a:lvl8pPr algn="ctr">
              <a:defRPr sz="1275" b="1">
                <a:solidFill>
                  <a:srgbClr val="166B68"/>
                </a:solidFill>
                <a:latin typeface="Yu Gothic"/>
                <a:ea typeface="Yu Gothic"/>
                <a:cs typeface="Yu Gothic"/>
              </a:defRPr>
            </a:lvl8pPr>
            <a:lvl9pPr algn="ctr">
              <a:defRPr sz="1275" b="1">
                <a:solidFill>
                  <a:srgbClr val="166B68"/>
                </a:solidFill>
                <a:latin typeface="Yu Gothic"/>
                <a:ea typeface="Yu Gothic"/>
                <a:cs typeface="Yu Gothic"/>
              </a:defRPr>
            </a:lvl9pPr>
          </a:lstStyle>
          <a:p xmlns:a="http://schemas.openxmlformats.org/drawingml/2006/main">
            <a:pPr algn="ctr">
              <a:defRPr sz="1275" b="1">
                <a:solidFill>
                  <a:srgbClr val="166B68"/>
                </a:solidFill>
                <a:latin typeface="Yu Gothic"/>
                <a:ea typeface="Yu Gothic"/>
                <a:cs typeface="Yu Gothic"/>
              </a:defRPr>
            </a:pPr>
            <a:r>
              <a:rPr sz="1275" b="1">
                <a:solidFill>
                  <a:srgbClr val="166B68"/>
                </a:solidFill>
                <a:latin typeface="Yu Gothic"/>
                <a:ea typeface="Yu Gothic"/>
                <a:cs typeface="Yu Gothic"/>
              </a:rPr>
              <a:t>●</a:t>
            </a:r>
          </a:p>
        </p:txBody>
      </p:sp>
      <p:sp>
        <p:nvSpPr>
          <p:cNvPr id="19" name="">
            <a:extLst xmlns:a="http://schemas.openxmlformats.org/drawingml/2006/main">
              <a:ext uri="{FF2B5EF4-FFF2-40B4-BE49-F238E27FC236}">
                <a16:creationId xmlns:a16="http://schemas.microsoft.com/office/drawing/2014/main" id="{5445EE05-74E8-4E78-9243-1B3A86712976}"/>
              </a:ext>
            </a:extLst>
          </p:cNvPr>
          <p:cNvSpPr>
            <a:spLocks xmlns:a="http://schemas.openxmlformats.org/drawingml/2006/main" noGrp="1"/>
          </p:cNvSpPr>
          <p:nvPr/>
        </p:nvSpPr>
        <p:spPr>
          <a:xfrm xmlns:a="http://schemas.openxmlformats.org/drawingml/2006/main">
            <a:off x="6838950" y="3181350"/>
            <a:ext cx="453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00" b="0">
                <a:solidFill>
                  <a:srgbClr val="182B33"/>
                </a:solidFill>
                <a:latin typeface="Yu Gothic"/>
                <a:ea typeface="Yu Gothic"/>
                <a:cs typeface="Yu Gothic"/>
              </a:defRPr>
            </a:defPPr>
            <a:lvl1pPr algn="l">
              <a:defRPr sz="2100" b="0">
                <a:solidFill>
                  <a:srgbClr val="182B33"/>
                </a:solidFill>
                <a:latin typeface="Yu Gothic"/>
                <a:ea typeface="Yu Gothic"/>
                <a:cs typeface="Yu Gothic"/>
              </a:defRPr>
            </a:lvl1pPr>
            <a:lvl2pPr algn="l">
              <a:defRPr sz="2100" b="0">
                <a:solidFill>
                  <a:srgbClr val="182B33"/>
                </a:solidFill>
                <a:latin typeface="Yu Gothic"/>
                <a:ea typeface="Yu Gothic"/>
                <a:cs typeface="Yu Gothic"/>
              </a:defRPr>
            </a:lvl2pPr>
            <a:lvl3pPr algn="l">
              <a:defRPr sz="2100" b="0">
                <a:solidFill>
                  <a:srgbClr val="182B33"/>
                </a:solidFill>
                <a:latin typeface="Yu Gothic"/>
                <a:ea typeface="Yu Gothic"/>
                <a:cs typeface="Yu Gothic"/>
              </a:defRPr>
            </a:lvl3pPr>
            <a:lvl4pPr algn="l">
              <a:defRPr sz="2100" b="0">
                <a:solidFill>
                  <a:srgbClr val="182B33"/>
                </a:solidFill>
                <a:latin typeface="Yu Gothic"/>
                <a:ea typeface="Yu Gothic"/>
                <a:cs typeface="Yu Gothic"/>
              </a:defRPr>
            </a:lvl4pPr>
            <a:lvl5pPr algn="l">
              <a:defRPr sz="2100" b="0">
                <a:solidFill>
                  <a:srgbClr val="182B33"/>
                </a:solidFill>
                <a:latin typeface="Yu Gothic"/>
                <a:ea typeface="Yu Gothic"/>
                <a:cs typeface="Yu Gothic"/>
              </a:defRPr>
            </a:lvl5pPr>
            <a:lvl6pPr algn="l">
              <a:defRPr sz="2100" b="0">
                <a:solidFill>
                  <a:srgbClr val="182B33"/>
                </a:solidFill>
                <a:latin typeface="Yu Gothic"/>
                <a:ea typeface="Yu Gothic"/>
                <a:cs typeface="Yu Gothic"/>
              </a:defRPr>
            </a:lvl6pPr>
            <a:lvl7pPr algn="l">
              <a:defRPr sz="2100" b="0">
                <a:solidFill>
                  <a:srgbClr val="182B33"/>
                </a:solidFill>
                <a:latin typeface="Yu Gothic"/>
                <a:ea typeface="Yu Gothic"/>
                <a:cs typeface="Yu Gothic"/>
              </a:defRPr>
            </a:lvl7pPr>
            <a:lvl8pPr algn="l">
              <a:defRPr sz="2100" b="0">
                <a:solidFill>
                  <a:srgbClr val="182B33"/>
                </a:solidFill>
                <a:latin typeface="Yu Gothic"/>
                <a:ea typeface="Yu Gothic"/>
                <a:cs typeface="Yu Gothic"/>
              </a:defRPr>
            </a:lvl8pPr>
            <a:lvl9pPr algn="l">
              <a:defRPr sz="2100" b="0">
                <a:solidFill>
                  <a:srgbClr val="182B33"/>
                </a:solidFill>
                <a:latin typeface="Yu Gothic"/>
                <a:ea typeface="Yu Gothic"/>
                <a:cs typeface="Yu Gothic"/>
              </a:defRPr>
            </a:lvl9pPr>
          </a:lstStyle>
          <a:p xmlns:a="http://schemas.openxmlformats.org/drawingml/2006/main">
            <a:pPr algn="l">
              <a:defRPr sz="2100" b="0">
                <a:solidFill>
                  <a:srgbClr val="182B33"/>
                </a:solidFill>
                <a:latin typeface="Yu Gothic"/>
                <a:ea typeface="Yu Gothic"/>
                <a:cs typeface="Yu Gothic"/>
              </a:defRPr>
            </a:pPr>
            <a:r>
              <a:rPr sz="2100" b="0">
                <a:solidFill>
                  <a:srgbClr val="182B33"/>
                </a:solidFill>
                <a:latin typeface="Yu Gothic"/>
                <a:ea typeface="Yu Gothic"/>
                <a:cs typeface="Yu Gothic"/>
              </a:rPr>
              <a:t>距離は平方根</a:t>
            </a:r>
          </a:p>
        </p:txBody>
      </p:sp>
      <p:sp>
        <p:nvSpPr>
          <p:cNvPr id="20" name="">
            <a:extLst xmlns:a="http://schemas.openxmlformats.org/drawingml/2006/main">
              <a:ext uri="{FF2B5EF4-FFF2-40B4-BE49-F238E27FC236}">
                <a16:creationId xmlns:a16="http://schemas.microsoft.com/office/drawing/2014/main" id="{479EFCF6-3733-4CBA-ABD6-26AB6D5B594A}"/>
              </a:ext>
            </a:extLst>
          </p:cNvPr>
          <p:cNvSpPr>
            <a:spLocks xmlns:a="http://schemas.openxmlformats.org/drawingml/2006/main" noGrp="1"/>
          </p:cNvSpPr>
          <p:nvPr/>
        </p:nvSpPr>
        <p:spPr>
          <a:xfrm xmlns:a="http://schemas.openxmlformats.org/drawingml/2006/main">
            <a:off x="6515100" y="3676650"/>
            <a:ext cx="228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275" b="1">
                <a:solidFill>
                  <a:srgbClr val="166B68"/>
                </a:solidFill>
                <a:latin typeface="Yu Gothic"/>
                <a:ea typeface="Yu Gothic"/>
                <a:cs typeface="Yu Gothic"/>
              </a:defRPr>
            </a:defPPr>
            <a:lvl1pPr algn="ctr">
              <a:defRPr sz="1275" b="1">
                <a:solidFill>
                  <a:srgbClr val="166B68"/>
                </a:solidFill>
                <a:latin typeface="Yu Gothic"/>
                <a:ea typeface="Yu Gothic"/>
                <a:cs typeface="Yu Gothic"/>
              </a:defRPr>
            </a:lvl1pPr>
            <a:lvl2pPr algn="ctr">
              <a:defRPr sz="1275" b="1">
                <a:solidFill>
                  <a:srgbClr val="166B68"/>
                </a:solidFill>
                <a:latin typeface="Yu Gothic"/>
                <a:ea typeface="Yu Gothic"/>
                <a:cs typeface="Yu Gothic"/>
              </a:defRPr>
            </a:lvl2pPr>
            <a:lvl3pPr algn="ctr">
              <a:defRPr sz="1275" b="1">
                <a:solidFill>
                  <a:srgbClr val="166B68"/>
                </a:solidFill>
                <a:latin typeface="Yu Gothic"/>
                <a:ea typeface="Yu Gothic"/>
                <a:cs typeface="Yu Gothic"/>
              </a:defRPr>
            </a:lvl3pPr>
            <a:lvl4pPr algn="ctr">
              <a:defRPr sz="1275" b="1">
                <a:solidFill>
                  <a:srgbClr val="166B68"/>
                </a:solidFill>
                <a:latin typeface="Yu Gothic"/>
                <a:ea typeface="Yu Gothic"/>
                <a:cs typeface="Yu Gothic"/>
              </a:defRPr>
            </a:lvl4pPr>
            <a:lvl5pPr algn="ctr">
              <a:defRPr sz="1275" b="1">
                <a:solidFill>
                  <a:srgbClr val="166B68"/>
                </a:solidFill>
                <a:latin typeface="Yu Gothic"/>
                <a:ea typeface="Yu Gothic"/>
                <a:cs typeface="Yu Gothic"/>
              </a:defRPr>
            </a:lvl5pPr>
            <a:lvl6pPr algn="ctr">
              <a:defRPr sz="1275" b="1">
                <a:solidFill>
                  <a:srgbClr val="166B68"/>
                </a:solidFill>
                <a:latin typeface="Yu Gothic"/>
                <a:ea typeface="Yu Gothic"/>
                <a:cs typeface="Yu Gothic"/>
              </a:defRPr>
            </a:lvl6pPr>
            <a:lvl7pPr algn="ctr">
              <a:defRPr sz="1275" b="1">
                <a:solidFill>
                  <a:srgbClr val="166B68"/>
                </a:solidFill>
                <a:latin typeface="Yu Gothic"/>
                <a:ea typeface="Yu Gothic"/>
                <a:cs typeface="Yu Gothic"/>
              </a:defRPr>
            </a:lvl7pPr>
            <a:lvl8pPr algn="ctr">
              <a:defRPr sz="1275" b="1">
                <a:solidFill>
                  <a:srgbClr val="166B68"/>
                </a:solidFill>
                <a:latin typeface="Yu Gothic"/>
                <a:ea typeface="Yu Gothic"/>
                <a:cs typeface="Yu Gothic"/>
              </a:defRPr>
            </a:lvl8pPr>
            <a:lvl9pPr algn="ctr">
              <a:defRPr sz="1275" b="1">
                <a:solidFill>
                  <a:srgbClr val="166B68"/>
                </a:solidFill>
                <a:latin typeface="Yu Gothic"/>
                <a:ea typeface="Yu Gothic"/>
                <a:cs typeface="Yu Gothic"/>
              </a:defRPr>
            </a:lvl9pPr>
          </a:lstStyle>
          <a:p xmlns:a="http://schemas.openxmlformats.org/drawingml/2006/main">
            <a:pPr algn="ctr">
              <a:defRPr sz="1275" b="1">
                <a:solidFill>
                  <a:srgbClr val="166B68"/>
                </a:solidFill>
                <a:latin typeface="Yu Gothic"/>
                <a:ea typeface="Yu Gothic"/>
                <a:cs typeface="Yu Gothic"/>
              </a:defRPr>
            </a:pPr>
            <a:r>
              <a:rPr sz="1275" b="1">
                <a:solidFill>
                  <a:srgbClr val="166B68"/>
                </a:solidFill>
                <a:latin typeface="Yu Gothic"/>
                <a:ea typeface="Yu Gothic"/>
                <a:cs typeface="Yu Gothic"/>
              </a:rPr>
              <a:t>●</a:t>
            </a:r>
          </a:p>
        </p:txBody>
      </p:sp>
      <p:sp>
        <p:nvSpPr>
          <p:cNvPr id="21" name="">
            <a:extLst xmlns:a="http://schemas.openxmlformats.org/drawingml/2006/main">
              <a:ext uri="{FF2B5EF4-FFF2-40B4-BE49-F238E27FC236}">
                <a16:creationId xmlns:a16="http://schemas.microsoft.com/office/drawing/2014/main" id="{B12A1102-A776-4B41-9625-580118E9E6BB}"/>
              </a:ext>
            </a:extLst>
          </p:cNvPr>
          <p:cNvSpPr>
            <a:spLocks xmlns:a="http://schemas.openxmlformats.org/drawingml/2006/main" noGrp="1"/>
          </p:cNvSpPr>
          <p:nvPr/>
        </p:nvSpPr>
        <p:spPr>
          <a:xfrm xmlns:a="http://schemas.openxmlformats.org/drawingml/2006/main">
            <a:off x="6838950" y="3676650"/>
            <a:ext cx="453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00" b="0">
                <a:solidFill>
                  <a:srgbClr val="182B33"/>
                </a:solidFill>
                <a:latin typeface="Yu Gothic"/>
                <a:ea typeface="Yu Gothic"/>
                <a:cs typeface="Yu Gothic"/>
              </a:defRPr>
            </a:defPPr>
            <a:lvl1pPr algn="l">
              <a:defRPr sz="2100" b="0">
                <a:solidFill>
                  <a:srgbClr val="182B33"/>
                </a:solidFill>
                <a:latin typeface="Yu Gothic"/>
                <a:ea typeface="Yu Gothic"/>
                <a:cs typeface="Yu Gothic"/>
              </a:defRPr>
            </a:lvl1pPr>
            <a:lvl2pPr algn="l">
              <a:defRPr sz="2100" b="0">
                <a:solidFill>
                  <a:srgbClr val="182B33"/>
                </a:solidFill>
                <a:latin typeface="Yu Gothic"/>
                <a:ea typeface="Yu Gothic"/>
                <a:cs typeface="Yu Gothic"/>
              </a:defRPr>
            </a:lvl2pPr>
            <a:lvl3pPr algn="l">
              <a:defRPr sz="2100" b="0">
                <a:solidFill>
                  <a:srgbClr val="182B33"/>
                </a:solidFill>
                <a:latin typeface="Yu Gothic"/>
                <a:ea typeface="Yu Gothic"/>
                <a:cs typeface="Yu Gothic"/>
              </a:defRPr>
            </a:lvl3pPr>
            <a:lvl4pPr algn="l">
              <a:defRPr sz="2100" b="0">
                <a:solidFill>
                  <a:srgbClr val="182B33"/>
                </a:solidFill>
                <a:latin typeface="Yu Gothic"/>
                <a:ea typeface="Yu Gothic"/>
                <a:cs typeface="Yu Gothic"/>
              </a:defRPr>
            </a:lvl4pPr>
            <a:lvl5pPr algn="l">
              <a:defRPr sz="2100" b="0">
                <a:solidFill>
                  <a:srgbClr val="182B33"/>
                </a:solidFill>
                <a:latin typeface="Yu Gothic"/>
                <a:ea typeface="Yu Gothic"/>
                <a:cs typeface="Yu Gothic"/>
              </a:defRPr>
            </a:lvl5pPr>
            <a:lvl6pPr algn="l">
              <a:defRPr sz="2100" b="0">
                <a:solidFill>
                  <a:srgbClr val="182B33"/>
                </a:solidFill>
                <a:latin typeface="Yu Gothic"/>
                <a:ea typeface="Yu Gothic"/>
                <a:cs typeface="Yu Gothic"/>
              </a:defRPr>
            </a:lvl6pPr>
            <a:lvl7pPr algn="l">
              <a:defRPr sz="2100" b="0">
                <a:solidFill>
                  <a:srgbClr val="182B33"/>
                </a:solidFill>
                <a:latin typeface="Yu Gothic"/>
                <a:ea typeface="Yu Gothic"/>
                <a:cs typeface="Yu Gothic"/>
              </a:defRPr>
            </a:lvl7pPr>
            <a:lvl8pPr algn="l">
              <a:defRPr sz="2100" b="0">
                <a:solidFill>
                  <a:srgbClr val="182B33"/>
                </a:solidFill>
                <a:latin typeface="Yu Gothic"/>
                <a:ea typeface="Yu Gothic"/>
                <a:cs typeface="Yu Gothic"/>
              </a:defRPr>
            </a:lvl8pPr>
            <a:lvl9pPr algn="l">
              <a:defRPr sz="2100" b="0">
                <a:solidFill>
                  <a:srgbClr val="182B33"/>
                </a:solidFill>
                <a:latin typeface="Yu Gothic"/>
                <a:ea typeface="Yu Gothic"/>
                <a:cs typeface="Yu Gothic"/>
              </a:defRPr>
            </a:lvl9pPr>
          </a:lstStyle>
          <a:p xmlns:a="http://schemas.openxmlformats.org/drawingml/2006/main">
            <a:pPr algn="l">
              <a:defRPr sz="2100" b="0">
                <a:solidFill>
                  <a:srgbClr val="182B33"/>
                </a:solidFill>
                <a:latin typeface="Yu Gothic"/>
                <a:ea typeface="Yu Gothic"/>
                <a:cs typeface="Yu Gothic"/>
              </a:defRPr>
            </a:pPr>
            <a:r>
              <a:rPr sz="2100" b="0">
                <a:solidFill>
                  <a:srgbClr val="182B33"/>
                </a:solidFill>
                <a:latin typeface="Yu Gothic"/>
                <a:ea typeface="Yu Gothic"/>
                <a:cs typeface="Yu Gothic"/>
              </a:rPr>
              <a:t>補正符号も図で確認</a:t>
            </a:r>
          </a:p>
        </p:txBody>
      </p:sp>
      <p:sp>
        <p:nvSpPr>
          <p:cNvPr id="22" name="">
            <a:extLst xmlns:a="http://schemas.openxmlformats.org/drawingml/2006/main">
              <a:ext uri="{FF2B5EF4-FFF2-40B4-BE49-F238E27FC236}">
                <a16:creationId xmlns:a16="http://schemas.microsoft.com/office/drawing/2014/main" id="{2B2EA952-D304-4056-8014-7AEA886C8311}"/>
              </a:ext>
            </a:extLst>
          </p:cNvPr>
          <p:cNvSpPr>
            <a:spLocks xmlns:a="http://schemas.openxmlformats.org/drawingml/2006/main" noGrp="1"/>
          </p:cNvSpPr>
          <p:nvPr/>
        </p:nvSpPr>
        <p:spPr>
          <a:xfrm xmlns:a="http://schemas.openxmlformats.org/drawingml/2006/main">
            <a:off x="781050" y="5143500"/>
            <a:ext cx="228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200" b="1">
                <a:solidFill>
                  <a:srgbClr val="166B68"/>
                </a:solidFill>
                <a:latin typeface="Yu Gothic"/>
                <a:ea typeface="Yu Gothic"/>
                <a:cs typeface="Yu Gothic"/>
              </a:defRPr>
            </a:defPPr>
            <a:lvl1pPr algn="ctr">
              <a:defRPr sz="1200" b="1">
                <a:solidFill>
                  <a:srgbClr val="166B68"/>
                </a:solidFill>
                <a:latin typeface="Yu Gothic"/>
                <a:ea typeface="Yu Gothic"/>
                <a:cs typeface="Yu Gothic"/>
              </a:defRPr>
            </a:lvl1pPr>
            <a:lvl2pPr algn="ctr">
              <a:defRPr sz="1200" b="1">
                <a:solidFill>
                  <a:srgbClr val="166B68"/>
                </a:solidFill>
                <a:latin typeface="Yu Gothic"/>
                <a:ea typeface="Yu Gothic"/>
                <a:cs typeface="Yu Gothic"/>
              </a:defRPr>
            </a:lvl2pPr>
            <a:lvl3pPr algn="ctr">
              <a:defRPr sz="1200" b="1">
                <a:solidFill>
                  <a:srgbClr val="166B68"/>
                </a:solidFill>
                <a:latin typeface="Yu Gothic"/>
                <a:ea typeface="Yu Gothic"/>
                <a:cs typeface="Yu Gothic"/>
              </a:defRPr>
            </a:lvl3pPr>
            <a:lvl4pPr algn="ctr">
              <a:defRPr sz="1200" b="1">
                <a:solidFill>
                  <a:srgbClr val="166B68"/>
                </a:solidFill>
                <a:latin typeface="Yu Gothic"/>
                <a:ea typeface="Yu Gothic"/>
                <a:cs typeface="Yu Gothic"/>
              </a:defRPr>
            </a:lvl4pPr>
            <a:lvl5pPr algn="ctr">
              <a:defRPr sz="1200" b="1">
                <a:solidFill>
                  <a:srgbClr val="166B68"/>
                </a:solidFill>
                <a:latin typeface="Yu Gothic"/>
                <a:ea typeface="Yu Gothic"/>
                <a:cs typeface="Yu Gothic"/>
              </a:defRPr>
            </a:lvl5pPr>
            <a:lvl6pPr algn="ctr">
              <a:defRPr sz="1200" b="1">
                <a:solidFill>
                  <a:srgbClr val="166B68"/>
                </a:solidFill>
                <a:latin typeface="Yu Gothic"/>
                <a:ea typeface="Yu Gothic"/>
                <a:cs typeface="Yu Gothic"/>
              </a:defRPr>
            </a:lvl6pPr>
            <a:lvl7pPr algn="ctr">
              <a:defRPr sz="1200" b="1">
                <a:solidFill>
                  <a:srgbClr val="166B68"/>
                </a:solidFill>
                <a:latin typeface="Yu Gothic"/>
                <a:ea typeface="Yu Gothic"/>
                <a:cs typeface="Yu Gothic"/>
              </a:defRPr>
            </a:lvl7pPr>
            <a:lvl8pPr algn="ctr">
              <a:defRPr sz="1200" b="1">
                <a:solidFill>
                  <a:srgbClr val="166B68"/>
                </a:solidFill>
                <a:latin typeface="Yu Gothic"/>
                <a:ea typeface="Yu Gothic"/>
                <a:cs typeface="Yu Gothic"/>
              </a:defRPr>
            </a:lvl8pPr>
            <a:lvl9pPr algn="ctr">
              <a:defRPr sz="1200" b="1">
                <a:solidFill>
                  <a:srgbClr val="166B68"/>
                </a:solidFill>
                <a:latin typeface="Yu Gothic"/>
                <a:ea typeface="Yu Gothic"/>
                <a:cs typeface="Yu Gothic"/>
              </a:defRPr>
            </a:lvl9pPr>
          </a:lstStyle>
          <a:p xmlns:a="http://schemas.openxmlformats.org/drawingml/2006/main">
            <a:pPr algn="ctr">
              <a:defRPr sz="1200" b="1">
                <a:solidFill>
                  <a:srgbClr val="166B68"/>
                </a:solidFill>
                <a:latin typeface="Yu Gothic"/>
                <a:ea typeface="Yu Gothic"/>
                <a:cs typeface="Yu Gothic"/>
              </a:defRPr>
            </a:pPr>
            <a:r>
              <a:rPr sz="1200" b="1">
                <a:solidFill>
                  <a:srgbClr val="166B68"/>
                </a:solidFill>
                <a:latin typeface="Yu Gothic"/>
                <a:ea typeface="Yu Gothic"/>
                <a:cs typeface="Yu Gothic"/>
              </a:rPr>
              <a:t>●</a:t>
            </a:r>
          </a:p>
        </p:txBody>
      </p:sp>
      <p:sp>
        <p:nvSpPr>
          <p:cNvPr id="23" name="">
            <a:extLst xmlns:a="http://schemas.openxmlformats.org/drawingml/2006/main">
              <a:ext uri="{FF2B5EF4-FFF2-40B4-BE49-F238E27FC236}">
                <a16:creationId xmlns:a16="http://schemas.microsoft.com/office/drawing/2014/main" id="{5291E92C-43F6-4520-8217-C1F470C4DF6A}"/>
              </a:ext>
            </a:extLst>
          </p:cNvPr>
          <p:cNvSpPr>
            <a:spLocks xmlns:a="http://schemas.openxmlformats.org/drawingml/2006/main" noGrp="1"/>
          </p:cNvSpPr>
          <p:nvPr/>
        </p:nvSpPr>
        <p:spPr>
          <a:xfrm xmlns:a="http://schemas.openxmlformats.org/drawingml/2006/main">
            <a:off x="1104900" y="5143500"/>
            <a:ext cx="99631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025" b="0">
                <a:solidFill>
                  <a:srgbClr val="182B33"/>
                </a:solidFill>
                <a:latin typeface="Yu Gothic"/>
                <a:ea typeface="Yu Gothic"/>
                <a:cs typeface="Yu Gothic"/>
              </a:defRPr>
            </a:defPPr>
            <a:lvl1pPr algn="l">
              <a:defRPr sz="2025" b="0">
                <a:solidFill>
                  <a:srgbClr val="182B33"/>
                </a:solidFill>
                <a:latin typeface="Yu Gothic"/>
                <a:ea typeface="Yu Gothic"/>
                <a:cs typeface="Yu Gothic"/>
              </a:defRPr>
            </a:lvl1pPr>
            <a:lvl2pPr algn="l">
              <a:defRPr sz="2025" b="0">
                <a:solidFill>
                  <a:srgbClr val="182B33"/>
                </a:solidFill>
                <a:latin typeface="Yu Gothic"/>
                <a:ea typeface="Yu Gothic"/>
                <a:cs typeface="Yu Gothic"/>
              </a:defRPr>
            </a:lvl2pPr>
            <a:lvl3pPr algn="l">
              <a:defRPr sz="2025" b="0">
                <a:solidFill>
                  <a:srgbClr val="182B33"/>
                </a:solidFill>
                <a:latin typeface="Yu Gothic"/>
                <a:ea typeface="Yu Gothic"/>
                <a:cs typeface="Yu Gothic"/>
              </a:defRPr>
            </a:lvl3pPr>
            <a:lvl4pPr algn="l">
              <a:defRPr sz="2025" b="0">
                <a:solidFill>
                  <a:srgbClr val="182B33"/>
                </a:solidFill>
                <a:latin typeface="Yu Gothic"/>
                <a:ea typeface="Yu Gothic"/>
                <a:cs typeface="Yu Gothic"/>
              </a:defRPr>
            </a:lvl4pPr>
            <a:lvl5pPr algn="l">
              <a:defRPr sz="2025" b="0">
                <a:solidFill>
                  <a:srgbClr val="182B33"/>
                </a:solidFill>
                <a:latin typeface="Yu Gothic"/>
                <a:ea typeface="Yu Gothic"/>
                <a:cs typeface="Yu Gothic"/>
              </a:defRPr>
            </a:lvl5pPr>
            <a:lvl6pPr algn="l">
              <a:defRPr sz="2025" b="0">
                <a:solidFill>
                  <a:srgbClr val="182B33"/>
                </a:solidFill>
                <a:latin typeface="Yu Gothic"/>
                <a:ea typeface="Yu Gothic"/>
                <a:cs typeface="Yu Gothic"/>
              </a:defRPr>
            </a:lvl6pPr>
            <a:lvl7pPr algn="l">
              <a:defRPr sz="2025" b="0">
                <a:solidFill>
                  <a:srgbClr val="182B33"/>
                </a:solidFill>
                <a:latin typeface="Yu Gothic"/>
                <a:ea typeface="Yu Gothic"/>
                <a:cs typeface="Yu Gothic"/>
              </a:defRPr>
            </a:lvl7pPr>
            <a:lvl8pPr algn="l">
              <a:defRPr sz="2025" b="0">
                <a:solidFill>
                  <a:srgbClr val="182B33"/>
                </a:solidFill>
                <a:latin typeface="Yu Gothic"/>
                <a:ea typeface="Yu Gothic"/>
                <a:cs typeface="Yu Gothic"/>
              </a:defRPr>
            </a:lvl8pPr>
            <a:lvl9pPr algn="l">
              <a:defRPr sz="2025" b="0">
                <a:solidFill>
                  <a:srgbClr val="182B33"/>
                </a:solidFill>
                <a:latin typeface="Yu Gothic"/>
                <a:ea typeface="Yu Gothic"/>
                <a:cs typeface="Yu Gothic"/>
              </a:defRPr>
            </a:lvl9pPr>
          </a:lstStyle>
          <a:p xmlns:a="http://schemas.openxmlformats.org/drawingml/2006/main">
            <a:pPr algn="l">
              <a:defRPr sz="2025" b="0">
                <a:solidFill>
                  <a:srgbClr val="182B33"/>
                </a:solidFill>
                <a:latin typeface="Yu Gothic"/>
                <a:ea typeface="Yu Gothic"/>
                <a:cs typeface="Yu Gothic"/>
              </a:defRPr>
            </a:pPr>
            <a:r>
              <a:rPr sz="2025" b="0">
                <a:solidFill>
                  <a:srgbClr val="182B33"/>
                </a:solidFill>
                <a:latin typeface="Yu Gothic"/>
                <a:ea typeface="Yu Gothic"/>
                <a:cs typeface="Yu Gothic"/>
              </a:rPr>
              <a:t>e：横方向のずれ、r：目標までの距離</a:t>
            </a:r>
          </a:p>
        </p:txBody>
      </p:sp>
      <p:sp>
        <p:nvSpPr>
          <p:cNvPr id="24" name="">
            <a:extLst xmlns:a="http://schemas.openxmlformats.org/drawingml/2006/main">
              <a:ext uri="{FF2B5EF4-FFF2-40B4-BE49-F238E27FC236}">
                <a16:creationId xmlns:a16="http://schemas.microsoft.com/office/drawing/2014/main" id="{9960C967-2275-47F8-8FA4-58DA99550019}"/>
              </a:ext>
            </a:extLst>
          </p:cNvPr>
          <p:cNvSpPr>
            <a:spLocks xmlns:a="http://schemas.openxmlformats.org/drawingml/2006/main" noGrp="1"/>
          </p:cNvSpPr>
          <p:nvPr/>
        </p:nvSpPr>
        <p:spPr>
          <a:xfrm xmlns:a="http://schemas.openxmlformats.org/drawingml/2006/main">
            <a:off x="781050" y="5572125"/>
            <a:ext cx="228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200" b="1">
                <a:solidFill>
                  <a:srgbClr val="166B68"/>
                </a:solidFill>
                <a:latin typeface="Yu Gothic"/>
                <a:ea typeface="Yu Gothic"/>
                <a:cs typeface="Yu Gothic"/>
              </a:defRPr>
            </a:defPPr>
            <a:lvl1pPr algn="ctr">
              <a:defRPr sz="1200" b="1">
                <a:solidFill>
                  <a:srgbClr val="166B68"/>
                </a:solidFill>
                <a:latin typeface="Yu Gothic"/>
                <a:ea typeface="Yu Gothic"/>
                <a:cs typeface="Yu Gothic"/>
              </a:defRPr>
            </a:lvl1pPr>
            <a:lvl2pPr algn="ctr">
              <a:defRPr sz="1200" b="1">
                <a:solidFill>
                  <a:srgbClr val="166B68"/>
                </a:solidFill>
                <a:latin typeface="Yu Gothic"/>
                <a:ea typeface="Yu Gothic"/>
                <a:cs typeface="Yu Gothic"/>
              </a:defRPr>
            </a:lvl2pPr>
            <a:lvl3pPr algn="ctr">
              <a:defRPr sz="1200" b="1">
                <a:solidFill>
                  <a:srgbClr val="166B68"/>
                </a:solidFill>
                <a:latin typeface="Yu Gothic"/>
                <a:ea typeface="Yu Gothic"/>
                <a:cs typeface="Yu Gothic"/>
              </a:defRPr>
            </a:lvl3pPr>
            <a:lvl4pPr algn="ctr">
              <a:defRPr sz="1200" b="1">
                <a:solidFill>
                  <a:srgbClr val="166B68"/>
                </a:solidFill>
                <a:latin typeface="Yu Gothic"/>
                <a:ea typeface="Yu Gothic"/>
                <a:cs typeface="Yu Gothic"/>
              </a:defRPr>
            </a:lvl4pPr>
            <a:lvl5pPr algn="ctr">
              <a:defRPr sz="1200" b="1">
                <a:solidFill>
                  <a:srgbClr val="166B68"/>
                </a:solidFill>
                <a:latin typeface="Yu Gothic"/>
                <a:ea typeface="Yu Gothic"/>
                <a:cs typeface="Yu Gothic"/>
              </a:defRPr>
            </a:lvl5pPr>
            <a:lvl6pPr algn="ctr">
              <a:defRPr sz="1200" b="1">
                <a:solidFill>
                  <a:srgbClr val="166B68"/>
                </a:solidFill>
                <a:latin typeface="Yu Gothic"/>
                <a:ea typeface="Yu Gothic"/>
                <a:cs typeface="Yu Gothic"/>
              </a:defRPr>
            </a:lvl6pPr>
            <a:lvl7pPr algn="ctr">
              <a:defRPr sz="1200" b="1">
                <a:solidFill>
                  <a:srgbClr val="166B68"/>
                </a:solidFill>
                <a:latin typeface="Yu Gothic"/>
                <a:ea typeface="Yu Gothic"/>
                <a:cs typeface="Yu Gothic"/>
              </a:defRPr>
            </a:lvl7pPr>
            <a:lvl8pPr algn="ctr">
              <a:defRPr sz="1200" b="1">
                <a:solidFill>
                  <a:srgbClr val="166B68"/>
                </a:solidFill>
                <a:latin typeface="Yu Gothic"/>
                <a:ea typeface="Yu Gothic"/>
                <a:cs typeface="Yu Gothic"/>
              </a:defRPr>
            </a:lvl8pPr>
            <a:lvl9pPr algn="ctr">
              <a:defRPr sz="1200" b="1">
                <a:solidFill>
                  <a:srgbClr val="166B68"/>
                </a:solidFill>
                <a:latin typeface="Yu Gothic"/>
                <a:ea typeface="Yu Gothic"/>
                <a:cs typeface="Yu Gothic"/>
              </a:defRPr>
            </a:lvl9pPr>
          </a:lstStyle>
          <a:p xmlns:a="http://schemas.openxmlformats.org/drawingml/2006/main">
            <a:pPr algn="ctr">
              <a:defRPr sz="1200" b="1">
                <a:solidFill>
                  <a:srgbClr val="166B68"/>
                </a:solidFill>
                <a:latin typeface="Yu Gothic"/>
                <a:ea typeface="Yu Gothic"/>
                <a:cs typeface="Yu Gothic"/>
              </a:defRPr>
            </a:pPr>
            <a:r>
              <a:rPr sz="1200" b="1">
                <a:solidFill>
                  <a:srgbClr val="166B68"/>
                </a:solidFill>
                <a:latin typeface="Yu Gothic"/>
                <a:ea typeface="Yu Gothic"/>
                <a:cs typeface="Yu Gothic"/>
              </a:rPr>
              <a:t>●</a:t>
            </a:r>
          </a:p>
        </p:txBody>
      </p:sp>
      <p:sp>
        <p:nvSpPr>
          <p:cNvPr id="25" name="">
            <a:extLst xmlns:a="http://schemas.openxmlformats.org/drawingml/2006/main">
              <a:ext uri="{FF2B5EF4-FFF2-40B4-BE49-F238E27FC236}">
                <a16:creationId xmlns:a16="http://schemas.microsoft.com/office/drawing/2014/main" id="{BE3BD7F8-C9EA-4FE8-B7E9-C5D918E05448}"/>
              </a:ext>
            </a:extLst>
          </p:cNvPr>
          <p:cNvSpPr>
            <a:spLocks xmlns:a="http://schemas.openxmlformats.org/drawingml/2006/main" noGrp="1"/>
          </p:cNvSpPr>
          <p:nvPr/>
        </p:nvSpPr>
        <p:spPr>
          <a:xfrm xmlns:a="http://schemas.openxmlformats.org/drawingml/2006/main">
            <a:off x="1104900" y="5572125"/>
            <a:ext cx="99631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025" b="0">
                <a:solidFill>
                  <a:srgbClr val="182B33"/>
                </a:solidFill>
                <a:latin typeface="Yu Gothic"/>
                <a:ea typeface="Yu Gothic"/>
                <a:cs typeface="Yu Gothic"/>
              </a:defRPr>
            </a:defPPr>
            <a:lvl1pPr algn="l">
              <a:defRPr sz="2025" b="0">
                <a:solidFill>
                  <a:srgbClr val="182B33"/>
                </a:solidFill>
                <a:latin typeface="Yu Gothic"/>
                <a:ea typeface="Yu Gothic"/>
                <a:cs typeface="Yu Gothic"/>
              </a:defRPr>
            </a:lvl1pPr>
            <a:lvl2pPr algn="l">
              <a:defRPr sz="2025" b="0">
                <a:solidFill>
                  <a:srgbClr val="182B33"/>
                </a:solidFill>
                <a:latin typeface="Yu Gothic"/>
                <a:ea typeface="Yu Gothic"/>
                <a:cs typeface="Yu Gothic"/>
              </a:defRPr>
            </a:lvl2pPr>
            <a:lvl3pPr algn="l">
              <a:defRPr sz="2025" b="0">
                <a:solidFill>
                  <a:srgbClr val="182B33"/>
                </a:solidFill>
                <a:latin typeface="Yu Gothic"/>
                <a:ea typeface="Yu Gothic"/>
                <a:cs typeface="Yu Gothic"/>
              </a:defRPr>
            </a:lvl3pPr>
            <a:lvl4pPr algn="l">
              <a:defRPr sz="2025" b="0">
                <a:solidFill>
                  <a:srgbClr val="182B33"/>
                </a:solidFill>
                <a:latin typeface="Yu Gothic"/>
                <a:ea typeface="Yu Gothic"/>
                <a:cs typeface="Yu Gothic"/>
              </a:defRPr>
            </a:lvl4pPr>
            <a:lvl5pPr algn="l">
              <a:defRPr sz="2025" b="0">
                <a:solidFill>
                  <a:srgbClr val="182B33"/>
                </a:solidFill>
                <a:latin typeface="Yu Gothic"/>
                <a:ea typeface="Yu Gothic"/>
                <a:cs typeface="Yu Gothic"/>
              </a:defRPr>
            </a:lvl5pPr>
            <a:lvl6pPr algn="l">
              <a:defRPr sz="2025" b="0">
                <a:solidFill>
                  <a:srgbClr val="182B33"/>
                </a:solidFill>
                <a:latin typeface="Yu Gothic"/>
                <a:ea typeface="Yu Gothic"/>
                <a:cs typeface="Yu Gothic"/>
              </a:defRPr>
            </a:lvl6pPr>
            <a:lvl7pPr algn="l">
              <a:defRPr sz="2025" b="0">
                <a:solidFill>
                  <a:srgbClr val="182B33"/>
                </a:solidFill>
                <a:latin typeface="Yu Gothic"/>
                <a:ea typeface="Yu Gothic"/>
                <a:cs typeface="Yu Gothic"/>
              </a:defRPr>
            </a:lvl7pPr>
            <a:lvl8pPr algn="l">
              <a:defRPr sz="2025" b="0">
                <a:solidFill>
                  <a:srgbClr val="182B33"/>
                </a:solidFill>
                <a:latin typeface="Yu Gothic"/>
                <a:ea typeface="Yu Gothic"/>
                <a:cs typeface="Yu Gothic"/>
              </a:defRPr>
            </a:lvl8pPr>
            <a:lvl9pPr algn="l">
              <a:defRPr sz="2025" b="0">
                <a:solidFill>
                  <a:srgbClr val="182B33"/>
                </a:solidFill>
                <a:latin typeface="Yu Gothic"/>
                <a:ea typeface="Yu Gothic"/>
                <a:cs typeface="Yu Gothic"/>
              </a:defRPr>
            </a:lvl9pPr>
          </a:lstStyle>
          <a:p xmlns:a="http://schemas.openxmlformats.org/drawingml/2006/main">
            <a:pPr algn="l">
              <a:defRPr sz="2025" b="0">
                <a:solidFill>
                  <a:srgbClr val="182B33"/>
                </a:solidFill>
                <a:latin typeface="Yu Gothic"/>
                <a:ea typeface="Yu Gothic"/>
                <a:cs typeface="Yu Gothic"/>
              </a:defRPr>
            </a:pPr>
            <a:r>
              <a:rPr sz="2025" b="0">
                <a:solidFill>
                  <a:srgbClr val="182B33"/>
                </a:solidFill>
                <a:latin typeface="Yu Gothic"/>
                <a:ea typeface="Yu Gothic"/>
                <a:cs typeface="Yu Gothic"/>
              </a:rPr>
              <a:t>ずれが距離より十分小さいときに使う</a:t>
            </a:r>
          </a:p>
        </p:txBody>
      </p:sp>
    </p:spTree>
    <p:extLst>
      <p:ext uri="{BB962C8B-B14F-4D97-AF65-F5344CB8AC3E}">
        <p14:creationId xmlns:p14="http://schemas.microsoft.com/office/powerpoint/2010/main" val="1355238323"/>
      </p:ext>
    </p:extLst>
  </p:cSld>
</p:sld>
</file>

<file path=ppt/slides/slide4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0" name="">
            <a:extLst xmlns:a="http://schemas.openxmlformats.org/drawingml/2006/main">
              <a:ext uri="{FF2B5EF4-FFF2-40B4-BE49-F238E27FC236}">
                <a16:creationId xmlns:a16="http://schemas.microsoft.com/office/drawing/2014/main" id="{497ABE1F-E581-473C-A2DC-5DEA7FADD289}"/>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1B654828-BCA4-4A33-BFC0-AFBCD79CFE56}"/>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偏心観測</a:t>
            </a:r>
          </a:p>
        </p:txBody>
      </p:sp>
      <p:sp>
        <p:nvSpPr>
          <p:cNvPr id="3" name="">
            <a:extLst xmlns:a="http://schemas.openxmlformats.org/drawingml/2006/main">
              <a:ext uri="{FF2B5EF4-FFF2-40B4-BE49-F238E27FC236}">
                <a16:creationId xmlns:a16="http://schemas.microsoft.com/office/drawing/2014/main" id="{D0FD8F39-940E-4305-A52A-707CD96DA4DA}"/>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補正の符号は図から先に予想する</a:t>
            </a:r>
          </a:p>
        </p:txBody>
      </p:sp>
      <p:sp>
        <p:nvSpPr>
          <p:cNvPr id="4" name="">
            <a:extLst xmlns:a="http://schemas.openxmlformats.org/drawingml/2006/main">
              <a:ext uri="{FF2B5EF4-FFF2-40B4-BE49-F238E27FC236}">
                <a16:creationId xmlns:a16="http://schemas.microsoft.com/office/drawing/2014/main" id="{BAA2FA42-1A77-4672-8954-E0BAC659259F}"/>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4A40C764-63D9-4DB3-8249-10432B71A24A}"/>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47</a:t>
            </a:r>
          </a:p>
        </p:txBody>
      </p:sp>
      <p:sp>
        <p:nvSpPr>
          <p:cNvPr id="6" name="">
            <a:extLst xmlns:a="http://schemas.openxmlformats.org/drawingml/2006/main">
              <a:ext uri="{FF2B5EF4-FFF2-40B4-BE49-F238E27FC236}">
                <a16:creationId xmlns:a16="http://schemas.microsoft.com/office/drawing/2014/main" id="{24D7576B-2055-4F5B-8DBF-8061538D3706}"/>
              </a:ext>
            </a:extLst>
          </p:cNvPr>
          <p:cNvSpPr>
            <a:spLocks xmlns:a="http://schemas.openxmlformats.org/drawingml/2006/main" noGrp="1"/>
          </p:cNvSpPr>
          <p:nvPr/>
        </p:nvSpPr>
        <p:spPr>
          <a:xfrm xmlns:a="http://schemas.openxmlformats.org/drawingml/2006/main">
            <a:off x="723900" y="1562100"/>
            <a:ext cx="52863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325" b="1">
                <a:solidFill>
                  <a:srgbClr val="52616A"/>
                </a:solidFill>
                <a:latin typeface="Yu Gothic"/>
                <a:ea typeface="Yu Gothic"/>
                <a:cs typeface="Yu Gothic"/>
              </a:defRPr>
            </a:defPPr>
            <a:lvl1pPr algn="l">
              <a:defRPr sz="2325" b="1">
                <a:solidFill>
                  <a:srgbClr val="52616A"/>
                </a:solidFill>
                <a:latin typeface="Yu Gothic"/>
                <a:ea typeface="Yu Gothic"/>
                <a:cs typeface="Yu Gothic"/>
              </a:defRPr>
            </a:lvl1pPr>
            <a:lvl2pPr algn="l">
              <a:defRPr sz="2325" b="1">
                <a:solidFill>
                  <a:srgbClr val="52616A"/>
                </a:solidFill>
                <a:latin typeface="Yu Gothic"/>
                <a:ea typeface="Yu Gothic"/>
                <a:cs typeface="Yu Gothic"/>
              </a:defRPr>
            </a:lvl2pPr>
            <a:lvl3pPr algn="l">
              <a:defRPr sz="2325" b="1">
                <a:solidFill>
                  <a:srgbClr val="52616A"/>
                </a:solidFill>
                <a:latin typeface="Yu Gothic"/>
                <a:ea typeface="Yu Gothic"/>
                <a:cs typeface="Yu Gothic"/>
              </a:defRPr>
            </a:lvl3pPr>
            <a:lvl4pPr algn="l">
              <a:defRPr sz="2325" b="1">
                <a:solidFill>
                  <a:srgbClr val="52616A"/>
                </a:solidFill>
                <a:latin typeface="Yu Gothic"/>
                <a:ea typeface="Yu Gothic"/>
                <a:cs typeface="Yu Gothic"/>
              </a:defRPr>
            </a:lvl4pPr>
            <a:lvl5pPr algn="l">
              <a:defRPr sz="2325" b="1">
                <a:solidFill>
                  <a:srgbClr val="52616A"/>
                </a:solidFill>
                <a:latin typeface="Yu Gothic"/>
                <a:ea typeface="Yu Gothic"/>
                <a:cs typeface="Yu Gothic"/>
              </a:defRPr>
            </a:lvl5pPr>
            <a:lvl6pPr algn="l">
              <a:defRPr sz="2325" b="1">
                <a:solidFill>
                  <a:srgbClr val="52616A"/>
                </a:solidFill>
                <a:latin typeface="Yu Gothic"/>
                <a:ea typeface="Yu Gothic"/>
                <a:cs typeface="Yu Gothic"/>
              </a:defRPr>
            </a:lvl6pPr>
            <a:lvl7pPr algn="l">
              <a:defRPr sz="2325" b="1">
                <a:solidFill>
                  <a:srgbClr val="52616A"/>
                </a:solidFill>
                <a:latin typeface="Yu Gothic"/>
                <a:ea typeface="Yu Gothic"/>
                <a:cs typeface="Yu Gothic"/>
              </a:defRPr>
            </a:lvl7pPr>
            <a:lvl8pPr algn="l">
              <a:defRPr sz="2325" b="1">
                <a:solidFill>
                  <a:srgbClr val="52616A"/>
                </a:solidFill>
                <a:latin typeface="Yu Gothic"/>
                <a:ea typeface="Yu Gothic"/>
                <a:cs typeface="Yu Gothic"/>
              </a:defRPr>
            </a:lvl8pPr>
            <a:lvl9pPr algn="l">
              <a:defRPr sz="2325" b="1">
                <a:solidFill>
                  <a:srgbClr val="52616A"/>
                </a:solidFill>
                <a:latin typeface="Yu Gothic"/>
                <a:ea typeface="Yu Gothic"/>
                <a:cs typeface="Yu Gothic"/>
              </a:defRPr>
            </a:lvl9pPr>
          </a:lstStyle>
          <a:p xmlns:a="http://schemas.openxmlformats.org/drawingml/2006/main">
            <a:pPr algn="l">
              <a:defRPr sz="2325" b="1">
                <a:solidFill>
                  <a:srgbClr val="52616A"/>
                </a:solidFill>
                <a:latin typeface="Yu Gothic"/>
                <a:ea typeface="Yu Gothic"/>
                <a:cs typeface="Yu Gothic"/>
              </a:defRPr>
            </a:pPr>
            <a:r>
              <a:rPr sz="2325" b="1">
                <a:solidFill>
                  <a:srgbClr val="52616A"/>
                </a:solidFill>
                <a:latin typeface="Yu Gothic"/>
                <a:ea typeface="Yu Gothic"/>
                <a:cs typeface="Yu Gothic"/>
              </a:rPr>
              <a:t>角・A距離・B距離の増減を目で判定する</a:t>
            </a:r>
          </a:p>
        </p:txBody>
      </p:sp>
      <p:sp>
        <p:nvSpPr>
          <p:cNvPr id="7" name="">
            <a:extLst xmlns:a="http://schemas.openxmlformats.org/drawingml/2006/main">
              <a:ext uri="{FF2B5EF4-FFF2-40B4-BE49-F238E27FC236}">
                <a16:creationId xmlns:a16="http://schemas.microsoft.com/office/drawing/2014/main" id="{1D9F562F-777F-4C35-8C6D-6638194F0048}"/>
              </a:ext>
            </a:extLst>
          </p:cNvPr>
          <p:cNvSpPr>
            <a:spLocks xmlns:a="http://schemas.openxmlformats.org/drawingml/2006/main" noGrp="1"/>
          </p:cNvSpPr>
          <p:nvPr/>
        </p:nvSpPr>
        <p:spPr>
          <a:xfrm xmlns:a="http://schemas.openxmlformats.org/drawingml/2006/main">
            <a:off x="723900" y="2428875"/>
            <a:ext cx="228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425" b="1">
                <a:solidFill>
                  <a:srgbClr val="166B68"/>
                </a:solidFill>
                <a:latin typeface="Yu Gothic"/>
                <a:ea typeface="Yu Gothic"/>
                <a:cs typeface="Yu Gothic"/>
              </a:defRPr>
            </a:defPPr>
            <a:lvl1pPr algn="ctr">
              <a:defRPr sz="1425" b="1">
                <a:solidFill>
                  <a:srgbClr val="166B68"/>
                </a:solidFill>
                <a:latin typeface="Yu Gothic"/>
                <a:ea typeface="Yu Gothic"/>
                <a:cs typeface="Yu Gothic"/>
              </a:defRPr>
            </a:lvl1pPr>
            <a:lvl2pPr algn="ctr">
              <a:defRPr sz="1425" b="1">
                <a:solidFill>
                  <a:srgbClr val="166B68"/>
                </a:solidFill>
                <a:latin typeface="Yu Gothic"/>
                <a:ea typeface="Yu Gothic"/>
                <a:cs typeface="Yu Gothic"/>
              </a:defRPr>
            </a:lvl2pPr>
            <a:lvl3pPr algn="ctr">
              <a:defRPr sz="1425" b="1">
                <a:solidFill>
                  <a:srgbClr val="166B68"/>
                </a:solidFill>
                <a:latin typeface="Yu Gothic"/>
                <a:ea typeface="Yu Gothic"/>
                <a:cs typeface="Yu Gothic"/>
              </a:defRPr>
            </a:lvl3pPr>
            <a:lvl4pPr algn="ctr">
              <a:defRPr sz="1425" b="1">
                <a:solidFill>
                  <a:srgbClr val="166B68"/>
                </a:solidFill>
                <a:latin typeface="Yu Gothic"/>
                <a:ea typeface="Yu Gothic"/>
                <a:cs typeface="Yu Gothic"/>
              </a:defRPr>
            </a:lvl4pPr>
            <a:lvl5pPr algn="ctr">
              <a:defRPr sz="1425" b="1">
                <a:solidFill>
                  <a:srgbClr val="166B68"/>
                </a:solidFill>
                <a:latin typeface="Yu Gothic"/>
                <a:ea typeface="Yu Gothic"/>
                <a:cs typeface="Yu Gothic"/>
              </a:defRPr>
            </a:lvl5pPr>
            <a:lvl6pPr algn="ctr">
              <a:defRPr sz="1425" b="1">
                <a:solidFill>
                  <a:srgbClr val="166B68"/>
                </a:solidFill>
                <a:latin typeface="Yu Gothic"/>
                <a:ea typeface="Yu Gothic"/>
                <a:cs typeface="Yu Gothic"/>
              </a:defRPr>
            </a:lvl6pPr>
            <a:lvl7pPr algn="ctr">
              <a:defRPr sz="1425" b="1">
                <a:solidFill>
                  <a:srgbClr val="166B68"/>
                </a:solidFill>
                <a:latin typeface="Yu Gothic"/>
                <a:ea typeface="Yu Gothic"/>
                <a:cs typeface="Yu Gothic"/>
              </a:defRPr>
            </a:lvl7pPr>
            <a:lvl8pPr algn="ctr">
              <a:defRPr sz="1425" b="1">
                <a:solidFill>
                  <a:srgbClr val="166B68"/>
                </a:solidFill>
                <a:latin typeface="Yu Gothic"/>
                <a:ea typeface="Yu Gothic"/>
                <a:cs typeface="Yu Gothic"/>
              </a:defRPr>
            </a:lvl8pPr>
            <a:lvl9pPr algn="ctr">
              <a:defRPr sz="1425" b="1">
                <a:solidFill>
                  <a:srgbClr val="166B68"/>
                </a:solidFill>
                <a:latin typeface="Yu Gothic"/>
                <a:ea typeface="Yu Gothic"/>
                <a:cs typeface="Yu Gothic"/>
              </a:defRPr>
            </a:lvl9pPr>
          </a:lstStyle>
          <a:p xmlns:a="http://schemas.openxmlformats.org/drawingml/2006/main">
            <a:pPr algn="ctr">
              <a:defRPr sz="1425" b="1">
                <a:solidFill>
                  <a:srgbClr val="166B68"/>
                </a:solidFill>
                <a:latin typeface="Yu Gothic"/>
                <a:ea typeface="Yu Gothic"/>
                <a:cs typeface="Yu Gothic"/>
              </a:defRPr>
            </a:pPr>
            <a:r>
              <a:rPr sz="1425" b="1">
                <a:solidFill>
                  <a:srgbClr val="166B68"/>
                </a:solidFill>
                <a:latin typeface="Yu Gothic"/>
                <a:ea typeface="Yu Gothic"/>
                <a:cs typeface="Yu Gothic"/>
              </a:rPr>
              <a:t>●</a:t>
            </a:r>
          </a:p>
        </p:txBody>
      </p:sp>
      <p:sp>
        <p:nvSpPr>
          <p:cNvPr id="8" name="">
            <a:extLst xmlns:a="http://schemas.openxmlformats.org/drawingml/2006/main">
              <a:ext uri="{FF2B5EF4-FFF2-40B4-BE49-F238E27FC236}">
                <a16:creationId xmlns:a16="http://schemas.microsoft.com/office/drawing/2014/main" id="{249881CB-6C31-411D-BCD6-CBF410D1CA6A}"/>
              </a:ext>
            </a:extLst>
          </p:cNvPr>
          <p:cNvSpPr>
            <a:spLocks xmlns:a="http://schemas.openxmlformats.org/drawingml/2006/main" noGrp="1"/>
          </p:cNvSpPr>
          <p:nvPr/>
        </p:nvSpPr>
        <p:spPr>
          <a:xfrm xmlns:a="http://schemas.openxmlformats.org/drawingml/2006/main">
            <a:off x="1047750" y="242887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Eの角は大きい→角補正−</a:t>
            </a:r>
          </a:p>
        </p:txBody>
      </p:sp>
      <p:sp>
        <p:nvSpPr>
          <p:cNvPr id="9" name="">
            <a:extLst xmlns:a="http://schemas.openxmlformats.org/drawingml/2006/main">
              <a:ext uri="{FF2B5EF4-FFF2-40B4-BE49-F238E27FC236}">
                <a16:creationId xmlns:a16="http://schemas.microsoft.com/office/drawing/2014/main" id="{0A24828C-37B9-43C7-ABF6-BABB73CB150D}"/>
              </a:ext>
            </a:extLst>
          </p:cNvPr>
          <p:cNvSpPr>
            <a:spLocks xmlns:a="http://schemas.openxmlformats.org/drawingml/2006/main" noGrp="1"/>
          </p:cNvSpPr>
          <p:nvPr/>
        </p:nvSpPr>
        <p:spPr>
          <a:xfrm xmlns:a="http://schemas.openxmlformats.org/drawingml/2006/main">
            <a:off x="723900" y="3019425"/>
            <a:ext cx="228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425" b="1">
                <a:solidFill>
                  <a:srgbClr val="166B68"/>
                </a:solidFill>
                <a:latin typeface="Yu Gothic"/>
                <a:ea typeface="Yu Gothic"/>
                <a:cs typeface="Yu Gothic"/>
              </a:defRPr>
            </a:defPPr>
            <a:lvl1pPr algn="ctr">
              <a:defRPr sz="1425" b="1">
                <a:solidFill>
                  <a:srgbClr val="166B68"/>
                </a:solidFill>
                <a:latin typeface="Yu Gothic"/>
                <a:ea typeface="Yu Gothic"/>
                <a:cs typeface="Yu Gothic"/>
              </a:defRPr>
            </a:lvl1pPr>
            <a:lvl2pPr algn="ctr">
              <a:defRPr sz="1425" b="1">
                <a:solidFill>
                  <a:srgbClr val="166B68"/>
                </a:solidFill>
                <a:latin typeface="Yu Gothic"/>
                <a:ea typeface="Yu Gothic"/>
                <a:cs typeface="Yu Gothic"/>
              </a:defRPr>
            </a:lvl2pPr>
            <a:lvl3pPr algn="ctr">
              <a:defRPr sz="1425" b="1">
                <a:solidFill>
                  <a:srgbClr val="166B68"/>
                </a:solidFill>
                <a:latin typeface="Yu Gothic"/>
                <a:ea typeface="Yu Gothic"/>
                <a:cs typeface="Yu Gothic"/>
              </a:defRPr>
            </a:lvl3pPr>
            <a:lvl4pPr algn="ctr">
              <a:defRPr sz="1425" b="1">
                <a:solidFill>
                  <a:srgbClr val="166B68"/>
                </a:solidFill>
                <a:latin typeface="Yu Gothic"/>
                <a:ea typeface="Yu Gothic"/>
                <a:cs typeface="Yu Gothic"/>
              </a:defRPr>
            </a:lvl4pPr>
            <a:lvl5pPr algn="ctr">
              <a:defRPr sz="1425" b="1">
                <a:solidFill>
                  <a:srgbClr val="166B68"/>
                </a:solidFill>
                <a:latin typeface="Yu Gothic"/>
                <a:ea typeface="Yu Gothic"/>
                <a:cs typeface="Yu Gothic"/>
              </a:defRPr>
            </a:lvl5pPr>
            <a:lvl6pPr algn="ctr">
              <a:defRPr sz="1425" b="1">
                <a:solidFill>
                  <a:srgbClr val="166B68"/>
                </a:solidFill>
                <a:latin typeface="Yu Gothic"/>
                <a:ea typeface="Yu Gothic"/>
                <a:cs typeface="Yu Gothic"/>
              </a:defRPr>
            </a:lvl6pPr>
            <a:lvl7pPr algn="ctr">
              <a:defRPr sz="1425" b="1">
                <a:solidFill>
                  <a:srgbClr val="166B68"/>
                </a:solidFill>
                <a:latin typeface="Yu Gothic"/>
                <a:ea typeface="Yu Gothic"/>
                <a:cs typeface="Yu Gothic"/>
              </a:defRPr>
            </a:lvl7pPr>
            <a:lvl8pPr algn="ctr">
              <a:defRPr sz="1425" b="1">
                <a:solidFill>
                  <a:srgbClr val="166B68"/>
                </a:solidFill>
                <a:latin typeface="Yu Gothic"/>
                <a:ea typeface="Yu Gothic"/>
                <a:cs typeface="Yu Gothic"/>
              </a:defRPr>
            </a:lvl8pPr>
            <a:lvl9pPr algn="ctr">
              <a:defRPr sz="1425" b="1">
                <a:solidFill>
                  <a:srgbClr val="166B68"/>
                </a:solidFill>
                <a:latin typeface="Yu Gothic"/>
                <a:ea typeface="Yu Gothic"/>
                <a:cs typeface="Yu Gothic"/>
              </a:defRPr>
            </a:lvl9pPr>
          </a:lstStyle>
          <a:p xmlns:a="http://schemas.openxmlformats.org/drawingml/2006/main">
            <a:pPr algn="ctr">
              <a:defRPr sz="1425" b="1">
                <a:solidFill>
                  <a:srgbClr val="166B68"/>
                </a:solidFill>
                <a:latin typeface="Yu Gothic"/>
                <a:ea typeface="Yu Gothic"/>
                <a:cs typeface="Yu Gothic"/>
              </a:defRPr>
            </a:pPr>
            <a:r>
              <a:rPr sz="1425" b="1">
                <a:solidFill>
                  <a:srgbClr val="166B68"/>
                </a:solidFill>
                <a:latin typeface="Yu Gothic"/>
                <a:ea typeface="Yu Gothic"/>
                <a:cs typeface="Yu Gothic"/>
              </a:rPr>
              <a:t>●</a:t>
            </a:r>
          </a:p>
        </p:txBody>
      </p:sp>
      <p:sp>
        <p:nvSpPr>
          <p:cNvPr id="10" name="">
            <a:extLst xmlns:a="http://schemas.openxmlformats.org/drawingml/2006/main">
              <a:ext uri="{FF2B5EF4-FFF2-40B4-BE49-F238E27FC236}">
                <a16:creationId xmlns:a16="http://schemas.microsoft.com/office/drawing/2014/main" id="{5FA7E90C-EFAC-4AF1-BBC6-6CB414FD83B7}"/>
              </a:ext>
            </a:extLst>
          </p:cNvPr>
          <p:cNvSpPr>
            <a:spLocks xmlns:a="http://schemas.openxmlformats.org/drawingml/2006/main" noGrp="1"/>
          </p:cNvSpPr>
          <p:nvPr/>
        </p:nvSpPr>
        <p:spPr>
          <a:xfrm xmlns:a="http://schemas.openxmlformats.org/drawingml/2006/main">
            <a:off x="1047750" y="301942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EAは長い→A距離補正−</a:t>
            </a:r>
          </a:p>
        </p:txBody>
      </p:sp>
      <p:sp>
        <p:nvSpPr>
          <p:cNvPr id="11" name="">
            <a:extLst xmlns:a="http://schemas.openxmlformats.org/drawingml/2006/main">
              <a:ext uri="{FF2B5EF4-FFF2-40B4-BE49-F238E27FC236}">
                <a16:creationId xmlns:a16="http://schemas.microsoft.com/office/drawing/2014/main" id="{DAC604D4-3ADF-452E-A319-E02EEF6B8881}"/>
              </a:ext>
            </a:extLst>
          </p:cNvPr>
          <p:cNvSpPr>
            <a:spLocks xmlns:a="http://schemas.openxmlformats.org/drawingml/2006/main" noGrp="1"/>
          </p:cNvSpPr>
          <p:nvPr/>
        </p:nvSpPr>
        <p:spPr>
          <a:xfrm xmlns:a="http://schemas.openxmlformats.org/drawingml/2006/main">
            <a:off x="723900" y="3609975"/>
            <a:ext cx="228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425" b="1">
                <a:solidFill>
                  <a:srgbClr val="166B68"/>
                </a:solidFill>
                <a:latin typeface="Yu Gothic"/>
                <a:ea typeface="Yu Gothic"/>
                <a:cs typeface="Yu Gothic"/>
              </a:defRPr>
            </a:defPPr>
            <a:lvl1pPr algn="ctr">
              <a:defRPr sz="1425" b="1">
                <a:solidFill>
                  <a:srgbClr val="166B68"/>
                </a:solidFill>
                <a:latin typeface="Yu Gothic"/>
                <a:ea typeface="Yu Gothic"/>
                <a:cs typeface="Yu Gothic"/>
              </a:defRPr>
            </a:lvl1pPr>
            <a:lvl2pPr algn="ctr">
              <a:defRPr sz="1425" b="1">
                <a:solidFill>
                  <a:srgbClr val="166B68"/>
                </a:solidFill>
                <a:latin typeface="Yu Gothic"/>
                <a:ea typeface="Yu Gothic"/>
                <a:cs typeface="Yu Gothic"/>
              </a:defRPr>
            </a:lvl2pPr>
            <a:lvl3pPr algn="ctr">
              <a:defRPr sz="1425" b="1">
                <a:solidFill>
                  <a:srgbClr val="166B68"/>
                </a:solidFill>
                <a:latin typeface="Yu Gothic"/>
                <a:ea typeface="Yu Gothic"/>
                <a:cs typeface="Yu Gothic"/>
              </a:defRPr>
            </a:lvl3pPr>
            <a:lvl4pPr algn="ctr">
              <a:defRPr sz="1425" b="1">
                <a:solidFill>
                  <a:srgbClr val="166B68"/>
                </a:solidFill>
                <a:latin typeface="Yu Gothic"/>
                <a:ea typeface="Yu Gothic"/>
                <a:cs typeface="Yu Gothic"/>
              </a:defRPr>
            </a:lvl4pPr>
            <a:lvl5pPr algn="ctr">
              <a:defRPr sz="1425" b="1">
                <a:solidFill>
                  <a:srgbClr val="166B68"/>
                </a:solidFill>
                <a:latin typeface="Yu Gothic"/>
                <a:ea typeface="Yu Gothic"/>
                <a:cs typeface="Yu Gothic"/>
              </a:defRPr>
            </a:lvl5pPr>
            <a:lvl6pPr algn="ctr">
              <a:defRPr sz="1425" b="1">
                <a:solidFill>
                  <a:srgbClr val="166B68"/>
                </a:solidFill>
                <a:latin typeface="Yu Gothic"/>
                <a:ea typeface="Yu Gothic"/>
                <a:cs typeface="Yu Gothic"/>
              </a:defRPr>
            </a:lvl6pPr>
            <a:lvl7pPr algn="ctr">
              <a:defRPr sz="1425" b="1">
                <a:solidFill>
                  <a:srgbClr val="166B68"/>
                </a:solidFill>
                <a:latin typeface="Yu Gothic"/>
                <a:ea typeface="Yu Gothic"/>
                <a:cs typeface="Yu Gothic"/>
              </a:defRPr>
            </a:lvl7pPr>
            <a:lvl8pPr algn="ctr">
              <a:defRPr sz="1425" b="1">
                <a:solidFill>
                  <a:srgbClr val="166B68"/>
                </a:solidFill>
                <a:latin typeface="Yu Gothic"/>
                <a:ea typeface="Yu Gothic"/>
                <a:cs typeface="Yu Gothic"/>
              </a:defRPr>
            </a:lvl8pPr>
            <a:lvl9pPr algn="ctr">
              <a:defRPr sz="1425" b="1">
                <a:solidFill>
                  <a:srgbClr val="166B68"/>
                </a:solidFill>
                <a:latin typeface="Yu Gothic"/>
                <a:ea typeface="Yu Gothic"/>
                <a:cs typeface="Yu Gothic"/>
              </a:defRPr>
            </a:lvl9pPr>
          </a:lstStyle>
          <a:p xmlns:a="http://schemas.openxmlformats.org/drawingml/2006/main">
            <a:pPr algn="ctr">
              <a:defRPr sz="1425" b="1">
                <a:solidFill>
                  <a:srgbClr val="166B68"/>
                </a:solidFill>
                <a:latin typeface="Yu Gothic"/>
                <a:ea typeface="Yu Gothic"/>
                <a:cs typeface="Yu Gothic"/>
              </a:defRPr>
            </a:pPr>
            <a:r>
              <a:rPr sz="1425" b="1">
                <a:solidFill>
                  <a:srgbClr val="166B68"/>
                </a:solidFill>
                <a:latin typeface="Yu Gothic"/>
                <a:ea typeface="Yu Gothic"/>
                <a:cs typeface="Yu Gothic"/>
              </a:rPr>
              <a:t>●</a:t>
            </a:r>
          </a:p>
        </p:txBody>
      </p:sp>
      <p:sp>
        <p:nvSpPr>
          <p:cNvPr id="12" name="">
            <a:extLst xmlns:a="http://schemas.openxmlformats.org/drawingml/2006/main">
              <a:ext uri="{FF2B5EF4-FFF2-40B4-BE49-F238E27FC236}">
                <a16:creationId xmlns:a16="http://schemas.microsoft.com/office/drawing/2014/main" id="{667C7D62-E9AE-4F8D-857A-50C5A57C958C}"/>
              </a:ext>
            </a:extLst>
          </p:cNvPr>
          <p:cNvSpPr>
            <a:spLocks xmlns:a="http://schemas.openxmlformats.org/drawingml/2006/main" noGrp="1"/>
          </p:cNvSpPr>
          <p:nvPr/>
        </p:nvSpPr>
        <p:spPr>
          <a:xfrm xmlns:a="http://schemas.openxmlformats.org/drawingml/2006/main">
            <a:off x="1047750" y="3609975"/>
            <a:ext cx="4819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EBは短い→B距離補正＋</a:t>
            </a:r>
          </a:p>
        </p:txBody>
      </p:sp>
      <p:sp>
        <p:nvSpPr>
          <p:cNvPr id="13" name="">
            <a:extLst xmlns:a="http://schemas.openxmlformats.org/drawingml/2006/main">
              <a:ext uri="{FF2B5EF4-FFF2-40B4-BE49-F238E27FC236}">
                <a16:creationId xmlns:a16="http://schemas.microsoft.com/office/drawing/2014/main" id="{F1449BDB-3506-4CB4-BD94-97E49F951668}"/>
              </a:ext>
            </a:extLst>
          </p:cNvPr>
          <p:cNvSpPr>
            <a:spLocks xmlns:a="http://schemas.openxmlformats.org/drawingml/2006/main" noGrp="1"/>
          </p:cNvSpPr>
          <p:nvPr/>
        </p:nvSpPr>
        <p:spPr>
          <a:xfrm xmlns:a="http://schemas.openxmlformats.org/drawingml/2006/main">
            <a:off x="7720013" y="4427220"/>
            <a:ext cx="3159443" cy="9525"/>
          </a:xfrm>
          <a:custGeom xmlns:a="http://schemas.openxmlformats.org/drawingml/2006/main">
            <a:pathLst>
              <a:path w="3159443" h="9525">
                <a:moveTo>
                  <a:pt x="0" y="0"/>
                </a:moveTo>
                <a:lnTo>
                  <a:pt x="3159443" y="0"/>
                </a:lnTo>
              </a:path>
            </a:pathLst>
          </a:custGeom>
          <a:noFill xmlns:a="http://schemas.openxmlformats.org/drawingml/2006/main"/>
          <a:ln xmlns:a="http://schemas.openxmlformats.org/drawingml/2006/main" w="19050">
            <a:solidFill>
              <a:srgbClr val="CFD9DD"/>
            </a:solidFill>
            <a:prstDash val="solid"/>
          </a:ln>
        </p:spPr>
      </p:sp>
      <p:sp>
        <p:nvSpPr>
          <p:cNvPr id="14" name="">
            <a:extLst xmlns:a="http://schemas.openxmlformats.org/drawingml/2006/main">
              <a:ext uri="{FF2B5EF4-FFF2-40B4-BE49-F238E27FC236}">
                <a16:creationId xmlns:a16="http://schemas.microsoft.com/office/drawing/2014/main" id="{25BA15EE-C833-4B1D-8F48-913DAB588C1D}"/>
              </a:ext>
            </a:extLst>
          </p:cNvPr>
          <p:cNvSpPr>
            <a:spLocks xmlns:a="http://schemas.openxmlformats.org/drawingml/2006/main" noGrp="1"/>
          </p:cNvSpPr>
          <p:nvPr/>
        </p:nvSpPr>
        <p:spPr>
          <a:xfrm xmlns:a="http://schemas.openxmlformats.org/drawingml/2006/main">
            <a:off x="10798252" y="4377434"/>
            <a:ext cx="81203" cy="99572"/>
          </a:xfrm>
          <a:custGeom xmlns:a="http://schemas.openxmlformats.org/drawingml/2006/main">
            <a:pathLst>
              <a:path w="81203" h="99572">
                <a:moveTo>
                  <a:pt x="0" y="99572"/>
                </a:moveTo>
                <a:lnTo>
                  <a:pt x="81203" y="49786"/>
                </a:lnTo>
                <a:lnTo>
                  <a:pt x="0" y="0"/>
                </a:lnTo>
              </a:path>
            </a:pathLst>
          </a:custGeom>
          <a:noFill xmlns:a="http://schemas.openxmlformats.org/drawingml/2006/main"/>
          <a:ln xmlns:a="http://schemas.openxmlformats.org/drawingml/2006/main" w="19050">
            <a:solidFill>
              <a:srgbClr val="CFD9DD"/>
            </a:solidFill>
            <a:prstDash val="solid"/>
          </a:ln>
        </p:spPr>
      </p:sp>
      <p:sp>
        <p:nvSpPr>
          <p:cNvPr id="15" name="">
            <a:extLst xmlns:a="http://schemas.openxmlformats.org/drawingml/2006/main">
              <a:ext uri="{FF2B5EF4-FFF2-40B4-BE49-F238E27FC236}">
                <a16:creationId xmlns:a16="http://schemas.microsoft.com/office/drawing/2014/main" id="{7D6A5A53-C99E-434C-A4C3-886FE6F747D5}"/>
              </a:ext>
            </a:extLst>
          </p:cNvPr>
          <p:cNvSpPr>
            <a:spLocks xmlns:a="http://schemas.openxmlformats.org/drawingml/2006/main" noGrp="1"/>
          </p:cNvSpPr>
          <p:nvPr/>
        </p:nvSpPr>
        <p:spPr>
          <a:xfrm xmlns:a="http://schemas.openxmlformats.org/drawingml/2006/main">
            <a:off x="7720013" y="1733550"/>
            <a:ext cx="9525" cy="2693670"/>
          </a:xfrm>
          <a:custGeom xmlns:a="http://schemas.openxmlformats.org/drawingml/2006/main">
            <a:pathLst>
              <a:path w="9525" h="2693670">
                <a:moveTo>
                  <a:pt x="0" y="2693670"/>
                </a:moveTo>
                <a:lnTo>
                  <a:pt x="0" y="0"/>
                </a:lnTo>
              </a:path>
            </a:pathLst>
          </a:custGeom>
          <a:noFill xmlns:a="http://schemas.openxmlformats.org/drawingml/2006/main"/>
          <a:ln xmlns:a="http://schemas.openxmlformats.org/drawingml/2006/main" w="19050">
            <a:solidFill>
              <a:srgbClr val="CFD9DD"/>
            </a:solidFill>
            <a:prstDash val="solid"/>
          </a:ln>
        </p:spPr>
      </p:sp>
      <p:sp>
        <p:nvSpPr>
          <p:cNvPr id="16" name="">
            <a:extLst xmlns:a="http://schemas.openxmlformats.org/drawingml/2006/main">
              <a:ext uri="{FF2B5EF4-FFF2-40B4-BE49-F238E27FC236}">
                <a16:creationId xmlns:a16="http://schemas.microsoft.com/office/drawing/2014/main" id="{F3918E8E-D07D-495F-BD2F-9B86FC0CA08A}"/>
              </a:ext>
            </a:extLst>
          </p:cNvPr>
          <p:cNvSpPr>
            <a:spLocks xmlns:a="http://schemas.openxmlformats.org/drawingml/2006/main" noGrp="1"/>
          </p:cNvSpPr>
          <p:nvPr/>
        </p:nvSpPr>
        <p:spPr>
          <a:xfrm xmlns:a="http://schemas.openxmlformats.org/drawingml/2006/main">
            <a:off x="7670227" y="1733550"/>
            <a:ext cx="99572" cy="81203"/>
          </a:xfrm>
          <a:custGeom xmlns:a="http://schemas.openxmlformats.org/drawingml/2006/main">
            <a:pathLst>
              <a:path w="99572" h="81203">
                <a:moveTo>
                  <a:pt x="99572" y="81203"/>
                </a:moveTo>
                <a:lnTo>
                  <a:pt x="49786" y="0"/>
                </a:lnTo>
                <a:lnTo>
                  <a:pt x="0" y="81203"/>
                </a:lnTo>
              </a:path>
            </a:pathLst>
          </a:custGeom>
          <a:noFill xmlns:a="http://schemas.openxmlformats.org/drawingml/2006/main"/>
          <a:ln xmlns:a="http://schemas.openxmlformats.org/drawingml/2006/main" w="19050">
            <a:solidFill>
              <a:srgbClr val="CFD9DD"/>
            </a:solidFill>
            <a:prstDash val="solid"/>
          </a:ln>
        </p:spPr>
      </p:sp>
      <p:sp>
        <p:nvSpPr>
          <p:cNvPr id="17" name="">
            <a:extLst xmlns:a="http://schemas.openxmlformats.org/drawingml/2006/main">
              <a:ext uri="{FF2B5EF4-FFF2-40B4-BE49-F238E27FC236}">
                <a16:creationId xmlns:a16="http://schemas.microsoft.com/office/drawing/2014/main" id="{FA3DD786-9568-42C0-9A12-BE76DA09A021}"/>
              </a:ext>
            </a:extLst>
          </p:cNvPr>
          <p:cNvSpPr>
            <a:spLocks xmlns:a="http://schemas.openxmlformats.org/drawingml/2006/main" noGrp="1"/>
          </p:cNvSpPr>
          <p:nvPr/>
        </p:nvSpPr>
        <p:spPr>
          <a:xfrm xmlns:a="http://schemas.openxmlformats.org/drawingml/2006/main">
            <a:off x="7720013" y="2949416"/>
            <a:ext cx="9525" cy="1477804"/>
          </a:xfrm>
          <a:custGeom xmlns:a="http://schemas.openxmlformats.org/drawingml/2006/main">
            <a:pathLst>
              <a:path w="9525" h="1477804">
                <a:moveTo>
                  <a:pt x="0" y="1477804"/>
                </a:moveTo>
                <a:lnTo>
                  <a:pt x="0" y="0"/>
                </a:lnTo>
              </a:path>
            </a:pathLst>
          </a:custGeom>
          <a:noFill xmlns:a="http://schemas.openxmlformats.org/drawingml/2006/main"/>
          <a:ln xmlns:a="http://schemas.openxmlformats.org/drawingml/2006/main" w="28575">
            <a:solidFill>
              <a:srgbClr val="182B33"/>
            </a:solidFill>
            <a:prstDash val="solid"/>
          </a:ln>
        </p:spPr>
      </p:sp>
      <p:sp>
        <p:nvSpPr>
          <p:cNvPr id="18" name="">
            <a:extLst xmlns:a="http://schemas.openxmlformats.org/drawingml/2006/main">
              <a:ext uri="{FF2B5EF4-FFF2-40B4-BE49-F238E27FC236}">
                <a16:creationId xmlns:a16="http://schemas.microsoft.com/office/drawing/2014/main" id="{32980554-7897-4BD6-A147-C4A89CE19724}"/>
              </a:ext>
            </a:extLst>
          </p:cNvPr>
          <p:cNvSpPr>
            <a:spLocks xmlns:a="http://schemas.openxmlformats.org/drawingml/2006/main" noGrp="1"/>
          </p:cNvSpPr>
          <p:nvPr/>
        </p:nvSpPr>
        <p:spPr>
          <a:xfrm xmlns:a="http://schemas.openxmlformats.org/drawingml/2006/main">
            <a:off x="7720013" y="4427220"/>
            <a:ext cx="1477804" cy="9525"/>
          </a:xfrm>
          <a:custGeom xmlns:a="http://schemas.openxmlformats.org/drawingml/2006/main">
            <a:pathLst>
              <a:path w="1477804" h="9525">
                <a:moveTo>
                  <a:pt x="0" y="0"/>
                </a:moveTo>
                <a:lnTo>
                  <a:pt x="1477804" y="0"/>
                </a:lnTo>
              </a:path>
            </a:pathLst>
          </a:custGeom>
          <a:noFill xmlns:a="http://schemas.openxmlformats.org/drawingml/2006/main"/>
          <a:ln xmlns:a="http://schemas.openxmlformats.org/drawingml/2006/main" w="28575">
            <a:solidFill>
              <a:srgbClr val="182B33"/>
            </a:solidFill>
            <a:prstDash val="solid"/>
          </a:ln>
        </p:spPr>
      </p:sp>
      <p:sp>
        <p:nvSpPr>
          <p:cNvPr id="19" name="">
            <a:extLst xmlns:a="http://schemas.openxmlformats.org/drawingml/2006/main">
              <a:ext uri="{FF2B5EF4-FFF2-40B4-BE49-F238E27FC236}">
                <a16:creationId xmlns:a16="http://schemas.microsoft.com/office/drawing/2014/main" id="{9163A9B0-EDC6-4907-80C0-7D2F0CD5C495}"/>
              </a:ext>
            </a:extLst>
          </p:cNvPr>
          <p:cNvSpPr>
            <a:spLocks xmlns:a="http://schemas.openxmlformats.org/drawingml/2006/main" noGrp="1"/>
          </p:cNvSpPr>
          <p:nvPr/>
        </p:nvSpPr>
        <p:spPr>
          <a:xfrm xmlns:a="http://schemas.openxmlformats.org/drawingml/2006/main">
            <a:off x="7720013" y="2949416"/>
            <a:ext cx="523875" cy="1477804"/>
          </a:xfrm>
          <a:custGeom xmlns:a="http://schemas.openxmlformats.org/drawingml/2006/main">
            <a:pathLst>
              <a:path w="523875" h="1477804">
                <a:moveTo>
                  <a:pt x="523875" y="1477804"/>
                </a:moveTo>
                <a:lnTo>
                  <a:pt x="0" y="0"/>
                </a:lnTo>
              </a:path>
            </a:pathLst>
          </a:custGeom>
          <a:noFill xmlns:a="http://schemas.openxmlformats.org/drawingml/2006/main"/>
          <a:ln xmlns:a="http://schemas.openxmlformats.org/drawingml/2006/main" w="28575">
            <a:solidFill>
              <a:srgbClr val="A94737"/>
            </a:solidFill>
            <a:prstDash val="solid"/>
          </a:ln>
        </p:spPr>
      </p:sp>
      <p:sp>
        <p:nvSpPr>
          <p:cNvPr id="20" name="">
            <a:extLst xmlns:a="http://schemas.openxmlformats.org/drawingml/2006/main">
              <a:ext uri="{FF2B5EF4-FFF2-40B4-BE49-F238E27FC236}">
                <a16:creationId xmlns:a16="http://schemas.microsoft.com/office/drawing/2014/main" id="{59E1764B-932E-4ECD-8E7F-30F33F29EAE8}"/>
              </a:ext>
            </a:extLst>
          </p:cNvPr>
          <p:cNvSpPr>
            <a:spLocks xmlns:a="http://schemas.openxmlformats.org/drawingml/2006/main" noGrp="1"/>
          </p:cNvSpPr>
          <p:nvPr/>
        </p:nvSpPr>
        <p:spPr>
          <a:xfrm xmlns:a="http://schemas.openxmlformats.org/drawingml/2006/main">
            <a:off x="8243888" y="4427220"/>
            <a:ext cx="953929" cy="9525"/>
          </a:xfrm>
          <a:custGeom xmlns:a="http://schemas.openxmlformats.org/drawingml/2006/main">
            <a:pathLst>
              <a:path w="953929" h="9525">
                <a:moveTo>
                  <a:pt x="0" y="0"/>
                </a:moveTo>
                <a:lnTo>
                  <a:pt x="953929" y="0"/>
                </a:lnTo>
              </a:path>
            </a:pathLst>
          </a:custGeom>
          <a:noFill xmlns:a="http://schemas.openxmlformats.org/drawingml/2006/main"/>
          <a:ln xmlns:a="http://schemas.openxmlformats.org/drawingml/2006/main" w="28575">
            <a:solidFill>
              <a:srgbClr val="A94737"/>
            </a:solidFill>
            <a:prstDash val="solid"/>
          </a:ln>
        </p:spPr>
      </p:sp>
      <p:sp>
        <p:nvSpPr>
          <p:cNvPr id="21" name="">
            <a:extLst xmlns:a="http://schemas.openxmlformats.org/drawingml/2006/main">
              <a:ext uri="{FF2B5EF4-FFF2-40B4-BE49-F238E27FC236}">
                <a16:creationId xmlns:a16="http://schemas.microsoft.com/office/drawing/2014/main" id="{599BB776-C99F-45B3-9B96-EA43D435F719}"/>
              </a:ext>
            </a:extLst>
          </p:cNvPr>
          <p:cNvSpPr>
            <a:spLocks xmlns:a="http://schemas.openxmlformats.org/drawingml/2006/main" noGrp="1"/>
          </p:cNvSpPr>
          <p:nvPr/>
        </p:nvSpPr>
        <p:spPr>
          <a:xfrm xmlns:a="http://schemas.openxmlformats.org/drawingml/2006/main">
            <a:off x="8243888" y="1809750"/>
            <a:ext cx="9525" cy="2617470"/>
          </a:xfrm>
          <a:custGeom xmlns:a="http://schemas.openxmlformats.org/drawingml/2006/main">
            <a:pathLst>
              <a:path w="9525" h="2617470">
                <a:moveTo>
                  <a:pt x="0" y="2617470"/>
                </a:moveTo>
                <a:lnTo>
                  <a:pt x="0" y="0"/>
                </a:lnTo>
              </a:path>
            </a:pathLst>
          </a:custGeom>
          <a:noFill xmlns:a="http://schemas.openxmlformats.org/drawingml/2006/main"/>
          <a:ln xmlns:a="http://schemas.openxmlformats.org/drawingml/2006/main" w="19050">
            <a:solidFill>
              <a:srgbClr val="CFD9DD"/>
            </a:solidFill>
            <a:prstDash val="dash"/>
          </a:ln>
        </p:spPr>
      </p:sp>
      <p:sp>
        <p:nvSpPr>
          <p:cNvPr id="22" name="">
            <a:extLst xmlns:a="http://schemas.openxmlformats.org/drawingml/2006/main">
              <a:ext uri="{FF2B5EF4-FFF2-40B4-BE49-F238E27FC236}">
                <a16:creationId xmlns:a16="http://schemas.microsoft.com/office/drawing/2014/main" id="{6080BC4B-AD54-4A4C-A9DB-3834020DE782}"/>
              </a:ext>
            </a:extLst>
          </p:cNvPr>
          <p:cNvSpPr>
            <a:spLocks xmlns:a="http://schemas.openxmlformats.org/drawingml/2006/main" noGrp="1"/>
          </p:cNvSpPr>
          <p:nvPr/>
        </p:nvSpPr>
        <p:spPr>
          <a:xfrm xmlns:a="http://schemas.openxmlformats.org/drawingml/2006/main">
            <a:off x="7653338" y="4360545"/>
            <a:ext cx="133350" cy="133350"/>
          </a:xfrm>
          <a:prstGeom xmlns:a="http://schemas.openxmlformats.org/drawingml/2006/main" prst="ellipse">
            <a:avLst/>
          </a:prstGeom>
          <a:solidFill xmlns:a="http://schemas.openxmlformats.org/drawingml/2006/main">
            <a:srgbClr val="166B68"/>
          </a:solidFill>
          <a:ln xmlns:a="http://schemas.openxmlformats.org/drawingml/2006/main" w="9525">
            <a:solidFill>
              <a:srgbClr val="166B68"/>
            </a:solidFill>
          </a:ln>
        </p:spPr>
      </p:sp>
      <p:sp>
        <p:nvSpPr>
          <p:cNvPr id="23" name="">
            <a:extLst xmlns:a="http://schemas.openxmlformats.org/drawingml/2006/main">
              <a:ext uri="{FF2B5EF4-FFF2-40B4-BE49-F238E27FC236}">
                <a16:creationId xmlns:a16="http://schemas.microsoft.com/office/drawing/2014/main" id="{4558A561-383C-434B-A78D-CEDF611B427A}"/>
              </a:ext>
            </a:extLst>
          </p:cNvPr>
          <p:cNvSpPr>
            <a:spLocks xmlns:a="http://schemas.openxmlformats.org/drawingml/2006/main" noGrp="1"/>
          </p:cNvSpPr>
          <p:nvPr/>
        </p:nvSpPr>
        <p:spPr>
          <a:xfrm xmlns:a="http://schemas.openxmlformats.org/drawingml/2006/main">
            <a:off x="8177213" y="4360545"/>
            <a:ext cx="133350" cy="133350"/>
          </a:xfrm>
          <a:prstGeom xmlns:a="http://schemas.openxmlformats.org/drawingml/2006/main" prst="ellipse">
            <a:avLst/>
          </a:prstGeom>
          <a:solidFill xmlns:a="http://schemas.openxmlformats.org/drawingml/2006/main">
            <a:srgbClr val="A94737"/>
          </a:solidFill>
          <a:ln xmlns:a="http://schemas.openxmlformats.org/drawingml/2006/main" w="9525">
            <a:solidFill>
              <a:srgbClr val="A94737"/>
            </a:solidFill>
          </a:ln>
        </p:spPr>
      </p:sp>
      <p:sp>
        <p:nvSpPr>
          <p:cNvPr id="24" name="">
            <a:extLst xmlns:a="http://schemas.openxmlformats.org/drawingml/2006/main">
              <a:ext uri="{FF2B5EF4-FFF2-40B4-BE49-F238E27FC236}">
                <a16:creationId xmlns:a16="http://schemas.microsoft.com/office/drawing/2014/main" id="{CECE1CF2-E75F-441D-A5E2-116CA1395AB1}"/>
              </a:ext>
            </a:extLst>
          </p:cNvPr>
          <p:cNvSpPr>
            <a:spLocks xmlns:a="http://schemas.openxmlformats.org/drawingml/2006/main" noGrp="1"/>
          </p:cNvSpPr>
          <p:nvPr/>
        </p:nvSpPr>
        <p:spPr>
          <a:xfrm xmlns:a="http://schemas.openxmlformats.org/drawingml/2006/main">
            <a:off x="7662863" y="2892266"/>
            <a:ext cx="114300" cy="114300"/>
          </a:xfrm>
          <a:prstGeom xmlns:a="http://schemas.openxmlformats.org/drawingml/2006/main" prst="ellipse">
            <a:avLst/>
          </a:prstGeom>
          <a:solidFill xmlns:a="http://schemas.openxmlformats.org/drawingml/2006/main">
            <a:srgbClr val="166B68"/>
          </a:solidFill>
          <a:ln xmlns:a="http://schemas.openxmlformats.org/drawingml/2006/main" w="9525">
            <a:solidFill>
              <a:srgbClr val="166B68"/>
            </a:solidFill>
          </a:ln>
        </p:spPr>
      </p:sp>
      <p:sp>
        <p:nvSpPr>
          <p:cNvPr id="25" name="">
            <a:extLst xmlns:a="http://schemas.openxmlformats.org/drawingml/2006/main">
              <a:ext uri="{FF2B5EF4-FFF2-40B4-BE49-F238E27FC236}">
                <a16:creationId xmlns:a16="http://schemas.microsoft.com/office/drawing/2014/main" id="{2531939C-1608-44DD-856B-C5362F3195AD}"/>
              </a:ext>
            </a:extLst>
          </p:cNvPr>
          <p:cNvSpPr>
            <a:spLocks xmlns:a="http://schemas.openxmlformats.org/drawingml/2006/main" noGrp="1"/>
          </p:cNvSpPr>
          <p:nvPr/>
        </p:nvSpPr>
        <p:spPr>
          <a:xfrm xmlns:a="http://schemas.openxmlformats.org/drawingml/2006/main">
            <a:off x="7453313" y="2711291"/>
            <a:ext cx="7048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182B33"/>
                </a:solidFill>
                <a:latin typeface="Yu Gothic"/>
                <a:ea typeface="Yu Gothic"/>
                <a:cs typeface="Yu Gothic"/>
              </a:defRPr>
            </a:defPPr>
            <a:lvl1pPr algn="l">
              <a:defRPr sz="1650" b="1">
                <a:solidFill>
                  <a:srgbClr val="182B33"/>
                </a:solidFill>
                <a:latin typeface="Yu Gothic"/>
                <a:ea typeface="Yu Gothic"/>
                <a:cs typeface="Yu Gothic"/>
              </a:defRPr>
            </a:lvl1pPr>
            <a:lvl2pPr algn="l">
              <a:defRPr sz="1650" b="1">
                <a:solidFill>
                  <a:srgbClr val="182B33"/>
                </a:solidFill>
                <a:latin typeface="Yu Gothic"/>
                <a:ea typeface="Yu Gothic"/>
                <a:cs typeface="Yu Gothic"/>
              </a:defRPr>
            </a:lvl2pPr>
            <a:lvl3pPr algn="l">
              <a:defRPr sz="1650" b="1">
                <a:solidFill>
                  <a:srgbClr val="182B33"/>
                </a:solidFill>
                <a:latin typeface="Yu Gothic"/>
                <a:ea typeface="Yu Gothic"/>
                <a:cs typeface="Yu Gothic"/>
              </a:defRPr>
            </a:lvl3pPr>
            <a:lvl4pPr algn="l">
              <a:defRPr sz="1650" b="1">
                <a:solidFill>
                  <a:srgbClr val="182B33"/>
                </a:solidFill>
                <a:latin typeface="Yu Gothic"/>
                <a:ea typeface="Yu Gothic"/>
                <a:cs typeface="Yu Gothic"/>
              </a:defRPr>
            </a:lvl4pPr>
            <a:lvl5pPr algn="l">
              <a:defRPr sz="1650" b="1">
                <a:solidFill>
                  <a:srgbClr val="182B33"/>
                </a:solidFill>
                <a:latin typeface="Yu Gothic"/>
                <a:ea typeface="Yu Gothic"/>
                <a:cs typeface="Yu Gothic"/>
              </a:defRPr>
            </a:lvl5pPr>
            <a:lvl6pPr algn="l">
              <a:defRPr sz="1650" b="1">
                <a:solidFill>
                  <a:srgbClr val="182B33"/>
                </a:solidFill>
                <a:latin typeface="Yu Gothic"/>
                <a:ea typeface="Yu Gothic"/>
                <a:cs typeface="Yu Gothic"/>
              </a:defRPr>
            </a:lvl6pPr>
            <a:lvl7pPr algn="l">
              <a:defRPr sz="1650" b="1">
                <a:solidFill>
                  <a:srgbClr val="182B33"/>
                </a:solidFill>
                <a:latin typeface="Yu Gothic"/>
                <a:ea typeface="Yu Gothic"/>
                <a:cs typeface="Yu Gothic"/>
              </a:defRPr>
            </a:lvl7pPr>
            <a:lvl8pPr algn="l">
              <a:defRPr sz="1650" b="1">
                <a:solidFill>
                  <a:srgbClr val="182B33"/>
                </a:solidFill>
                <a:latin typeface="Yu Gothic"/>
                <a:ea typeface="Yu Gothic"/>
                <a:cs typeface="Yu Gothic"/>
              </a:defRPr>
            </a:lvl8pPr>
            <a:lvl9pPr algn="l">
              <a:defRPr sz="1650" b="1">
                <a:solidFill>
                  <a:srgbClr val="182B33"/>
                </a:solidFill>
                <a:latin typeface="Yu Gothic"/>
                <a:ea typeface="Yu Gothic"/>
                <a:cs typeface="Yu Gothic"/>
              </a:defRPr>
            </a:lvl9pPr>
          </a:lstStyle>
          <a:p xmlns:a="http://schemas.openxmlformats.org/drawingml/2006/main">
            <a:pPr algn="l">
              <a:defRPr sz="1650" b="1">
                <a:solidFill>
                  <a:srgbClr val="182B33"/>
                </a:solidFill>
                <a:latin typeface="Yu Gothic"/>
                <a:ea typeface="Yu Gothic"/>
                <a:cs typeface="Yu Gothic"/>
              </a:defRPr>
            </a:pPr>
            <a:r>
              <a:rPr sz="1650" b="1">
                <a:solidFill>
                  <a:srgbClr val="182B33"/>
                </a:solidFill>
                <a:latin typeface="Yu Gothic"/>
                <a:ea typeface="Yu Gothic"/>
                <a:cs typeface="Yu Gothic"/>
              </a:rPr>
              <a:t>A</a:t>
            </a:r>
          </a:p>
        </p:txBody>
      </p:sp>
      <p:sp>
        <p:nvSpPr>
          <p:cNvPr id="26" name="">
            <a:extLst xmlns:a="http://schemas.openxmlformats.org/drawingml/2006/main">
              <a:ext uri="{FF2B5EF4-FFF2-40B4-BE49-F238E27FC236}">
                <a16:creationId xmlns:a16="http://schemas.microsoft.com/office/drawing/2014/main" id="{C60F513B-2FC4-4974-9E16-69FE72DC13FB}"/>
              </a:ext>
            </a:extLst>
          </p:cNvPr>
          <p:cNvSpPr>
            <a:spLocks xmlns:a="http://schemas.openxmlformats.org/drawingml/2006/main" noGrp="1"/>
          </p:cNvSpPr>
          <p:nvPr/>
        </p:nvSpPr>
        <p:spPr>
          <a:xfrm xmlns:a="http://schemas.openxmlformats.org/drawingml/2006/main">
            <a:off x="9140666" y="4370070"/>
            <a:ext cx="114300" cy="114300"/>
          </a:xfrm>
          <a:prstGeom xmlns:a="http://schemas.openxmlformats.org/drawingml/2006/main" prst="ellipse">
            <a:avLst/>
          </a:prstGeom>
          <a:solidFill xmlns:a="http://schemas.openxmlformats.org/drawingml/2006/main">
            <a:srgbClr val="166B68"/>
          </a:solidFill>
          <a:ln xmlns:a="http://schemas.openxmlformats.org/drawingml/2006/main" w="9525">
            <a:solidFill>
              <a:srgbClr val="166B68"/>
            </a:solidFill>
          </a:ln>
        </p:spPr>
      </p:sp>
      <p:sp>
        <p:nvSpPr>
          <p:cNvPr id="27" name="">
            <a:extLst xmlns:a="http://schemas.openxmlformats.org/drawingml/2006/main">
              <a:ext uri="{FF2B5EF4-FFF2-40B4-BE49-F238E27FC236}">
                <a16:creationId xmlns:a16="http://schemas.microsoft.com/office/drawing/2014/main" id="{089D0545-AB50-4764-AE65-BC4842CC6C7A}"/>
              </a:ext>
            </a:extLst>
          </p:cNvPr>
          <p:cNvSpPr>
            <a:spLocks xmlns:a="http://schemas.openxmlformats.org/drawingml/2006/main" noGrp="1"/>
          </p:cNvSpPr>
          <p:nvPr/>
        </p:nvSpPr>
        <p:spPr>
          <a:xfrm xmlns:a="http://schemas.openxmlformats.org/drawingml/2006/main">
            <a:off x="9274016" y="4179570"/>
            <a:ext cx="7048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182B33"/>
                </a:solidFill>
                <a:latin typeface="Yu Gothic"/>
                <a:ea typeface="Yu Gothic"/>
                <a:cs typeface="Yu Gothic"/>
              </a:defRPr>
            </a:defPPr>
            <a:lvl1pPr algn="l">
              <a:defRPr sz="1650" b="1">
                <a:solidFill>
                  <a:srgbClr val="182B33"/>
                </a:solidFill>
                <a:latin typeface="Yu Gothic"/>
                <a:ea typeface="Yu Gothic"/>
                <a:cs typeface="Yu Gothic"/>
              </a:defRPr>
            </a:lvl1pPr>
            <a:lvl2pPr algn="l">
              <a:defRPr sz="1650" b="1">
                <a:solidFill>
                  <a:srgbClr val="182B33"/>
                </a:solidFill>
                <a:latin typeface="Yu Gothic"/>
                <a:ea typeface="Yu Gothic"/>
                <a:cs typeface="Yu Gothic"/>
              </a:defRPr>
            </a:lvl2pPr>
            <a:lvl3pPr algn="l">
              <a:defRPr sz="1650" b="1">
                <a:solidFill>
                  <a:srgbClr val="182B33"/>
                </a:solidFill>
                <a:latin typeface="Yu Gothic"/>
                <a:ea typeface="Yu Gothic"/>
                <a:cs typeface="Yu Gothic"/>
              </a:defRPr>
            </a:lvl3pPr>
            <a:lvl4pPr algn="l">
              <a:defRPr sz="1650" b="1">
                <a:solidFill>
                  <a:srgbClr val="182B33"/>
                </a:solidFill>
                <a:latin typeface="Yu Gothic"/>
                <a:ea typeface="Yu Gothic"/>
                <a:cs typeface="Yu Gothic"/>
              </a:defRPr>
            </a:lvl4pPr>
            <a:lvl5pPr algn="l">
              <a:defRPr sz="1650" b="1">
                <a:solidFill>
                  <a:srgbClr val="182B33"/>
                </a:solidFill>
                <a:latin typeface="Yu Gothic"/>
                <a:ea typeface="Yu Gothic"/>
                <a:cs typeface="Yu Gothic"/>
              </a:defRPr>
            </a:lvl5pPr>
            <a:lvl6pPr algn="l">
              <a:defRPr sz="1650" b="1">
                <a:solidFill>
                  <a:srgbClr val="182B33"/>
                </a:solidFill>
                <a:latin typeface="Yu Gothic"/>
                <a:ea typeface="Yu Gothic"/>
                <a:cs typeface="Yu Gothic"/>
              </a:defRPr>
            </a:lvl6pPr>
            <a:lvl7pPr algn="l">
              <a:defRPr sz="1650" b="1">
                <a:solidFill>
                  <a:srgbClr val="182B33"/>
                </a:solidFill>
                <a:latin typeface="Yu Gothic"/>
                <a:ea typeface="Yu Gothic"/>
                <a:cs typeface="Yu Gothic"/>
              </a:defRPr>
            </a:lvl7pPr>
            <a:lvl8pPr algn="l">
              <a:defRPr sz="1650" b="1">
                <a:solidFill>
                  <a:srgbClr val="182B33"/>
                </a:solidFill>
                <a:latin typeface="Yu Gothic"/>
                <a:ea typeface="Yu Gothic"/>
                <a:cs typeface="Yu Gothic"/>
              </a:defRPr>
            </a:lvl8pPr>
            <a:lvl9pPr algn="l">
              <a:defRPr sz="1650" b="1">
                <a:solidFill>
                  <a:srgbClr val="182B33"/>
                </a:solidFill>
                <a:latin typeface="Yu Gothic"/>
                <a:ea typeface="Yu Gothic"/>
                <a:cs typeface="Yu Gothic"/>
              </a:defRPr>
            </a:lvl9pPr>
          </a:lstStyle>
          <a:p xmlns:a="http://schemas.openxmlformats.org/drawingml/2006/main">
            <a:pPr algn="l">
              <a:defRPr sz="1650" b="1">
                <a:solidFill>
                  <a:srgbClr val="182B33"/>
                </a:solidFill>
                <a:latin typeface="Yu Gothic"/>
                <a:ea typeface="Yu Gothic"/>
                <a:cs typeface="Yu Gothic"/>
              </a:defRPr>
            </a:pPr>
            <a:r>
              <a:rPr sz="1650" b="1">
                <a:solidFill>
                  <a:srgbClr val="182B33"/>
                </a:solidFill>
                <a:latin typeface="Yu Gothic"/>
                <a:ea typeface="Yu Gothic"/>
                <a:cs typeface="Yu Gothic"/>
              </a:rPr>
              <a:t>B</a:t>
            </a:r>
          </a:p>
        </p:txBody>
      </p:sp>
      <p:sp>
        <p:nvSpPr>
          <p:cNvPr id="28" name="">
            <a:extLst xmlns:a="http://schemas.openxmlformats.org/drawingml/2006/main">
              <a:ext uri="{FF2B5EF4-FFF2-40B4-BE49-F238E27FC236}">
                <a16:creationId xmlns:a16="http://schemas.microsoft.com/office/drawing/2014/main" id="{1D6FC74C-1E22-4415-BD50-7EC0B26C7085}"/>
              </a:ext>
            </a:extLst>
          </p:cNvPr>
          <p:cNvSpPr>
            <a:spLocks xmlns:a="http://schemas.openxmlformats.org/drawingml/2006/main" noGrp="1"/>
          </p:cNvSpPr>
          <p:nvPr/>
        </p:nvSpPr>
        <p:spPr>
          <a:xfrm xmlns:a="http://schemas.openxmlformats.org/drawingml/2006/main">
            <a:off x="6672263" y="4551045"/>
            <a:ext cx="971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182B33"/>
                </a:solidFill>
                <a:latin typeface="Yu Gothic"/>
                <a:ea typeface="Yu Gothic"/>
                <a:cs typeface="Yu Gothic"/>
              </a:defRPr>
            </a:defPPr>
            <a:lvl1pPr algn="l">
              <a:defRPr sz="1650" b="1">
                <a:solidFill>
                  <a:srgbClr val="182B33"/>
                </a:solidFill>
                <a:latin typeface="Yu Gothic"/>
                <a:ea typeface="Yu Gothic"/>
                <a:cs typeface="Yu Gothic"/>
              </a:defRPr>
            </a:lvl1pPr>
            <a:lvl2pPr algn="l">
              <a:defRPr sz="1650" b="1">
                <a:solidFill>
                  <a:srgbClr val="182B33"/>
                </a:solidFill>
                <a:latin typeface="Yu Gothic"/>
                <a:ea typeface="Yu Gothic"/>
                <a:cs typeface="Yu Gothic"/>
              </a:defRPr>
            </a:lvl2pPr>
            <a:lvl3pPr algn="l">
              <a:defRPr sz="1650" b="1">
                <a:solidFill>
                  <a:srgbClr val="182B33"/>
                </a:solidFill>
                <a:latin typeface="Yu Gothic"/>
                <a:ea typeface="Yu Gothic"/>
                <a:cs typeface="Yu Gothic"/>
              </a:defRPr>
            </a:lvl3pPr>
            <a:lvl4pPr algn="l">
              <a:defRPr sz="1650" b="1">
                <a:solidFill>
                  <a:srgbClr val="182B33"/>
                </a:solidFill>
                <a:latin typeface="Yu Gothic"/>
                <a:ea typeface="Yu Gothic"/>
                <a:cs typeface="Yu Gothic"/>
              </a:defRPr>
            </a:lvl4pPr>
            <a:lvl5pPr algn="l">
              <a:defRPr sz="1650" b="1">
                <a:solidFill>
                  <a:srgbClr val="182B33"/>
                </a:solidFill>
                <a:latin typeface="Yu Gothic"/>
                <a:ea typeface="Yu Gothic"/>
                <a:cs typeface="Yu Gothic"/>
              </a:defRPr>
            </a:lvl5pPr>
            <a:lvl6pPr algn="l">
              <a:defRPr sz="1650" b="1">
                <a:solidFill>
                  <a:srgbClr val="182B33"/>
                </a:solidFill>
                <a:latin typeface="Yu Gothic"/>
                <a:ea typeface="Yu Gothic"/>
                <a:cs typeface="Yu Gothic"/>
              </a:defRPr>
            </a:lvl6pPr>
            <a:lvl7pPr algn="l">
              <a:defRPr sz="1650" b="1">
                <a:solidFill>
                  <a:srgbClr val="182B33"/>
                </a:solidFill>
                <a:latin typeface="Yu Gothic"/>
                <a:ea typeface="Yu Gothic"/>
                <a:cs typeface="Yu Gothic"/>
              </a:defRPr>
            </a:lvl7pPr>
            <a:lvl8pPr algn="l">
              <a:defRPr sz="1650" b="1">
                <a:solidFill>
                  <a:srgbClr val="182B33"/>
                </a:solidFill>
                <a:latin typeface="Yu Gothic"/>
                <a:ea typeface="Yu Gothic"/>
                <a:cs typeface="Yu Gothic"/>
              </a:defRPr>
            </a:lvl8pPr>
            <a:lvl9pPr algn="l">
              <a:defRPr sz="1650" b="1">
                <a:solidFill>
                  <a:srgbClr val="182B33"/>
                </a:solidFill>
                <a:latin typeface="Yu Gothic"/>
                <a:ea typeface="Yu Gothic"/>
                <a:cs typeface="Yu Gothic"/>
              </a:defRPr>
            </a:lvl9pPr>
          </a:lstStyle>
          <a:p xmlns:a="http://schemas.openxmlformats.org/drawingml/2006/main">
            <a:pPr algn="l">
              <a:defRPr sz="1650" b="1">
                <a:solidFill>
                  <a:srgbClr val="182B33"/>
                </a:solidFill>
                <a:latin typeface="Yu Gothic"/>
                <a:ea typeface="Yu Gothic"/>
                <a:cs typeface="Yu Gothic"/>
              </a:defRPr>
            </a:pPr>
            <a:r>
              <a:rPr sz="1650" b="1">
                <a:solidFill>
                  <a:srgbClr val="182B33"/>
                </a:solidFill>
                <a:latin typeface="Yu Gothic"/>
                <a:ea typeface="Yu Gothic"/>
                <a:cs typeface="Yu Gothic"/>
              </a:rPr>
              <a:t>O=(0,0)</a:t>
            </a:r>
          </a:p>
        </p:txBody>
      </p:sp>
      <p:sp>
        <p:nvSpPr>
          <p:cNvPr id="29" name="">
            <a:extLst xmlns:a="http://schemas.openxmlformats.org/drawingml/2006/main">
              <a:ext uri="{FF2B5EF4-FFF2-40B4-BE49-F238E27FC236}">
                <a16:creationId xmlns:a16="http://schemas.microsoft.com/office/drawing/2014/main" id="{9F74B048-ABF8-4756-B854-D67D089B8881}"/>
              </a:ext>
            </a:extLst>
          </p:cNvPr>
          <p:cNvSpPr>
            <a:spLocks xmlns:a="http://schemas.openxmlformats.org/drawingml/2006/main" noGrp="1"/>
          </p:cNvSpPr>
          <p:nvPr/>
        </p:nvSpPr>
        <p:spPr>
          <a:xfrm xmlns:a="http://schemas.openxmlformats.org/drawingml/2006/main">
            <a:off x="7872413" y="4798695"/>
            <a:ext cx="95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1">
                <a:solidFill>
                  <a:srgbClr val="A94737"/>
                </a:solidFill>
                <a:latin typeface="Yu Gothic"/>
                <a:ea typeface="Yu Gothic"/>
                <a:cs typeface="Yu Gothic"/>
              </a:defRPr>
            </a:defPPr>
            <a:lvl1pPr algn="ctr">
              <a:defRPr sz="1650" b="1">
                <a:solidFill>
                  <a:srgbClr val="A94737"/>
                </a:solidFill>
                <a:latin typeface="Yu Gothic"/>
                <a:ea typeface="Yu Gothic"/>
                <a:cs typeface="Yu Gothic"/>
              </a:defRPr>
            </a:lvl1pPr>
            <a:lvl2pPr algn="ctr">
              <a:defRPr sz="1650" b="1">
                <a:solidFill>
                  <a:srgbClr val="A94737"/>
                </a:solidFill>
                <a:latin typeface="Yu Gothic"/>
                <a:ea typeface="Yu Gothic"/>
                <a:cs typeface="Yu Gothic"/>
              </a:defRPr>
            </a:lvl2pPr>
            <a:lvl3pPr algn="ctr">
              <a:defRPr sz="1650" b="1">
                <a:solidFill>
                  <a:srgbClr val="A94737"/>
                </a:solidFill>
                <a:latin typeface="Yu Gothic"/>
                <a:ea typeface="Yu Gothic"/>
                <a:cs typeface="Yu Gothic"/>
              </a:defRPr>
            </a:lvl3pPr>
            <a:lvl4pPr algn="ctr">
              <a:defRPr sz="1650" b="1">
                <a:solidFill>
                  <a:srgbClr val="A94737"/>
                </a:solidFill>
                <a:latin typeface="Yu Gothic"/>
                <a:ea typeface="Yu Gothic"/>
                <a:cs typeface="Yu Gothic"/>
              </a:defRPr>
            </a:lvl4pPr>
            <a:lvl5pPr algn="ctr">
              <a:defRPr sz="1650" b="1">
                <a:solidFill>
                  <a:srgbClr val="A94737"/>
                </a:solidFill>
                <a:latin typeface="Yu Gothic"/>
                <a:ea typeface="Yu Gothic"/>
                <a:cs typeface="Yu Gothic"/>
              </a:defRPr>
            </a:lvl5pPr>
            <a:lvl6pPr algn="ctr">
              <a:defRPr sz="1650" b="1">
                <a:solidFill>
                  <a:srgbClr val="A94737"/>
                </a:solidFill>
                <a:latin typeface="Yu Gothic"/>
                <a:ea typeface="Yu Gothic"/>
                <a:cs typeface="Yu Gothic"/>
              </a:defRPr>
            </a:lvl6pPr>
            <a:lvl7pPr algn="ctr">
              <a:defRPr sz="1650" b="1">
                <a:solidFill>
                  <a:srgbClr val="A94737"/>
                </a:solidFill>
                <a:latin typeface="Yu Gothic"/>
                <a:ea typeface="Yu Gothic"/>
                <a:cs typeface="Yu Gothic"/>
              </a:defRPr>
            </a:lvl7pPr>
            <a:lvl8pPr algn="ctr">
              <a:defRPr sz="1650" b="1">
                <a:solidFill>
                  <a:srgbClr val="A94737"/>
                </a:solidFill>
                <a:latin typeface="Yu Gothic"/>
                <a:ea typeface="Yu Gothic"/>
                <a:cs typeface="Yu Gothic"/>
              </a:defRPr>
            </a:lvl8pPr>
            <a:lvl9pPr algn="ctr">
              <a:defRPr sz="1650" b="1">
                <a:solidFill>
                  <a:srgbClr val="A94737"/>
                </a:solidFill>
                <a:latin typeface="Yu Gothic"/>
                <a:ea typeface="Yu Gothic"/>
                <a:cs typeface="Yu Gothic"/>
              </a:defRPr>
            </a:lvl9pPr>
          </a:lstStyle>
          <a:p xmlns:a="http://schemas.openxmlformats.org/drawingml/2006/main">
            <a:pPr algn="ctr">
              <a:defRPr sz="1650" b="1">
                <a:solidFill>
                  <a:srgbClr val="A94737"/>
                </a:solidFill>
                <a:latin typeface="Yu Gothic"/>
                <a:ea typeface="Yu Gothic"/>
                <a:cs typeface="Yu Gothic"/>
              </a:defRPr>
            </a:pPr>
            <a:r>
              <a:rPr sz="1650" b="1">
                <a:solidFill>
                  <a:srgbClr val="A94737"/>
                </a:solidFill>
                <a:latin typeface="Yu Gothic"/>
                <a:ea typeface="Yu Gothic"/>
                <a:cs typeface="Yu Gothic"/>
              </a:rPr>
              <a:t>E=(0,1)</a:t>
            </a:r>
          </a:p>
        </p:txBody>
      </p:sp>
      <p:sp>
        <p:nvSpPr>
          <p:cNvPr id="30" name="">
            <a:extLst xmlns:a="http://schemas.openxmlformats.org/drawingml/2006/main">
              <a:ext uri="{FF2B5EF4-FFF2-40B4-BE49-F238E27FC236}">
                <a16:creationId xmlns:a16="http://schemas.microsoft.com/office/drawing/2014/main" id="{845B2236-94DF-4FE4-AAFF-39AE159A91D8}"/>
              </a:ext>
            </a:extLst>
          </p:cNvPr>
          <p:cNvSpPr>
            <a:spLocks xmlns:a="http://schemas.openxmlformats.org/drawingml/2006/main" noGrp="1"/>
          </p:cNvSpPr>
          <p:nvPr/>
        </p:nvSpPr>
        <p:spPr>
          <a:xfrm xmlns:a="http://schemas.openxmlformats.org/drawingml/2006/main">
            <a:off x="6615113" y="2930366"/>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182B33"/>
                </a:solidFill>
                <a:latin typeface="Yu Gothic"/>
                <a:ea typeface="Yu Gothic"/>
                <a:cs typeface="Yu Gothic"/>
              </a:defRPr>
            </a:defPPr>
            <a:lvl1pPr algn="l">
              <a:defRPr sz="1650" b="1">
                <a:solidFill>
                  <a:srgbClr val="182B33"/>
                </a:solidFill>
                <a:latin typeface="Yu Gothic"/>
                <a:ea typeface="Yu Gothic"/>
                <a:cs typeface="Yu Gothic"/>
              </a:defRPr>
            </a:lvl1pPr>
            <a:lvl2pPr algn="l">
              <a:defRPr sz="1650" b="1">
                <a:solidFill>
                  <a:srgbClr val="182B33"/>
                </a:solidFill>
                <a:latin typeface="Yu Gothic"/>
                <a:ea typeface="Yu Gothic"/>
                <a:cs typeface="Yu Gothic"/>
              </a:defRPr>
            </a:lvl2pPr>
            <a:lvl3pPr algn="l">
              <a:defRPr sz="1650" b="1">
                <a:solidFill>
                  <a:srgbClr val="182B33"/>
                </a:solidFill>
                <a:latin typeface="Yu Gothic"/>
                <a:ea typeface="Yu Gothic"/>
                <a:cs typeface="Yu Gothic"/>
              </a:defRPr>
            </a:lvl3pPr>
            <a:lvl4pPr algn="l">
              <a:defRPr sz="1650" b="1">
                <a:solidFill>
                  <a:srgbClr val="182B33"/>
                </a:solidFill>
                <a:latin typeface="Yu Gothic"/>
                <a:ea typeface="Yu Gothic"/>
                <a:cs typeface="Yu Gothic"/>
              </a:defRPr>
            </a:lvl4pPr>
            <a:lvl5pPr algn="l">
              <a:defRPr sz="1650" b="1">
                <a:solidFill>
                  <a:srgbClr val="182B33"/>
                </a:solidFill>
                <a:latin typeface="Yu Gothic"/>
                <a:ea typeface="Yu Gothic"/>
                <a:cs typeface="Yu Gothic"/>
              </a:defRPr>
            </a:lvl5pPr>
            <a:lvl6pPr algn="l">
              <a:defRPr sz="1650" b="1">
                <a:solidFill>
                  <a:srgbClr val="182B33"/>
                </a:solidFill>
                <a:latin typeface="Yu Gothic"/>
                <a:ea typeface="Yu Gothic"/>
                <a:cs typeface="Yu Gothic"/>
              </a:defRPr>
            </a:lvl6pPr>
            <a:lvl7pPr algn="l">
              <a:defRPr sz="1650" b="1">
                <a:solidFill>
                  <a:srgbClr val="182B33"/>
                </a:solidFill>
                <a:latin typeface="Yu Gothic"/>
                <a:ea typeface="Yu Gothic"/>
                <a:cs typeface="Yu Gothic"/>
              </a:defRPr>
            </a:lvl7pPr>
            <a:lvl8pPr algn="l">
              <a:defRPr sz="1650" b="1">
                <a:solidFill>
                  <a:srgbClr val="182B33"/>
                </a:solidFill>
                <a:latin typeface="Yu Gothic"/>
                <a:ea typeface="Yu Gothic"/>
                <a:cs typeface="Yu Gothic"/>
              </a:defRPr>
            </a:lvl8pPr>
            <a:lvl9pPr algn="l">
              <a:defRPr sz="1650" b="1">
                <a:solidFill>
                  <a:srgbClr val="182B33"/>
                </a:solidFill>
                <a:latin typeface="Yu Gothic"/>
                <a:ea typeface="Yu Gothic"/>
                <a:cs typeface="Yu Gothic"/>
              </a:defRPr>
            </a:lvl9pPr>
          </a:lstStyle>
          <a:p xmlns:a="http://schemas.openxmlformats.org/drawingml/2006/main">
            <a:pPr algn="l">
              <a:defRPr sz="1650" b="1">
                <a:solidFill>
                  <a:srgbClr val="182B33"/>
                </a:solidFill>
                <a:latin typeface="Yu Gothic"/>
                <a:ea typeface="Yu Gothic"/>
                <a:cs typeface="Yu Gothic"/>
              </a:defRPr>
            </a:pPr>
            <a:r>
              <a:rPr sz="1650" b="1">
                <a:solidFill>
                  <a:srgbClr val="182B33"/>
                </a:solidFill>
                <a:latin typeface="Yu Gothic"/>
                <a:ea typeface="Yu Gothic"/>
                <a:cs typeface="Yu Gothic"/>
              </a:rPr>
              <a:t>A=(100,0)</a:t>
            </a:r>
          </a:p>
        </p:txBody>
      </p:sp>
      <p:sp>
        <p:nvSpPr>
          <p:cNvPr id="31" name="">
            <a:extLst xmlns:a="http://schemas.openxmlformats.org/drawingml/2006/main">
              <a:ext uri="{FF2B5EF4-FFF2-40B4-BE49-F238E27FC236}">
                <a16:creationId xmlns:a16="http://schemas.microsoft.com/office/drawing/2014/main" id="{2D3230D9-B9AA-4B7C-9331-4FE1497D613A}"/>
              </a:ext>
            </a:extLst>
          </p:cNvPr>
          <p:cNvSpPr>
            <a:spLocks xmlns:a="http://schemas.openxmlformats.org/drawingml/2006/main" noGrp="1"/>
          </p:cNvSpPr>
          <p:nvPr/>
        </p:nvSpPr>
        <p:spPr>
          <a:xfrm xmlns:a="http://schemas.openxmlformats.org/drawingml/2006/main">
            <a:off x="9083516" y="3874770"/>
            <a:ext cx="1085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182B33"/>
                </a:solidFill>
                <a:latin typeface="Yu Gothic"/>
                <a:ea typeface="Yu Gothic"/>
                <a:cs typeface="Yu Gothic"/>
              </a:defRPr>
            </a:defPPr>
            <a:lvl1pPr algn="l">
              <a:defRPr sz="1650" b="1">
                <a:solidFill>
                  <a:srgbClr val="182B33"/>
                </a:solidFill>
                <a:latin typeface="Yu Gothic"/>
                <a:ea typeface="Yu Gothic"/>
                <a:cs typeface="Yu Gothic"/>
              </a:defRPr>
            </a:lvl1pPr>
            <a:lvl2pPr algn="l">
              <a:defRPr sz="1650" b="1">
                <a:solidFill>
                  <a:srgbClr val="182B33"/>
                </a:solidFill>
                <a:latin typeface="Yu Gothic"/>
                <a:ea typeface="Yu Gothic"/>
                <a:cs typeface="Yu Gothic"/>
              </a:defRPr>
            </a:lvl2pPr>
            <a:lvl3pPr algn="l">
              <a:defRPr sz="1650" b="1">
                <a:solidFill>
                  <a:srgbClr val="182B33"/>
                </a:solidFill>
                <a:latin typeface="Yu Gothic"/>
                <a:ea typeface="Yu Gothic"/>
                <a:cs typeface="Yu Gothic"/>
              </a:defRPr>
            </a:lvl3pPr>
            <a:lvl4pPr algn="l">
              <a:defRPr sz="1650" b="1">
                <a:solidFill>
                  <a:srgbClr val="182B33"/>
                </a:solidFill>
                <a:latin typeface="Yu Gothic"/>
                <a:ea typeface="Yu Gothic"/>
                <a:cs typeface="Yu Gothic"/>
              </a:defRPr>
            </a:lvl4pPr>
            <a:lvl5pPr algn="l">
              <a:defRPr sz="1650" b="1">
                <a:solidFill>
                  <a:srgbClr val="182B33"/>
                </a:solidFill>
                <a:latin typeface="Yu Gothic"/>
                <a:ea typeface="Yu Gothic"/>
                <a:cs typeface="Yu Gothic"/>
              </a:defRPr>
            </a:lvl5pPr>
            <a:lvl6pPr algn="l">
              <a:defRPr sz="1650" b="1">
                <a:solidFill>
                  <a:srgbClr val="182B33"/>
                </a:solidFill>
                <a:latin typeface="Yu Gothic"/>
                <a:ea typeface="Yu Gothic"/>
                <a:cs typeface="Yu Gothic"/>
              </a:defRPr>
            </a:lvl6pPr>
            <a:lvl7pPr algn="l">
              <a:defRPr sz="1650" b="1">
                <a:solidFill>
                  <a:srgbClr val="182B33"/>
                </a:solidFill>
                <a:latin typeface="Yu Gothic"/>
                <a:ea typeface="Yu Gothic"/>
                <a:cs typeface="Yu Gothic"/>
              </a:defRPr>
            </a:lvl7pPr>
            <a:lvl8pPr algn="l">
              <a:defRPr sz="1650" b="1">
                <a:solidFill>
                  <a:srgbClr val="182B33"/>
                </a:solidFill>
                <a:latin typeface="Yu Gothic"/>
                <a:ea typeface="Yu Gothic"/>
                <a:cs typeface="Yu Gothic"/>
              </a:defRPr>
            </a:lvl8pPr>
            <a:lvl9pPr algn="l">
              <a:defRPr sz="1650" b="1">
                <a:solidFill>
                  <a:srgbClr val="182B33"/>
                </a:solidFill>
                <a:latin typeface="Yu Gothic"/>
                <a:ea typeface="Yu Gothic"/>
                <a:cs typeface="Yu Gothic"/>
              </a:defRPr>
            </a:lvl9pPr>
          </a:lstStyle>
          <a:p xmlns:a="http://schemas.openxmlformats.org/drawingml/2006/main">
            <a:pPr algn="l">
              <a:defRPr sz="1650" b="1">
                <a:solidFill>
                  <a:srgbClr val="182B33"/>
                </a:solidFill>
                <a:latin typeface="Yu Gothic"/>
                <a:ea typeface="Yu Gothic"/>
                <a:cs typeface="Yu Gothic"/>
              </a:defRPr>
            </a:pPr>
            <a:r>
              <a:rPr sz="1650" b="1">
                <a:solidFill>
                  <a:srgbClr val="182B33"/>
                </a:solidFill>
                <a:latin typeface="Yu Gothic"/>
                <a:ea typeface="Yu Gothic"/>
                <a:cs typeface="Yu Gothic"/>
              </a:rPr>
              <a:t>B=(0,100)</a:t>
            </a:r>
          </a:p>
        </p:txBody>
      </p:sp>
      <p:sp>
        <p:nvSpPr>
          <p:cNvPr id="32" name="">
            <a:extLst xmlns:a="http://schemas.openxmlformats.org/drawingml/2006/main">
              <a:ext uri="{FF2B5EF4-FFF2-40B4-BE49-F238E27FC236}">
                <a16:creationId xmlns:a16="http://schemas.microsoft.com/office/drawing/2014/main" id="{F0120E14-6A2B-4454-92E5-070407364333}"/>
              </a:ext>
            </a:extLst>
          </p:cNvPr>
          <p:cNvSpPr>
            <a:spLocks xmlns:a="http://schemas.openxmlformats.org/drawingml/2006/main" noGrp="1"/>
          </p:cNvSpPr>
          <p:nvPr/>
        </p:nvSpPr>
        <p:spPr>
          <a:xfrm xmlns:a="http://schemas.openxmlformats.org/drawingml/2006/main">
            <a:off x="6691313" y="3584872"/>
            <a:ext cx="971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52616A"/>
                </a:solidFill>
                <a:latin typeface="Yu Gothic"/>
                <a:ea typeface="Yu Gothic"/>
                <a:cs typeface="Yu Gothic"/>
              </a:defRPr>
            </a:defPPr>
            <a:lvl1pPr algn="l">
              <a:defRPr sz="1650" b="1">
                <a:solidFill>
                  <a:srgbClr val="52616A"/>
                </a:solidFill>
                <a:latin typeface="Yu Gothic"/>
                <a:ea typeface="Yu Gothic"/>
                <a:cs typeface="Yu Gothic"/>
              </a:defRPr>
            </a:lvl1pPr>
            <a:lvl2pPr algn="l">
              <a:defRPr sz="1650" b="1">
                <a:solidFill>
                  <a:srgbClr val="52616A"/>
                </a:solidFill>
                <a:latin typeface="Yu Gothic"/>
                <a:ea typeface="Yu Gothic"/>
                <a:cs typeface="Yu Gothic"/>
              </a:defRPr>
            </a:lvl2pPr>
            <a:lvl3pPr algn="l">
              <a:defRPr sz="1650" b="1">
                <a:solidFill>
                  <a:srgbClr val="52616A"/>
                </a:solidFill>
                <a:latin typeface="Yu Gothic"/>
                <a:ea typeface="Yu Gothic"/>
                <a:cs typeface="Yu Gothic"/>
              </a:defRPr>
            </a:lvl3pPr>
            <a:lvl4pPr algn="l">
              <a:defRPr sz="1650" b="1">
                <a:solidFill>
                  <a:srgbClr val="52616A"/>
                </a:solidFill>
                <a:latin typeface="Yu Gothic"/>
                <a:ea typeface="Yu Gothic"/>
                <a:cs typeface="Yu Gothic"/>
              </a:defRPr>
            </a:lvl4pPr>
            <a:lvl5pPr algn="l">
              <a:defRPr sz="1650" b="1">
                <a:solidFill>
                  <a:srgbClr val="52616A"/>
                </a:solidFill>
                <a:latin typeface="Yu Gothic"/>
                <a:ea typeface="Yu Gothic"/>
                <a:cs typeface="Yu Gothic"/>
              </a:defRPr>
            </a:lvl5pPr>
            <a:lvl6pPr algn="l">
              <a:defRPr sz="1650" b="1">
                <a:solidFill>
                  <a:srgbClr val="52616A"/>
                </a:solidFill>
                <a:latin typeface="Yu Gothic"/>
                <a:ea typeface="Yu Gothic"/>
                <a:cs typeface="Yu Gothic"/>
              </a:defRPr>
            </a:lvl6pPr>
            <a:lvl7pPr algn="l">
              <a:defRPr sz="1650" b="1">
                <a:solidFill>
                  <a:srgbClr val="52616A"/>
                </a:solidFill>
                <a:latin typeface="Yu Gothic"/>
                <a:ea typeface="Yu Gothic"/>
                <a:cs typeface="Yu Gothic"/>
              </a:defRPr>
            </a:lvl7pPr>
            <a:lvl8pPr algn="l">
              <a:defRPr sz="1650" b="1">
                <a:solidFill>
                  <a:srgbClr val="52616A"/>
                </a:solidFill>
                <a:latin typeface="Yu Gothic"/>
                <a:ea typeface="Yu Gothic"/>
                <a:cs typeface="Yu Gothic"/>
              </a:defRPr>
            </a:lvl8pPr>
            <a:lvl9pPr algn="l">
              <a:defRPr sz="1650" b="1">
                <a:solidFill>
                  <a:srgbClr val="52616A"/>
                </a:solidFill>
                <a:latin typeface="Yu Gothic"/>
                <a:ea typeface="Yu Gothic"/>
                <a:cs typeface="Yu Gothic"/>
              </a:defRPr>
            </a:lvl9pPr>
          </a:lstStyle>
          <a:p xmlns:a="http://schemas.openxmlformats.org/drawingml/2006/main">
            <a:pPr algn="l">
              <a:defRPr sz="1650" b="1">
                <a:solidFill>
                  <a:srgbClr val="52616A"/>
                </a:solidFill>
                <a:latin typeface="Yu Gothic"/>
                <a:ea typeface="Yu Gothic"/>
                <a:cs typeface="Yu Gothic"/>
              </a:defRPr>
            </a:pPr>
            <a:r>
              <a:rPr sz="1650" b="1">
                <a:solidFill>
                  <a:srgbClr val="52616A"/>
                </a:solidFill>
                <a:latin typeface="Yu Gothic"/>
                <a:ea typeface="Yu Gothic"/>
                <a:cs typeface="Yu Gothic"/>
              </a:rPr>
              <a:t>OA=100 m</a:t>
            </a:r>
          </a:p>
        </p:txBody>
      </p:sp>
      <p:sp>
        <p:nvSpPr>
          <p:cNvPr id="33" name="">
            <a:extLst xmlns:a="http://schemas.openxmlformats.org/drawingml/2006/main">
              <a:ext uri="{FF2B5EF4-FFF2-40B4-BE49-F238E27FC236}">
                <a16:creationId xmlns:a16="http://schemas.microsoft.com/office/drawing/2014/main" id="{930A84C1-E10A-4C52-BD96-91E680BFF35D}"/>
              </a:ext>
            </a:extLst>
          </p:cNvPr>
          <p:cNvSpPr>
            <a:spLocks xmlns:a="http://schemas.openxmlformats.org/drawingml/2006/main" noGrp="1"/>
          </p:cNvSpPr>
          <p:nvPr/>
        </p:nvSpPr>
        <p:spPr>
          <a:xfrm xmlns:a="http://schemas.openxmlformats.org/drawingml/2006/main">
            <a:off x="9721691" y="4217670"/>
            <a:ext cx="1009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52616A"/>
                </a:solidFill>
                <a:latin typeface="Yu Gothic"/>
                <a:ea typeface="Yu Gothic"/>
                <a:cs typeface="Yu Gothic"/>
              </a:defRPr>
            </a:defPPr>
            <a:lvl1pPr algn="l">
              <a:defRPr sz="1650" b="1">
                <a:solidFill>
                  <a:srgbClr val="52616A"/>
                </a:solidFill>
                <a:latin typeface="Yu Gothic"/>
                <a:ea typeface="Yu Gothic"/>
                <a:cs typeface="Yu Gothic"/>
              </a:defRPr>
            </a:lvl1pPr>
            <a:lvl2pPr algn="l">
              <a:defRPr sz="1650" b="1">
                <a:solidFill>
                  <a:srgbClr val="52616A"/>
                </a:solidFill>
                <a:latin typeface="Yu Gothic"/>
                <a:ea typeface="Yu Gothic"/>
                <a:cs typeface="Yu Gothic"/>
              </a:defRPr>
            </a:lvl2pPr>
            <a:lvl3pPr algn="l">
              <a:defRPr sz="1650" b="1">
                <a:solidFill>
                  <a:srgbClr val="52616A"/>
                </a:solidFill>
                <a:latin typeface="Yu Gothic"/>
                <a:ea typeface="Yu Gothic"/>
                <a:cs typeface="Yu Gothic"/>
              </a:defRPr>
            </a:lvl3pPr>
            <a:lvl4pPr algn="l">
              <a:defRPr sz="1650" b="1">
                <a:solidFill>
                  <a:srgbClr val="52616A"/>
                </a:solidFill>
                <a:latin typeface="Yu Gothic"/>
                <a:ea typeface="Yu Gothic"/>
                <a:cs typeface="Yu Gothic"/>
              </a:defRPr>
            </a:lvl4pPr>
            <a:lvl5pPr algn="l">
              <a:defRPr sz="1650" b="1">
                <a:solidFill>
                  <a:srgbClr val="52616A"/>
                </a:solidFill>
                <a:latin typeface="Yu Gothic"/>
                <a:ea typeface="Yu Gothic"/>
                <a:cs typeface="Yu Gothic"/>
              </a:defRPr>
            </a:lvl5pPr>
            <a:lvl6pPr algn="l">
              <a:defRPr sz="1650" b="1">
                <a:solidFill>
                  <a:srgbClr val="52616A"/>
                </a:solidFill>
                <a:latin typeface="Yu Gothic"/>
                <a:ea typeface="Yu Gothic"/>
                <a:cs typeface="Yu Gothic"/>
              </a:defRPr>
            </a:lvl6pPr>
            <a:lvl7pPr algn="l">
              <a:defRPr sz="1650" b="1">
                <a:solidFill>
                  <a:srgbClr val="52616A"/>
                </a:solidFill>
                <a:latin typeface="Yu Gothic"/>
                <a:ea typeface="Yu Gothic"/>
                <a:cs typeface="Yu Gothic"/>
              </a:defRPr>
            </a:lvl7pPr>
            <a:lvl8pPr algn="l">
              <a:defRPr sz="1650" b="1">
                <a:solidFill>
                  <a:srgbClr val="52616A"/>
                </a:solidFill>
                <a:latin typeface="Yu Gothic"/>
                <a:ea typeface="Yu Gothic"/>
                <a:cs typeface="Yu Gothic"/>
              </a:defRPr>
            </a:lvl8pPr>
            <a:lvl9pPr algn="l">
              <a:defRPr sz="1650" b="1">
                <a:solidFill>
                  <a:srgbClr val="52616A"/>
                </a:solidFill>
                <a:latin typeface="Yu Gothic"/>
                <a:ea typeface="Yu Gothic"/>
                <a:cs typeface="Yu Gothic"/>
              </a:defRPr>
            </a:lvl9pPr>
          </a:lstStyle>
          <a:p xmlns:a="http://schemas.openxmlformats.org/drawingml/2006/main">
            <a:pPr algn="l">
              <a:defRPr sz="1650" b="1">
                <a:solidFill>
                  <a:srgbClr val="52616A"/>
                </a:solidFill>
                <a:latin typeface="Yu Gothic"/>
                <a:ea typeface="Yu Gothic"/>
                <a:cs typeface="Yu Gothic"/>
              </a:defRPr>
            </a:pPr>
            <a:r>
              <a:rPr sz="1650" b="1">
                <a:solidFill>
                  <a:srgbClr val="52616A"/>
                </a:solidFill>
                <a:latin typeface="Yu Gothic"/>
                <a:ea typeface="Yu Gothic"/>
                <a:cs typeface="Yu Gothic"/>
              </a:rPr>
              <a:t>OB=100 m</a:t>
            </a:r>
          </a:p>
        </p:txBody>
      </p:sp>
      <p:sp>
        <p:nvSpPr>
          <p:cNvPr id="34" name="">
            <a:extLst xmlns:a="http://schemas.openxmlformats.org/drawingml/2006/main">
              <a:ext uri="{FF2B5EF4-FFF2-40B4-BE49-F238E27FC236}">
                <a16:creationId xmlns:a16="http://schemas.microsoft.com/office/drawing/2014/main" id="{2A45F0D5-2054-4E5E-AD84-6B380420E2D5}"/>
              </a:ext>
            </a:extLst>
          </p:cNvPr>
          <p:cNvSpPr>
            <a:spLocks xmlns:a="http://schemas.openxmlformats.org/drawingml/2006/main" noGrp="1"/>
          </p:cNvSpPr>
          <p:nvPr/>
        </p:nvSpPr>
        <p:spPr>
          <a:xfrm xmlns:a="http://schemas.openxmlformats.org/drawingml/2006/main">
            <a:off x="7786688" y="4093845"/>
            <a:ext cx="8001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A94737"/>
                </a:solidFill>
                <a:latin typeface="Yu Gothic"/>
                <a:ea typeface="Yu Gothic"/>
                <a:cs typeface="Yu Gothic"/>
              </a:defRPr>
            </a:defPPr>
            <a:lvl1pPr algn="l">
              <a:defRPr sz="1650" b="1">
                <a:solidFill>
                  <a:srgbClr val="A94737"/>
                </a:solidFill>
                <a:latin typeface="Yu Gothic"/>
                <a:ea typeface="Yu Gothic"/>
                <a:cs typeface="Yu Gothic"/>
              </a:defRPr>
            </a:lvl1pPr>
            <a:lvl2pPr algn="l">
              <a:defRPr sz="1650" b="1">
                <a:solidFill>
                  <a:srgbClr val="A94737"/>
                </a:solidFill>
                <a:latin typeface="Yu Gothic"/>
                <a:ea typeface="Yu Gothic"/>
                <a:cs typeface="Yu Gothic"/>
              </a:defRPr>
            </a:lvl2pPr>
            <a:lvl3pPr algn="l">
              <a:defRPr sz="1650" b="1">
                <a:solidFill>
                  <a:srgbClr val="A94737"/>
                </a:solidFill>
                <a:latin typeface="Yu Gothic"/>
                <a:ea typeface="Yu Gothic"/>
                <a:cs typeface="Yu Gothic"/>
              </a:defRPr>
            </a:lvl3pPr>
            <a:lvl4pPr algn="l">
              <a:defRPr sz="1650" b="1">
                <a:solidFill>
                  <a:srgbClr val="A94737"/>
                </a:solidFill>
                <a:latin typeface="Yu Gothic"/>
                <a:ea typeface="Yu Gothic"/>
                <a:cs typeface="Yu Gothic"/>
              </a:defRPr>
            </a:lvl4pPr>
            <a:lvl5pPr algn="l">
              <a:defRPr sz="1650" b="1">
                <a:solidFill>
                  <a:srgbClr val="A94737"/>
                </a:solidFill>
                <a:latin typeface="Yu Gothic"/>
                <a:ea typeface="Yu Gothic"/>
                <a:cs typeface="Yu Gothic"/>
              </a:defRPr>
            </a:lvl5pPr>
            <a:lvl6pPr algn="l">
              <a:defRPr sz="1650" b="1">
                <a:solidFill>
                  <a:srgbClr val="A94737"/>
                </a:solidFill>
                <a:latin typeface="Yu Gothic"/>
                <a:ea typeface="Yu Gothic"/>
                <a:cs typeface="Yu Gothic"/>
              </a:defRPr>
            </a:lvl6pPr>
            <a:lvl7pPr algn="l">
              <a:defRPr sz="1650" b="1">
                <a:solidFill>
                  <a:srgbClr val="A94737"/>
                </a:solidFill>
                <a:latin typeface="Yu Gothic"/>
                <a:ea typeface="Yu Gothic"/>
                <a:cs typeface="Yu Gothic"/>
              </a:defRPr>
            </a:lvl7pPr>
            <a:lvl8pPr algn="l">
              <a:defRPr sz="1650" b="1">
                <a:solidFill>
                  <a:srgbClr val="A94737"/>
                </a:solidFill>
                <a:latin typeface="Yu Gothic"/>
                <a:ea typeface="Yu Gothic"/>
                <a:cs typeface="Yu Gothic"/>
              </a:defRPr>
            </a:lvl8pPr>
            <a:lvl9pPr algn="l">
              <a:defRPr sz="1650" b="1">
                <a:solidFill>
                  <a:srgbClr val="A94737"/>
                </a:solidFill>
                <a:latin typeface="Yu Gothic"/>
                <a:ea typeface="Yu Gothic"/>
                <a:cs typeface="Yu Gothic"/>
              </a:defRPr>
            </a:lvl9pPr>
          </a:lstStyle>
          <a:p xmlns:a="http://schemas.openxmlformats.org/drawingml/2006/main">
            <a:pPr algn="l">
              <a:defRPr sz="1650" b="1">
                <a:solidFill>
                  <a:srgbClr val="A94737"/>
                </a:solidFill>
                <a:latin typeface="Yu Gothic"/>
                <a:ea typeface="Yu Gothic"/>
                <a:cs typeface="Yu Gothic"/>
              </a:defRPr>
            </a:pPr>
            <a:r>
              <a:rPr sz="1650" b="1">
                <a:solidFill>
                  <a:srgbClr val="A94737"/>
                </a:solidFill>
                <a:latin typeface="Yu Gothic"/>
                <a:ea typeface="Yu Gothic"/>
                <a:cs typeface="Yu Gothic"/>
              </a:rPr>
              <a:t>OE=1 m</a:t>
            </a:r>
          </a:p>
        </p:txBody>
      </p:sp>
      <p:sp>
        <p:nvSpPr>
          <p:cNvPr id="35" name="">
            <a:extLst xmlns:a="http://schemas.openxmlformats.org/drawingml/2006/main">
              <a:ext uri="{FF2B5EF4-FFF2-40B4-BE49-F238E27FC236}">
                <a16:creationId xmlns:a16="http://schemas.microsoft.com/office/drawing/2014/main" id="{E51C0238-C0AB-47E4-8BC3-61F4C87DAB52}"/>
              </a:ext>
            </a:extLst>
          </p:cNvPr>
          <p:cNvSpPr>
            <a:spLocks xmlns:a="http://schemas.openxmlformats.org/drawingml/2006/main" noGrp="1"/>
          </p:cNvSpPr>
          <p:nvPr/>
        </p:nvSpPr>
        <p:spPr>
          <a:xfrm xmlns:a="http://schemas.openxmlformats.org/drawingml/2006/main">
            <a:off x="8243888" y="3912870"/>
            <a:ext cx="171856" cy="29560"/>
          </a:xfrm>
          <a:custGeom xmlns:a="http://schemas.openxmlformats.org/drawingml/2006/main">
            <a:pathLst>
              <a:path w="171856" h="29560">
                <a:moveTo>
                  <a:pt x="0" y="0"/>
                </a:moveTo>
                <a:lnTo>
                  <a:pt x="17519" y="298"/>
                </a:lnTo>
                <a:lnTo>
                  <a:pt x="35018" y="1193"/>
                </a:lnTo>
                <a:lnTo>
                  <a:pt x="52476" y="2684"/>
                </a:lnTo>
                <a:lnTo>
                  <a:pt x="69874" y="4768"/>
                </a:lnTo>
                <a:lnTo>
                  <a:pt x="87190" y="7444"/>
                </a:lnTo>
                <a:lnTo>
                  <a:pt x="104405" y="10708"/>
                </a:lnTo>
                <a:lnTo>
                  <a:pt x="121499" y="14556"/>
                </a:lnTo>
                <a:lnTo>
                  <a:pt x="138452" y="18984"/>
                </a:lnTo>
                <a:lnTo>
                  <a:pt x="155244" y="23988"/>
                </a:lnTo>
                <a:lnTo>
                  <a:pt x="171856" y="29560"/>
                </a:lnTo>
              </a:path>
            </a:pathLst>
          </a:custGeom>
          <a:noFill xmlns:a="http://schemas.openxmlformats.org/drawingml/2006/main"/>
          <a:ln xmlns:a="http://schemas.openxmlformats.org/drawingml/2006/main" w="28575">
            <a:solidFill>
              <a:srgbClr val="A94737"/>
            </a:solidFill>
            <a:prstDash val="solid"/>
          </a:ln>
        </p:spPr>
      </p:sp>
      <p:sp>
        <p:nvSpPr>
          <p:cNvPr id="36" name="">
            <a:extLst xmlns:a="http://schemas.openxmlformats.org/drawingml/2006/main">
              <a:ext uri="{FF2B5EF4-FFF2-40B4-BE49-F238E27FC236}">
                <a16:creationId xmlns:a16="http://schemas.microsoft.com/office/drawing/2014/main" id="{22273104-96C0-4290-8DDF-FE2974D9F720}"/>
              </a:ext>
            </a:extLst>
          </p:cNvPr>
          <p:cNvSpPr>
            <a:spLocks xmlns:a="http://schemas.openxmlformats.org/drawingml/2006/main" noGrp="1"/>
          </p:cNvSpPr>
          <p:nvPr/>
        </p:nvSpPr>
        <p:spPr>
          <a:xfrm xmlns:a="http://schemas.openxmlformats.org/drawingml/2006/main">
            <a:off x="8377238" y="3846195"/>
            <a:ext cx="304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A94737"/>
                </a:solidFill>
                <a:latin typeface="Yu Gothic"/>
                <a:ea typeface="Yu Gothic"/>
                <a:cs typeface="Yu Gothic"/>
              </a:defRPr>
            </a:defPPr>
            <a:lvl1pPr algn="l">
              <a:defRPr sz="1650" b="1">
                <a:solidFill>
                  <a:srgbClr val="A94737"/>
                </a:solidFill>
                <a:latin typeface="Yu Gothic"/>
                <a:ea typeface="Yu Gothic"/>
                <a:cs typeface="Yu Gothic"/>
              </a:defRPr>
            </a:lvl1pPr>
            <a:lvl2pPr algn="l">
              <a:defRPr sz="1650" b="1">
                <a:solidFill>
                  <a:srgbClr val="A94737"/>
                </a:solidFill>
                <a:latin typeface="Yu Gothic"/>
                <a:ea typeface="Yu Gothic"/>
                <a:cs typeface="Yu Gothic"/>
              </a:defRPr>
            </a:lvl2pPr>
            <a:lvl3pPr algn="l">
              <a:defRPr sz="1650" b="1">
                <a:solidFill>
                  <a:srgbClr val="A94737"/>
                </a:solidFill>
                <a:latin typeface="Yu Gothic"/>
                <a:ea typeface="Yu Gothic"/>
                <a:cs typeface="Yu Gothic"/>
              </a:defRPr>
            </a:lvl3pPr>
            <a:lvl4pPr algn="l">
              <a:defRPr sz="1650" b="1">
                <a:solidFill>
                  <a:srgbClr val="A94737"/>
                </a:solidFill>
                <a:latin typeface="Yu Gothic"/>
                <a:ea typeface="Yu Gothic"/>
                <a:cs typeface="Yu Gothic"/>
              </a:defRPr>
            </a:lvl4pPr>
            <a:lvl5pPr algn="l">
              <a:defRPr sz="1650" b="1">
                <a:solidFill>
                  <a:srgbClr val="A94737"/>
                </a:solidFill>
                <a:latin typeface="Yu Gothic"/>
                <a:ea typeface="Yu Gothic"/>
                <a:cs typeface="Yu Gothic"/>
              </a:defRPr>
            </a:lvl5pPr>
            <a:lvl6pPr algn="l">
              <a:defRPr sz="1650" b="1">
                <a:solidFill>
                  <a:srgbClr val="A94737"/>
                </a:solidFill>
                <a:latin typeface="Yu Gothic"/>
                <a:ea typeface="Yu Gothic"/>
                <a:cs typeface="Yu Gothic"/>
              </a:defRPr>
            </a:lvl6pPr>
            <a:lvl7pPr algn="l">
              <a:defRPr sz="1650" b="1">
                <a:solidFill>
                  <a:srgbClr val="A94737"/>
                </a:solidFill>
                <a:latin typeface="Yu Gothic"/>
                <a:ea typeface="Yu Gothic"/>
                <a:cs typeface="Yu Gothic"/>
              </a:defRPr>
            </a:lvl7pPr>
            <a:lvl8pPr algn="l">
              <a:defRPr sz="1650" b="1">
                <a:solidFill>
                  <a:srgbClr val="A94737"/>
                </a:solidFill>
                <a:latin typeface="Yu Gothic"/>
                <a:ea typeface="Yu Gothic"/>
                <a:cs typeface="Yu Gothic"/>
              </a:defRPr>
            </a:lvl8pPr>
            <a:lvl9pPr algn="l">
              <a:defRPr sz="1650" b="1">
                <a:solidFill>
                  <a:srgbClr val="A94737"/>
                </a:solidFill>
                <a:latin typeface="Yu Gothic"/>
                <a:ea typeface="Yu Gothic"/>
                <a:cs typeface="Yu Gothic"/>
              </a:defRPr>
            </a:lvl9pPr>
          </a:lstStyle>
          <a:p xmlns:a="http://schemas.openxmlformats.org/drawingml/2006/main">
            <a:pPr algn="l">
              <a:defRPr sz="1650" b="1">
                <a:solidFill>
                  <a:srgbClr val="A94737"/>
                </a:solidFill>
                <a:latin typeface="Yu Gothic"/>
                <a:ea typeface="Yu Gothic"/>
                <a:cs typeface="Yu Gothic"/>
              </a:defRPr>
            </a:pPr>
            <a:r>
              <a:rPr sz="1650" b="1">
                <a:solidFill>
                  <a:srgbClr val="A94737"/>
                </a:solidFill>
                <a:latin typeface="Yu Gothic"/>
                <a:ea typeface="Yu Gothic"/>
                <a:cs typeface="Yu Gothic"/>
              </a:rPr>
              <a:t>δ</a:t>
            </a:r>
          </a:p>
        </p:txBody>
      </p:sp>
      <p:sp>
        <p:nvSpPr>
          <p:cNvPr id="37" name="">
            <a:extLst xmlns:a="http://schemas.openxmlformats.org/drawingml/2006/main">
              <a:ext uri="{FF2B5EF4-FFF2-40B4-BE49-F238E27FC236}">
                <a16:creationId xmlns:a16="http://schemas.microsoft.com/office/drawing/2014/main" id="{850BA8D3-703C-40F1-95D7-47D0A0A54696}"/>
              </a:ext>
            </a:extLst>
          </p:cNvPr>
          <p:cNvSpPr>
            <a:spLocks xmlns:a="http://schemas.openxmlformats.org/drawingml/2006/main" noGrp="1"/>
          </p:cNvSpPr>
          <p:nvPr/>
        </p:nvSpPr>
        <p:spPr>
          <a:xfrm xmlns:a="http://schemas.openxmlformats.org/drawingml/2006/main">
            <a:off x="7291388" y="1619250"/>
            <a:ext cx="685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52616A"/>
                </a:solidFill>
                <a:latin typeface="Yu Gothic"/>
                <a:ea typeface="Yu Gothic"/>
                <a:cs typeface="Yu Gothic"/>
              </a:defRPr>
            </a:defPPr>
            <a:lvl1pPr algn="l">
              <a:defRPr sz="1650" b="1">
                <a:solidFill>
                  <a:srgbClr val="52616A"/>
                </a:solidFill>
                <a:latin typeface="Yu Gothic"/>
                <a:ea typeface="Yu Gothic"/>
                <a:cs typeface="Yu Gothic"/>
              </a:defRPr>
            </a:lvl1pPr>
            <a:lvl2pPr algn="l">
              <a:defRPr sz="1650" b="1">
                <a:solidFill>
                  <a:srgbClr val="52616A"/>
                </a:solidFill>
                <a:latin typeface="Yu Gothic"/>
                <a:ea typeface="Yu Gothic"/>
                <a:cs typeface="Yu Gothic"/>
              </a:defRPr>
            </a:lvl2pPr>
            <a:lvl3pPr algn="l">
              <a:defRPr sz="1650" b="1">
                <a:solidFill>
                  <a:srgbClr val="52616A"/>
                </a:solidFill>
                <a:latin typeface="Yu Gothic"/>
                <a:ea typeface="Yu Gothic"/>
                <a:cs typeface="Yu Gothic"/>
              </a:defRPr>
            </a:lvl3pPr>
            <a:lvl4pPr algn="l">
              <a:defRPr sz="1650" b="1">
                <a:solidFill>
                  <a:srgbClr val="52616A"/>
                </a:solidFill>
                <a:latin typeface="Yu Gothic"/>
                <a:ea typeface="Yu Gothic"/>
                <a:cs typeface="Yu Gothic"/>
              </a:defRPr>
            </a:lvl4pPr>
            <a:lvl5pPr algn="l">
              <a:defRPr sz="1650" b="1">
                <a:solidFill>
                  <a:srgbClr val="52616A"/>
                </a:solidFill>
                <a:latin typeface="Yu Gothic"/>
                <a:ea typeface="Yu Gothic"/>
                <a:cs typeface="Yu Gothic"/>
              </a:defRPr>
            </a:lvl5pPr>
            <a:lvl6pPr algn="l">
              <a:defRPr sz="1650" b="1">
                <a:solidFill>
                  <a:srgbClr val="52616A"/>
                </a:solidFill>
                <a:latin typeface="Yu Gothic"/>
                <a:ea typeface="Yu Gothic"/>
                <a:cs typeface="Yu Gothic"/>
              </a:defRPr>
            </a:lvl6pPr>
            <a:lvl7pPr algn="l">
              <a:defRPr sz="1650" b="1">
                <a:solidFill>
                  <a:srgbClr val="52616A"/>
                </a:solidFill>
                <a:latin typeface="Yu Gothic"/>
                <a:ea typeface="Yu Gothic"/>
                <a:cs typeface="Yu Gothic"/>
              </a:defRPr>
            </a:lvl7pPr>
            <a:lvl8pPr algn="l">
              <a:defRPr sz="1650" b="1">
                <a:solidFill>
                  <a:srgbClr val="52616A"/>
                </a:solidFill>
                <a:latin typeface="Yu Gothic"/>
                <a:ea typeface="Yu Gothic"/>
                <a:cs typeface="Yu Gothic"/>
              </a:defRPr>
            </a:lvl8pPr>
            <a:lvl9pPr algn="l">
              <a:defRPr sz="1650" b="1">
                <a:solidFill>
                  <a:srgbClr val="52616A"/>
                </a:solidFill>
                <a:latin typeface="Yu Gothic"/>
                <a:ea typeface="Yu Gothic"/>
                <a:cs typeface="Yu Gothic"/>
              </a:defRPr>
            </a:lvl9pPr>
          </a:lstStyle>
          <a:p xmlns:a="http://schemas.openxmlformats.org/drawingml/2006/main">
            <a:pPr algn="l">
              <a:defRPr sz="1650" b="1">
                <a:solidFill>
                  <a:srgbClr val="52616A"/>
                </a:solidFill>
                <a:latin typeface="Yu Gothic"/>
                <a:ea typeface="Yu Gothic"/>
                <a:cs typeface="Yu Gothic"/>
              </a:defRPr>
            </a:pPr>
            <a:r>
              <a:rPr sz="1650" b="1">
                <a:solidFill>
                  <a:srgbClr val="52616A"/>
                </a:solidFill>
                <a:latin typeface="Yu Gothic"/>
                <a:ea typeface="Yu Gothic"/>
                <a:cs typeface="Yu Gothic"/>
              </a:rPr>
              <a:t>X 北</a:t>
            </a:r>
          </a:p>
        </p:txBody>
      </p:sp>
      <p:sp>
        <p:nvSpPr>
          <p:cNvPr id="38" name="">
            <a:extLst xmlns:a="http://schemas.openxmlformats.org/drawingml/2006/main">
              <a:ext uri="{FF2B5EF4-FFF2-40B4-BE49-F238E27FC236}">
                <a16:creationId xmlns:a16="http://schemas.microsoft.com/office/drawing/2014/main" id="{2800DC31-6E06-45EC-AEC2-29E37AB57AE2}"/>
              </a:ext>
            </a:extLst>
          </p:cNvPr>
          <p:cNvSpPr>
            <a:spLocks xmlns:a="http://schemas.openxmlformats.org/drawingml/2006/main" noGrp="1"/>
          </p:cNvSpPr>
          <p:nvPr/>
        </p:nvSpPr>
        <p:spPr>
          <a:xfrm xmlns:a="http://schemas.openxmlformats.org/drawingml/2006/main">
            <a:off x="10639425" y="4484370"/>
            <a:ext cx="5905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52616A"/>
                </a:solidFill>
                <a:latin typeface="Yu Gothic"/>
                <a:ea typeface="Yu Gothic"/>
                <a:cs typeface="Yu Gothic"/>
              </a:defRPr>
            </a:defPPr>
            <a:lvl1pPr algn="l">
              <a:defRPr sz="1650" b="1">
                <a:solidFill>
                  <a:srgbClr val="52616A"/>
                </a:solidFill>
                <a:latin typeface="Yu Gothic"/>
                <a:ea typeface="Yu Gothic"/>
                <a:cs typeface="Yu Gothic"/>
              </a:defRPr>
            </a:lvl1pPr>
            <a:lvl2pPr algn="l">
              <a:defRPr sz="1650" b="1">
                <a:solidFill>
                  <a:srgbClr val="52616A"/>
                </a:solidFill>
                <a:latin typeface="Yu Gothic"/>
                <a:ea typeface="Yu Gothic"/>
                <a:cs typeface="Yu Gothic"/>
              </a:defRPr>
            </a:lvl2pPr>
            <a:lvl3pPr algn="l">
              <a:defRPr sz="1650" b="1">
                <a:solidFill>
                  <a:srgbClr val="52616A"/>
                </a:solidFill>
                <a:latin typeface="Yu Gothic"/>
                <a:ea typeface="Yu Gothic"/>
                <a:cs typeface="Yu Gothic"/>
              </a:defRPr>
            </a:lvl3pPr>
            <a:lvl4pPr algn="l">
              <a:defRPr sz="1650" b="1">
                <a:solidFill>
                  <a:srgbClr val="52616A"/>
                </a:solidFill>
                <a:latin typeface="Yu Gothic"/>
                <a:ea typeface="Yu Gothic"/>
                <a:cs typeface="Yu Gothic"/>
              </a:defRPr>
            </a:lvl4pPr>
            <a:lvl5pPr algn="l">
              <a:defRPr sz="1650" b="1">
                <a:solidFill>
                  <a:srgbClr val="52616A"/>
                </a:solidFill>
                <a:latin typeface="Yu Gothic"/>
                <a:ea typeface="Yu Gothic"/>
                <a:cs typeface="Yu Gothic"/>
              </a:defRPr>
            </a:lvl5pPr>
            <a:lvl6pPr algn="l">
              <a:defRPr sz="1650" b="1">
                <a:solidFill>
                  <a:srgbClr val="52616A"/>
                </a:solidFill>
                <a:latin typeface="Yu Gothic"/>
                <a:ea typeface="Yu Gothic"/>
                <a:cs typeface="Yu Gothic"/>
              </a:defRPr>
            </a:lvl6pPr>
            <a:lvl7pPr algn="l">
              <a:defRPr sz="1650" b="1">
                <a:solidFill>
                  <a:srgbClr val="52616A"/>
                </a:solidFill>
                <a:latin typeface="Yu Gothic"/>
                <a:ea typeface="Yu Gothic"/>
                <a:cs typeface="Yu Gothic"/>
              </a:defRPr>
            </a:lvl7pPr>
            <a:lvl8pPr algn="l">
              <a:defRPr sz="1650" b="1">
                <a:solidFill>
                  <a:srgbClr val="52616A"/>
                </a:solidFill>
                <a:latin typeface="Yu Gothic"/>
                <a:ea typeface="Yu Gothic"/>
                <a:cs typeface="Yu Gothic"/>
              </a:defRPr>
            </a:lvl8pPr>
            <a:lvl9pPr algn="l">
              <a:defRPr sz="1650" b="1">
                <a:solidFill>
                  <a:srgbClr val="52616A"/>
                </a:solidFill>
                <a:latin typeface="Yu Gothic"/>
                <a:ea typeface="Yu Gothic"/>
                <a:cs typeface="Yu Gothic"/>
              </a:defRPr>
            </a:lvl9pPr>
          </a:lstStyle>
          <a:p xmlns:a="http://schemas.openxmlformats.org/drawingml/2006/main">
            <a:pPr algn="l">
              <a:defRPr sz="1650" b="1">
                <a:solidFill>
                  <a:srgbClr val="52616A"/>
                </a:solidFill>
                <a:latin typeface="Yu Gothic"/>
                <a:ea typeface="Yu Gothic"/>
                <a:cs typeface="Yu Gothic"/>
              </a:defRPr>
            </a:pPr>
            <a:r>
              <a:rPr sz="1650" b="1">
                <a:solidFill>
                  <a:srgbClr val="52616A"/>
                </a:solidFill>
                <a:latin typeface="Yu Gothic"/>
                <a:ea typeface="Yu Gothic"/>
                <a:cs typeface="Yu Gothic"/>
              </a:rPr>
              <a:t>Y 東</a:t>
            </a:r>
          </a:p>
        </p:txBody>
      </p:sp>
      <p:sp>
        <p:nvSpPr>
          <p:cNvPr id="39" name="">
            <a:extLst xmlns:a="http://schemas.openxmlformats.org/drawingml/2006/main">
              <a:ext uri="{FF2B5EF4-FFF2-40B4-BE49-F238E27FC236}">
                <a16:creationId xmlns:a16="http://schemas.microsoft.com/office/drawing/2014/main" id="{E5378092-C36A-484C-8A94-FF404A262CEB}"/>
              </a:ext>
            </a:extLst>
          </p:cNvPr>
          <p:cNvSpPr>
            <a:spLocks xmlns:a="http://schemas.openxmlformats.org/drawingml/2006/main" noGrp="1"/>
          </p:cNvSpPr>
          <p:nvPr/>
        </p:nvSpPr>
        <p:spPr>
          <a:xfrm xmlns:a="http://schemas.openxmlformats.org/drawingml/2006/main">
            <a:off x="6238875" y="5553075"/>
            <a:ext cx="5000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0">
                <a:solidFill>
                  <a:srgbClr val="52616A"/>
                </a:solidFill>
                <a:latin typeface="Yu Gothic"/>
                <a:ea typeface="Yu Gothic"/>
                <a:cs typeface="Yu Gothic"/>
              </a:defRPr>
            </a:defPPr>
            <a:lvl1pPr algn="ctr">
              <a:defRPr sz="1650" b="0">
                <a:solidFill>
                  <a:srgbClr val="52616A"/>
                </a:solidFill>
                <a:latin typeface="Yu Gothic"/>
                <a:ea typeface="Yu Gothic"/>
                <a:cs typeface="Yu Gothic"/>
              </a:defRPr>
            </a:lvl1pPr>
            <a:lvl2pPr algn="ctr">
              <a:defRPr sz="1650" b="0">
                <a:solidFill>
                  <a:srgbClr val="52616A"/>
                </a:solidFill>
                <a:latin typeface="Yu Gothic"/>
                <a:ea typeface="Yu Gothic"/>
                <a:cs typeface="Yu Gothic"/>
              </a:defRPr>
            </a:lvl2pPr>
            <a:lvl3pPr algn="ctr">
              <a:defRPr sz="1650" b="0">
                <a:solidFill>
                  <a:srgbClr val="52616A"/>
                </a:solidFill>
                <a:latin typeface="Yu Gothic"/>
                <a:ea typeface="Yu Gothic"/>
                <a:cs typeface="Yu Gothic"/>
              </a:defRPr>
            </a:lvl3pPr>
            <a:lvl4pPr algn="ctr">
              <a:defRPr sz="1650" b="0">
                <a:solidFill>
                  <a:srgbClr val="52616A"/>
                </a:solidFill>
                <a:latin typeface="Yu Gothic"/>
                <a:ea typeface="Yu Gothic"/>
                <a:cs typeface="Yu Gothic"/>
              </a:defRPr>
            </a:lvl4pPr>
            <a:lvl5pPr algn="ctr">
              <a:defRPr sz="1650" b="0">
                <a:solidFill>
                  <a:srgbClr val="52616A"/>
                </a:solidFill>
                <a:latin typeface="Yu Gothic"/>
                <a:ea typeface="Yu Gothic"/>
                <a:cs typeface="Yu Gothic"/>
              </a:defRPr>
            </a:lvl5pPr>
            <a:lvl6pPr algn="ctr">
              <a:defRPr sz="1650" b="0">
                <a:solidFill>
                  <a:srgbClr val="52616A"/>
                </a:solidFill>
                <a:latin typeface="Yu Gothic"/>
                <a:ea typeface="Yu Gothic"/>
                <a:cs typeface="Yu Gothic"/>
              </a:defRPr>
            </a:lvl6pPr>
            <a:lvl7pPr algn="ctr">
              <a:defRPr sz="1650" b="0">
                <a:solidFill>
                  <a:srgbClr val="52616A"/>
                </a:solidFill>
                <a:latin typeface="Yu Gothic"/>
                <a:ea typeface="Yu Gothic"/>
                <a:cs typeface="Yu Gothic"/>
              </a:defRPr>
            </a:lvl7pPr>
            <a:lvl8pPr algn="ctr">
              <a:defRPr sz="1650" b="0">
                <a:solidFill>
                  <a:srgbClr val="52616A"/>
                </a:solidFill>
                <a:latin typeface="Yu Gothic"/>
                <a:ea typeface="Yu Gothic"/>
                <a:cs typeface="Yu Gothic"/>
              </a:defRPr>
            </a:lvl8pPr>
            <a:lvl9pPr algn="ctr">
              <a:defRPr sz="1650" b="0">
                <a:solidFill>
                  <a:srgbClr val="52616A"/>
                </a:solidFill>
                <a:latin typeface="Yu Gothic"/>
                <a:ea typeface="Yu Gothic"/>
                <a:cs typeface="Yu Gothic"/>
              </a:defRPr>
            </a:lvl9pPr>
          </a:lstStyle>
          <a:p xmlns:a="http://schemas.openxmlformats.org/drawingml/2006/main">
            <a:pPr algn="ctr">
              <a:defRPr sz="1650" b="0">
                <a:solidFill>
                  <a:srgbClr val="52616A"/>
                </a:solidFill>
                <a:latin typeface="Yu Gothic"/>
                <a:ea typeface="Yu Gothic"/>
                <a:cs typeface="Yu Gothic"/>
              </a:defRPr>
            </a:pPr>
            <a:r>
              <a:rPr sz="1650" b="0">
                <a:solidFill>
                  <a:srgbClr val="52616A"/>
                </a:solidFill>
                <a:latin typeface="Yu Gothic"/>
                <a:ea typeface="Yu Gothic"/>
                <a:cs typeface="Yu Gothic"/>
              </a:rPr>
              <a:t>※ OEを誇張（縮尺どおりでない）</a:t>
            </a:r>
          </a:p>
        </p:txBody>
      </p:sp>
    </p:spTree>
    <p:extLst>
      <p:ext uri="{BB962C8B-B14F-4D97-AF65-F5344CB8AC3E}">
        <p14:creationId xmlns:p14="http://schemas.microsoft.com/office/powerpoint/2010/main" val="192508536"/>
      </p:ext>
    </p:extLst>
  </p:cSld>
</p:sld>
</file>

<file path=ppt/slides/slide4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6A500DEA-3607-42E9-A99F-506D1EC8D59E}"/>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33DAD331-BB75-42D8-BB62-3FF31C980AC7}"/>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機器と判断</a:t>
            </a:r>
          </a:p>
        </p:txBody>
      </p:sp>
      <p:sp>
        <p:nvSpPr>
          <p:cNvPr id="3" name="">
            <a:extLst xmlns:a="http://schemas.openxmlformats.org/drawingml/2006/main">
              <a:ext uri="{FF2B5EF4-FFF2-40B4-BE49-F238E27FC236}">
                <a16:creationId xmlns:a16="http://schemas.microsoft.com/office/drawing/2014/main" id="{FAD3CD7F-1698-49BA-A84B-55AA4A79DBE9}"/>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自動視準と二軸補正にも限界がある</a:t>
            </a:r>
          </a:p>
        </p:txBody>
      </p:sp>
      <p:sp>
        <p:nvSpPr>
          <p:cNvPr id="4" name="">
            <a:extLst xmlns:a="http://schemas.openxmlformats.org/drawingml/2006/main">
              <a:ext uri="{FF2B5EF4-FFF2-40B4-BE49-F238E27FC236}">
                <a16:creationId xmlns:a16="http://schemas.microsoft.com/office/drawing/2014/main" id="{29234838-6020-4659-B13D-AAF0DD9F6791}"/>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DD4C2DA1-C75B-4F52-AFA4-6A5DC02790D0}"/>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48</a:t>
            </a:r>
          </a:p>
        </p:txBody>
      </p:sp>
      <p:sp>
        <p:nvSpPr>
          <p:cNvPr id="6" name="">
            <a:extLst xmlns:a="http://schemas.openxmlformats.org/drawingml/2006/main">
              <a:ext uri="{FF2B5EF4-FFF2-40B4-BE49-F238E27FC236}">
                <a16:creationId xmlns:a16="http://schemas.microsoft.com/office/drawing/2014/main" id="{3F20FE1D-198E-419E-9A91-ECF0F5ACC265}"/>
              </a:ext>
            </a:extLst>
          </p:cNvPr>
          <p:cNvSpPr>
            <a:spLocks xmlns:a="http://schemas.openxmlformats.org/drawingml/2006/main" noGrp="1"/>
          </p:cNvSpPr>
          <p:nvPr/>
        </p:nvSpPr>
        <p:spPr>
          <a:xfrm xmlns:a="http://schemas.openxmlformats.org/drawingml/2006/main">
            <a:off x="723900" y="1504950"/>
            <a:ext cx="10668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75" b="1">
                <a:solidFill>
                  <a:srgbClr val="52616A"/>
                </a:solidFill>
                <a:latin typeface="Yu Gothic"/>
                <a:ea typeface="Yu Gothic"/>
                <a:cs typeface="Yu Gothic"/>
              </a:defRPr>
            </a:defPPr>
            <a:lvl1pPr algn="l">
              <a:defRPr sz="2175" b="1">
                <a:solidFill>
                  <a:srgbClr val="52616A"/>
                </a:solidFill>
                <a:latin typeface="Yu Gothic"/>
                <a:ea typeface="Yu Gothic"/>
                <a:cs typeface="Yu Gothic"/>
              </a:defRPr>
            </a:lvl1pPr>
            <a:lvl2pPr algn="l">
              <a:defRPr sz="2175" b="1">
                <a:solidFill>
                  <a:srgbClr val="52616A"/>
                </a:solidFill>
                <a:latin typeface="Yu Gothic"/>
                <a:ea typeface="Yu Gothic"/>
                <a:cs typeface="Yu Gothic"/>
              </a:defRPr>
            </a:lvl2pPr>
            <a:lvl3pPr algn="l">
              <a:defRPr sz="2175" b="1">
                <a:solidFill>
                  <a:srgbClr val="52616A"/>
                </a:solidFill>
                <a:latin typeface="Yu Gothic"/>
                <a:ea typeface="Yu Gothic"/>
                <a:cs typeface="Yu Gothic"/>
              </a:defRPr>
            </a:lvl3pPr>
            <a:lvl4pPr algn="l">
              <a:defRPr sz="2175" b="1">
                <a:solidFill>
                  <a:srgbClr val="52616A"/>
                </a:solidFill>
                <a:latin typeface="Yu Gothic"/>
                <a:ea typeface="Yu Gothic"/>
                <a:cs typeface="Yu Gothic"/>
              </a:defRPr>
            </a:lvl4pPr>
            <a:lvl5pPr algn="l">
              <a:defRPr sz="2175" b="1">
                <a:solidFill>
                  <a:srgbClr val="52616A"/>
                </a:solidFill>
                <a:latin typeface="Yu Gothic"/>
                <a:ea typeface="Yu Gothic"/>
                <a:cs typeface="Yu Gothic"/>
              </a:defRPr>
            </a:lvl5pPr>
            <a:lvl6pPr algn="l">
              <a:defRPr sz="2175" b="1">
                <a:solidFill>
                  <a:srgbClr val="52616A"/>
                </a:solidFill>
                <a:latin typeface="Yu Gothic"/>
                <a:ea typeface="Yu Gothic"/>
                <a:cs typeface="Yu Gothic"/>
              </a:defRPr>
            </a:lvl6pPr>
            <a:lvl7pPr algn="l">
              <a:defRPr sz="2175" b="1">
                <a:solidFill>
                  <a:srgbClr val="52616A"/>
                </a:solidFill>
                <a:latin typeface="Yu Gothic"/>
                <a:ea typeface="Yu Gothic"/>
                <a:cs typeface="Yu Gothic"/>
              </a:defRPr>
            </a:lvl7pPr>
            <a:lvl8pPr algn="l">
              <a:defRPr sz="2175" b="1">
                <a:solidFill>
                  <a:srgbClr val="52616A"/>
                </a:solidFill>
                <a:latin typeface="Yu Gothic"/>
                <a:ea typeface="Yu Gothic"/>
                <a:cs typeface="Yu Gothic"/>
              </a:defRPr>
            </a:lvl8pPr>
            <a:lvl9pPr algn="l">
              <a:defRPr sz="2175" b="1">
                <a:solidFill>
                  <a:srgbClr val="52616A"/>
                </a:solidFill>
                <a:latin typeface="Yu Gothic"/>
                <a:ea typeface="Yu Gothic"/>
                <a:cs typeface="Yu Gothic"/>
              </a:defRPr>
            </a:lvl9pPr>
          </a:lstStyle>
          <a:p xmlns:a="http://schemas.openxmlformats.org/drawingml/2006/main">
            <a:pPr algn="l">
              <a:defRPr sz="2175" b="1">
                <a:solidFill>
                  <a:srgbClr val="52616A"/>
                </a:solidFill>
                <a:latin typeface="Yu Gothic"/>
                <a:ea typeface="Yu Gothic"/>
                <a:cs typeface="Yu Gothic"/>
              </a:defRPr>
            </a:pPr>
            <a:r>
              <a:rPr sz="2175" b="1">
                <a:solidFill>
                  <a:srgbClr val="52616A"/>
                </a:solidFill>
                <a:latin typeface="Yu Gothic"/>
                <a:ea typeface="Yu Gothic"/>
                <a:cs typeface="Yu Gothic"/>
              </a:rPr>
              <a:t>機器が助ける部分と人が担う部分を分ける</a:t>
            </a:r>
          </a:p>
        </p:txBody>
      </p:sp>
      <p:sp>
        <p:nvSpPr>
          <p:cNvPr id="7" name="">
            <a:extLst xmlns:a="http://schemas.openxmlformats.org/drawingml/2006/main">
              <a:ext uri="{FF2B5EF4-FFF2-40B4-BE49-F238E27FC236}">
                <a16:creationId xmlns:a16="http://schemas.microsoft.com/office/drawing/2014/main" id="{6885B156-2CE2-47FB-8341-671BAA1932E7}"/>
              </a:ext>
            </a:extLst>
          </p:cNvPr>
          <p:cNvSpPr>
            <a:spLocks xmlns:a="http://schemas.openxmlformats.org/drawingml/2006/main" noGrp="1"/>
          </p:cNvSpPr>
          <p:nvPr/>
        </p:nvSpPr>
        <p:spPr>
          <a:xfrm xmlns:a="http://schemas.openxmlformats.org/drawingml/2006/main">
            <a:off x="6076950" y="2095500"/>
            <a:ext cx="0" cy="314325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8" name="">
            <a:extLst xmlns:a="http://schemas.openxmlformats.org/drawingml/2006/main">
              <a:ext uri="{FF2B5EF4-FFF2-40B4-BE49-F238E27FC236}">
                <a16:creationId xmlns:a16="http://schemas.microsoft.com/office/drawing/2014/main" id="{3F9ED031-148E-4D90-9130-144025716363}"/>
              </a:ext>
            </a:extLst>
          </p:cNvPr>
          <p:cNvSpPr>
            <a:spLocks xmlns:a="http://schemas.openxmlformats.org/drawingml/2006/main" noGrp="1"/>
          </p:cNvSpPr>
          <p:nvPr/>
        </p:nvSpPr>
        <p:spPr>
          <a:xfrm xmlns:a="http://schemas.openxmlformats.org/drawingml/2006/main">
            <a:off x="742950" y="2095500"/>
            <a:ext cx="4953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550" b="1">
                <a:solidFill>
                  <a:srgbClr val="166B68"/>
                </a:solidFill>
                <a:latin typeface="Yu Gothic"/>
                <a:ea typeface="Yu Gothic"/>
                <a:cs typeface="Yu Gothic"/>
              </a:defRPr>
            </a:defPPr>
            <a:lvl1pPr algn="l">
              <a:defRPr sz="2550" b="1">
                <a:solidFill>
                  <a:srgbClr val="166B68"/>
                </a:solidFill>
                <a:latin typeface="Yu Gothic"/>
                <a:ea typeface="Yu Gothic"/>
                <a:cs typeface="Yu Gothic"/>
              </a:defRPr>
            </a:lvl1pPr>
            <a:lvl2pPr algn="l">
              <a:defRPr sz="2550" b="1">
                <a:solidFill>
                  <a:srgbClr val="166B68"/>
                </a:solidFill>
                <a:latin typeface="Yu Gothic"/>
                <a:ea typeface="Yu Gothic"/>
                <a:cs typeface="Yu Gothic"/>
              </a:defRPr>
            </a:lvl2pPr>
            <a:lvl3pPr algn="l">
              <a:defRPr sz="2550" b="1">
                <a:solidFill>
                  <a:srgbClr val="166B68"/>
                </a:solidFill>
                <a:latin typeface="Yu Gothic"/>
                <a:ea typeface="Yu Gothic"/>
                <a:cs typeface="Yu Gothic"/>
              </a:defRPr>
            </a:lvl3pPr>
            <a:lvl4pPr algn="l">
              <a:defRPr sz="2550" b="1">
                <a:solidFill>
                  <a:srgbClr val="166B68"/>
                </a:solidFill>
                <a:latin typeface="Yu Gothic"/>
                <a:ea typeface="Yu Gothic"/>
                <a:cs typeface="Yu Gothic"/>
              </a:defRPr>
            </a:lvl4pPr>
            <a:lvl5pPr algn="l">
              <a:defRPr sz="2550" b="1">
                <a:solidFill>
                  <a:srgbClr val="166B68"/>
                </a:solidFill>
                <a:latin typeface="Yu Gothic"/>
                <a:ea typeface="Yu Gothic"/>
                <a:cs typeface="Yu Gothic"/>
              </a:defRPr>
            </a:lvl5pPr>
            <a:lvl6pPr algn="l">
              <a:defRPr sz="2550" b="1">
                <a:solidFill>
                  <a:srgbClr val="166B68"/>
                </a:solidFill>
                <a:latin typeface="Yu Gothic"/>
                <a:ea typeface="Yu Gothic"/>
                <a:cs typeface="Yu Gothic"/>
              </a:defRPr>
            </a:lvl6pPr>
            <a:lvl7pPr algn="l">
              <a:defRPr sz="2550" b="1">
                <a:solidFill>
                  <a:srgbClr val="166B68"/>
                </a:solidFill>
                <a:latin typeface="Yu Gothic"/>
                <a:ea typeface="Yu Gothic"/>
                <a:cs typeface="Yu Gothic"/>
              </a:defRPr>
            </a:lvl7pPr>
            <a:lvl8pPr algn="l">
              <a:defRPr sz="2550" b="1">
                <a:solidFill>
                  <a:srgbClr val="166B68"/>
                </a:solidFill>
                <a:latin typeface="Yu Gothic"/>
                <a:ea typeface="Yu Gothic"/>
                <a:cs typeface="Yu Gothic"/>
              </a:defRPr>
            </a:lvl8pPr>
            <a:lvl9pPr algn="l">
              <a:defRPr sz="2550" b="1">
                <a:solidFill>
                  <a:srgbClr val="166B68"/>
                </a:solidFill>
                <a:latin typeface="Yu Gothic"/>
                <a:ea typeface="Yu Gothic"/>
                <a:cs typeface="Yu Gothic"/>
              </a:defRPr>
            </a:lvl9pPr>
          </a:lstStyle>
          <a:p xmlns:a="http://schemas.openxmlformats.org/drawingml/2006/main">
            <a:pPr algn="l">
              <a:defRPr sz="2550" b="1">
                <a:solidFill>
                  <a:srgbClr val="166B68"/>
                </a:solidFill>
                <a:latin typeface="Yu Gothic"/>
                <a:ea typeface="Yu Gothic"/>
                <a:cs typeface="Yu Gothic"/>
              </a:defRPr>
            </a:pPr>
            <a:r>
              <a:rPr sz="2550" b="1">
                <a:solidFill>
                  <a:srgbClr val="166B68"/>
                </a:solidFill>
                <a:latin typeface="Yu Gothic"/>
                <a:ea typeface="Yu Gothic"/>
                <a:cs typeface="Yu Gothic"/>
              </a:rPr>
              <a:t>機器が助ける</a:t>
            </a:r>
          </a:p>
        </p:txBody>
      </p:sp>
      <p:sp>
        <p:nvSpPr>
          <p:cNvPr id="9" name="">
            <a:extLst xmlns:a="http://schemas.openxmlformats.org/drawingml/2006/main">
              <a:ext uri="{FF2B5EF4-FFF2-40B4-BE49-F238E27FC236}">
                <a16:creationId xmlns:a16="http://schemas.microsoft.com/office/drawing/2014/main" id="{ADEEA473-A97F-4D84-8F46-595791E0CC93}"/>
              </a:ext>
            </a:extLst>
          </p:cNvPr>
          <p:cNvSpPr>
            <a:spLocks xmlns:a="http://schemas.openxmlformats.org/drawingml/2006/main" noGrp="1"/>
          </p:cNvSpPr>
          <p:nvPr/>
        </p:nvSpPr>
        <p:spPr>
          <a:xfrm xmlns:a="http://schemas.openxmlformats.org/drawingml/2006/main">
            <a:off x="6477000" y="2095500"/>
            <a:ext cx="4953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550" b="1">
                <a:solidFill>
                  <a:srgbClr val="A94737"/>
                </a:solidFill>
                <a:latin typeface="Yu Gothic"/>
                <a:ea typeface="Yu Gothic"/>
                <a:cs typeface="Yu Gothic"/>
              </a:defRPr>
            </a:defPPr>
            <a:lvl1pPr algn="l">
              <a:defRPr sz="2550" b="1">
                <a:solidFill>
                  <a:srgbClr val="A94737"/>
                </a:solidFill>
                <a:latin typeface="Yu Gothic"/>
                <a:ea typeface="Yu Gothic"/>
                <a:cs typeface="Yu Gothic"/>
              </a:defRPr>
            </a:lvl1pPr>
            <a:lvl2pPr algn="l">
              <a:defRPr sz="2550" b="1">
                <a:solidFill>
                  <a:srgbClr val="A94737"/>
                </a:solidFill>
                <a:latin typeface="Yu Gothic"/>
                <a:ea typeface="Yu Gothic"/>
                <a:cs typeface="Yu Gothic"/>
              </a:defRPr>
            </a:lvl2pPr>
            <a:lvl3pPr algn="l">
              <a:defRPr sz="2550" b="1">
                <a:solidFill>
                  <a:srgbClr val="A94737"/>
                </a:solidFill>
                <a:latin typeface="Yu Gothic"/>
                <a:ea typeface="Yu Gothic"/>
                <a:cs typeface="Yu Gothic"/>
              </a:defRPr>
            </a:lvl3pPr>
            <a:lvl4pPr algn="l">
              <a:defRPr sz="2550" b="1">
                <a:solidFill>
                  <a:srgbClr val="A94737"/>
                </a:solidFill>
                <a:latin typeface="Yu Gothic"/>
                <a:ea typeface="Yu Gothic"/>
                <a:cs typeface="Yu Gothic"/>
              </a:defRPr>
            </a:lvl4pPr>
            <a:lvl5pPr algn="l">
              <a:defRPr sz="2550" b="1">
                <a:solidFill>
                  <a:srgbClr val="A94737"/>
                </a:solidFill>
                <a:latin typeface="Yu Gothic"/>
                <a:ea typeface="Yu Gothic"/>
                <a:cs typeface="Yu Gothic"/>
              </a:defRPr>
            </a:lvl5pPr>
            <a:lvl6pPr algn="l">
              <a:defRPr sz="2550" b="1">
                <a:solidFill>
                  <a:srgbClr val="A94737"/>
                </a:solidFill>
                <a:latin typeface="Yu Gothic"/>
                <a:ea typeface="Yu Gothic"/>
                <a:cs typeface="Yu Gothic"/>
              </a:defRPr>
            </a:lvl6pPr>
            <a:lvl7pPr algn="l">
              <a:defRPr sz="2550" b="1">
                <a:solidFill>
                  <a:srgbClr val="A94737"/>
                </a:solidFill>
                <a:latin typeface="Yu Gothic"/>
                <a:ea typeface="Yu Gothic"/>
                <a:cs typeface="Yu Gothic"/>
              </a:defRPr>
            </a:lvl7pPr>
            <a:lvl8pPr algn="l">
              <a:defRPr sz="2550" b="1">
                <a:solidFill>
                  <a:srgbClr val="A94737"/>
                </a:solidFill>
                <a:latin typeface="Yu Gothic"/>
                <a:ea typeface="Yu Gothic"/>
                <a:cs typeface="Yu Gothic"/>
              </a:defRPr>
            </a:lvl8pPr>
            <a:lvl9pPr algn="l">
              <a:defRPr sz="2550" b="1">
                <a:solidFill>
                  <a:srgbClr val="A94737"/>
                </a:solidFill>
                <a:latin typeface="Yu Gothic"/>
                <a:ea typeface="Yu Gothic"/>
                <a:cs typeface="Yu Gothic"/>
              </a:defRPr>
            </a:lvl9pPr>
          </a:lstStyle>
          <a:p xmlns:a="http://schemas.openxmlformats.org/drawingml/2006/main">
            <a:pPr algn="l">
              <a:defRPr sz="2550" b="1">
                <a:solidFill>
                  <a:srgbClr val="A94737"/>
                </a:solidFill>
                <a:latin typeface="Yu Gothic"/>
                <a:ea typeface="Yu Gothic"/>
                <a:cs typeface="Yu Gothic"/>
              </a:defRPr>
            </a:pPr>
            <a:r>
              <a:rPr sz="2550" b="1">
                <a:solidFill>
                  <a:srgbClr val="A94737"/>
                </a:solidFill>
                <a:latin typeface="Yu Gothic"/>
                <a:ea typeface="Yu Gothic"/>
                <a:cs typeface="Yu Gothic"/>
              </a:rPr>
              <a:t>人が確認する</a:t>
            </a:r>
          </a:p>
        </p:txBody>
      </p:sp>
      <p:sp>
        <p:nvSpPr>
          <p:cNvPr id="10" name="">
            <a:extLst xmlns:a="http://schemas.openxmlformats.org/drawingml/2006/main">
              <a:ext uri="{FF2B5EF4-FFF2-40B4-BE49-F238E27FC236}">
                <a16:creationId xmlns:a16="http://schemas.microsoft.com/office/drawing/2014/main" id="{19CD369E-4192-42C9-9B15-82ABB4F5B8EF}"/>
              </a:ext>
            </a:extLst>
          </p:cNvPr>
          <p:cNvSpPr>
            <a:spLocks xmlns:a="http://schemas.openxmlformats.org/drawingml/2006/main" noGrp="1"/>
          </p:cNvSpPr>
          <p:nvPr/>
        </p:nvSpPr>
        <p:spPr>
          <a:xfrm xmlns:a="http://schemas.openxmlformats.org/drawingml/2006/main">
            <a:off x="781050" y="2686050"/>
            <a:ext cx="228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275" b="1">
                <a:solidFill>
                  <a:srgbClr val="166B68"/>
                </a:solidFill>
                <a:latin typeface="Yu Gothic"/>
                <a:ea typeface="Yu Gothic"/>
                <a:cs typeface="Yu Gothic"/>
              </a:defRPr>
            </a:defPPr>
            <a:lvl1pPr algn="ctr">
              <a:defRPr sz="1275" b="1">
                <a:solidFill>
                  <a:srgbClr val="166B68"/>
                </a:solidFill>
                <a:latin typeface="Yu Gothic"/>
                <a:ea typeface="Yu Gothic"/>
                <a:cs typeface="Yu Gothic"/>
              </a:defRPr>
            </a:lvl1pPr>
            <a:lvl2pPr algn="ctr">
              <a:defRPr sz="1275" b="1">
                <a:solidFill>
                  <a:srgbClr val="166B68"/>
                </a:solidFill>
                <a:latin typeface="Yu Gothic"/>
                <a:ea typeface="Yu Gothic"/>
                <a:cs typeface="Yu Gothic"/>
              </a:defRPr>
            </a:lvl2pPr>
            <a:lvl3pPr algn="ctr">
              <a:defRPr sz="1275" b="1">
                <a:solidFill>
                  <a:srgbClr val="166B68"/>
                </a:solidFill>
                <a:latin typeface="Yu Gothic"/>
                <a:ea typeface="Yu Gothic"/>
                <a:cs typeface="Yu Gothic"/>
              </a:defRPr>
            </a:lvl3pPr>
            <a:lvl4pPr algn="ctr">
              <a:defRPr sz="1275" b="1">
                <a:solidFill>
                  <a:srgbClr val="166B68"/>
                </a:solidFill>
                <a:latin typeface="Yu Gothic"/>
                <a:ea typeface="Yu Gothic"/>
                <a:cs typeface="Yu Gothic"/>
              </a:defRPr>
            </a:lvl4pPr>
            <a:lvl5pPr algn="ctr">
              <a:defRPr sz="1275" b="1">
                <a:solidFill>
                  <a:srgbClr val="166B68"/>
                </a:solidFill>
                <a:latin typeface="Yu Gothic"/>
                <a:ea typeface="Yu Gothic"/>
                <a:cs typeface="Yu Gothic"/>
              </a:defRPr>
            </a:lvl5pPr>
            <a:lvl6pPr algn="ctr">
              <a:defRPr sz="1275" b="1">
                <a:solidFill>
                  <a:srgbClr val="166B68"/>
                </a:solidFill>
                <a:latin typeface="Yu Gothic"/>
                <a:ea typeface="Yu Gothic"/>
                <a:cs typeface="Yu Gothic"/>
              </a:defRPr>
            </a:lvl6pPr>
            <a:lvl7pPr algn="ctr">
              <a:defRPr sz="1275" b="1">
                <a:solidFill>
                  <a:srgbClr val="166B68"/>
                </a:solidFill>
                <a:latin typeface="Yu Gothic"/>
                <a:ea typeface="Yu Gothic"/>
                <a:cs typeface="Yu Gothic"/>
              </a:defRPr>
            </a:lvl7pPr>
            <a:lvl8pPr algn="ctr">
              <a:defRPr sz="1275" b="1">
                <a:solidFill>
                  <a:srgbClr val="166B68"/>
                </a:solidFill>
                <a:latin typeface="Yu Gothic"/>
                <a:ea typeface="Yu Gothic"/>
                <a:cs typeface="Yu Gothic"/>
              </a:defRPr>
            </a:lvl8pPr>
            <a:lvl9pPr algn="ctr">
              <a:defRPr sz="1275" b="1">
                <a:solidFill>
                  <a:srgbClr val="166B68"/>
                </a:solidFill>
                <a:latin typeface="Yu Gothic"/>
                <a:ea typeface="Yu Gothic"/>
                <a:cs typeface="Yu Gothic"/>
              </a:defRPr>
            </a:lvl9pPr>
          </a:lstStyle>
          <a:p xmlns:a="http://schemas.openxmlformats.org/drawingml/2006/main">
            <a:pPr algn="ctr">
              <a:defRPr sz="1275" b="1">
                <a:solidFill>
                  <a:srgbClr val="166B68"/>
                </a:solidFill>
                <a:latin typeface="Yu Gothic"/>
                <a:ea typeface="Yu Gothic"/>
                <a:cs typeface="Yu Gothic"/>
              </a:defRPr>
            </a:pPr>
            <a:r>
              <a:rPr sz="1275" b="1">
                <a:solidFill>
                  <a:srgbClr val="166B68"/>
                </a:solidFill>
                <a:latin typeface="Yu Gothic"/>
                <a:ea typeface="Yu Gothic"/>
                <a:cs typeface="Yu Gothic"/>
              </a:rPr>
              <a:t>●</a:t>
            </a:r>
          </a:p>
        </p:txBody>
      </p:sp>
      <p:sp>
        <p:nvSpPr>
          <p:cNvPr id="11" name="">
            <a:extLst xmlns:a="http://schemas.openxmlformats.org/drawingml/2006/main">
              <a:ext uri="{FF2B5EF4-FFF2-40B4-BE49-F238E27FC236}">
                <a16:creationId xmlns:a16="http://schemas.microsoft.com/office/drawing/2014/main" id="{6D31F98C-2C64-4E60-80F3-7B6C7DF2F738}"/>
              </a:ext>
            </a:extLst>
          </p:cNvPr>
          <p:cNvSpPr>
            <a:spLocks xmlns:a="http://schemas.openxmlformats.org/drawingml/2006/main" noGrp="1"/>
          </p:cNvSpPr>
          <p:nvPr/>
        </p:nvSpPr>
        <p:spPr>
          <a:xfrm xmlns:a="http://schemas.openxmlformats.org/drawingml/2006/main">
            <a:off x="1104900" y="2686050"/>
            <a:ext cx="453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00" b="0">
                <a:solidFill>
                  <a:srgbClr val="182B33"/>
                </a:solidFill>
                <a:latin typeface="Yu Gothic"/>
                <a:ea typeface="Yu Gothic"/>
                <a:cs typeface="Yu Gothic"/>
              </a:defRPr>
            </a:defPPr>
            <a:lvl1pPr algn="l">
              <a:defRPr sz="2100" b="0">
                <a:solidFill>
                  <a:srgbClr val="182B33"/>
                </a:solidFill>
                <a:latin typeface="Yu Gothic"/>
                <a:ea typeface="Yu Gothic"/>
                <a:cs typeface="Yu Gothic"/>
              </a:defRPr>
            </a:lvl1pPr>
            <a:lvl2pPr algn="l">
              <a:defRPr sz="2100" b="0">
                <a:solidFill>
                  <a:srgbClr val="182B33"/>
                </a:solidFill>
                <a:latin typeface="Yu Gothic"/>
                <a:ea typeface="Yu Gothic"/>
                <a:cs typeface="Yu Gothic"/>
              </a:defRPr>
            </a:lvl2pPr>
            <a:lvl3pPr algn="l">
              <a:defRPr sz="2100" b="0">
                <a:solidFill>
                  <a:srgbClr val="182B33"/>
                </a:solidFill>
                <a:latin typeface="Yu Gothic"/>
                <a:ea typeface="Yu Gothic"/>
                <a:cs typeface="Yu Gothic"/>
              </a:defRPr>
            </a:lvl3pPr>
            <a:lvl4pPr algn="l">
              <a:defRPr sz="2100" b="0">
                <a:solidFill>
                  <a:srgbClr val="182B33"/>
                </a:solidFill>
                <a:latin typeface="Yu Gothic"/>
                <a:ea typeface="Yu Gothic"/>
                <a:cs typeface="Yu Gothic"/>
              </a:defRPr>
            </a:lvl4pPr>
            <a:lvl5pPr algn="l">
              <a:defRPr sz="2100" b="0">
                <a:solidFill>
                  <a:srgbClr val="182B33"/>
                </a:solidFill>
                <a:latin typeface="Yu Gothic"/>
                <a:ea typeface="Yu Gothic"/>
                <a:cs typeface="Yu Gothic"/>
              </a:defRPr>
            </a:lvl5pPr>
            <a:lvl6pPr algn="l">
              <a:defRPr sz="2100" b="0">
                <a:solidFill>
                  <a:srgbClr val="182B33"/>
                </a:solidFill>
                <a:latin typeface="Yu Gothic"/>
                <a:ea typeface="Yu Gothic"/>
                <a:cs typeface="Yu Gothic"/>
              </a:defRPr>
            </a:lvl6pPr>
            <a:lvl7pPr algn="l">
              <a:defRPr sz="2100" b="0">
                <a:solidFill>
                  <a:srgbClr val="182B33"/>
                </a:solidFill>
                <a:latin typeface="Yu Gothic"/>
                <a:ea typeface="Yu Gothic"/>
                <a:cs typeface="Yu Gothic"/>
              </a:defRPr>
            </a:lvl7pPr>
            <a:lvl8pPr algn="l">
              <a:defRPr sz="2100" b="0">
                <a:solidFill>
                  <a:srgbClr val="182B33"/>
                </a:solidFill>
                <a:latin typeface="Yu Gothic"/>
                <a:ea typeface="Yu Gothic"/>
                <a:cs typeface="Yu Gothic"/>
              </a:defRPr>
            </a:lvl8pPr>
            <a:lvl9pPr algn="l">
              <a:defRPr sz="2100" b="0">
                <a:solidFill>
                  <a:srgbClr val="182B33"/>
                </a:solidFill>
                <a:latin typeface="Yu Gothic"/>
                <a:ea typeface="Yu Gothic"/>
                <a:cs typeface="Yu Gothic"/>
              </a:defRPr>
            </a:lvl9pPr>
          </a:lstStyle>
          <a:p xmlns:a="http://schemas.openxmlformats.org/drawingml/2006/main">
            <a:pPr algn="l">
              <a:defRPr sz="2100" b="0">
                <a:solidFill>
                  <a:srgbClr val="182B33"/>
                </a:solidFill>
                <a:latin typeface="Yu Gothic"/>
                <a:ea typeface="Yu Gothic"/>
                <a:cs typeface="Yu Gothic"/>
              </a:defRPr>
            </a:pPr>
            <a:r>
              <a:rPr sz="2100" b="0">
                <a:solidFill>
                  <a:srgbClr val="182B33"/>
                </a:solidFill>
                <a:latin typeface="Yu Gothic"/>
                <a:ea typeface="Yu Gothic"/>
                <a:cs typeface="Yu Gothic"/>
              </a:rPr>
              <a:t>目標への自動視準・追尾</a:t>
            </a:r>
          </a:p>
        </p:txBody>
      </p:sp>
      <p:sp>
        <p:nvSpPr>
          <p:cNvPr id="12" name="">
            <a:extLst xmlns:a="http://schemas.openxmlformats.org/drawingml/2006/main">
              <a:ext uri="{FF2B5EF4-FFF2-40B4-BE49-F238E27FC236}">
                <a16:creationId xmlns:a16="http://schemas.microsoft.com/office/drawing/2014/main" id="{3DD5B258-4508-4EE2-82EF-AF81E7A629C5}"/>
              </a:ext>
            </a:extLst>
          </p:cNvPr>
          <p:cNvSpPr>
            <a:spLocks xmlns:a="http://schemas.openxmlformats.org/drawingml/2006/main" noGrp="1"/>
          </p:cNvSpPr>
          <p:nvPr/>
        </p:nvSpPr>
        <p:spPr>
          <a:xfrm xmlns:a="http://schemas.openxmlformats.org/drawingml/2006/main">
            <a:off x="781050" y="3181350"/>
            <a:ext cx="228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275" b="1">
                <a:solidFill>
                  <a:srgbClr val="166B68"/>
                </a:solidFill>
                <a:latin typeface="Yu Gothic"/>
                <a:ea typeface="Yu Gothic"/>
                <a:cs typeface="Yu Gothic"/>
              </a:defRPr>
            </a:defPPr>
            <a:lvl1pPr algn="ctr">
              <a:defRPr sz="1275" b="1">
                <a:solidFill>
                  <a:srgbClr val="166B68"/>
                </a:solidFill>
                <a:latin typeface="Yu Gothic"/>
                <a:ea typeface="Yu Gothic"/>
                <a:cs typeface="Yu Gothic"/>
              </a:defRPr>
            </a:lvl1pPr>
            <a:lvl2pPr algn="ctr">
              <a:defRPr sz="1275" b="1">
                <a:solidFill>
                  <a:srgbClr val="166B68"/>
                </a:solidFill>
                <a:latin typeface="Yu Gothic"/>
                <a:ea typeface="Yu Gothic"/>
                <a:cs typeface="Yu Gothic"/>
              </a:defRPr>
            </a:lvl2pPr>
            <a:lvl3pPr algn="ctr">
              <a:defRPr sz="1275" b="1">
                <a:solidFill>
                  <a:srgbClr val="166B68"/>
                </a:solidFill>
                <a:latin typeface="Yu Gothic"/>
                <a:ea typeface="Yu Gothic"/>
                <a:cs typeface="Yu Gothic"/>
              </a:defRPr>
            </a:lvl3pPr>
            <a:lvl4pPr algn="ctr">
              <a:defRPr sz="1275" b="1">
                <a:solidFill>
                  <a:srgbClr val="166B68"/>
                </a:solidFill>
                <a:latin typeface="Yu Gothic"/>
                <a:ea typeface="Yu Gothic"/>
                <a:cs typeface="Yu Gothic"/>
              </a:defRPr>
            </a:lvl4pPr>
            <a:lvl5pPr algn="ctr">
              <a:defRPr sz="1275" b="1">
                <a:solidFill>
                  <a:srgbClr val="166B68"/>
                </a:solidFill>
                <a:latin typeface="Yu Gothic"/>
                <a:ea typeface="Yu Gothic"/>
                <a:cs typeface="Yu Gothic"/>
              </a:defRPr>
            </a:lvl5pPr>
            <a:lvl6pPr algn="ctr">
              <a:defRPr sz="1275" b="1">
                <a:solidFill>
                  <a:srgbClr val="166B68"/>
                </a:solidFill>
                <a:latin typeface="Yu Gothic"/>
                <a:ea typeface="Yu Gothic"/>
                <a:cs typeface="Yu Gothic"/>
              </a:defRPr>
            </a:lvl6pPr>
            <a:lvl7pPr algn="ctr">
              <a:defRPr sz="1275" b="1">
                <a:solidFill>
                  <a:srgbClr val="166B68"/>
                </a:solidFill>
                <a:latin typeface="Yu Gothic"/>
                <a:ea typeface="Yu Gothic"/>
                <a:cs typeface="Yu Gothic"/>
              </a:defRPr>
            </a:lvl7pPr>
            <a:lvl8pPr algn="ctr">
              <a:defRPr sz="1275" b="1">
                <a:solidFill>
                  <a:srgbClr val="166B68"/>
                </a:solidFill>
                <a:latin typeface="Yu Gothic"/>
                <a:ea typeface="Yu Gothic"/>
                <a:cs typeface="Yu Gothic"/>
              </a:defRPr>
            </a:lvl8pPr>
            <a:lvl9pPr algn="ctr">
              <a:defRPr sz="1275" b="1">
                <a:solidFill>
                  <a:srgbClr val="166B68"/>
                </a:solidFill>
                <a:latin typeface="Yu Gothic"/>
                <a:ea typeface="Yu Gothic"/>
                <a:cs typeface="Yu Gothic"/>
              </a:defRPr>
            </a:lvl9pPr>
          </a:lstStyle>
          <a:p xmlns:a="http://schemas.openxmlformats.org/drawingml/2006/main">
            <a:pPr algn="ctr">
              <a:defRPr sz="1275" b="1">
                <a:solidFill>
                  <a:srgbClr val="166B68"/>
                </a:solidFill>
                <a:latin typeface="Yu Gothic"/>
                <a:ea typeface="Yu Gothic"/>
                <a:cs typeface="Yu Gothic"/>
              </a:defRPr>
            </a:pPr>
            <a:r>
              <a:rPr sz="1275" b="1">
                <a:solidFill>
                  <a:srgbClr val="166B68"/>
                </a:solidFill>
                <a:latin typeface="Yu Gothic"/>
                <a:ea typeface="Yu Gothic"/>
                <a:cs typeface="Yu Gothic"/>
              </a:rPr>
              <a:t>●</a:t>
            </a:r>
          </a:p>
        </p:txBody>
      </p:sp>
      <p:sp>
        <p:nvSpPr>
          <p:cNvPr id="13" name="">
            <a:extLst xmlns:a="http://schemas.openxmlformats.org/drawingml/2006/main">
              <a:ext uri="{FF2B5EF4-FFF2-40B4-BE49-F238E27FC236}">
                <a16:creationId xmlns:a16="http://schemas.microsoft.com/office/drawing/2014/main" id="{A55FB85F-FDDB-4F3B-B37A-06F983F8A0B9}"/>
              </a:ext>
            </a:extLst>
          </p:cNvPr>
          <p:cNvSpPr>
            <a:spLocks xmlns:a="http://schemas.openxmlformats.org/drawingml/2006/main" noGrp="1"/>
          </p:cNvSpPr>
          <p:nvPr/>
        </p:nvSpPr>
        <p:spPr>
          <a:xfrm xmlns:a="http://schemas.openxmlformats.org/drawingml/2006/main">
            <a:off x="1104900" y="3181350"/>
            <a:ext cx="453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00" b="0">
                <a:solidFill>
                  <a:srgbClr val="182B33"/>
                </a:solidFill>
                <a:latin typeface="Yu Gothic"/>
                <a:ea typeface="Yu Gothic"/>
                <a:cs typeface="Yu Gothic"/>
              </a:defRPr>
            </a:defPPr>
            <a:lvl1pPr algn="l">
              <a:defRPr sz="2100" b="0">
                <a:solidFill>
                  <a:srgbClr val="182B33"/>
                </a:solidFill>
                <a:latin typeface="Yu Gothic"/>
                <a:ea typeface="Yu Gothic"/>
                <a:cs typeface="Yu Gothic"/>
              </a:defRPr>
            </a:lvl1pPr>
            <a:lvl2pPr algn="l">
              <a:defRPr sz="2100" b="0">
                <a:solidFill>
                  <a:srgbClr val="182B33"/>
                </a:solidFill>
                <a:latin typeface="Yu Gothic"/>
                <a:ea typeface="Yu Gothic"/>
                <a:cs typeface="Yu Gothic"/>
              </a:defRPr>
            </a:lvl2pPr>
            <a:lvl3pPr algn="l">
              <a:defRPr sz="2100" b="0">
                <a:solidFill>
                  <a:srgbClr val="182B33"/>
                </a:solidFill>
                <a:latin typeface="Yu Gothic"/>
                <a:ea typeface="Yu Gothic"/>
                <a:cs typeface="Yu Gothic"/>
              </a:defRPr>
            </a:lvl3pPr>
            <a:lvl4pPr algn="l">
              <a:defRPr sz="2100" b="0">
                <a:solidFill>
                  <a:srgbClr val="182B33"/>
                </a:solidFill>
                <a:latin typeface="Yu Gothic"/>
                <a:ea typeface="Yu Gothic"/>
                <a:cs typeface="Yu Gothic"/>
              </a:defRPr>
            </a:lvl4pPr>
            <a:lvl5pPr algn="l">
              <a:defRPr sz="2100" b="0">
                <a:solidFill>
                  <a:srgbClr val="182B33"/>
                </a:solidFill>
                <a:latin typeface="Yu Gothic"/>
                <a:ea typeface="Yu Gothic"/>
                <a:cs typeface="Yu Gothic"/>
              </a:defRPr>
            </a:lvl5pPr>
            <a:lvl6pPr algn="l">
              <a:defRPr sz="2100" b="0">
                <a:solidFill>
                  <a:srgbClr val="182B33"/>
                </a:solidFill>
                <a:latin typeface="Yu Gothic"/>
                <a:ea typeface="Yu Gothic"/>
                <a:cs typeface="Yu Gothic"/>
              </a:defRPr>
            </a:lvl6pPr>
            <a:lvl7pPr algn="l">
              <a:defRPr sz="2100" b="0">
                <a:solidFill>
                  <a:srgbClr val="182B33"/>
                </a:solidFill>
                <a:latin typeface="Yu Gothic"/>
                <a:ea typeface="Yu Gothic"/>
                <a:cs typeface="Yu Gothic"/>
              </a:defRPr>
            </a:lvl7pPr>
            <a:lvl8pPr algn="l">
              <a:defRPr sz="2100" b="0">
                <a:solidFill>
                  <a:srgbClr val="182B33"/>
                </a:solidFill>
                <a:latin typeface="Yu Gothic"/>
                <a:ea typeface="Yu Gothic"/>
                <a:cs typeface="Yu Gothic"/>
              </a:defRPr>
            </a:lvl8pPr>
            <a:lvl9pPr algn="l">
              <a:defRPr sz="2100" b="0">
                <a:solidFill>
                  <a:srgbClr val="182B33"/>
                </a:solidFill>
                <a:latin typeface="Yu Gothic"/>
                <a:ea typeface="Yu Gothic"/>
                <a:cs typeface="Yu Gothic"/>
              </a:defRPr>
            </a:lvl9pPr>
          </a:lstStyle>
          <a:p xmlns:a="http://schemas.openxmlformats.org/drawingml/2006/main">
            <a:pPr algn="l">
              <a:defRPr sz="2100" b="0">
                <a:solidFill>
                  <a:srgbClr val="182B33"/>
                </a:solidFill>
                <a:latin typeface="Yu Gothic"/>
                <a:ea typeface="Yu Gothic"/>
                <a:cs typeface="Yu Gothic"/>
              </a:defRPr>
            </a:pPr>
            <a:r>
              <a:rPr sz="2100" b="0">
                <a:solidFill>
                  <a:srgbClr val="182B33"/>
                </a:solidFill>
                <a:latin typeface="Yu Gothic"/>
                <a:ea typeface="Yu Gothic"/>
                <a:cs typeface="Yu Gothic"/>
              </a:rPr>
              <a:t>作動範囲内の二軸補正</a:t>
            </a:r>
          </a:p>
        </p:txBody>
      </p:sp>
      <p:sp>
        <p:nvSpPr>
          <p:cNvPr id="14" name="">
            <a:extLst xmlns:a="http://schemas.openxmlformats.org/drawingml/2006/main">
              <a:ext uri="{FF2B5EF4-FFF2-40B4-BE49-F238E27FC236}">
                <a16:creationId xmlns:a16="http://schemas.microsoft.com/office/drawing/2014/main" id="{0F12EE45-D10B-4795-9D9F-F1F2F1E70CBE}"/>
              </a:ext>
            </a:extLst>
          </p:cNvPr>
          <p:cNvSpPr>
            <a:spLocks xmlns:a="http://schemas.openxmlformats.org/drawingml/2006/main" noGrp="1"/>
          </p:cNvSpPr>
          <p:nvPr/>
        </p:nvSpPr>
        <p:spPr>
          <a:xfrm xmlns:a="http://schemas.openxmlformats.org/drawingml/2006/main">
            <a:off x="781050" y="3676650"/>
            <a:ext cx="228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275" b="1">
                <a:solidFill>
                  <a:srgbClr val="166B68"/>
                </a:solidFill>
                <a:latin typeface="Yu Gothic"/>
                <a:ea typeface="Yu Gothic"/>
                <a:cs typeface="Yu Gothic"/>
              </a:defRPr>
            </a:defPPr>
            <a:lvl1pPr algn="ctr">
              <a:defRPr sz="1275" b="1">
                <a:solidFill>
                  <a:srgbClr val="166B68"/>
                </a:solidFill>
                <a:latin typeface="Yu Gothic"/>
                <a:ea typeface="Yu Gothic"/>
                <a:cs typeface="Yu Gothic"/>
              </a:defRPr>
            </a:lvl1pPr>
            <a:lvl2pPr algn="ctr">
              <a:defRPr sz="1275" b="1">
                <a:solidFill>
                  <a:srgbClr val="166B68"/>
                </a:solidFill>
                <a:latin typeface="Yu Gothic"/>
                <a:ea typeface="Yu Gothic"/>
                <a:cs typeface="Yu Gothic"/>
              </a:defRPr>
            </a:lvl2pPr>
            <a:lvl3pPr algn="ctr">
              <a:defRPr sz="1275" b="1">
                <a:solidFill>
                  <a:srgbClr val="166B68"/>
                </a:solidFill>
                <a:latin typeface="Yu Gothic"/>
                <a:ea typeface="Yu Gothic"/>
                <a:cs typeface="Yu Gothic"/>
              </a:defRPr>
            </a:lvl3pPr>
            <a:lvl4pPr algn="ctr">
              <a:defRPr sz="1275" b="1">
                <a:solidFill>
                  <a:srgbClr val="166B68"/>
                </a:solidFill>
                <a:latin typeface="Yu Gothic"/>
                <a:ea typeface="Yu Gothic"/>
                <a:cs typeface="Yu Gothic"/>
              </a:defRPr>
            </a:lvl4pPr>
            <a:lvl5pPr algn="ctr">
              <a:defRPr sz="1275" b="1">
                <a:solidFill>
                  <a:srgbClr val="166B68"/>
                </a:solidFill>
                <a:latin typeface="Yu Gothic"/>
                <a:ea typeface="Yu Gothic"/>
                <a:cs typeface="Yu Gothic"/>
              </a:defRPr>
            </a:lvl5pPr>
            <a:lvl6pPr algn="ctr">
              <a:defRPr sz="1275" b="1">
                <a:solidFill>
                  <a:srgbClr val="166B68"/>
                </a:solidFill>
                <a:latin typeface="Yu Gothic"/>
                <a:ea typeface="Yu Gothic"/>
                <a:cs typeface="Yu Gothic"/>
              </a:defRPr>
            </a:lvl6pPr>
            <a:lvl7pPr algn="ctr">
              <a:defRPr sz="1275" b="1">
                <a:solidFill>
                  <a:srgbClr val="166B68"/>
                </a:solidFill>
                <a:latin typeface="Yu Gothic"/>
                <a:ea typeface="Yu Gothic"/>
                <a:cs typeface="Yu Gothic"/>
              </a:defRPr>
            </a:lvl7pPr>
            <a:lvl8pPr algn="ctr">
              <a:defRPr sz="1275" b="1">
                <a:solidFill>
                  <a:srgbClr val="166B68"/>
                </a:solidFill>
                <a:latin typeface="Yu Gothic"/>
                <a:ea typeface="Yu Gothic"/>
                <a:cs typeface="Yu Gothic"/>
              </a:defRPr>
            </a:lvl8pPr>
            <a:lvl9pPr algn="ctr">
              <a:defRPr sz="1275" b="1">
                <a:solidFill>
                  <a:srgbClr val="166B68"/>
                </a:solidFill>
                <a:latin typeface="Yu Gothic"/>
                <a:ea typeface="Yu Gothic"/>
                <a:cs typeface="Yu Gothic"/>
              </a:defRPr>
            </a:lvl9pPr>
          </a:lstStyle>
          <a:p xmlns:a="http://schemas.openxmlformats.org/drawingml/2006/main">
            <a:pPr algn="ctr">
              <a:defRPr sz="1275" b="1">
                <a:solidFill>
                  <a:srgbClr val="166B68"/>
                </a:solidFill>
                <a:latin typeface="Yu Gothic"/>
                <a:ea typeface="Yu Gothic"/>
                <a:cs typeface="Yu Gothic"/>
              </a:defRPr>
            </a:pPr>
            <a:r>
              <a:rPr sz="1275" b="1">
                <a:solidFill>
                  <a:srgbClr val="166B68"/>
                </a:solidFill>
                <a:latin typeface="Yu Gothic"/>
                <a:ea typeface="Yu Gothic"/>
                <a:cs typeface="Yu Gothic"/>
              </a:rPr>
              <a:t>●</a:t>
            </a:r>
          </a:p>
        </p:txBody>
      </p:sp>
      <p:sp>
        <p:nvSpPr>
          <p:cNvPr id="15" name="">
            <a:extLst xmlns:a="http://schemas.openxmlformats.org/drawingml/2006/main">
              <a:ext uri="{FF2B5EF4-FFF2-40B4-BE49-F238E27FC236}">
                <a16:creationId xmlns:a16="http://schemas.microsoft.com/office/drawing/2014/main" id="{B5C5BD16-B12A-455C-AD48-7606DFD90A79}"/>
              </a:ext>
            </a:extLst>
          </p:cNvPr>
          <p:cNvSpPr>
            <a:spLocks xmlns:a="http://schemas.openxmlformats.org/drawingml/2006/main" noGrp="1"/>
          </p:cNvSpPr>
          <p:nvPr/>
        </p:nvSpPr>
        <p:spPr>
          <a:xfrm xmlns:a="http://schemas.openxmlformats.org/drawingml/2006/main">
            <a:off x="1104900" y="3676650"/>
            <a:ext cx="453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00" b="0">
                <a:solidFill>
                  <a:srgbClr val="182B33"/>
                </a:solidFill>
                <a:latin typeface="Yu Gothic"/>
                <a:ea typeface="Yu Gothic"/>
                <a:cs typeface="Yu Gothic"/>
              </a:defRPr>
            </a:defPPr>
            <a:lvl1pPr algn="l">
              <a:defRPr sz="2100" b="0">
                <a:solidFill>
                  <a:srgbClr val="182B33"/>
                </a:solidFill>
                <a:latin typeface="Yu Gothic"/>
                <a:ea typeface="Yu Gothic"/>
                <a:cs typeface="Yu Gothic"/>
              </a:defRPr>
            </a:lvl1pPr>
            <a:lvl2pPr algn="l">
              <a:defRPr sz="2100" b="0">
                <a:solidFill>
                  <a:srgbClr val="182B33"/>
                </a:solidFill>
                <a:latin typeface="Yu Gothic"/>
                <a:ea typeface="Yu Gothic"/>
                <a:cs typeface="Yu Gothic"/>
              </a:defRPr>
            </a:lvl2pPr>
            <a:lvl3pPr algn="l">
              <a:defRPr sz="2100" b="0">
                <a:solidFill>
                  <a:srgbClr val="182B33"/>
                </a:solidFill>
                <a:latin typeface="Yu Gothic"/>
                <a:ea typeface="Yu Gothic"/>
                <a:cs typeface="Yu Gothic"/>
              </a:defRPr>
            </a:lvl3pPr>
            <a:lvl4pPr algn="l">
              <a:defRPr sz="2100" b="0">
                <a:solidFill>
                  <a:srgbClr val="182B33"/>
                </a:solidFill>
                <a:latin typeface="Yu Gothic"/>
                <a:ea typeface="Yu Gothic"/>
                <a:cs typeface="Yu Gothic"/>
              </a:defRPr>
            </a:lvl4pPr>
            <a:lvl5pPr algn="l">
              <a:defRPr sz="2100" b="0">
                <a:solidFill>
                  <a:srgbClr val="182B33"/>
                </a:solidFill>
                <a:latin typeface="Yu Gothic"/>
                <a:ea typeface="Yu Gothic"/>
                <a:cs typeface="Yu Gothic"/>
              </a:defRPr>
            </a:lvl5pPr>
            <a:lvl6pPr algn="l">
              <a:defRPr sz="2100" b="0">
                <a:solidFill>
                  <a:srgbClr val="182B33"/>
                </a:solidFill>
                <a:latin typeface="Yu Gothic"/>
                <a:ea typeface="Yu Gothic"/>
                <a:cs typeface="Yu Gothic"/>
              </a:defRPr>
            </a:lvl6pPr>
            <a:lvl7pPr algn="l">
              <a:defRPr sz="2100" b="0">
                <a:solidFill>
                  <a:srgbClr val="182B33"/>
                </a:solidFill>
                <a:latin typeface="Yu Gothic"/>
                <a:ea typeface="Yu Gothic"/>
                <a:cs typeface="Yu Gothic"/>
              </a:defRPr>
            </a:lvl7pPr>
            <a:lvl8pPr algn="l">
              <a:defRPr sz="2100" b="0">
                <a:solidFill>
                  <a:srgbClr val="182B33"/>
                </a:solidFill>
                <a:latin typeface="Yu Gothic"/>
                <a:ea typeface="Yu Gothic"/>
                <a:cs typeface="Yu Gothic"/>
              </a:defRPr>
            </a:lvl8pPr>
            <a:lvl9pPr algn="l">
              <a:defRPr sz="2100" b="0">
                <a:solidFill>
                  <a:srgbClr val="182B33"/>
                </a:solidFill>
                <a:latin typeface="Yu Gothic"/>
                <a:ea typeface="Yu Gothic"/>
                <a:cs typeface="Yu Gothic"/>
              </a:defRPr>
            </a:lvl9pPr>
          </a:lstStyle>
          <a:p xmlns:a="http://schemas.openxmlformats.org/drawingml/2006/main">
            <a:pPr algn="l">
              <a:defRPr sz="2100" b="0">
                <a:solidFill>
                  <a:srgbClr val="182B33"/>
                </a:solidFill>
                <a:latin typeface="Yu Gothic"/>
                <a:ea typeface="Yu Gothic"/>
                <a:cs typeface="Yu Gothic"/>
              </a:defRPr>
            </a:pPr>
            <a:r>
              <a:rPr sz="2100" b="0">
                <a:solidFill>
                  <a:srgbClr val="182B33"/>
                </a:solidFill>
                <a:latin typeface="Yu Gothic"/>
                <a:ea typeface="Yu Gothic"/>
                <a:cs typeface="Yu Gothic"/>
              </a:rPr>
              <a:t>読定・記録の支援</a:t>
            </a:r>
          </a:p>
        </p:txBody>
      </p:sp>
      <p:sp>
        <p:nvSpPr>
          <p:cNvPr id="16" name="">
            <a:extLst xmlns:a="http://schemas.openxmlformats.org/drawingml/2006/main">
              <a:ext uri="{FF2B5EF4-FFF2-40B4-BE49-F238E27FC236}">
                <a16:creationId xmlns:a16="http://schemas.microsoft.com/office/drawing/2014/main" id="{CC50E153-30F9-44F1-B583-6E6C4CDC7374}"/>
              </a:ext>
            </a:extLst>
          </p:cNvPr>
          <p:cNvSpPr>
            <a:spLocks xmlns:a="http://schemas.openxmlformats.org/drawingml/2006/main" noGrp="1"/>
          </p:cNvSpPr>
          <p:nvPr/>
        </p:nvSpPr>
        <p:spPr>
          <a:xfrm xmlns:a="http://schemas.openxmlformats.org/drawingml/2006/main">
            <a:off x="6515100" y="2686050"/>
            <a:ext cx="228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275" b="1">
                <a:solidFill>
                  <a:srgbClr val="166B68"/>
                </a:solidFill>
                <a:latin typeface="Yu Gothic"/>
                <a:ea typeface="Yu Gothic"/>
                <a:cs typeface="Yu Gothic"/>
              </a:defRPr>
            </a:defPPr>
            <a:lvl1pPr algn="ctr">
              <a:defRPr sz="1275" b="1">
                <a:solidFill>
                  <a:srgbClr val="166B68"/>
                </a:solidFill>
                <a:latin typeface="Yu Gothic"/>
                <a:ea typeface="Yu Gothic"/>
                <a:cs typeface="Yu Gothic"/>
              </a:defRPr>
            </a:lvl1pPr>
            <a:lvl2pPr algn="ctr">
              <a:defRPr sz="1275" b="1">
                <a:solidFill>
                  <a:srgbClr val="166B68"/>
                </a:solidFill>
                <a:latin typeface="Yu Gothic"/>
                <a:ea typeface="Yu Gothic"/>
                <a:cs typeface="Yu Gothic"/>
              </a:defRPr>
            </a:lvl2pPr>
            <a:lvl3pPr algn="ctr">
              <a:defRPr sz="1275" b="1">
                <a:solidFill>
                  <a:srgbClr val="166B68"/>
                </a:solidFill>
                <a:latin typeface="Yu Gothic"/>
                <a:ea typeface="Yu Gothic"/>
                <a:cs typeface="Yu Gothic"/>
              </a:defRPr>
            </a:lvl3pPr>
            <a:lvl4pPr algn="ctr">
              <a:defRPr sz="1275" b="1">
                <a:solidFill>
                  <a:srgbClr val="166B68"/>
                </a:solidFill>
                <a:latin typeface="Yu Gothic"/>
                <a:ea typeface="Yu Gothic"/>
                <a:cs typeface="Yu Gothic"/>
              </a:defRPr>
            </a:lvl4pPr>
            <a:lvl5pPr algn="ctr">
              <a:defRPr sz="1275" b="1">
                <a:solidFill>
                  <a:srgbClr val="166B68"/>
                </a:solidFill>
                <a:latin typeface="Yu Gothic"/>
                <a:ea typeface="Yu Gothic"/>
                <a:cs typeface="Yu Gothic"/>
              </a:defRPr>
            </a:lvl5pPr>
            <a:lvl6pPr algn="ctr">
              <a:defRPr sz="1275" b="1">
                <a:solidFill>
                  <a:srgbClr val="166B68"/>
                </a:solidFill>
                <a:latin typeface="Yu Gothic"/>
                <a:ea typeface="Yu Gothic"/>
                <a:cs typeface="Yu Gothic"/>
              </a:defRPr>
            </a:lvl6pPr>
            <a:lvl7pPr algn="ctr">
              <a:defRPr sz="1275" b="1">
                <a:solidFill>
                  <a:srgbClr val="166B68"/>
                </a:solidFill>
                <a:latin typeface="Yu Gothic"/>
                <a:ea typeface="Yu Gothic"/>
                <a:cs typeface="Yu Gothic"/>
              </a:defRPr>
            </a:lvl7pPr>
            <a:lvl8pPr algn="ctr">
              <a:defRPr sz="1275" b="1">
                <a:solidFill>
                  <a:srgbClr val="166B68"/>
                </a:solidFill>
                <a:latin typeface="Yu Gothic"/>
                <a:ea typeface="Yu Gothic"/>
                <a:cs typeface="Yu Gothic"/>
              </a:defRPr>
            </a:lvl8pPr>
            <a:lvl9pPr algn="ctr">
              <a:defRPr sz="1275" b="1">
                <a:solidFill>
                  <a:srgbClr val="166B68"/>
                </a:solidFill>
                <a:latin typeface="Yu Gothic"/>
                <a:ea typeface="Yu Gothic"/>
                <a:cs typeface="Yu Gothic"/>
              </a:defRPr>
            </a:lvl9pPr>
          </a:lstStyle>
          <a:p xmlns:a="http://schemas.openxmlformats.org/drawingml/2006/main">
            <a:pPr algn="ctr">
              <a:defRPr sz="1275" b="1">
                <a:solidFill>
                  <a:srgbClr val="166B68"/>
                </a:solidFill>
                <a:latin typeface="Yu Gothic"/>
                <a:ea typeface="Yu Gothic"/>
                <a:cs typeface="Yu Gothic"/>
              </a:defRPr>
            </a:pPr>
            <a:r>
              <a:rPr sz="1275" b="1">
                <a:solidFill>
                  <a:srgbClr val="166B68"/>
                </a:solidFill>
                <a:latin typeface="Yu Gothic"/>
                <a:ea typeface="Yu Gothic"/>
                <a:cs typeface="Yu Gothic"/>
              </a:rPr>
              <a:t>●</a:t>
            </a:r>
          </a:p>
        </p:txBody>
      </p:sp>
      <p:sp>
        <p:nvSpPr>
          <p:cNvPr id="17" name="">
            <a:extLst xmlns:a="http://schemas.openxmlformats.org/drawingml/2006/main">
              <a:ext uri="{FF2B5EF4-FFF2-40B4-BE49-F238E27FC236}">
                <a16:creationId xmlns:a16="http://schemas.microsoft.com/office/drawing/2014/main" id="{3BB6F0B1-6412-41D2-8759-5F884F254D7E}"/>
              </a:ext>
            </a:extLst>
          </p:cNvPr>
          <p:cNvSpPr>
            <a:spLocks xmlns:a="http://schemas.openxmlformats.org/drawingml/2006/main" noGrp="1"/>
          </p:cNvSpPr>
          <p:nvPr/>
        </p:nvSpPr>
        <p:spPr>
          <a:xfrm xmlns:a="http://schemas.openxmlformats.org/drawingml/2006/main">
            <a:off x="6838950" y="2686050"/>
            <a:ext cx="453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00" b="0">
                <a:solidFill>
                  <a:srgbClr val="182B33"/>
                </a:solidFill>
                <a:latin typeface="Yu Gothic"/>
                <a:ea typeface="Yu Gothic"/>
                <a:cs typeface="Yu Gothic"/>
              </a:defRPr>
            </a:defPPr>
            <a:lvl1pPr algn="l">
              <a:defRPr sz="2100" b="0">
                <a:solidFill>
                  <a:srgbClr val="182B33"/>
                </a:solidFill>
                <a:latin typeface="Yu Gothic"/>
                <a:ea typeface="Yu Gothic"/>
                <a:cs typeface="Yu Gothic"/>
              </a:defRPr>
            </a:lvl1pPr>
            <a:lvl2pPr algn="l">
              <a:defRPr sz="2100" b="0">
                <a:solidFill>
                  <a:srgbClr val="182B33"/>
                </a:solidFill>
                <a:latin typeface="Yu Gothic"/>
                <a:ea typeface="Yu Gothic"/>
                <a:cs typeface="Yu Gothic"/>
              </a:defRPr>
            </a:lvl2pPr>
            <a:lvl3pPr algn="l">
              <a:defRPr sz="2100" b="0">
                <a:solidFill>
                  <a:srgbClr val="182B33"/>
                </a:solidFill>
                <a:latin typeface="Yu Gothic"/>
                <a:ea typeface="Yu Gothic"/>
                <a:cs typeface="Yu Gothic"/>
              </a:defRPr>
            </a:lvl3pPr>
            <a:lvl4pPr algn="l">
              <a:defRPr sz="2100" b="0">
                <a:solidFill>
                  <a:srgbClr val="182B33"/>
                </a:solidFill>
                <a:latin typeface="Yu Gothic"/>
                <a:ea typeface="Yu Gothic"/>
                <a:cs typeface="Yu Gothic"/>
              </a:defRPr>
            </a:lvl4pPr>
            <a:lvl5pPr algn="l">
              <a:defRPr sz="2100" b="0">
                <a:solidFill>
                  <a:srgbClr val="182B33"/>
                </a:solidFill>
                <a:latin typeface="Yu Gothic"/>
                <a:ea typeface="Yu Gothic"/>
                <a:cs typeface="Yu Gothic"/>
              </a:defRPr>
            </a:lvl5pPr>
            <a:lvl6pPr algn="l">
              <a:defRPr sz="2100" b="0">
                <a:solidFill>
                  <a:srgbClr val="182B33"/>
                </a:solidFill>
                <a:latin typeface="Yu Gothic"/>
                <a:ea typeface="Yu Gothic"/>
                <a:cs typeface="Yu Gothic"/>
              </a:defRPr>
            </a:lvl6pPr>
            <a:lvl7pPr algn="l">
              <a:defRPr sz="2100" b="0">
                <a:solidFill>
                  <a:srgbClr val="182B33"/>
                </a:solidFill>
                <a:latin typeface="Yu Gothic"/>
                <a:ea typeface="Yu Gothic"/>
                <a:cs typeface="Yu Gothic"/>
              </a:defRPr>
            </a:lvl7pPr>
            <a:lvl8pPr algn="l">
              <a:defRPr sz="2100" b="0">
                <a:solidFill>
                  <a:srgbClr val="182B33"/>
                </a:solidFill>
                <a:latin typeface="Yu Gothic"/>
                <a:ea typeface="Yu Gothic"/>
                <a:cs typeface="Yu Gothic"/>
              </a:defRPr>
            </a:lvl8pPr>
            <a:lvl9pPr algn="l">
              <a:defRPr sz="2100" b="0">
                <a:solidFill>
                  <a:srgbClr val="182B33"/>
                </a:solidFill>
                <a:latin typeface="Yu Gothic"/>
                <a:ea typeface="Yu Gothic"/>
                <a:cs typeface="Yu Gothic"/>
              </a:defRPr>
            </a:lvl9pPr>
          </a:lstStyle>
          <a:p xmlns:a="http://schemas.openxmlformats.org/drawingml/2006/main">
            <a:pPr algn="l">
              <a:defRPr sz="2100" b="0">
                <a:solidFill>
                  <a:srgbClr val="182B33"/>
                </a:solidFill>
                <a:latin typeface="Yu Gothic"/>
                <a:ea typeface="Yu Gothic"/>
                <a:cs typeface="Yu Gothic"/>
              </a:defRPr>
            </a:pPr>
            <a:r>
              <a:rPr sz="2100" b="0">
                <a:solidFill>
                  <a:srgbClr val="182B33"/>
                </a:solidFill>
                <a:latin typeface="Yu Gothic"/>
                <a:ea typeface="Yu Gothic"/>
                <a:cs typeface="Yu Gothic"/>
              </a:rPr>
              <a:t>目標の取り違え・追尾喪失</a:t>
            </a:r>
          </a:p>
        </p:txBody>
      </p:sp>
      <p:sp>
        <p:nvSpPr>
          <p:cNvPr id="18" name="">
            <a:extLst xmlns:a="http://schemas.openxmlformats.org/drawingml/2006/main">
              <a:ext uri="{FF2B5EF4-FFF2-40B4-BE49-F238E27FC236}">
                <a16:creationId xmlns:a16="http://schemas.microsoft.com/office/drawing/2014/main" id="{2CCE0183-1B87-4CC2-9404-AF407CDAA7B5}"/>
              </a:ext>
            </a:extLst>
          </p:cNvPr>
          <p:cNvSpPr>
            <a:spLocks xmlns:a="http://schemas.openxmlformats.org/drawingml/2006/main" noGrp="1"/>
          </p:cNvSpPr>
          <p:nvPr/>
        </p:nvSpPr>
        <p:spPr>
          <a:xfrm xmlns:a="http://schemas.openxmlformats.org/drawingml/2006/main">
            <a:off x="6515100" y="3181350"/>
            <a:ext cx="228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275" b="1">
                <a:solidFill>
                  <a:srgbClr val="166B68"/>
                </a:solidFill>
                <a:latin typeface="Yu Gothic"/>
                <a:ea typeface="Yu Gothic"/>
                <a:cs typeface="Yu Gothic"/>
              </a:defRPr>
            </a:defPPr>
            <a:lvl1pPr algn="ctr">
              <a:defRPr sz="1275" b="1">
                <a:solidFill>
                  <a:srgbClr val="166B68"/>
                </a:solidFill>
                <a:latin typeface="Yu Gothic"/>
                <a:ea typeface="Yu Gothic"/>
                <a:cs typeface="Yu Gothic"/>
              </a:defRPr>
            </a:lvl1pPr>
            <a:lvl2pPr algn="ctr">
              <a:defRPr sz="1275" b="1">
                <a:solidFill>
                  <a:srgbClr val="166B68"/>
                </a:solidFill>
                <a:latin typeface="Yu Gothic"/>
                <a:ea typeface="Yu Gothic"/>
                <a:cs typeface="Yu Gothic"/>
              </a:defRPr>
            </a:lvl2pPr>
            <a:lvl3pPr algn="ctr">
              <a:defRPr sz="1275" b="1">
                <a:solidFill>
                  <a:srgbClr val="166B68"/>
                </a:solidFill>
                <a:latin typeface="Yu Gothic"/>
                <a:ea typeface="Yu Gothic"/>
                <a:cs typeface="Yu Gothic"/>
              </a:defRPr>
            </a:lvl3pPr>
            <a:lvl4pPr algn="ctr">
              <a:defRPr sz="1275" b="1">
                <a:solidFill>
                  <a:srgbClr val="166B68"/>
                </a:solidFill>
                <a:latin typeface="Yu Gothic"/>
                <a:ea typeface="Yu Gothic"/>
                <a:cs typeface="Yu Gothic"/>
              </a:defRPr>
            </a:lvl4pPr>
            <a:lvl5pPr algn="ctr">
              <a:defRPr sz="1275" b="1">
                <a:solidFill>
                  <a:srgbClr val="166B68"/>
                </a:solidFill>
                <a:latin typeface="Yu Gothic"/>
                <a:ea typeface="Yu Gothic"/>
                <a:cs typeface="Yu Gothic"/>
              </a:defRPr>
            </a:lvl5pPr>
            <a:lvl6pPr algn="ctr">
              <a:defRPr sz="1275" b="1">
                <a:solidFill>
                  <a:srgbClr val="166B68"/>
                </a:solidFill>
                <a:latin typeface="Yu Gothic"/>
                <a:ea typeface="Yu Gothic"/>
                <a:cs typeface="Yu Gothic"/>
              </a:defRPr>
            </a:lvl6pPr>
            <a:lvl7pPr algn="ctr">
              <a:defRPr sz="1275" b="1">
                <a:solidFill>
                  <a:srgbClr val="166B68"/>
                </a:solidFill>
                <a:latin typeface="Yu Gothic"/>
                <a:ea typeface="Yu Gothic"/>
                <a:cs typeface="Yu Gothic"/>
              </a:defRPr>
            </a:lvl7pPr>
            <a:lvl8pPr algn="ctr">
              <a:defRPr sz="1275" b="1">
                <a:solidFill>
                  <a:srgbClr val="166B68"/>
                </a:solidFill>
                <a:latin typeface="Yu Gothic"/>
                <a:ea typeface="Yu Gothic"/>
                <a:cs typeface="Yu Gothic"/>
              </a:defRPr>
            </a:lvl8pPr>
            <a:lvl9pPr algn="ctr">
              <a:defRPr sz="1275" b="1">
                <a:solidFill>
                  <a:srgbClr val="166B68"/>
                </a:solidFill>
                <a:latin typeface="Yu Gothic"/>
                <a:ea typeface="Yu Gothic"/>
                <a:cs typeface="Yu Gothic"/>
              </a:defRPr>
            </a:lvl9pPr>
          </a:lstStyle>
          <a:p xmlns:a="http://schemas.openxmlformats.org/drawingml/2006/main">
            <a:pPr algn="ctr">
              <a:defRPr sz="1275" b="1">
                <a:solidFill>
                  <a:srgbClr val="166B68"/>
                </a:solidFill>
                <a:latin typeface="Yu Gothic"/>
                <a:ea typeface="Yu Gothic"/>
                <a:cs typeface="Yu Gothic"/>
              </a:defRPr>
            </a:pPr>
            <a:r>
              <a:rPr sz="1275" b="1">
                <a:solidFill>
                  <a:srgbClr val="166B68"/>
                </a:solidFill>
                <a:latin typeface="Yu Gothic"/>
                <a:ea typeface="Yu Gothic"/>
                <a:cs typeface="Yu Gothic"/>
              </a:rPr>
              <a:t>●</a:t>
            </a:r>
          </a:p>
        </p:txBody>
      </p:sp>
      <p:sp>
        <p:nvSpPr>
          <p:cNvPr id="19" name="">
            <a:extLst xmlns:a="http://schemas.openxmlformats.org/drawingml/2006/main">
              <a:ext uri="{FF2B5EF4-FFF2-40B4-BE49-F238E27FC236}">
                <a16:creationId xmlns:a16="http://schemas.microsoft.com/office/drawing/2014/main" id="{9E67F51F-C76C-439E-8A6A-76A32898C085}"/>
              </a:ext>
            </a:extLst>
          </p:cNvPr>
          <p:cNvSpPr>
            <a:spLocks xmlns:a="http://schemas.openxmlformats.org/drawingml/2006/main" noGrp="1"/>
          </p:cNvSpPr>
          <p:nvPr/>
        </p:nvSpPr>
        <p:spPr>
          <a:xfrm xmlns:a="http://schemas.openxmlformats.org/drawingml/2006/main">
            <a:off x="6838950" y="3181350"/>
            <a:ext cx="453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00" b="0">
                <a:solidFill>
                  <a:srgbClr val="182B33"/>
                </a:solidFill>
                <a:latin typeface="Yu Gothic"/>
                <a:ea typeface="Yu Gothic"/>
                <a:cs typeface="Yu Gothic"/>
              </a:defRPr>
            </a:defPPr>
            <a:lvl1pPr algn="l">
              <a:defRPr sz="2100" b="0">
                <a:solidFill>
                  <a:srgbClr val="182B33"/>
                </a:solidFill>
                <a:latin typeface="Yu Gothic"/>
                <a:ea typeface="Yu Gothic"/>
                <a:cs typeface="Yu Gothic"/>
              </a:defRPr>
            </a:lvl1pPr>
            <a:lvl2pPr algn="l">
              <a:defRPr sz="2100" b="0">
                <a:solidFill>
                  <a:srgbClr val="182B33"/>
                </a:solidFill>
                <a:latin typeface="Yu Gothic"/>
                <a:ea typeface="Yu Gothic"/>
                <a:cs typeface="Yu Gothic"/>
              </a:defRPr>
            </a:lvl2pPr>
            <a:lvl3pPr algn="l">
              <a:defRPr sz="2100" b="0">
                <a:solidFill>
                  <a:srgbClr val="182B33"/>
                </a:solidFill>
                <a:latin typeface="Yu Gothic"/>
                <a:ea typeface="Yu Gothic"/>
                <a:cs typeface="Yu Gothic"/>
              </a:defRPr>
            </a:lvl3pPr>
            <a:lvl4pPr algn="l">
              <a:defRPr sz="2100" b="0">
                <a:solidFill>
                  <a:srgbClr val="182B33"/>
                </a:solidFill>
                <a:latin typeface="Yu Gothic"/>
                <a:ea typeface="Yu Gothic"/>
                <a:cs typeface="Yu Gothic"/>
              </a:defRPr>
            </a:lvl4pPr>
            <a:lvl5pPr algn="l">
              <a:defRPr sz="2100" b="0">
                <a:solidFill>
                  <a:srgbClr val="182B33"/>
                </a:solidFill>
                <a:latin typeface="Yu Gothic"/>
                <a:ea typeface="Yu Gothic"/>
                <a:cs typeface="Yu Gothic"/>
              </a:defRPr>
            </a:lvl5pPr>
            <a:lvl6pPr algn="l">
              <a:defRPr sz="2100" b="0">
                <a:solidFill>
                  <a:srgbClr val="182B33"/>
                </a:solidFill>
                <a:latin typeface="Yu Gothic"/>
                <a:ea typeface="Yu Gothic"/>
                <a:cs typeface="Yu Gothic"/>
              </a:defRPr>
            </a:lvl6pPr>
            <a:lvl7pPr algn="l">
              <a:defRPr sz="2100" b="0">
                <a:solidFill>
                  <a:srgbClr val="182B33"/>
                </a:solidFill>
                <a:latin typeface="Yu Gothic"/>
                <a:ea typeface="Yu Gothic"/>
                <a:cs typeface="Yu Gothic"/>
              </a:defRPr>
            </a:lvl7pPr>
            <a:lvl8pPr algn="l">
              <a:defRPr sz="2100" b="0">
                <a:solidFill>
                  <a:srgbClr val="182B33"/>
                </a:solidFill>
                <a:latin typeface="Yu Gothic"/>
                <a:ea typeface="Yu Gothic"/>
                <a:cs typeface="Yu Gothic"/>
              </a:defRPr>
            </a:lvl8pPr>
            <a:lvl9pPr algn="l">
              <a:defRPr sz="2100" b="0">
                <a:solidFill>
                  <a:srgbClr val="182B33"/>
                </a:solidFill>
                <a:latin typeface="Yu Gothic"/>
                <a:ea typeface="Yu Gothic"/>
                <a:cs typeface="Yu Gothic"/>
              </a:defRPr>
            </a:lvl9pPr>
          </a:lstStyle>
          <a:p xmlns:a="http://schemas.openxmlformats.org/drawingml/2006/main">
            <a:pPr algn="l">
              <a:defRPr sz="2100" b="0">
                <a:solidFill>
                  <a:srgbClr val="182B33"/>
                </a:solidFill>
                <a:latin typeface="Yu Gothic"/>
                <a:ea typeface="Yu Gothic"/>
                <a:cs typeface="Yu Gothic"/>
              </a:defRPr>
            </a:pPr>
            <a:r>
              <a:rPr sz="2100" b="0">
                <a:solidFill>
                  <a:srgbClr val="182B33"/>
                </a:solidFill>
                <a:latin typeface="Yu Gothic"/>
                <a:ea typeface="Yu Gothic"/>
                <a:cs typeface="Yu Gothic"/>
              </a:rPr>
              <a:t>求心・据付の安定性</a:t>
            </a:r>
          </a:p>
        </p:txBody>
      </p:sp>
      <p:sp>
        <p:nvSpPr>
          <p:cNvPr id="20" name="">
            <a:extLst xmlns:a="http://schemas.openxmlformats.org/drawingml/2006/main">
              <a:ext uri="{FF2B5EF4-FFF2-40B4-BE49-F238E27FC236}">
                <a16:creationId xmlns:a16="http://schemas.microsoft.com/office/drawing/2014/main" id="{F549C0E2-B79D-4641-9368-09B6C2F20092}"/>
              </a:ext>
            </a:extLst>
          </p:cNvPr>
          <p:cNvSpPr>
            <a:spLocks xmlns:a="http://schemas.openxmlformats.org/drawingml/2006/main" noGrp="1"/>
          </p:cNvSpPr>
          <p:nvPr/>
        </p:nvSpPr>
        <p:spPr>
          <a:xfrm xmlns:a="http://schemas.openxmlformats.org/drawingml/2006/main">
            <a:off x="6515100" y="3676650"/>
            <a:ext cx="228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275" b="1">
                <a:solidFill>
                  <a:srgbClr val="166B68"/>
                </a:solidFill>
                <a:latin typeface="Yu Gothic"/>
                <a:ea typeface="Yu Gothic"/>
                <a:cs typeface="Yu Gothic"/>
              </a:defRPr>
            </a:defPPr>
            <a:lvl1pPr algn="ctr">
              <a:defRPr sz="1275" b="1">
                <a:solidFill>
                  <a:srgbClr val="166B68"/>
                </a:solidFill>
                <a:latin typeface="Yu Gothic"/>
                <a:ea typeface="Yu Gothic"/>
                <a:cs typeface="Yu Gothic"/>
              </a:defRPr>
            </a:lvl1pPr>
            <a:lvl2pPr algn="ctr">
              <a:defRPr sz="1275" b="1">
                <a:solidFill>
                  <a:srgbClr val="166B68"/>
                </a:solidFill>
                <a:latin typeface="Yu Gothic"/>
                <a:ea typeface="Yu Gothic"/>
                <a:cs typeface="Yu Gothic"/>
              </a:defRPr>
            </a:lvl2pPr>
            <a:lvl3pPr algn="ctr">
              <a:defRPr sz="1275" b="1">
                <a:solidFill>
                  <a:srgbClr val="166B68"/>
                </a:solidFill>
                <a:latin typeface="Yu Gothic"/>
                <a:ea typeface="Yu Gothic"/>
                <a:cs typeface="Yu Gothic"/>
              </a:defRPr>
            </a:lvl3pPr>
            <a:lvl4pPr algn="ctr">
              <a:defRPr sz="1275" b="1">
                <a:solidFill>
                  <a:srgbClr val="166B68"/>
                </a:solidFill>
                <a:latin typeface="Yu Gothic"/>
                <a:ea typeface="Yu Gothic"/>
                <a:cs typeface="Yu Gothic"/>
              </a:defRPr>
            </a:lvl4pPr>
            <a:lvl5pPr algn="ctr">
              <a:defRPr sz="1275" b="1">
                <a:solidFill>
                  <a:srgbClr val="166B68"/>
                </a:solidFill>
                <a:latin typeface="Yu Gothic"/>
                <a:ea typeface="Yu Gothic"/>
                <a:cs typeface="Yu Gothic"/>
              </a:defRPr>
            </a:lvl5pPr>
            <a:lvl6pPr algn="ctr">
              <a:defRPr sz="1275" b="1">
                <a:solidFill>
                  <a:srgbClr val="166B68"/>
                </a:solidFill>
                <a:latin typeface="Yu Gothic"/>
                <a:ea typeface="Yu Gothic"/>
                <a:cs typeface="Yu Gothic"/>
              </a:defRPr>
            </a:lvl6pPr>
            <a:lvl7pPr algn="ctr">
              <a:defRPr sz="1275" b="1">
                <a:solidFill>
                  <a:srgbClr val="166B68"/>
                </a:solidFill>
                <a:latin typeface="Yu Gothic"/>
                <a:ea typeface="Yu Gothic"/>
                <a:cs typeface="Yu Gothic"/>
              </a:defRPr>
            </a:lvl7pPr>
            <a:lvl8pPr algn="ctr">
              <a:defRPr sz="1275" b="1">
                <a:solidFill>
                  <a:srgbClr val="166B68"/>
                </a:solidFill>
                <a:latin typeface="Yu Gothic"/>
                <a:ea typeface="Yu Gothic"/>
                <a:cs typeface="Yu Gothic"/>
              </a:defRPr>
            </a:lvl8pPr>
            <a:lvl9pPr algn="ctr">
              <a:defRPr sz="1275" b="1">
                <a:solidFill>
                  <a:srgbClr val="166B68"/>
                </a:solidFill>
                <a:latin typeface="Yu Gothic"/>
                <a:ea typeface="Yu Gothic"/>
                <a:cs typeface="Yu Gothic"/>
              </a:defRPr>
            </a:lvl9pPr>
          </a:lstStyle>
          <a:p xmlns:a="http://schemas.openxmlformats.org/drawingml/2006/main">
            <a:pPr algn="ctr">
              <a:defRPr sz="1275" b="1">
                <a:solidFill>
                  <a:srgbClr val="166B68"/>
                </a:solidFill>
                <a:latin typeface="Yu Gothic"/>
                <a:ea typeface="Yu Gothic"/>
                <a:cs typeface="Yu Gothic"/>
              </a:defRPr>
            </a:pPr>
            <a:r>
              <a:rPr sz="1275" b="1">
                <a:solidFill>
                  <a:srgbClr val="166B68"/>
                </a:solidFill>
                <a:latin typeface="Yu Gothic"/>
                <a:ea typeface="Yu Gothic"/>
                <a:cs typeface="Yu Gothic"/>
              </a:rPr>
              <a:t>●</a:t>
            </a:r>
          </a:p>
        </p:txBody>
      </p:sp>
      <p:sp>
        <p:nvSpPr>
          <p:cNvPr id="21" name="">
            <a:extLst xmlns:a="http://schemas.openxmlformats.org/drawingml/2006/main">
              <a:ext uri="{FF2B5EF4-FFF2-40B4-BE49-F238E27FC236}">
                <a16:creationId xmlns:a16="http://schemas.microsoft.com/office/drawing/2014/main" id="{CE46F878-7A38-4C18-8767-CA9CC566224E}"/>
              </a:ext>
            </a:extLst>
          </p:cNvPr>
          <p:cNvSpPr>
            <a:spLocks xmlns:a="http://schemas.openxmlformats.org/drawingml/2006/main" noGrp="1"/>
          </p:cNvSpPr>
          <p:nvPr/>
        </p:nvSpPr>
        <p:spPr>
          <a:xfrm xmlns:a="http://schemas.openxmlformats.org/drawingml/2006/main">
            <a:off x="6838950" y="3676650"/>
            <a:ext cx="453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00" b="0">
                <a:solidFill>
                  <a:srgbClr val="182B33"/>
                </a:solidFill>
                <a:latin typeface="Yu Gothic"/>
                <a:ea typeface="Yu Gothic"/>
                <a:cs typeface="Yu Gothic"/>
              </a:defRPr>
            </a:defPPr>
            <a:lvl1pPr algn="l">
              <a:defRPr sz="2100" b="0">
                <a:solidFill>
                  <a:srgbClr val="182B33"/>
                </a:solidFill>
                <a:latin typeface="Yu Gothic"/>
                <a:ea typeface="Yu Gothic"/>
                <a:cs typeface="Yu Gothic"/>
              </a:defRPr>
            </a:lvl1pPr>
            <a:lvl2pPr algn="l">
              <a:defRPr sz="2100" b="0">
                <a:solidFill>
                  <a:srgbClr val="182B33"/>
                </a:solidFill>
                <a:latin typeface="Yu Gothic"/>
                <a:ea typeface="Yu Gothic"/>
                <a:cs typeface="Yu Gothic"/>
              </a:defRPr>
            </a:lvl2pPr>
            <a:lvl3pPr algn="l">
              <a:defRPr sz="2100" b="0">
                <a:solidFill>
                  <a:srgbClr val="182B33"/>
                </a:solidFill>
                <a:latin typeface="Yu Gothic"/>
                <a:ea typeface="Yu Gothic"/>
                <a:cs typeface="Yu Gothic"/>
              </a:defRPr>
            </a:lvl3pPr>
            <a:lvl4pPr algn="l">
              <a:defRPr sz="2100" b="0">
                <a:solidFill>
                  <a:srgbClr val="182B33"/>
                </a:solidFill>
                <a:latin typeface="Yu Gothic"/>
                <a:ea typeface="Yu Gothic"/>
                <a:cs typeface="Yu Gothic"/>
              </a:defRPr>
            </a:lvl4pPr>
            <a:lvl5pPr algn="l">
              <a:defRPr sz="2100" b="0">
                <a:solidFill>
                  <a:srgbClr val="182B33"/>
                </a:solidFill>
                <a:latin typeface="Yu Gothic"/>
                <a:ea typeface="Yu Gothic"/>
                <a:cs typeface="Yu Gothic"/>
              </a:defRPr>
            </a:lvl5pPr>
            <a:lvl6pPr algn="l">
              <a:defRPr sz="2100" b="0">
                <a:solidFill>
                  <a:srgbClr val="182B33"/>
                </a:solidFill>
                <a:latin typeface="Yu Gothic"/>
                <a:ea typeface="Yu Gothic"/>
                <a:cs typeface="Yu Gothic"/>
              </a:defRPr>
            </a:lvl6pPr>
            <a:lvl7pPr algn="l">
              <a:defRPr sz="2100" b="0">
                <a:solidFill>
                  <a:srgbClr val="182B33"/>
                </a:solidFill>
                <a:latin typeface="Yu Gothic"/>
                <a:ea typeface="Yu Gothic"/>
                <a:cs typeface="Yu Gothic"/>
              </a:defRPr>
            </a:lvl7pPr>
            <a:lvl8pPr algn="l">
              <a:defRPr sz="2100" b="0">
                <a:solidFill>
                  <a:srgbClr val="182B33"/>
                </a:solidFill>
                <a:latin typeface="Yu Gothic"/>
                <a:ea typeface="Yu Gothic"/>
                <a:cs typeface="Yu Gothic"/>
              </a:defRPr>
            </a:lvl8pPr>
            <a:lvl9pPr algn="l">
              <a:defRPr sz="2100" b="0">
                <a:solidFill>
                  <a:srgbClr val="182B33"/>
                </a:solidFill>
                <a:latin typeface="Yu Gothic"/>
                <a:ea typeface="Yu Gothic"/>
                <a:cs typeface="Yu Gothic"/>
              </a:defRPr>
            </a:lvl9pPr>
          </a:lstStyle>
          <a:p xmlns:a="http://schemas.openxmlformats.org/drawingml/2006/main">
            <a:pPr algn="l">
              <a:defRPr sz="2100" b="0">
                <a:solidFill>
                  <a:srgbClr val="182B33"/>
                </a:solidFill>
                <a:latin typeface="Yu Gothic"/>
                <a:ea typeface="Yu Gothic"/>
                <a:cs typeface="Yu Gothic"/>
              </a:defRPr>
            </a:pPr>
            <a:r>
              <a:rPr sz="2100" b="0">
                <a:solidFill>
                  <a:srgbClr val="182B33"/>
                </a:solidFill>
                <a:latin typeface="Yu Gothic"/>
                <a:ea typeface="Yu Gothic"/>
                <a:cs typeface="Yu Gothic"/>
              </a:rPr>
              <a:t>許容値超過と再測判断</a:t>
            </a:r>
          </a:p>
        </p:txBody>
      </p:sp>
      <p:sp>
        <p:nvSpPr>
          <p:cNvPr id="22" name="">
            <a:extLst xmlns:a="http://schemas.openxmlformats.org/drawingml/2006/main">
              <a:ext uri="{FF2B5EF4-FFF2-40B4-BE49-F238E27FC236}">
                <a16:creationId xmlns:a16="http://schemas.microsoft.com/office/drawing/2014/main" id="{A02A6D70-1AF2-4204-B9B3-B9DB3CE5E9AA}"/>
              </a:ext>
            </a:extLst>
          </p:cNvPr>
          <p:cNvSpPr>
            <a:spLocks xmlns:a="http://schemas.openxmlformats.org/drawingml/2006/main" noGrp="1"/>
          </p:cNvSpPr>
          <p:nvPr/>
        </p:nvSpPr>
        <p:spPr>
          <a:xfrm xmlns:a="http://schemas.openxmlformats.org/drawingml/2006/main">
            <a:off x="781050" y="5143500"/>
            <a:ext cx="228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200" b="1">
                <a:solidFill>
                  <a:srgbClr val="166B68"/>
                </a:solidFill>
                <a:latin typeface="Yu Gothic"/>
                <a:ea typeface="Yu Gothic"/>
                <a:cs typeface="Yu Gothic"/>
              </a:defRPr>
            </a:defPPr>
            <a:lvl1pPr algn="ctr">
              <a:defRPr sz="1200" b="1">
                <a:solidFill>
                  <a:srgbClr val="166B68"/>
                </a:solidFill>
                <a:latin typeface="Yu Gothic"/>
                <a:ea typeface="Yu Gothic"/>
                <a:cs typeface="Yu Gothic"/>
              </a:defRPr>
            </a:lvl1pPr>
            <a:lvl2pPr algn="ctr">
              <a:defRPr sz="1200" b="1">
                <a:solidFill>
                  <a:srgbClr val="166B68"/>
                </a:solidFill>
                <a:latin typeface="Yu Gothic"/>
                <a:ea typeface="Yu Gothic"/>
                <a:cs typeface="Yu Gothic"/>
              </a:defRPr>
            </a:lvl2pPr>
            <a:lvl3pPr algn="ctr">
              <a:defRPr sz="1200" b="1">
                <a:solidFill>
                  <a:srgbClr val="166B68"/>
                </a:solidFill>
                <a:latin typeface="Yu Gothic"/>
                <a:ea typeface="Yu Gothic"/>
                <a:cs typeface="Yu Gothic"/>
              </a:defRPr>
            </a:lvl3pPr>
            <a:lvl4pPr algn="ctr">
              <a:defRPr sz="1200" b="1">
                <a:solidFill>
                  <a:srgbClr val="166B68"/>
                </a:solidFill>
                <a:latin typeface="Yu Gothic"/>
                <a:ea typeface="Yu Gothic"/>
                <a:cs typeface="Yu Gothic"/>
              </a:defRPr>
            </a:lvl4pPr>
            <a:lvl5pPr algn="ctr">
              <a:defRPr sz="1200" b="1">
                <a:solidFill>
                  <a:srgbClr val="166B68"/>
                </a:solidFill>
                <a:latin typeface="Yu Gothic"/>
                <a:ea typeface="Yu Gothic"/>
                <a:cs typeface="Yu Gothic"/>
              </a:defRPr>
            </a:lvl5pPr>
            <a:lvl6pPr algn="ctr">
              <a:defRPr sz="1200" b="1">
                <a:solidFill>
                  <a:srgbClr val="166B68"/>
                </a:solidFill>
                <a:latin typeface="Yu Gothic"/>
                <a:ea typeface="Yu Gothic"/>
                <a:cs typeface="Yu Gothic"/>
              </a:defRPr>
            </a:lvl6pPr>
            <a:lvl7pPr algn="ctr">
              <a:defRPr sz="1200" b="1">
                <a:solidFill>
                  <a:srgbClr val="166B68"/>
                </a:solidFill>
                <a:latin typeface="Yu Gothic"/>
                <a:ea typeface="Yu Gothic"/>
                <a:cs typeface="Yu Gothic"/>
              </a:defRPr>
            </a:lvl7pPr>
            <a:lvl8pPr algn="ctr">
              <a:defRPr sz="1200" b="1">
                <a:solidFill>
                  <a:srgbClr val="166B68"/>
                </a:solidFill>
                <a:latin typeface="Yu Gothic"/>
                <a:ea typeface="Yu Gothic"/>
                <a:cs typeface="Yu Gothic"/>
              </a:defRPr>
            </a:lvl8pPr>
            <a:lvl9pPr algn="ctr">
              <a:defRPr sz="1200" b="1">
                <a:solidFill>
                  <a:srgbClr val="166B68"/>
                </a:solidFill>
                <a:latin typeface="Yu Gothic"/>
                <a:ea typeface="Yu Gothic"/>
                <a:cs typeface="Yu Gothic"/>
              </a:defRPr>
            </a:lvl9pPr>
          </a:lstStyle>
          <a:p xmlns:a="http://schemas.openxmlformats.org/drawingml/2006/main">
            <a:pPr algn="ctr">
              <a:defRPr sz="1200" b="1">
                <a:solidFill>
                  <a:srgbClr val="166B68"/>
                </a:solidFill>
                <a:latin typeface="Yu Gothic"/>
                <a:ea typeface="Yu Gothic"/>
                <a:cs typeface="Yu Gothic"/>
              </a:defRPr>
            </a:pPr>
            <a:r>
              <a:rPr sz="1200" b="1">
                <a:solidFill>
                  <a:srgbClr val="166B68"/>
                </a:solidFill>
                <a:latin typeface="Yu Gothic"/>
                <a:ea typeface="Yu Gothic"/>
                <a:cs typeface="Yu Gothic"/>
              </a:rPr>
              <a:t>●</a:t>
            </a:r>
          </a:p>
        </p:txBody>
      </p:sp>
      <p:sp>
        <p:nvSpPr>
          <p:cNvPr id="23" name="">
            <a:extLst xmlns:a="http://schemas.openxmlformats.org/drawingml/2006/main">
              <a:ext uri="{FF2B5EF4-FFF2-40B4-BE49-F238E27FC236}">
                <a16:creationId xmlns:a16="http://schemas.microsoft.com/office/drawing/2014/main" id="{C7437E7D-9205-452E-90D9-F8B0ACAE4A0B}"/>
              </a:ext>
            </a:extLst>
          </p:cNvPr>
          <p:cNvSpPr>
            <a:spLocks xmlns:a="http://schemas.openxmlformats.org/drawingml/2006/main" noGrp="1"/>
          </p:cNvSpPr>
          <p:nvPr/>
        </p:nvSpPr>
        <p:spPr>
          <a:xfrm xmlns:a="http://schemas.openxmlformats.org/drawingml/2006/main">
            <a:off x="1104900" y="5143500"/>
            <a:ext cx="99631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025" b="0">
                <a:solidFill>
                  <a:srgbClr val="182B33"/>
                </a:solidFill>
                <a:latin typeface="Yu Gothic"/>
                <a:ea typeface="Yu Gothic"/>
                <a:cs typeface="Yu Gothic"/>
              </a:defRPr>
            </a:defPPr>
            <a:lvl1pPr algn="l">
              <a:defRPr sz="2025" b="0">
                <a:solidFill>
                  <a:srgbClr val="182B33"/>
                </a:solidFill>
                <a:latin typeface="Yu Gothic"/>
                <a:ea typeface="Yu Gothic"/>
                <a:cs typeface="Yu Gothic"/>
              </a:defRPr>
            </a:lvl1pPr>
            <a:lvl2pPr algn="l">
              <a:defRPr sz="2025" b="0">
                <a:solidFill>
                  <a:srgbClr val="182B33"/>
                </a:solidFill>
                <a:latin typeface="Yu Gothic"/>
                <a:ea typeface="Yu Gothic"/>
                <a:cs typeface="Yu Gothic"/>
              </a:defRPr>
            </a:lvl2pPr>
            <a:lvl3pPr algn="l">
              <a:defRPr sz="2025" b="0">
                <a:solidFill>
                  <a:srgbClr val="182B33"/>
                </a:solidFill>
                <a:latin typeface="Yu Gothic"/>
                <a:ea typeface="Yu Gothic"/>
                <a:cs typeface="Yu Gothic"/>
              </a:defRPr>
            </a:lvl3pPr>
            <a:lvl4pPr algn="l">
              <a:defRPr sz="2025" b="0">
                <a:solidFill>
                  <a:srgbClr val="182B33"/>
                </a:solidFill>
                <a:latin typeface="Yu Gothic"/>
                <a:ea typeface="Yu Gothic"/>
                <a:cs typeface="Yu Gothic"/>
              </a:defRPr>
            </a:lvl4pPr>
            <a:lvl5pPr algn="l">
              <a:defRPr sz="2025" b="0">
                <a:solidFill>
                  <a:srgbClr val="182B33"/>
                </a:solidFill>
                <a:latin typeface="Yu Gothic"/>
                <a:ea typeface="Yu Gothic"/>
                <a:cs typeface="Yu Gothic"/>
              </a:defRPr>
            </a:lvl5pPr>
            <a:lvl6pPr algn="l">
              <a:defRPr sz="2025" b="0">
                <a:solidFill>
                  <a:srgbClr val="182B33"/>
                </a:solidFill>
                <a:latin typeface="Yu Gothic"/>
                <a:ea typeface="Yu Gothic"/>
                <a:cs typeface="Yu Gothic"/>
              </a:defRPr>
            </a:lvl6pPr>
            <a:lvl7pPr algn="l">
              <a:defRPr sz="2025" b="0">
                <a:solidFill>
                  <a:srgbClr val="182B33"/>
                </a:solidFill>
                <a:latin typeface="Yu Gothic"/>
                <a:ea typeface="Yu Gothic"/>
                <a:cs typeface="Yu Gothic"/>
              </a:defRPr>
            </a:lvl7pPr>
            <a:lvl8pPr algn="l">
              <a:defRPr sz="2025" b="0">
                <a:solidFill>
                  <a:srgbClr val="182B33"/>
                </a:solidFill>
                <a:latin typeface="Yu Gothic"/>
                <a:ea typeface="Yu Gothic"/>
                <a:cs typeface="Yu Gothic"/>
              </a:defRPr>
            </a:lvl8pPr>
            <a:lvl9pPr algn="l">
              <a:defRPr sz="2025" b="0">
                <a:solidFill>
                  <a:srgbClr val="182B33"/>
                </a:solidFill>
                <a:latin typeface="Yu Gothic"/>
                <a:ea typeface="Yu Gothic"/>
                <a:cs typeface="Yu Gothic"/>
              </a:defRPr>
            </a:lvl9pPr>
          </a:lstStyle>
          <a:p xmlns:a="http://schemas.openxmlformats.org/drawingml/2006/main">
            <a:pPr algn="l">
              <a:defRPr sz="2025" b="0">
                <a:solidFill>
                  <a:srgbClr val="182B33"/>
                </a:solidFill>
                <a:latin typeface="Yu Gothic"/>
                <a:ea typeface="Yu Gothic"/>
                <a:cs typeface="Yu Gothic"/>
              </a:defRPr>
            </a:pPr>
            <a:r>
              <a:rPr sz="2025" b="0">
                <a:solidFill>
                  <a:srgbClr val="182B33"/>
                </a:solidFill>
                <a:latin typeface="Yu Gothic"/>
                <a:ea typeface="Yu Gothic"/>
                <a:cs typeface="Yu Gothic"/>
              </a:rPr>
              <a:t>自動機能＝全誤差の消去ではない</a:t>
            </a:r>
          </a:p>
        </p:txBody>
      </p:sp>
    </p:spTree>
    <p:extLst>
      <p:ext uri="{BB962C8B-B14F-4D97-AF65-F5344CB8AC3E}">
        <p14:creationId xmlns:p14="http://schemas.microsoft.com/office/powerpoint/2010/main" val="1257550625"/>
      </p:ext>
    </p:extLst>
  </p:cSld>
</p:sld>
</file>

<file path=ppt/slides/slide4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2E612C65-7082-4FE3-99F9-C941097AD6B9}"/>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BFDE9412-38B0-49EB-840E-E0249B6BC811}"/>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25分演習</a:t>
            </a:r>
          </a:p>
        </p:txBody>
      </p:sp>
      <p:sp>
        <p:nvSpPr>
          <p:cNvPr id="3" name="">
            <a:extLst xmlns:a="http://schemas.openxmlformats.org/drawingml/2006/main">
              <a:ext uri="{FF2B5EF4-FFF2-40B4-BE49-F238E27FC236}">
                <a16:creationId xmlns:a16="http://schemas.microsoft.com/office/drawing/2014/main" id="{9432BC55-9C76-45A2-8AA5-EDA9001FAAEA}"/>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演習1：方向法を15分で点検する</a:t>
            </a:r>
          </a:p>
        </p:txBody>
      </p:sp>
      <p:sp>
        <p:nvSpPr>
          <p:cNvPr id="4" name="">
            <a:extLst xmlns:a="http://schemas.openxmlformats.org/drawingml/2006/main">
              <a:ext uri="{FF2B5EF4-FFF2-40B4-BE49-F238E27FC236}">
                <a16:creationId xmlns:a16="http://schemas.microsoft.com/office/drawing/2014/main" id="{4EF04BCD-105A-44BF-ACAA-006CA69ED70D}"/>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AFC305F6-0226-4DBC-9FF2-F25688718177}"/>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49</a:t>
            </a:r>
          </a:p>
        </p:txBody>
      </p:sp>
      <p:sp>
        <p:nvSpPr>
          <p:cNvPr id="6" name="">
            <a:extLst xmlns:a="http://schemas.openxmlformats.org/drawingml/2006/main">
              <a:ext uri="{FF2B5EF4-FFF2-40B4-BE49-F238E27FC236}">
                <a16:creationId xmlns:a16="http://schemas.microsoft.com/office/drawing/2014/main" id="{57FE9009-1228-45CF-8502-8B3C762320FA}"/>
              </a:ext>
            </a:extLst>
          </p:cNvPr>
          <p:cNvSpPr>
            <a:spLocks xmlns:a="http://schemas.openxmlformats.org/drawingml/2006/main" noGrp="1"/>
          </p:cNvSpPr>
          <p:nvPr/>
        </p:nvSpPr>
        <p:spPr>
          <a:xfrm xmlns:a="http://schemas.openxmlformats.org/drawingml/2006/main">
            <a:off x="781050" y="1619250"/>
            <a:ext cx="10287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850" b="1">
                <a:solidFill>
                  <a:srgbClr val="182B33"/>
                </a:solidFill>
                <a:latin typeface="Yu Gothic"/>
                <a:ea typeface="Yu Gothic"/>
                <a:cs typeface="Yu Gothic"/>
              </a:defRPr>
            </a:defPPr>
            <a:lvl1pPr algn="l">
              <a:defRPr sz="2850" b="1">
                <a:solidFill>
                  <a:srgbClr val="182B33"/>
                </a:solidFill>
                <a:latin typeface="Yu Gothic"/>
                <a:ea typeface="Yu Gothic"/>
                <a:cs typeface="Yu Gothic"/>
              </a:defRPr>
            </a:lvl1pPr>
            <a:lvl2pPr algn="l">
              <a:defRPr sz="2850" b="1">
                <a:solidFill>
                  <a:srgbClr val="182B33"/>
                </a:solidFill>
                <a:latin typeface="Yu Gothic"/>
                <a:ea typeface="Yu Gothic"/>
                <a:cs typeface="Yu Gothic"/>
              </a:defRPr>
            </a:lvl2pPr>
            <a:lvl3pPr algn="l">
              <a:defRPr sz="2850" b="1">
                <a:solidFill>
                  <a:srgbClr val="182B33"/>
                </a:solidFill>
                <a:latin typeface="Yu Gothic"/>
                <a:ea typeface="Yu Gothic"/>
                <a:cs typeface="Yu Gothic"/>
              </a:defRPr>
            </a:lvl3pPr>
            <a:lvl4pPr algn="l">
              <a:defRPr sz="2850" b="1">
                <a:solidFill>
                  <a:srgbClr val="182B33"/>
                </a:solidFill>
                <a:latin typeface="Yu Gothic"/>
                <a:ea typeface="Yu Gothic"/>
                <a:cs typeface="Yu Gothic"/>
              </a:defRPr>
            </a:lvl4pPr>
            <a:lvl5pPr algn="l">
              <a:defRPr sz="2850" b="1">
                <a:solidFill>
                  <a:srgbClr val="182B33"/>
                </a:solidFill>
                <a:latin typeface="Yu Gothic"/>
                <a:ea typeface="Yu Gothic"/>
                <a:cs typeface="Yu Gothic"/>
              </a:defRPr>
            </a:lvl5pPr>
            <a:lvl6pPr algn="l">
              <a:defRPr sz="2850" b="1">
                <a:solidFill>
                  <a:srgbClr val="182B33"/>
                </a:solidFill>
                <a:latin typeface="Yu Gothic"/>
                <a:ea typeface="Yu Gothic"/>
                <a:cs typeface="Yu Gothic"/>
              </a:defRPr>
            </a:lvl6pPr>
            <a:lvl7pPr algn="l">
              <a:defRPr sz="2850" b="1">
                <a:solidFill>
                  <a:srgbClr val="182B33"/>
                </a:solidFill>
                <a:latin typeface="Yu Gothic"/>
                <a:ea typeface="Yu Gothic"/>
                <a:cs typeface="Yu Gothic"/>
              </a:defRPr>
            </a:lvl7pPr>
            <a:lvl8pPr algn="l">
              <a:defRPr sz="2850" b="1">
                <a:solidFill>
                  <a:srgbClr val="182B33"/>
                </a:solidFill>
                <a:latin typeface="Yu Gothic"/>
                <a:ea typeface="Yu Gothic"/>
                <a:cs typeface="Yu Gothic"/>
              </a:defRPr>
            </a:lvl8pPr>
            <a:lvl9pPr algn="l">
              <a:defRPr sz="2850" b="1">
                <a:solidFill>
                  <a:srgbClr val="182B33"/>
                </a:solidFill>
                <a:latin typeface="Yu Gothic"/>
                <a:ea typeface="Yu Gothic"/>
                <a:cs typeface="Yu Gothic"/>
              </a:defRPr>
            </a:lvl9pPr>
          </a:lstStyle>
          <a:p xmlns:a="http://schemas.openxmlformats.org/drawingml/2006/main">
            <a:pPr algn="l">
              <a:defRPr sz="2850" b="1">
                <a:solidFill>
                  <a:srgbClr val="182B33"/>
                </a:solidFill>
                <a:latin typeface="Yu Gothic"/>
                <a:ea typeface="Yu Gothic"/>
                <a:cs typeface="Yu Gothic"/>
              </a:defRPr>
            </a:pPr>
            <a:r>
              <a:rPr sz="2850" b="1">
                <a:solidFill>
                  <a:srgbClr val="182B33"/>
                </a:solidFill>
                <a:latin typeface="Yu Gothic"/>
                <a:ea typeface="Yu Gothic"/>
                <a:cs typeface="Yu Gothic"/>
              </a:rPr>
              <a:t>正L・反Rからp、q、C、Dと採否を求めよう</a:t>
            </a:r>
          </a:p>
        </p:txBody>
      </p:sp>
      <p:sp>
        <p:nvSpPr>
          <p:cNvPr id="7" name="">
            <a:extLst xmlns:a="http://schemas.openxmlformats.org/drawingml/2006/main">
              <a:ext uri="{FF2B5EF4-FFF2-40B4-BE49-F238E27FC236}">
                <a16:creationId xmlns:a16="http://schemas.microsoft.com/office/drawing/2014/main" id="{1F873BFA-AD33-4145-98CE-5343853AC315}"/>
              </a:ext>
            </a:extLst>
          </p:cNvPr>
          <p:cNvSpPr>
            <a:spLocks xmlns:a="http://schemas.openxmlformats.org/drawingml/2006/main" noGrp="1"/>
          </p:cNvSpPr>
          <p:nvPr/>
        </p:nvSpPr>
        <p:spPr>
          <a:xfrm xmlns:a="http://schemas.openxmlformats.org/drawingml/2006/main">
            <a:off x="819150" y="2524125"/>
            <a:ext cx="10191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75" b="1">
                <a:solidFill>
                  <a:srgbClr val="52616A"/>
                </a:solidFill>
                <a:latin typeface="Yu Gothic"/>
                <a:ea typeface="Yu Gothic"/>
                <a:cs typeface="Yu Gothic"/>
              </a:defRPr>
            </a:defPPr>
            <a:lvl1pPr algn="l">
              <a:defRPr sz="2175" b="1">
                <a:solidFill>
                  <a:srgbClr val="52616A"/>
                </a:solidFill>
                <a:latin typeface="Yu Gothic"/>
                <a:ea typeface="Yu Gothic"/>
                <a:cs typeface="Yu Gothic"/>
              </a:defRPr>
            </a:lvl1pPr>
            <a:lvl2pPr algn="l">
              <a:defRPr sz="2175" b="1">
                <a:solidFill>
                  <a:srgbClr val="52616A"/>
                </a:solidFill>
                <a:latin typeface="Yu Gothic"/>
                <a:ea typeface="Yu Gothic"/>
                <a:cs typeface="Yu Gothic"/>
              </a:defRPr>
            </a:lvl2pPr>
            <a:lvl3pPr algn="l">
              <a:defRPr sz="2175" b="1">
                <a:solidFill>
                  <a:srgbClr val="52616A"/>
                </a:solidFill>
                <a:latin typeface="Yu Gothic"/>
                <a:ea typeface="Yu Gothic"/>
                <a:cs typeface="Yu Gothic"/>
              </a:defRPr>
            </a:lvl3pPr>
            <a:lvl4pPr algn="l">
              <a:defRPr sz="2175" b="1">
                <a:solidFill>
                  <a:srgbClr val="52616A"/>
                </a:solidFill>
                <a:latin typeface="Yu Gothic"/>
                <a:ea typeface="Yu Gothic"/>
                <a:cs typeface="Yu Gothic"/>
              </a:defRPr>
            </a:lvl4pPr>
            <a:lvl5pPr algn="l">
              <a:defRPr sz="2175" b="1">
                <a:solidFill>
                  <a:srgbClr val="52616A"/>
                </a:solidFill>
                <a:latin typeface="Yu Gothic"/>
                <a:ea typeface="Yu Gothic"/>
                <a:cs typeface="Yu Gothic"/>
              </a:defRPr>
            </a:lvl5pPr>
            <a:lvl6pPr algn="l">
              <a:defRPr sz="2175" b="1">
                <a:solidFill>
                  <a:srgbClr val="52616A"/>
                </a:solidFill>
                <a:latin typeface="Yu Gothic"/>
                <a:ea typeface="Yu Gothic"/>
                <a:cs typeface="Yu Gothic"/>
              </a:defRPr>
            </a:lvl6pPr>
            <a:lvl7pPr algn="l">
              <a:defRPr sz="2175" b="1">
                <a:solidFill>
                  <a:srgbClr val="52616A"/>
                </a:solidFill>
                <a:latin typeface="Yu Gothic"/>
                <a:ea typeface="Yu Gothic"/>
                <a:cs typeface="Yu Gothic"/>
              </a:defRPr>
            </a:lvl7pPr>
            <a:lvl8pPr algn="l">
              <a:defRPr sz="2175" b="1">
                <a:solidFill>
                  <a:srgbClr val="52616A"/>
                </a:solidFill>
                <a:latin typeface="Yu Gothic"/>
                <a:ea typeface="Yu Gothic"/>
                <a:cs typeface="Yu Gothic"/>
              </a:defRPr>
            </a:lvl8pPr>
            <a:lvl9pPr algn="l">
              <a:defRPr sz="2175" b="1">
                <a:solidFill>
                  <a:srgbClr val="52616A"/>
                </a:solidFill>
                <a:latin typeface="Yu Gothic"/>
                <a:ea typeface="Yu Gothic"/>
                <a:cs typeface="Yu Gothic"/>
              </a:defRPr>
            </a:lvl9pPr>
          </a:lstStyle>
          <a:p xmlns:a="http://schemas.openxmlformats.org/drawingml/2006/main">
            <a:pPr algn="l">
              <a:defRPr sz="2175" b="1">
                <a:solidFill>
                  <a:srgbClr val="52616A"/>
                </a:solidFill>
                <a:latin typeface="Yu Gothic"/>
                <a:ea typeface="Yu Gothic"/>
                <a:cs typeface="Yu Gothic"/>
              </a:defRPr>
            </a:pPr>
            <a:r>
              <a:rPr sz="2175" b="1">
                <a:solidFill>
                  <a:srgbClr val="52616A"/>
                </a:solidFill>
                <a:latin typeface="Yu Gothic"/>
                <a:ea typeface="Yu Gothic"/>
                <a:cs typeface="Yu Gothic"/>
              </a:rPr>
              <a:t>第1対回の生読定から始める</a:t>
            </a:r>
          </a:p>
        </p:txBody>
      </p:sp>
      <p:graphicFrame>
        <p:nvGraphicFramePr>
          <p:cNvPr id="8" name="">
            <a:extLst xmlns:a="http://schemas.openxmlformats.org/drawingml/2006/main">
              <a:ext uri="{FF2B5EF4-FFF2-40B4-BE49-F238E27FC236}">
                <a16:creationId xmlns:a16="http://schemas.microsoft.com/office/drawing/2014/main" id="{7B89D41E-C933-418D-8C77-A4B8EF22D659}"/>
              </a:ext>
            </a:extLst>
          </p:cNvPr>
          <p:cNvGraphicFramePr/>
          <p:nvPr/>
        </p:nvGraphicFramePr>
        <p:xfrm>
          <a:off xmlns:a="http://schemas.openxmlformats.org/drawingml/2006/main" x="723900" y="3095625"/>
          <a:ext xmlns:a="http://schemas.openxmlformats.org/drawingml/2006/main" cx="10744200" cy="2000250"/>
        </p:xfrm>
        <a:graphic xmlns:a="http://schemas.openxmlformats.org/drawingml/2006/main">
          <a:graphicData uri="http://schemas.openxmlformats.org/drawingml/2006/table">
            <a:tbl>
              <a:tblPr/>
              <a:tblGrid>
                <a:gridCol w="3581400"/>
                <a:gridCol w="3581400"/>
                <a:gridCol w="3581400"/>
              </a:tblGrid>
              <a:tr h="500063">
                <a:tc>
                  <a:txBody>
                    <a:bodyPr wrap="square" lIns="57150" tIns="57150" rIns="57150" bIns="57150">
                      <a:noAutofit/>
                    </a:bodyPr>
                    <a:lstStyle/>
                    <a:p>
                      <a:pPr algn="ctr"/>
                      <a:r>
                        <a:rPr sz="1950" b="1">
                          <a:solidFill>
                            <a:srgbClr val="FFFFFF"/>
                          </a:solidFill>
                          <a:latin typeface="Yu Gothic"/>
                          <a:ea typeface="Yu Gothic"/>
                          <a:cs typeface="Yu Gothic"/>
                        </a:rPr>
                        <a:t>方向</a:t>
                      </a:r>
                    </a:p>
                  </a:txBody>
                  <a:tcPr marL="91440" marR="91440" marT="45720" marB="45720" anchor="ctr">
                    <a:solidFill>
                      <a:srgbClr val="166B68"/>
                    </a:solidFill>
                  </a:tcPr>
                </a:tc>
                <a:tc>
                  <a:txBody>
                    <a:bodyPr wrap="square" lIns="57150" tIns="57150" rIns="57150" bIns="57150">
                      <a:noAutofit/>
                    </a:bodyPr>
                    <a:lstStyle/>
                    <a:p>
                      <a:pPr algn="ctr"/>
                      <a:r>
                        <a:rPr sz="1950" b="1">
                          <a:solidFill>
                            <a:srgbClr val="FFFFFF"/>
                          </a:solidFill>
                          <a:latin typeface="Yu Gothic"/>
                          <a:ea typeface="Yu Gothic"/>
                          <a:cs typeface="Yu Gothic"/>
                        </a:rPr>
                        <a:t>正L</a:t>
                      </a:r>
                    </a:p>
                  </a:txBody>
                  <a:tcPr marL="91440" marR="91440" marT="45720" marB="45720" anchor="ctr">
                    <a:solidFill>
                      <a:srgbClr val="166B68"/>
                    </a:solidFill>
                  </a:tcPr>
                </a:tc>
                <a:tc>
                  <a:txBody>
                    <a:bodyPr wrap="square" lIns="57150" tIns="57150" rIns="57150" bIns="57150">
                      <a:noAutofit/>
                    </a:bodyPr>
                    <a:lstStyle/>
                    <a:p>
                      <a:pPr algn="ctr"/>
                      <a:r>
                        <a:rPr sz="1950" b="1">
                          <a:solidFill>
                            <a:srgbClr val="FFFFFF"/>
                          </a:solidFill>
                          <a:latin typeface="Yu Gothic"/>
                          <a:ea typeface="Yu Gothic"/>
                          <a:cs typeface="Yu Gothic"/>
                        </a:rPr>
                        <a:t>反R</a:t>
                      </a:r>
                    </a:p>
                  </a:txBody>
                  <a:tcPr marL="91440" marR="91440" marT="45720" marB="45720" anchor="ctr">
                    <a:solidFill>
                      <a:srgbClr val="166B68"/>
                    </a:solidFill>
                  </a:tcPr>
                </a:tc>
              </a:tr>
              <a:tr h="500063">
                <a:tc>
                  <a:txBody>
                    <a:bodyPr wrap="square" lIns="57150" tIns="57150" rIns="57150" bIns="57150">
                      <a:noAutofit/>
                    </a:bodyPr>
                    <a:lstStyle/>
                    <a:p>
                      <a:pPr algn="ctr"/>
                      <a:r>
                        <a:rPr sz="1950" b="0">
                          <a:solidFill>
                            <a:srgbClr val="182B33"/>
                          </a:solidFill>
                          <a:latin typeface="Yu Gothic"/>
                          <a:ea typeface="Yu Gothic"/>
                          <a:cs typeface="Yu Gothic"/>
                        </a:rPr>
                        <a:t>A始</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12°15′20″</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192°15′26″</a:t>
                      </a:r>
                    </a:p>
                  </a:txBody>
                  <a:tcPr marL="91440" marR="91440" marT="45720" marB="45720" anchor="ctr"/>
                </a:tc>
              </a:tr>
              <a:tr h="500063">
                <a:tc>
                  <a:txBody>
                    <a:bodyPr wrap="square" lIns="57150" tIns="57150" rIns="57150" bIns="57150">
                      <a:noAutofit/>
                    </a:bodyPr>
                    <a:lstStyle/>
                    <a:p>
                      <a:pPr algn="ctr"/>
                      <a:r>
                        <a:rPr sz="1950" b="0">
                          <a:solidFill>
                            <a:srgbClr val="182B33"/>
                          </a:solidFill>
                          <a:latin typeface="Yu Gothic"/>
                          <a:ea typeface="Yu Gothic"/>
                          <a:cs typeface="Yu Gothic"/>
                        </a:rPr>
                        <a:t>B</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85°40′35″</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265°40′37″</a:t>
                      </a:r>
                    </a:p>
                  </a:txBody>
                  <a:tcPr marL="91440" marR="91440" marT="45720" marB="45720" anchor="ctr"/>
                </a:tc>
              </a:tr>
              <a:tr h="500063">
                <a:tc>
                  <a:txBody>
                    <a:bodyPr wrap="square" lIns="57150" tIns="57150" rIns="57150" bIns="57150">
                      <a:noAutofit/>
                    </a:bodyPr>
                    <a:lstStyle/>
                    <a:p>
                      <a:pPr algn="ctr"/>
                      <a:r>
                        <a:rPr sz="1950" b="0">
                          <a:solidFill>
                            <a:srgbClr val="182B33"/>
                          </a:solidFill>
                          <a:latin typeface="Yu Gothic"/>
                          <a:ea typeface="Yu Gothic"/>
                          <a:cs typeface="Yu Gothic"/>
                        </a:rPr>
                        <a:t>A閉</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12°15′25″</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192°15′29″</a:t>
                      </a:r>
                    </a:p>
                  </a:txBody>
                  <a:tcPr marL="91440" marR="91440" marT="45720" marB="45720" anchor="ctr"/>
                </a:tc>
              </a:tr>
            </a:tbl>
          </a:graphicData>
        </a:graphic>
      </p:graphicFrame>
      <p:sp>
        <p:nvSpPr>
          <p:cNvPr id="9" name="">
            <a:extLst xmlns:a="http://schemas.openxmlformats.org/drawingml/2006/main">
              <a:ext uri="{FF2B5EF4-FFF2-40B4-BE49-F238E27FC236}">
                <a16:creationId xmlns:a16="http://schemas.microsoft.com/office/drawing/2014/main" id="{45476702-625D-4195-A59E-C206D51FC807}"/>
              </a:ext>
            </a:extLst>
          </p:cNvPr>
          <p:cNvSpPr>
            <a:spLocks xmlns:a="http://schemas.openxmlformats.org/drawingml/2006/main" noGrp="1"/>
          </p:cNvSpPr>
          <p:nvPr/>
        </p:nvSpPr>
        <p:spPr>
          <a:xfrm xmlns:a="http://schemas.openxmlformats.org/drawingml/2006/main">
            <a:off x="819150" y="5381625"/>
            <a:ext cx="228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200" b="1">
                <a:solidFill>
                  <a:srgbClr val="166B68"/>
                </a:solidFill>
                <a:latin typeface="Yu Gothic"/>
                <a:ea typeface="Yu Gothic"/>
                <a:cs typeface="Yu Gothic"/>
              </a:defRPr>
            </a:defPPr>
            <a:lvl1pPr algn="ctr">
              <a:defRPr sz="1200" b="1">
                <a:solidFill>
                  <a:srgbClr val="166B68"/>
                </a:solidFill>
                <a:latin typeface="Yu Gothic"/>
                <a:ea typeface="Yu Gothic"/>
                <a:cs typeface="Yu Gothic"/>
              </a:defRPr>
            </a:lvl1pPr>
            <a:lvl2pPr algn="ctr">
              <a:defRPr sz="1200" b="1">
                <a:solidFill>
                  <a:srgbClr val="166B68"/>
                </a:solidFill>
                <a:latin typeface="Yu Gothic"/>
                <a:ea typeface="Yu Gothic"/>
                <a:cs typeface="Yu Gothic"/>
              </a:defRPr>
            </a:lvl2pPr>
            <a:lvl3pPr algn="ctr">
              <a:defRPr sz="1200" b="1">
                <a:solidFill>
                  <a:srgbClr val="166B68"/>
                </a:solidFill>
                <a:latin typeface="Yu Gothic"/>
                <a:ea typeface="Yu Gothic"/>
                <a:cs typeface="Yu Gothic"/>
              </a:defRPr>
            </a:lvl3pPr>
            <a:lvl4pPr algn="ctr">
              <a:defRPr sz="1200" b="1">
                <a:solidFill>
                  <a:srgbClr val="166B68"/>
                </a:solidFill>
                <a:latin typeface="Yu Gothic"/>
                <a:ea typeface="Yu Gothic"/>
                <a:cs typeface="Yu Gothic"/>
              </a:defRPr>
            </a:lvl4pPr>
            <a:lvl5pPr algn="ctr">
              <a:defRPr sz="1200" b="1">
                <a:solidFill>
                  <a:srgbClr val="166B68"/>
                </a:solidFill>
                <a:latin typeface="Yu Gothic"/>
                <a:ea typeface="Yu Gothic"/>
                <a:cs typeface="Yu Gothic"/>
              </a:defRPr>
            </a:lvl5pPr>
            <a:lvl6pPr algn="ctr">
              <a:defRPr sz="1200" b="1">
                <a:solidFill>
                  <a:srgbClr val="166B68"/>
                </a:solidFill>
                <a:latin typeface="Yu Gothic"/>
                <a:ea typeface="Yu Gothic"/>
                <a:cs typeface="Yu Gothic"/>
              </a:defRPr>
            </a:lvl6pPr>
            <a:lvl7pPr algn="ctr">
              <a:defRPr sz="1200" b="1">
                <a:solidFill>
                  <a:srgbClr val="166B68"/>
                </a:solidFill>
                <a:latin typeface="Yu Gothic"/>
                <a:ea typeface="Yu Gothic"/>
                <a:cs typeface="Yu Gothic"/>
              </a:defRPr>
            </a:lvl7pPr>
            <a:lvl8pPr algn="ctr">
              <a:defRPr sz="1200" b="1">
                <a:solidFill>
                  <a:srgbClr val="166B68"/>
                </a:solidFill>
                <a:latin typeface="Yu Gothic"/>
                <a:ea typeface="Yu Gothic"/>
                <a:cs typeface="Yu Gothic"/>
              </a:defRPr>
            </a:lvl8pPr>
            <a:lvl9pPr algn="ctr">
              <a:defRPr sz="1200" b="1">
                <a:solidFill>
                  <a:srgbClr val="166B68"/>
                </a:solidFill>
                <a:latin typeface="Yu Gothic"/>
                <a:ea typeface="Yu Gothic"/>
                <a:cs typeface="Yu Gothic"/>
              </a:defRPr>
            </a:lvl9pPr>
          </a:lstStyle>
          <a:p xmlns:a="http://schemas.openxmlformats.org/drawingml/2006/main">
            <a:pPr algn="ctr">
              <a:defRPr sz="1200" b="1">
                <a:solidFill>
                  <a:srgbClr val="166B68"/>
                </a:solidFill>
                <a:latin typeface="Yu Gothic"/>
                <a:ea typeface="Yu Gothic"/>
                <a:cs typeface="Yu Gothic"/>
              </a:defRPr>
            </a:pPr>
            <a:r>
              <a:rPr sz="1200" b="1">
                <a:solidFill>
                  <a:srgbClr val="166B68"/>
                </a:solidFill>
                <a:latin typeface="Yu Gothic"/>
                <a:ea typeface="Yu Gothic"/>
                <a:cs typeface="Yu Gothic"/>
              </a:rPr>
              <a:t>●</a:t>
            </a:r>
          </a:p>
        </p:txBody>
      </p:sp>
      <p:sp>
        <p:nvSpPr>
          <p:cNvPr id="10" name="">
            <a:extLst xmlns:a="http://schemas.openxmlformats.org/drawingml/2006/main">
              <a:ext uri="{FF2B5EF4-FFF2-40B4-BE49-F238E27FC236}">
                <a16:creationId xmlns:a16="http://schemas.microsoft.com/office/drawing/2014/main" id="{8EB32F4B-0F7D-4194-B95F-2AF1BDFBF36A}"/>
              </a:ext>
            </a:extLst>
          </p:cNvPr>
          <p:cNvSpPr>
            <a:spLocks xmlns:a="http://schemas.openxmlformats.org/drawingml/2006/main" noGrp="1"/>
          </p:cNvSpPr>
          <p:nvPr/>
        </p:nvSpPr>
        <p:spPr>
          <a:xfrm xmlns:a="http://schemas.openxmlformats.org/drawingml/2006/main">
            <a:off x="1143000" y="5381625"/>
            <a:ext cx="9867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025" b="0">
                <a:solidFill>
                  <a:srgbClr val="182B33"/>
                </a:solidFill>
                <a:latin typeface="Yu Gothic"/>
                <a:ea typeface="Yu Gothic"/>
                <a:cs typeface="Yu Gothic"/>
              </a:defRPr>
            </a:defPPr>
            <a:lvl1pPr algn="l">
              <a:defRPr sz="2025" b="0">
                <a:solidFill>
                  <a:srgbClr val="182B33"/>
                </a:solidFill>
                <a:latin typeface="Yu Gothic"/>
                <a:ea typeface="Yu Gothic"/>
                <a:cs typeface="Yu Gothic"/>
              </a:defRPr>
            </a:lvl1pPr>
            <a:lvl2pPr algn="l">
              <a:defRPr sz="2025" b="0">
                <a:solidFill>
                  <a:srgbClr val="182B33"/>
                </a:solidFill>
                <a:latin typeface="Yu Gothic"/>
                <a:ea typeface="Yu Gothic"/>
                <a:cs typeface="Yu Gothic"/>
              </a:defRPr>
            </a:lvl2pPr>
            <a:lvl3pPr algn="l">
              <a:defRPr sz="2025" b="0">
                <a:solidFill>
                  <a:srgbClr val="182B33"/>
                </a:solidFill>
                <a:latin typeface="Yu Gothic"/>
                <a:ea typeface="Yu Gothic"/>
                <a:cs typeface="Yu Gothic"/>
              </a:defRPr>
            </a:lvl3pPr>
            <a:lvl4pPr algn="l">
              <a:defRPr sz="2025" b="0">
                <a:solidFill>
                  <a:srgbClr val="182B33"/>
                </a:solidFill>
                <a:latin typeface="Yu Gothic"/>
                <a:ea typeface="Yu Gothic"/>
                <a:cs typeface="Yu Gothic"/>
              </a:defRPr>
            </a:lvl4pPr>
            <a:lvl5pPr algn="l">
              <a:defRPr sz="2025" b="0">
                <a:solidFill>
                  <a:srgbClr val="182B33"/>
                </a:solidFill>
                <a:latin typeface="Yu Gothic"/>
                <a:ea typeface="Yu Gothic"/>
                <a:cs typeface="Yu Gothic"/>
              </a:defRPr>
            </a:lvl5pPr>
            <a:lvl6pPr algn="l">
              <a:defRPr sz="2025" b="0">
                <a:solidFill>
                  <a:srgbClr val="182B33"/>
                </a:solidFill>
                <a:latin typeface="Yu Gothic"/>
                <a:ea typeface="Yu Gothic"/>
                <a:cs typeface="Yu Gothic"/>
              </a:defRPr>
            </a:lvl6pPr>
            <a:lvl7pPr algn="l">
              <a:defRPr sz="2025" b="0">
                <a:solidFill>
                  <a:srgbClr val="182B33"/>
                </a:solidFill>
                <a:latin typeface="Yu Gothic"/>
                <a:ea typeface="Yu Gothic"/>
                <a:cs typeface="Yu Gothic"/>
              </a:defRPr>
            </a:lvl7pPr>
            <a:lvl8pPr algn="l">
              <a:defRPr sz="2025" b="0">
                <a:solidFill>
                  <a:srgbClr val="182B33"/>
                </a:solidFill>
                <a:latin typeface="Yu Gothic"/>
                <a:ea typeface="Yu Gothic"/>
                <a:cs typeface="Yu Gothic"/>
              </a:defRPr>
            </a:lvl8pPr>
            <a:lvl9pPr algn="l">
              <a:defRPr sz="2025" b="0">
                <a:solidFill>
                  <a:srgbClr val="182B33"/>
                </a:solidFill>
                <a:latin typeface="Yu Gothic"/>
                <a:ea typeface="Yu Gothic"/>
                <a:cs typeface="Yu Gothic"/>
              </a:defRPr>
            </a:lvl9pPr>
          </a:lstStyle>
          <a:p xmlns:a="http://schemas.openxmlformats.org/drawingml/2006/main">
            <a:pPr algn="l">
              <a:defRPr sz="2025" b="0">
                <a:solidFill>
                  <a:srgbClr val="182B33"/>
                </a:solidFill>
                <a:latin typeface="Yu Gothic"/>
                <a:ea typeface="Yu Gothic"/>
                <a:cs typeface="Yu Gothic"/>
              </a:defRPr>
            </a:pPr>
            <a:r>
              <a:rPr sz="2025" b="0">
                <a:solidFill>
                  <a:srgbClr val="182B33"/>
                </a:solidFill>
                <a:latin typeface="Yu Gothic"/>
                <a:ea typeface="Yu Gothic"/>
                <a:cs typeface="Yu Gothic"/>
              </a:rPr>
              <a:t>正・反で別々にA始を引く</a:t>
            </a:r>
          </a:p>
        </p:txBody>
      </p:sp>
      <p:sp>
        <p:nvSpPr>
          <p:cNvPr id="11" name="">
            <a:extLst xmlns:a="http://schemas.openxmlformats.org/drawingml/2006/main">
              <a:ext uri="{FF2B5EF4-FFF2-40B4-BE49-F238E27FC236}">
                <a16:creationId xmlns:a16="http://schemas.microsoft.com/office/drawing/2014/main" id="{9BC0D94E-1136-4C9E-BE6B-02CBA957CD61}"/>
              </a:ext>
            </a:extLst>
          </p:cNvPr>
          <p:cNvSpPr>
            <a:spLocks xmlns:a="http://schemas.openxmlformats.org/drawingml/2006/main" noGrp="1"/>
          </p:cNvSpPr>
          <p:nvPr/>
        </p:nvSpPr>
        <p:spPr>
          <a:xfrm xmlns:a="http://schemas.openxmlformats.org/drawingml/2006/main">
            <a:off x="819150" y="5800725"/>
            <a:ext cx="228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200" b="1">
                <a:solidFill>
                  <a:srgbClr val="166B68"/>
                </a:solidFill>
                <a:latin typeface="Yu Gothic"/>
                <a:ea typeface="Yu Gothic"/>
                <a:cs typeface="Yu Gothic"/>
              </a:defRPr>
            </a:defPPr>
            <a:lvl1pPr algn="ctr">
              <a:defRPr sz="1200" b="1">
                <a:solidFill>
                  <a:srgbClr val="166B68"/>
                </a:solidFill>
                <a:latin typeface="Yu Gothic"/>
                <a:ea typeface="Yu Gothic"/>
                <a:cs typeface="Yu Gothic"/>
              </a:defRPr>
            </a:lvl1pPr>
            <a:lvl2pPr algn="ctr">
              <a:defRPr sz="1200" b="1">
                <a:solidFill>
                  <a:srgbClr val="166B68"/>
                </a:solidFill>
                <a:latin typeface="Yu Gothic"/>
                <a:ea typeface="Yu Gothic"/>
                <a:cs typeface="Yu Gothic"/>
              </a:defRPr>
            </a:lvl2pPr>
            <a:lvl3pPr algn="ctr">
              <a:defRPr sz="1200" b="1">
                <a:solidFill>
                  <a:srgbClr val="166B68"/>
                </a:solidFill>
                <a:latin typeface="Yu Gothic"/>
                <a:ea typeface="Yu Gothic"/>
                <a:cs typeface="Yu Gothic"/>
              </a:defRPr>
            </a:lvl3pPr>
            <a:lvl4pPr algn="ctr">
              <a:defRPr sz="1200" b="1">
                <a:solidFill>
                  <a:srgbClr val="166B68"/>
                </a:solidFill>
                <a:latin typeface="Yu Gothic"/>
                <a:ea typeface="Yu Gothic"/>
                <a:cs typeface="Yu Gothic"/>
              </a:defRPr>
            </a:lvl4pPr>
            <a:lvl5pPr algn="ctr">
              <a:defRPr sz="1200" b="1">
                <a:solidFill>
                  <a:srgbClr val="166B68"/>
                </a:solidFill>
                <a:latin typeface="Yu Gothic"/>
                <a:ea typeface="Yu Gothic"/>
                <a:cs typeface="Yu Gothic"/>
              </a:defRPr>
            </a:lvl5pPr>
            <a:lvl6pPr algn="ctr">
              <a:defRPr sz="1200" b="1">
                <a:solidFill>
                  <a:srgbClr val="166B68"/>
                </a:solidFill>
                <a:latin typeface="Yu Gothic"/>
                <a:ea typeface="Yu Gothic"/>
                <a:cs typeface="Yu Gothic"/>
              </a:defRPr>
            </a:lvl6pPr>
            <a:lvl7pPr algn="ctr">
              <a:defRPr sz="1200" b="1">
                <a:solidFill>
                  <a:srgbClr val="166B68"/>
                </a:solidFill>
                <a:latin typeface="Yu Gothic"/>
                <a:ea typeface="Yu Gothic"/>
                <a:cs typeface="Yu Gothic"/>
              </a:defRPr>
            </a:lvl7pPr>
            <a:lvl8pPr algn="ctr">
              <a:defRPr sz="1200" b="1">
                <a:solidFill>
                  <a:srgbClr val="166B68"/>
                </a:solidFill>
                <a:latin typeface="Yu Gothic"/>
                <a:ea typeface="Yu Gothic"/>
                <a:cs typeface="Yu Gothic"/>
              </a:defRPr>
            </a:lvl8pPr>
            <a:lvl9pPr algn="ctr">
              <a:defRPr sz="1200" b="1">
                <a:solidFill>
                  <a:srgbClr val="166B68"/>
                </a:solidFill>
                <a:latin typeface="Yu Gothic"/>
                <a:ea typeface="Yu Gothic"/>
                <a:cs typeface="Yu Gothic"/>
              </a:defRPr>
            </a:lvl9pPr>
          </a:lstStyle>
          <a:p xmlns:a="http://schemas.openxmlformats.org/drawingml/2006/main">
            <a:pPr algn="ctr">
              <a:defRPr sz="1200" b="1">
                <a:solidFill>
                  <a:srgbClr val="166B68"/>
                </a:solidFill>
                <a:latin typeface="Yu Gothic"/>
                <a:ea typeface="Yu Gothic"/>
                <a:cs typeface="Yu Gothic"/>
              </a:defRPr>
            </a:pPr>
            <a:r>
              <a:rPr sz="1200" b="1">
                <a:solidFill>
                  <a:srgbClr val="166B68"/>
                </a:solidFill>
                <a:latin typeface="Yu Gothic"/>
                <a:ea typeface="Yu Gothic"/>
                <a:cs typeface="Yu Gothic"/>
              </a:rPr>
              <a:t>●</a:t>
            </a:r>
          </a:p>
        </p:txBody>
      </p:sp>
      <p:sp>
        <p:nvSpPr>
          <p:cNvPr id="12" name="">
            <a:extLst xmlns:a="http://schemas.openxmlformats.org/drawingml/2006/main">
              <a:ext uri="{FF2B5EF4-FFF2-40B4-BE49-F238E27FC236}">
                <a16:creationId xmlns:a16="http://schemas.microsoft.com/office/drawing/2014/main" id="{E61CF795-EF54-4410-A29B-94728E9429FB}"/>
              </a:ext>
            </a:extLst>
          </p:cNvPr>
          <p:cNvSpPr>
            <a:spLocks xmlns:a="http://schemas.openxmlformats.org/drawingml/2006/main" noGrp="1"/>
          </p:cNvSpPr>
          <p:nvPr/>
        </p:nvSpPr>
        <p:spPr>
          <a:xfrm xmlns:a="http://schemas.openxmlformats.org/drawingml/2006/main">
            <a:off x="1143000" y="5800725"/>
            <a:ext cx="9867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025" b="0">
                <a:solidFill>
                  <a:srgbClr val="182B33"/>
                </a:solidFill>
                <a:latin typeface="Yu Gothic"/>
                <a:ea typeface="Yu Gothic"/>
                <a:cs typeface="Yu Gothic"/>
              </a:defRPr>
            </a:defPPr>
            <a:lvl1pPr algn="l">
              <a:defRPr sz="2025" b="0">
                <a:solidFill>
                  <a:srgbClr val="182B33"/>
                </a:solidFill>
                <a:latin typeface="Yu Gothic"/>
                <a:ea typeface="Yu Gothic"/>
                <a:cs typeface="Yu Gothic"/>
              </a:defRPr>
            </a:lvl1pPr>
            <a:lvl2pPr algn="l">
              <a:defRPr sz="2025" b="0">
                <a:solidFill>
                  <a:srgbClr val="182B33"/>
                </a:solidFill>
                <a:latin typeface="Yu Gothic"/>
                <a:ea typeface="Yu Gothic"/>
                <a:cs typeface="Yu Gothic"/>
              </a:defRPr>
            </a:lvl2pPr>
            <a:lvl3pPr algn="l">
              <a:defRPr sz="2025" b="0">
                <a:solidFill>
                  <a:srgbClr val="182B33"/>
                </a:solidFill>
                <a:latin typeface="Yu Gothic"/>
                <a:ea typeface="Yu Gothic"/>
                <a:cs typeface="Yu Gothic"/>
              </a:defRPr>
            </a:lvl3pPr>
            <a:lvl4pPr algn="l">
              <a:defRPr sz="2025" b="0">
                <a:solidFill>
                  <a:srgbClr val="182B33"/>
                </a:solidFill>
                <a:latin typeface="Yu Gothic"/>
                <a:ea typeface="Yu Gothic"/>
                <a:cs typeface="Yu Gothic"/>
              </a:defRPr>
            </a:lvl4pPr>
            <a:lvl5pPr algn="l">
              <a:defRPr sz="2025" b="0">
                <a:solidFill>
                  <a:srgbClr val="182B33"/>
                </a:solidFill>
                <a:latin typeface="Yu Gothic"/>
                <a:ea typeface="Yu Gothic"/>
                <a:cs typeface="Yu Gothic"/>
              </a:defRPr>
            </a:lvl5pPr>
            <a:lvl6pPr algn="l">
              <a:defRPr sz="2025" b="0">
                <a:solidFill>
                  <a:srgbClr val="182B33"/>
                </a:solidFill>
                <a:latin typeface="Yu Gothic"/>
                <a:ea typeface="Yu Gothic"/>
                <a:cs typeface="Yu Gothic"/>
              </a:defRPr>
            </a:lvl6pPr>
            <a:lvl7pPr algn="l">
              <a:defRPr sz="2025" b="0">
                <a:solidFill>
                  <a:srgbClr val="182B33"/>
                </a:solidFill>
                <a:latin typeface="Yu Gothic"/>
                <a:ea typeface="Yu Gothic"/>
                <a:cs typeface="Yu Gothic"/>
              </a:defRPr>
            </a:lvl7pPr>
            <a:lvl8pPr algn="l">
              <a:defRPr sz="2025" b="0">
                <a:solidFill>
                  <a:srgbClr val="182B33"/>
                </a:solidFill>
                <a:latin typeface="Yu Gothic"/>
                <a:ea typeface="Yu Gothic"/>
                <a:cs typeface="Yu Gothic"/>
              </a:defRPr>
            </a:lvl8pPr>
            <a:lvl9pPr algn="l">
              <a:defRPr sz="2025" b="0">
                <a:solidFill>
                  <a:srgbClr val="182B33"/>
                </a:solidFill>
                <a:latin typeface="Yu Gothic"/>
                <a:ea typeface="Yu Gothic"/>
                <a:cs typeface="Yu Gothic"/>
              </a:defRPr>
            </a:lvl9pPr>
          </a:lstStyle>
          <a:p xmlns:a="http://schemas.openxmlformats.org/drawingml/2006/main">
            <a:pPr algn="l">
              <a:defRPr sz="2025" b="0">
                <a:solidFill>
                  <a:srgbClr val="182B33"/>
                </a:solidFill>
                <a:latin typeface="Yu Gothic"/>
                <a:ea typeface="Yu Gothic"/>
                <a:cs typeface="Yu Gothic"/>
              </a:defRPr>
            </a:pPr>
            <a:r>
              <a:rPr sz="2025" b="0">
                <a:solidFill>
                  <a:srgbClr val="182B33"/>
                </a:solidFill>
                <a:latin typeface="Yu Gothic"/>
                <a:ea typeface="Yu Gothic"/>
                <a:cs typeface="Yu Gothic"/>
              </a:rPr>
              <a:t>配布問題の計算表を使う（15分）</a:t>
            </a:r>
          </a:p>
        </p:txBody>
      </p:sp>
    </p:spTree>
    <p:extLst>
      <p:ext uri="{BB962C8B-B14F-4D97-AF65-F5344CB8AC3E}">
        <p14:creationId xmlns:p14="http://schemas.microsoft.com/office/powerpoint/2010/main" val="846736103"/>
      </p:ext>
    </p:extLst>
  </p:cSld>
</p:sld>
</file>

<file path=ppt/slides/slide5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900C7026-5ADE-4DEB-9351-7E8BC8C8AD0E}"/>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C697ADAC-0F87-4DEC-83A1-5A643C80C35D}"/>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25分演習</a:t>
            </a:r>
          </a:p>
        </p:txBody>
      </p:sp>
      <p:sp>
        <p:nvSpPr>
          <p:cNvPr id="3" name="">
            <a:extLst xmlns:a="http://schemas.openxmlformats.org/drawingml/2006/main">
              <a:ext uri="{FF2B5EF4-FFF2-40B4-BE49-F238E27FC236}">
                <a16:creationId xmlns:a16="http://schemas.microsoft.com/office/drawing/2014/main" id="{A5CB8555-F9B5-4ED3-924C-09674F8F93CE}"/>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演習1：第2対回と三つの点検量</a:t>
            </a:r>
          </a:p>
        </p:txBody>
      </p:sp>
      <p:sp>
        <p:nvSpPr>
          <p:cNvPr id="4" name="">
            <a:extLst xmlns:a="http://schemas.openxmlformats.org/drawingml/2006/main">
              <a:ext uri="{FF2B5EF4-FFF2-40B4-BE49-F238E27FC236}">
                <a16:creationId xmlns:a16="http://schemas.microsoft.com/office/drawing/2014/main" id="{406F2411-B27F-4EDD-8CA7-DFB2AA1232AB}"/>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AB5A90A5-01DB-4BCB-AB3D-A4B70C251BD8}"/>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50</a:t>
            </a:r>
          </a:p>
        </p:txBody>
      </p:sp>
      <p:sp>
        <p:nvSpPr>
          <p:cNvPr id="6" name="">
            <a:extLst xmlns:a="http://schemas.openxmlformats.org/drawingml/2006/main">
              <a:ext uri="{FF2B5EF4-FFF2-40B4-BE49-F238E27FC236}">
                <a16:creationId xmlns:a16="http://schemas.microsoft.com/office/drawing/2014/main" id="{AB774A70-1A3A-4AD9-A632-5F4831CACF0A}"/>
              </a:ext>
            </a:extLst>
          </p:cNvPr>
          <p:cNvSpPr>
            <a:spLocks xmlns:a="http://schemas.openxmlformats.org/drawingml/2006/main" noGrp="1"/>
          </p:cNvSpPr>
          <p:nvPr/>
        </p:nvSpPr>
        <p:spPr>
          <a:xfrm xmlns:a="http://schemas.openxmlformats.org/drawingml/2006/main">
            <a:off x="781050" y="1619250"/>
            <a:ext cx="10287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850" b="1">
                <a:solidFill>
                  <a:srgbClr val="182B33"/>
                </a:solidFill>
                <a:latin typeface="Yu Gothic"/>
                <a:ea typeface="Yu Gothic"/>
                <a:cs typeface="Yu Gothic"/>
              </a:defRPr>
            </a:defPPr>
            <a:lvl1pPr algn="l">
              <a:defRPr sz="2850" b="1">
                <a:solidFill>
                  <a:srgbClr val="182B33"/>
                </a:solidFill>
                <a:latin typeface="Yu Gothic"/>
                <a:ea typeface="Yu Gothic"/>
                <a:cs typeface="Yu Gothic"/>
              </a:defRPr>
            </a:lvl1pPr>
            <a:lvl2pPr algn="l">
              <a:defRPr sz="2850" b="1">
                <a:solidFill>
                  <a:srgbClr val="182B33"/>
                </a:solidFill>
                <a:latin typeface="Yu Gothic"/>
                <a:ea typeface="Yu Gothic"/>
                <a:cs typeface="Yu Gothic"/>
              </a:defRPr>
            </a:lvl2pPr>
            <a:lvl3pPr algn="l">
              <a:defRPr sz="2850" b="1">
                <a:solidFill>
                  <a:srgbClr val="182B33"/>
                </a:solidFill>
                <a:latin typeface="Yu Gothic"/>
                <a:ea typeface="Yu Gothic"/>
                <a:cs typeface="Yu Gothic"/>
              </a:defRPr>
            </a:lvl3pPr>
            <a:lvl4pPr algn="l">
              <a:defRPr sz="2850" b="1">
                <a:solidFill>
                  <a:srgbClr val="182B33"/>
                </a:solidFill>
                <a:latin typeface="Yu Gothic"/>
                <a:ea typeface="Yu Gothic"/>
                <a:cs typeface="Yu Gothic"/>
              </a:defRPr>
            </a:lvl4pPr>
            <a:lvl5pPr algn="l">
              <a:defRPr sz="2850" b="1">
                <a:solidFill>
                  <a:srgbClr val="182B33"/>
                </a:solidFill>
                <a:latin typeface="Yu Gothic"/>
                <a:ea typeface="Yu Gothic"/>
                <a:cs typeface="Yu Gothic"/>
              </a:defRPr>
            </a:lvl5pPr>
            <a:lvl6pPr algn="l">
              <a:defRPr sz="2850" b="1">
                <a:solidFill>
                  <a:srgbClr val="182B33"/>
                </a:solidFill>
                <a:latin typeface="Yu Gothic"/>
                <a:ea typeface="Yu Gothic"/>
                <a:cs typeface="Yu Gothic"/>
              </a:defRPr>
            </a:lvl6pPr>
            <a:lvl7pPr algn="l">
              <a:defRPr sz="2850" b="1">
                <a:solidFill>
                  <a:srgbClr val="182B33"/>
                </a:solidFill>
                <a:latin typeface="Yu Gothic"/>
                <a:ea typeface="Yu Gothic"/>
                <a:cs typeface="Yu Gothic"/>
              </a:defRPr>
            </a:lvl7pPr>
            <a:lvl8pPr algn="l">
              <a:defRPr sz="2850" b="1">
                <a:solidFill>
                  <a:srgbClr val="182B33"/>
                </a:solidFill>
                <a:latin typeface="Yu Gothic"/>
                <a:ea typeface="Yu Gothic"/>
                <a:cs typeface="Yu Gothic"/>
              </a:defRPr>
            </a:lvl8pPr>
            <a:lvl9pPr algn="l">
              <a:defRPr sz="2850" b="1">
                <a:solidFill>
                  <a:srgbClr val="182B33"/>
                </a:solidFill>
                <a:latin typeface="Yu Gothic"/>
                <a:ea typeface="Yu Gothic"/>
                <a:cs typeface="Yu Gothic"/>
              </a:defRPr>
            </a:lvl9pPr>
          </a:lstStyle>
          <a:p xmlns:a="http://schemas.openxmlformats.org/drawingml/2006/main">
            <a:pPr algn="l">
              <a:defRPr sz="2850" b="1">
                <a:solidFill>
                  <a:srgbClr val="182B33"/>
                </a:solidFill>
                <a:latin typeface="Yu Gothic"/>
                <a:ea typeface="Yu Gothic"/>
                <a:cs typeface="Yu Gothic"/>
              </a:defRPr>
            </a:pPr>
            <a:r>
              <a:rPr sz="2850" b="1">
                <a:solidFill>
                  <a:srgbClr val="182B33"/>
                </a:solidFill>
                <a:latin typeface="Yu Gothic"/>
                <a:ea typeface="Yu Gothic"/>
                <a:cs typeface="Yu Gothic"/>
              </a:rPr>
              <a:t>対回間の差と帰零差を仮基準に照らそう</a:t>
            </a:r>
          </a:p>
        </p:txBody>
      </p:sp>
      <p:sp>
        <p:nvSpPr>
          <p:cNvPr id="7" name="">
            <a:extLst xmlns:a="http://schemas.openxmlformats.org/drawingml/2006/main">
              <a:ext uri="{FF2B5EF4-FFF2-40B4-BE49-F238E27FC236}">
                <a16:creationId xmlns:a16="http://schemas.microsoft.com/office/drawing/2014/main" id="{09BCF3E3-E227-43E8-99DD-ADA73F4C9E8A}"/>
              </a:ext>
            </a:extLst>
          </p:cNvPr>
          <p:cNvSpPr>
            <a:spLocks xmlns:a="http://schemas.openxmlformats.org/drawingml/2006/main" noGrp="1"/>
          </p:cNvSpPr>
          <p:nvPr/>
        </p:nvSpPr>
        <p:spPr>
          <a:xfrm xmlns:a="http://schemas.openxmlformats.org/drawingml/2006/main">
            <a:off x="819150" y="2524125"/>
            <a:ext cx="10191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75" b="1">
                <a:solidFill>
                  <a:srgbClr val="52616A"/>
                </a:solidFill>
                <a:latin typeface="Yu Gothic"/>
                <a:ea typeface="Yu Gothic"/>
                <a:cs typeface="Yu Gothic"/>
              </a:defRPr>
            </a:defPPr>
            <a:lvl1pPr algn="l">
              <a:defRPr sz="2175" b="1">
                <a:solidFill>
                  <a:srgbClr val="52616A"/>
                </a:solidFill>
                <a:latin typeface="Yu Gothic"/>
                <a:ea typeface="Yu Gothic"/>
                <a:cs typeface="Yu Gothic"/>
              </a:defRPr>
            </a:lvl1pPr>
            <a:lvl2pPr algn="l">
              <a:defRPr sz="2175" b="1">
                <a:solidFill>
                  <a:srgbClr val="52616A"/>
                </a:solidFill>
                <a:latin typeface="Yu Gothic"/>
                <a:ea typeface="Yu Gothic"/>
                <a:cs typeface="Yu Gothic"/>
              </a:defRPr>
            </a:lvl2pPr>
            <a:lvl3pPr algn="l">
              <a:defRPr sz="2175" b="1">
                <a:solidFill>
                  <a:srgbClr val="52616A"/>
                </a:solidFill>
                <a:latin typeface="Yu Gothic"/>
                <a:ea typeface="Yu Gothic"/>
                <a:cs typeface="Yu Gothic"/>
              </a:defRPr>
            </a:lvl3pPr>
            <a:lvl4pPr algn="l">
              <a:defRPr sz="2175" b="1">
                <a:solidFill>
                  <a:srgbClr val="52616A"/>
                </a:solidFill>
                <a:latin typeface="Yu Gothic"/>
                <a:ea typeface="Yu Gothic"/>
                <a:cs typeface="Yu Gothic"/>
              </a:defRPr>
            </a:lvl4pPr>
            <a:lvl5pPr algn="l">
              <a:defRPr sz="2175" b="1">
                <a:solidFill>
                  <a:srgbClr val="52616A"/>
                </a:solidFill>
                <a:latin typeface="Yu Gothic"/>
                <a:ea typeface="Yu Gothic"/>
                <a:cs typeface="Yu Gothic"/>
              </a:defRPr>
            </a:lvl5pPr>
            <a:lvl6pPr algn="l">
              <a:defRPr sz="2175" b="1">
                <a:solidFill>
                  <a:srgbClr val="52616A"/>
                </a:solidFill>
                <a:latin typeface="Yu Gothic"/>
                <a:ea typeface="Yu Gothic"/>
                <a:cs typeface="Yu Gothic"/>
              </a:defRPr>
            </a:lvl6pPr>
            <a:lvl7pPr algn="l">
              <a:defRPr sz="2175" b="1">
                <a:solidFill>
                  <a:srgbClr val="52616A"/>
                </a:solidFill>
                <a:latin typeface="Yu Gothic"/>
                <a:ea typeface="Yu Gothic"/>
                <a:cs typeface="Yu Gothic"/>
              </a:defRPr>
            </a:lvl7pPr>
            <a:lvl8pPr algn="l">
              <a:defRPr sz="2175" b="1">
                <a:solidFill>
                  <a:srgbClr val="52616A"/>
                </a:solidFill>
                <a:latin typeface="Yu Gothic"/>
                <a:ea typeface="Yu Gothic"/>
                <a:cs typeface="Yu Gothic"/>
              </a:defRPr>
            </a:lvl8pPr>
            <a:lvl9pPr algn="l">
              <a:defRPr sz="2175" b="1">
                <a:solidFill>
                  <a:srgbClr val="52616A"/>
                </a:solidFill>
                <a:latin typeface="Yu Gothic"/>
                <a:ea typeface="Yu Gothic"/>
                <a:cs typeface="Yu Gothic"/>
              </a:defRPr>
            </a:lvl9pPr>
          </a:lstStyle>
          <a:p xmlns:a="http://schemas.openxmlformats.org/drawingml/2006/main">
            <a:pPr algn="l">
              <a:defRPr sz="2175" b="1">
                <a:solidFill>
                  <a:srgbClr val="52616A"/>
                </a:solidFill>
                <a:latin typeface="Yu Gothic"/>
                <a:ea typeface="Yu Gothic"/>
                <a:cs typeface="Yu Gothic"/>
              </a:defRPr>
            </a:pPr>
            <a:r>
              <a:rPr sz="2175" b="1">
                <a:solidFill>
                  <a:srgbClr val="52616A"/>
                </a:solidFill>
                <a:latin typeface="Yu Gothic"/>
                <a:ea typeface="Yu Gothic"/>
                <a:cs typeface="Yu Gothic"/>
              </a:rPr>
              <a:t>初期目盛を変えた第2対回を計算する</a:t>
            </a:r>
          </a:p>
        </p:txBody>
      </p:sp>
      <p:graphicFrame>
        <p:nvGraphicFramePr>
          <p:cNvPr id="8" name="">
            <a:extLst xmlns:a="http://schemas.openxmlformats.org/drawingml/2006/main">
              <a:ext uri="{FF2B5EF4-FFF2-40B4-BE49-F238E27FC236}">
                <a16:creationId xmlns:a16="http://schemas.microsoft.com/office/drawing/2014/main" id="{8727FEBE-BD82-4747-96FD-A84B23FBA1D5}"/>
              </a:ext>
            </a:extLst>
          </p:cNvPr>
          <p:cNvGraphicFramePr/>
          <p:nvPr/>
        </p:nvGraphicFramePr>
        <p:xfrm>
          <a:off xmlns:a="http://schemas.openxmlformats.org/drawingml/2006/main" x="723900" y="3095625"/>
          <a:ext xmlns:a="http://schemas.openxmlformats.org/drawingml/2006/main" cx="10744200" cy="2000250"/>
        </p:xfrm>
        <a:graphic xmlns:a="http://schemas.openxmlformats.org/drawingml/2006/main">
          <a:graphicData uri="http://schemas.openxmlformats.org/drawingml/2006/table">
            <a:tbl>
              <a:tblPr/>
              <a:tblGrid>
                <a:gridCol w="3581400"/>
                <a:gridCol w="3581400"/>
                <a:gridCol w="3581400"/>
              </a:tblGrid>
              <a:tr h="500063">
                <a:tc>
                  <a:txBody>
                    <a:bodyPr wrap="square" lIns="57150" tIns="57150" rIns="57150" bIns="57150">
                      <a:noAutofit/>
                    </a:bodyPr>
                    <a:lstStyle/>
                    <a:p>
                      <a:pPr algn="ctr"/>
                      <a:r>
                        <a:rPr sz="1950" b="1">
                          <a:solidFill>
                            <a:srgbClr val="FFFFFF"/>
                          </a:solidFill>
                          <a:latin typeface="Yu Gothic"/>
                          <a:ea typeface="Yu Gothic"/>
                          <a:cs typeface="Yu Gothic"/>
                        </a:rPr>
                        <a:t>方向</a:t>
                      </a:r>
                    </a:p>
                  </a:txBody>
                  <a:tcPr marL="91440" marR="91440" marT="45720" marB="45720" anchor="ctr">
                    <a:solidFill>
                      <a:srgbClr val="166B68"/>
                    </a:solidFill>
                  </a:tcPr>
                </a:tc>
                <a:tc>
                  <a:txBody>
                    <a:bodyPr wrap="square" lIns="57150" tIns="57150" rIns="57150" bIns="57150">
                      <a:noAutofit/>
                    </a:bodyPr>
                    <a:lstStyle/>
                    <a:p>
                      <a:pPr algn="ctr"/>
                      <a:r>
                        <a:rPr sz="1950" b="1">
                          <a:solidFill>
                            <a:srgbClr val="FFFFFF"/>
                          </a:solidFill>
                          <a:latin typeface="Yu Gothic"/>
                          <a:ea typeface="Yu Gothic"/>
                          <a:cs typeface="Yu Gothic"/>
                        </a:rPr>
                        <a:t>正L</a:t>
                      </a:r>
                    </a:p>
                  </a:txBody>
                  <a:tcPr marL="91440" marR="91440" marT="45720" marB="45720" anchor="ctr">
                    <a:solidFill>
                      <a:srgbClr val="166B68"/>
                    </a:solidFill>
                  </a:tcPr>
                </a:tc>
                <a:tc>
                  <a:txBody>
                    <a:bodyPr wrap="square" lIns="57150" tIns="57150" rIns="57150" bIns="57150">
                      <a:noAutofit/>
                    </a:bodyPr>
                    <a:lstStyle/>
                    <a:p>
                      <a:pPr algn="ctr"/>
                      <a:r>
                        <a:rPr sz="1950" b="1">
                          <a:solidFill>
                            <a:srgbClr val="FFFFFF"/>
                          </a:solidFill>
                          <a:latin typeface="Yu Gothic"/>
                          <a:ea typeface="Yu Gothic"/>
                          <a:cs typeface="Yu Gothic"/>
                        </a:rPr>
                        <a:t>反R</a:t>
                      </a:r>
                    </a:p>
                  </a:txBody>
                  <a:tcPr marL="91440" marR="91440" marT="45720" marB="45720" anchor="ctr">
                    <a:solidFill>
                      <a:srgbClr val="166B68"/>
                    </a:solidFill>
                  </a:tcPr>
                </a:tc>
              </a:tr>
              <a:tr h="500063">
                <a:tc>
                  <a:txBody>
                    <a:bodyPr wrap="square" lIns="57150" tIns="57150" rIns="57150" bIns="57150">
                      <a:noAutofit/>
                    </a:bodyPr>
                    <a:lstStyle/>
                    <a:p>
                      <a:pPr algn="ctr"/>
                      <a:r>
                        <a:rPr sz="1950" b="0">
                          <a:solidFill>
                            <a:srgbClr val="182B33"/>
                          </a:solidFill>
                          <a:latin typeface="Yu Gothic"/>
                          <a:ea typeface="Yu Gothic"/>
                          <a:cs typeface="Yu Gothic"/>
                        </a:rPr>
                        <a:t>A始</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102°07′40″</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282°07′36″</a:t>
                      </a:r>
                    </a:p>
                  </a:txBody>
                  <a:tcPr marL="91440" marR="91440" marT="45720" marB="45720" anchor="ctr"/>
                </a:tc>
              </a:tr>
              <a:tr h="500063">
                <a:tc>
                  <a:txBody>
                    <a:bodyPr wrap="square" lIns="57150" tIns="57150" rIns="57150" bIns="57150">
                      <a:noAutofit/>
                    </a:bodyPr>
                    <a:lstStyle/>
                    <a:p>
                      <a:pPr algn="ctr"/>
                      <a:r>
                        <a:rPr sz="1950" b="0">
                          <a:solidFill>
                            <a:srgbClr val="182B33"/>
                          </a:solidFill>
                          <a:latin typeface="Yu Gothic"/>
                          <a:ea typeface="Yu Gothic"/>
                          <a:cs typeface="Yu Gothic"/>
                        </a:rPr>
                        <a:t>B</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175°32′49″</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355°32′47″</a:t>
                      </a:r>
                    </a:p>
                  </a:txBody>
                  <a:tcPr marL="91440" marR="91440" marT="45720" marB="45720" anchor="ctr"/>
                </a:tc>
              </a:tr>
              <a:tr h="500063">
                <a:tc>
                  <a:txBody>
                    <a:bodyPr wrap="square" lIns="57150" tIns="57150" rIns="57150" bIns="57150">
                      <a:noAutofit/>
                    </a:bodyPr>
                    <a:lstStyle/>
                    <a:p>
                      <a:pPr algn="ctr"/>
                      <a:r>
                        <a:rPr sz="1950" b="0">
                          <a:solidFill>
                            <a:srgbClr val="182B33"/>
                          </a:solidFill>
                          <a:latin typeface="Yu Gothic"/>
                          <a:ea typeface="Yu Gothic"/>
                          <a:cs typeface="Yu Gothic"/>
                        </a:rPr>
                        <a:t>A閉</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102°07′35″</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282°07′39″</a:t>
                      </a:r>
                    </a:p>
                  </a:txBody>
                  <a:tcPr marL="91440" marR="91440" marT="45720" marB="45720" anchor="ctr"/>
                </a:tc>
              </a:tr>
            </a:tbl>
          </a:graphicData>
        </a:graphic>
      </p:graphicFrame>
      <p:sp>
        <p:nvSpPr>
          <p:cNvPr id="9" name="">
            <a:extLst xmlns:a="http://schemas.openxmlformats.org/drawingml/2006/main">
              <a:ext uri="{FF2B5EF4-FFF2-40B4-BE49-F238E27FC236}">
                <a16:creationId xmlns:a16="http://schemas.microsoft.com/office/drawing/2014/main" id="{0B11D5BC-B618-4497-A1A1-1BCCA727C084}"/>
              </a:ext>
            </a:extLst>
          </p:cNvPr>
          <p:cNvSpPr>
            <a:spLocks xmlns:a="http://schemas.openxmlformats.org/drawingml/2006/main" noGrp="1"/>
          </p:cNvSpPr>
          <p:nvPr/>
        </p:nvSpPr>
        <p:spPr>
          <a:xfrm xmlns:a="http://schemas.openxmlformats.org/drawingml/2006/main">
            <a:off x="819150" y="5381625"/>
            <a:ext cx="228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200" b="1">
                <a:solidFill>
                  <a:srgbClr val="166B68"/>
                </a:solidFill>
                <a:latin typeface="Yu Gothic"/>
                <a:ea typeface="Yu Gothic"/>
                <a:cs typeface="Yu Gothic"/>
              </a:defRPr>
            </a:defPPr>
            <a:lvl1pPr algn="ctr">
              <a:defRPr sz="1200" b="1">
                <a:solidFill>
                  <a:srgbClr val="166B68"/>
                </a:solidFill>
                <a:latin typeface="Yu Gothic"/>
                <a:ea typeface="Yu Gothic"/>
                <a:cs typeface="Yu Gothic"/>
              </a:defRPr>
            </a:lvl1pPr>
            <a:lvl2pPr algn="ctr">
              <a:defRPr sz="1200" b="1">
                <a:solidFill>
                  <a:srgbClr val="166B68"/>
                </a:solidFill>
                <a:latin typeface="Yu Gothic"/>
                <a:ea typeface="Yu Gothic"/>
                <a:cs typeface="Yu Gothic"/>
              </a:defRPr>
            </a:lvl2pPr>
            <a:lvl3pPr algn="ctr">
              <a:defRPr sz="1200" b="1">
                <a:solidFill>
                  <a:srgbClr val="166B68"/>
                </a:solidFill>
                <a:latin typeface="Yu Gothic"/>
                <a:ea typeface="Yu Gothic"/>
                <a:cs typeface="Yu Gothic"/>
              </a:defRPr>
            </a:lvl3pPr>
            <a:lvl4pPr algn="ctr">
              <a:defRPr sz="1200" b="1">
                <a:solidFill>
                  <a:srgbClr val="166B68"/>
                </a:solidFill>
                <a:latin typeface="Yu Gothic"/>
                <a:ea typeface="Yu Gothic"/>
                <a:cs typeface="Yu Gothic"/>
              </a:defRPr>
            </a:lvl4pPr>
            <a:lvl5pPr algn="ctr">
              <a:defRPr sz="1200" b="1">
                <a:solidFill>
                  <a:srgbClr val="166B68"/>
                </a:solidFill>
                <a:latin typeface="Yu Gothic"/>
                <a:ea typeface="Yu Gothic"/>
                <a:cs typeface="Yu Gothic"/>
              </a:defRPr>
            </a:lvl5pPr>
            <a:lvl6pPr algn="ctr">
              <a:defRPr sz="1200" b="1">
                <a:solidFill>
                  <a:srgbClr val="166B68"/>
                </a:solidFill>
                <a:latin typeface="Yu Gothic"/>
                <a:ea typeface="Yu Gothic"/>
                <a:cs typeface="Yu Gothic"/>
              </a:defRPr>
            </a:lvl6pPr>
            <a:lvl7pPr algn="ctr">
              <a:defRPr sz="1200" b="1">
                <a:solidFill>
                  <a:srgbClr val="166B68"/>
                </a:solidFill>
                <a:latin typeface="Yu Gothic"/>
                <a:ea typeface="Yu Gothic"/>
                <a:cs typeface="Yu Gothic"/>
              </a:defRPr>
            </a:lvl7pPr>
            <a:lvl8pPr algn="ctr">
              <a:defRPr sz="1200" b="1">
                <a:solidFill>
                  <a:srgbClr val="166B68"/>
                </a:solidFill>
                <a:latin typeface="Yu Gothic"/>
                <a:ea typeface="Yu Gothic"/>
                <a:cs typeface="Yu Gothic"/>
              </a:defRPr>
            </a:lvl8pPr>
            <a:lvl9pPr algn="ctr">
              <a:defRPr sz="1200" b="1">
                <a:solidFill>
                  <a:srgbClr val="166B68"/>
                </a:solidFill>
                <a:latin typeface="Yu Gothic"/>
                <a:ea typeface="Yu Gothic"/>
                <a:cs typeface="Yu Gothic"/>
              </a:defRPr>
            </a:lvl9pPr>
          </a:lstStyle>
          <a:p xmlns:a="http://schemas.openxmlformats.org/drawingml/2006/main">
            <a:pPr algn="ctr">
              <a:defRPr sz="1200" b="1">
                <a:solidFill>
                  <a:srgbClr val="166B68"/>
                </a:solidFill>
                <a:latin typeface="Yu Gothic"/>
                <a:ea typeface="Yu Gothic"/>
                <a:cs typeface="Yu Gothic"/>
              </a:defRPr>
            </a:pPr>
            <a:r>
              <a:rPr sz="1200" b="1">
                <a:solidFill>
                  <a:srgbClr val="166B68"/>
                </a:solidFill>
                <a:latin typeface="Yu Gothic"/>
                <a:ea typeface="Yu Gothic"/>
                <a:cs typeface="Yu Gothic"/>
              </a:rPr>
              <a:t>●</a:t>
            </a:r>
          </a:p>
        </p:txBody>
      </p:sp>
      <p:sp>
        <p:nvSpPr>
          <p:cNvPr id="10" name="">
            <a:extLst xmlns:a="http://schemas.openxmlformats.org/drawingml/2006/main">
              <a:ext uri="{FF2B5EF4-FFF2-40B4-BE49-F238E27FC236}">
                <a16:creationId xmlns:a16="http://schemas.microsoft.com/office/drawing/2014/main" id="{E29094D9-D01D-4B08-A04C-2A3043E7D98F}"/>
              </a:ext>
            </a:extLst>
          </p:cNvPr>
          <p:cNvSpPr>
            <a:spLocks xmlns:a="http://schemas.openxmlformats.org/drawingml/2006/main" noGrp="1"/>
          </p:cNvSpPr>
          <p:nvPr/>
        </p:nvSpPr>
        <p:spPr>
          <a:xfrm xmlns:a="http://schemas.openxmlformats.org/drawingml/2006/main">
            <a:off x="1143000" y="5381625"/>
            <a:ext cx="9867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025" b="0">
                <a:solidFill>
                  <a:srgbClr val="182B33"/>
                </a:solidFill>
                <a:latin typeface="Yu Gothic"/>
                <a:ea typeface="Yu Gothic"/>
                <a:cs typeface="Yu Gothic"/>
              </a:defRPr>
            </a:defPPr>
            <a:lvl1pPr algn="l">
              <a:defRPr sz="2025" b="0">
                <a:solidFill>
                  <a:srgbClr val="182B33"/>
                </a:solidFill>
                <a:latin typeface="Yu Gothic"/>
                <a:ea typeface="Yu Gothic"/>
                <a:cs typeface="Yu Gothic"/>
              </a:defRPr>
            </a:lvl1pPr>
            <a:lvl2pPr algn="l">
              <a:defRPr sz="2025" b="0">
                <a:solidFill>
                  <a:srgbClr val="182B33"/>
                </a:solidFill>
                <a:latin typeface="Yu Gothic"/>
                <a:ea typeface="Yu Gothic"/>
                <a:cs typeface="Yu Gothic"/>
              </a:defRPr>
            </a:lvl2pPr>
            <a:lvl3pPr algn="l">
              <a:defRPr sz="2025" b="0">
                <a:solidFill>
                  <a:srgbClr val="182B33"/>
                </a:solidFill>
                <a:latin typeface="Yu Gothic"/>
                <a:ea typeface="Yu Gothic"/>
                <a:cs typeface="Yu Gothic"/>
              </a:defRPr>
            </a:lvl3pPr>
            <a:lvl4pPr algn="l">
              <a:defRPr sz="2025" b="0">
                <a:solidFill>
                  <a:srgbClr val="182B33"/>
                </a:solidFill>
                <a:latin typeface="Yu Gothic"/>
                <a:ea typeface="Yu Gothic"/>
                <a:cs typeface="Yu Gothic"/>
              </a:defRPr>
            </a:lvl4pPr>
            <a:lvl5pPr algn="l">
              <a:defRPr sz="2025" b="0">
                <a:solidFill>
                  <a:srgbClr val="182B33"/>
                </a:solidFill>
                <a:latin typeface="Yu Gothic"/>
                <a:ea typeface="Yu Gothic"/>
                <a:cs typeface="Yu Gothic"/>
              </a:defRPr>
            </a:lvl5pPr>
            <a:lvl6pPr algn="l">
              <a:defRPr sz="2025" b="0">
                <a:solidFill>
                  <a:srgbClr val="182B33"/>
                </a:solidFill>
                <a:latin typeface="Yu Gothic"/>
                <a:ea typeface="Yu Gothic"/>
                <a:cs typeface="Yu Gothic"/>
              </a:defRPr>
            </a:lvl6pPr>
            <a:lvl7pPr algn="l">
              <a:defRPr sz="2025" b="0">
                <a:solidFill>
                  <a:srgbClr val="182B33"/>
                </a:solidFill>
                <a:latin typeface="Yu Gothic"/>
                <a:ea typeface="Yu Gothic"/>
                <a:cs typeface="Yu Gothic"/>
              </a:defRPr>
            </a:lvl7pPr>
            <a:lvl8pPr algn="l">
              <a:defRPr sz="2025" b="0">
                <a:solidFill>
                  <a:srgbClr val="182B33"/>
                </a:solidFill>
                <a:latin typeface="Yu Gothic"/>
                <a:ea typeface="Yu Gothic"/>
                <a:cs typeface="Yu Gothic"/>
              </a:defRPr>
            </a:lvl8pPr>
            <a:lvl9pPr algn="l">
              <a:defRPr sz="2025" b="0">
                <a:solidFill>
                  <a:srgbClr val="182B33"/>
                </a:solidFill>
                <a:latin typeface="Yu Gothic"/>
                <a:ea typeface="Yu Gothic"/>
                <a:cs typeface="Yu Gothic"/>
              </a:defRPr>
            </a:lvl9pPr>
          </a:lstStyle>
          <a:p xmlns:a="http://schemas.openxmlformats.org/drawingml/2006/main">
            <a:pPr algn="l">
              <a:defRPr sz="2025" b="0">
                <a:solidFill>
                  <a:srgbClr val="182B33"/>
                </a:solidFill>
                <a:latin typeface="Yu Gothic"/>
                <a:ea typeface="Yu Gothic"/>
                <a:cs typeface="Yu Gothic"/>
              </a:defRPr>
            </a:pPr>
            <a:r>
              <a:rPr sz="2025" b="0">
                <a:solidFill>
                  <a:srgbClr val="182B33"/>
                </a:solidFill>
                <a:latin typeface="Yu Gothic"/>
                <a:ea typeface="Yu Gothic"/>
                <a:cs typeface="Yu Gothic"/>
              </a:rPr>
              <a:t>授業用の仮基準：倍角差≤8″、観測差≤5″</a:t>
            </a:r>
          </a:p>
        </p:txBody>
      </p:sp>
      <p:sp>
        <p:nvSpPr>
          <p:cNvPr id="11" name="">
            <a:extLst xmlns:a="http://schemas.openxmlformats.org/drawingml/2006/main">
              <a:ext uri="{FF2B5EF4-FFF2-40B4-BE49-F238E27FC236}">
                <a16:creationId xmlns:a16="http://schemas.microsoft.com/office/drawing/2014/main" id="{D25CC150-83A2-4C16-BA45-7A5A954B7021}"/>
              </a:ext>
            </a:extLst>
          </p:cNvPr>
          <p:cNvSpPr>
            <a:spLocks xmlns:a="http://schemas.openxmlformats.org/drawingml/2006/main" noGrp="1"/>
          </p:cNvSpPr>
          <p:nvPr/>
        </p:nvSpPr>
        <p:spPr>
          <a:xfrm xmlns:a="http://schemas.openxmlformats.org/drawingml/2006/main">
            <a:off x="819150" y="5800725"/>
            <a:ext cx="228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200" b="1">
                <a:solidFill>
                  <a:srgbClr val="166B68"/>
                </a:solidFill>
                <a:latin typeface="Yu Gothic"/>
                <a:ea typeface="Yu Gothic"/>
                <a:cs typeface="Yu Gothic"/>
              </a:defRPr>
            </a:defPPr>
            <a:lvl1pPr algn="ctr">
              <a:defRPr sz="1200" b="1">
                <a:solidFill>
                  <a:srgbClr val="166B68"/>
                </a:solidFill>
                <a:latin typeface="Yu Gothic"/>
                <a:ea typeface="Yu Gothic"/>
                <a:cs typeface="Yu Gothic"/>
              </a:defRPr>
            </a:lvl1pPr>
            <a:lvl2pPr algn="ctr">
              <a:defRPr sz="1200" b="1">
                <a:solidFill>
                  <a:srgbClr val="166B68"/>
                </a:solidFill>
                <a:latin typeface="Yu Gothic"/>
                <a:ea typeface="Yu Gothic"/>
                <a:cs typeface="Yu Gothic"/>
              </a:defRPr>
            </a:lvl2pPr>
            <a:lvl3pPr algn="ctr">
              <a:defRPr sz="1200" b="1">
                <a:solidFill>
                  <a:srgbClr val="166B68"/>
                </a:solidFill>
                <a:latin typeface="Yu Gothic"/>
                <a:ea typeface="Yu Gothic"/>
                <a:cs typeface="Yu Gothic"/>
              </a:defRPr>
            </a:lvl3pPr>
            <a:lvl4pPr algn="ctr">
              <a:defRPr sz="1200" b="1">
                <a:solidFill>
                  <a:srgbClr val="166B68"/>
                </a:solidFill>
                <a:latin typeface="Yu Gothic"/>
                <a:ea typeface="Yu Gothic"/>
                <a:cs typeface="Yu Gothic"/>
              </a:defRPr>
            </a:lvl4pPr>
            <a:lvl5pPr algn="ctr">
              <a:defRPr sz="1200" b="1">
                <a:solidFill>
                  <a:srgbClr val="166B68"/>
                </a:solidFill>
                <a:latin typeface="Yu Gothic"/>
                <a:ea typeface="Yu Gothic"/>
                <a:cs typeface="Yu Gothic"/>
              </a:defRPr>
            </a:lvl5pPr>
            <a:lvl6pPr algn="ctr">
              <a:defRPr sz="1200" b="1">
                <a:solidFill>
                  <a:srgbClr val="166B68"/>
                </a:solidFill>
                <a:latin typeface="Yu Gothic"/>
                <a:ea typeface="Yu Gothic"/>
                <a:cs typeface="Yu Gothic"/>
              </a:defRPr>
            </a:lvl6pPr>
            <a:lvl7pPr algn="ctr">
              <a:defRPr sz="1200" b="1">
                <a:solidFill>
                  <a:srgbClr val="166B68"/>
                </a:solidFill>
                <a:latin typeface="Yu Gothic"/>
                <a:ea typeface="Yu Gothic"/>
                <a:cs typeface="Yu Gothic"/>
              </a:defRPr>
            </a:lvl7pPr>
            <a:lvl8pPr algn="ctr">
              <a:defRPr sz="1200" b="1">
                <a:solidFill>
                  <a:srgbClr val="166B68"/>
                </a:solidFill>
                <a:latin typeface="Yu Gothic"/>
                <a:ea typeface="Yu Gothic"/>
                <a:cs typeface="Yu Gothic"/>
              </a:defRPr>
            </a:lvl8pPr>
            <a:lvl9pPr algn="ctr">
              <a:defRPr sz="1200" b="1">
                <a:solidFill>
                  <a:srgbClr val="166B68"/>
                </a:solidFill>
                <a:latin typeface="Yu Gothic"/>
                <a:ea typeface="Yu Gothic"/>
                <a:cs typeface="Yu Gothic"/>
              </a:defRPr>
            </a:lvl9pPr>
          </a:lstStyle>
          <a:p xmlns:a="http://schemas.openxmlformats.org/drawingml/2006/main">
            <a:pPr algn="ctr">
              <a:defRPr sz="1200" b="1">
                <a:solidFill>
                  <a:srgbClr val="166B68"/>
                </a:solidFill>
                <a:latin typeface="Yu Gothic"/>
                <a:ea typeface="Yu Gothic"/>
                <a:cs typeface="Yu Gothic"/>
              </a:defRPr>
            </a:pPr>
            <a:r>
              <a:rPr sz="1200" b="1">
                <a:solidFill>
                  <a:srgbClr val="166B68"/>
                </a:solidFill>
                <a:latin typeface="Yu Gothic"/>
                <a:ea typeface="Yu Gothic"/>
                <a:cs typeface="Yu Gothic"/>
              </a:rPr>
              <a:t>●</a:t>
            </a:r>
          </a:p>
        </p:txBody>
      </p:sp>
      <p:sp>
        <p:nvSpPr>
          <p:cNvPr id="12" name="">
            <a:extLst xmlns:a="http://schemas.openxmlformats.org/drawingml/2006/main">
              <a:ext uri="{FF2B5EF4-FFF2-40B4-BE49-F238E27FC236}">
                <a16:creationId xmlns:a16="http://schemas.microsoft.com/office/drawing/2014/main" id="{24BF6346-A264-4B58-9D5C-F16C36E9B284}"/>
              </a:ext>
            </a:extLst>
          </p:cNvPr>
          <p:cNvSpPr>
            <a:spLocks xmlns:a="http://schemas.openxmlformats.org/drawingml/2006/main" noGrp="1"/>
          </p:cNvSpPr>
          <p:nvPr/>
        </p:nvSpPr>
        <p:spPr>
          <a:xfrm xmlns:a="http://schemas.openxmlformats.org/drawingml/2006/main">
            <a:off x="1143000" y="5800725"/>
            <a:ext cx="9867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025" b="0">
                <a:solidFill>
                  <a:srgbClr val="182B33"/>
                </a:solidFill>
                <a:latin typeface="Yu Gothic"/>
                <a:ea typeface="Yu Gothic"/>
                <a:cs typeface="Yu Gothic"/>
              </a:defRPr>
            </a:defPPr>
            <a:lvl1pPr algn="l">
              <a:defRPr sz="2025" b="0">
                <a:solidFill>
                  <a:srgbClr val="182B33"/>
                </a:solidFill>
                <a:latin typeface="Yu Gothic"/>
                <a:ea typeface="Yu Gothic"/>
                <a:cs typeface="Yu Gothic"/>
              </a:defRPr>
            </a:lvl1pPr>
            <a:lvl2pPr algn="l">
              <a:defRPr sz="2025" b="0">
                <a:solidFill>
                  <a:srgbClr val="182B33"/>
                </a:solidFill>
                <a:latin typeface="Yu Gothic"/>
                <a:ea typeface="Yu Gothic"/>
                <a:cs typeface="Yu Gothic"/>
              </a:defRPr>
            </a:lvl2pPr>
            <a:lvl3pPr algn="l">
              <a:defRPr sz="2025" b="0">
                <a:solidFill>
                  <a:srgbClr val="182B33"/>
                </a:solidFill>
                <a:latin typeface="Yu Gothic"/>
                <a:ea typeface="Yu Gothic"/>
                <a:cs typeface="Yu Gothic"/>
              </a:defRPr>
            </a:lvl3pPr>
            <a:lvl4pPr algn="l">
              <a:defRPr sz="2025" b="0">
                <a:solidFill>
                  <a:srgbClr val="182B33"/>
                </a:solidFill>
                <a:latin typeface="Yu Gothic"/>
                <a:ea typeface="Yu Gothic"/>
                <a:cs typeface="Yu Gothic"/>
              </a:defRPr>
            </a:lvl4pPr>
            <a:lvl5pPr algn="l">
              <a:defRPr sz="2025" b="0">
                <a:solidFill>
                  <a:srgbClr val="182B33"/>
                </a:solidFill>
                <a:latin typeface="Yu Gothic"/>
                <a:ea typeface="Yu Gothic"/>
                <a:cs typeface="Yu Gothic"/>
              </a:defRPr>
            </a:lvl5pPr>
            <a:lvl6pPr algn="l">
              <a:defRPr sz="2025" b="0">
                <a:solidFill>
                  <a:srgbClr val="182B33"/>
                </a:solidFill>
                <a:latin typeface="Yu Gothic"/>
                <a:ea typeface="Yu Gothic"/>
                <a:cs typeface="Yu Gothic"/>
              </a:defRPr>
            </a:lvl6pPr>
            <a:lvl7pPr algn="l">
              <a:defRPr sz="2025" b="0">
                <a:solidFill>
                  <a:srgbClr val="182B33"/>
                </a:solidFill>
                <a:latin typeface="Yu Gothic"/>
                <a:ea typeface="Yu Gothic"/>
                <a:cs typeface="Yu Gothic"/>
              </a:defRPr>
            </a:lvl7pPr>
            <a:lvl8pPr algn="l">
              <a:defRPr sz="2025" b="0">
                <a:solidFill>
                  <a:srgbClr val="182B33"/>
                </a:solidFill>
                <a:latin typeface="Yu Gothic"/>
                <a:ea typeface="Yu Gothic"/>
                <a:cs typeface="Yu Gothic"/>
              </a:defRPr>
            </a:lvl8pPr>
            <a:lvl9pPr algn="l">
              <a:defRPr sz="2025" b="0">
                <a:solidFill>
                  <a:srgbClr val="182B33"/>
                </a:solidFill>
                <a:latin typeface="Yu Gothic"/>
                <a:ea typeface="Yu Gothic"/>
                <a:cs typeface="Yu Gothic"/>
              </a:defRPr>
            </a:lvl9pPr>
          </a:lstStyle>
          <a:p xmlns:a="http://schemas.openxmlformats.org/drawingml/2006/main">
            <a:pPr algn="l">
              <a:defRPr sz="2025" b="0">
                <a:solidFill>
                  <a:srgbClr val="182B33"/>
                </a:solidFill>
                <a:latin typeface="Yu Gothic"/>
                <a:ea typeface="Yu Gothic"/>
                <a:cs typeface="Yu Gothic"/>
              </a:defRPr>
            </a:pPr>
            <a:r>
              <a:rPr sz="2025" b="0">
                <a:solidFill>
                  <a:srgbClr val="182B33"/>
                </a:solidFill>
                <a:latin typeface="Yu Gothic"/>
                <a:ea typeface="Yu Gothic"/>
                <a:cs typeface="Yu Gothic"/>
              </a:rPr>
              <a:t>各帰零差の絶対値≤6″（公共測量の規程値ではない）</a:t>
            </a:r>
          </a:p>
        </p:txBody>
      </p:sp>
    </p:spTree>
    <p:extLst>
      <p:ext uri="{BB962C8B-B14F-4D97-AF65-F5344CB8AC3E}">
        <p14:creationId xmlns:p14="http://schemas.microsoft.com/office/powerpoint/2010/main" val="1243205476"/>
      </p:ext>
    </p:extLst>
  </p:cSld>
</p:sld>
</file>

<file path=ppt/slides/slide5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BCC58BAE-23D6-4A5F-9CD5-E673F21E41C7}"/>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FC3ED0B0-8FC8-43E6-BDAC-3B2381401350}"/>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25分演習</a:t>
            </a:r>
          </a:p>
        </p:txBody>
      </p:sp>
      <p:sp>
        <p:nvSpPr>
          <p:cNvPr id="3" name="">
            <a:extLst xmlns:a="http://schemas.openxmlformats.org/drawingml/2006/main">
              <a:ext uri="{FF2B5EF4-FFF2-40B4-BE49-F238E27FC236}">
                <a16:creationId xmlns:a16="http://schemas.microsoft.com/office/drawing/2014/main" id="{AAE43277-6B37-48EB-A974-68C3A2F73B26}"/>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演習1：どの値を何と比べるか</a:t>
            </a:r>
          </a:p>
        </p:txBody>
      </p:sp>
      <p:sp>
        <p:nvSpPr>
          <p:cNvPr id="4" name="">
            <a:extLst xmlns:a="http://schemas.openxmlformats.org/drawingml/2006/main">
              <a:ext uri="{FF2B5EF4-FFF2-40B4-BE49-F238E27FC236}">
                <a16:creationId xmlns:a16="http://schemas.microsoft.com/office/drawing/2014/main" id="{50284F00-B751-4370-AAD8-B9F02BA451DC}"/>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483BEFBF-9482-490D-A7E3-94BA41AA4377}"/>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51</a:t>
            </a:r>
          </a:p>
        </p:txBody>
      </p:sp>
      <p:sp>
        <p:nvSpPr>
          <p:cNvPr id="6" name="">
            <a:extLst xmlns:a="http://schemas.openxmlformats.org/drawingml/2006/main">
              <a:ext uri="{FF2B5EF4-FFF2-40B4-BE49-F238E27FC236}">
                <a16:creationId xmlns:a16="http://schemas.microsoft.com/office/drawing/2014/main" id="{A8EA85F5-BCAB-44D5-BC45-8584E4123B52}"/>
              </a:ext>
            </a:extLst>
          </p:cNvPr>
          <p:cNvSpPr>
            <a:spLocks xmlns:a="http://schemas.openxmlformats.org/drawingml/2006/main" noGrp="1"/>
          </p:cNvSpPr>
          <p:nvPr/>
        </p:nvSpPr>
        <p:spPr>
          <a:xfrm xmlns:a="http://schemas.openxmlformats.org/drawingml/2006/main">
            <a:off x="781050" y="1619250"/>
            <a:ext cx="10287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850" b="1">
                <a:solidFill>
                  <a:srgbClr val="182B33"/>
                </a:solidFill>
                <a:latin typeface="Yu Gothic"/>
                <a:ea typeface="Yu Gothic"/>
                <a:cs typeface="Yu Gothic"/>
              </a:defRPr>
            </a:defPPr>
            <a:lvl1pPr algn="l">
              <a:defRPr sz="2850" b="1">
                <a:solidFill>
                  <a:srgbClr val="182B33"/>
                </a:solidFill>
                <a:latin typeface="Yu Gothic"/>
                <a:ea typeface="Yu Gothic"/>
                <a:cs typeface="Yu Gothic"/>
              </a:defRPr>
            </a:lvl1pPr>
            <a:lvl2pPr algn="l">
              <a:defRPr sz="2850" b="1">
                <a:solidFill>
                  <a:srgbClr val="182B33"/>
                </a:solidFill>
                <a:latin typeface="Yu Gothic"/>
                <a:ea typeface="Yu Gothic"/>
                <a:cs typeface="Yu Gothic"/>
              </a:defRPr>
            </a:lvl2pPr>
            <a:lvl3pPr algn="l">
              <a:defRPr sz="2850" b="1">
                <a:solidFill>
                  <a:srgbClr val="182B33"/>
                </a:solidFill>
                <a:latin typeface="Yu Gothic"/>
                <a:ea typeface="Yu Gothic"/>
                <a:cs typeface="Yu Gothic"/>
              </a:defRPr>
            </a:lvl3pPr>
            <a:lvl4pPr algn="l">
              <a:defRPr sz="2850" b="1">
                <a:solidFill>
                  <a:srgbClr val="182B33"/>
                </a:solidFill>
                <a:latin typeface="Yu Gothic"/>
                <a:ea typeface="Yu Gothic"/>
                <a:cs typeface="Yu Gothic"/>
              </a:defRPr>
            </a:lvl4pPr>
            <a:lvl5pPr algn="l">
              <a:defRPr sz="2850" b="1">
                <a:solidFill>
                  <a:srgbClr val="182B33"/>
                </a:solidFill>
                <a:latin typeface="Yu Gothic"/>
                <a:ea typeface="Yu Gothic"/>
                <a:cs typeface="Yu Gothic"/>
              </a:defRPr>
            </a:lvl5pPr>
            <a:lvl6pPr algn="l">
              <a:defRPr sz="2850" b="1">
                <a:solidFill>
                  <a:srgbClr val="182B33"/>
                </a:solidFill>
                <a:latin typeface="Yu Gothic"/>
                <a:ea typeface="Yu Gothic"/>
                <a:cs typeface="Yu Gothic"/>
              </a:defRPr>
            </a:lvl6pPr>
            <a:lvl7pPr algn="l">
              <a:defRPr sz="2850" b="1">
                <a:solidFill>
                  <a:srgbClr val="182B33"/>
                </a:solidFill>
                <a:latin typeface="Yu Gothic"/>
                <a:ea typeface="Yu Gothic"/>
                <a:cs typeface="Yu Gothic"/>
              </a:defRPr>
            </a:lvl7pPr>
            <a:lvl8pPr algn="l">
              <a:defRPr sz="2850" b="1">
                <a:solidFill>
                  <a:srgbClr val="182B33"/>
                </a:solidFill>
                <a:latin typeface="Yu Gothic"/>
                <a:ea typeface="Yu Gothic"/>
                <a:cs typeface="Yu Gothic"/>
              </a:defRPr>
            </a:lvl8pPr>
            <a:lvl9pPr algn="l">
              <a:defRPr sz="2850" b="1">
                <a:solidFill>
                  <a:srgbClr val="182B33"/>
                </a:solidFill>
                <a:latin typeface="Yu Gothic"/>
                <a:ea typeface="Yu Gothic"/>
                <a:cs typeface="Yu Gothic"/>
              </a:defRPr>
            </a:lvl9pPr>
          </a:lstStyle>
          <a:p xmlns:a="http://schemas.openxmlformats.org/drawingml/2006/main">
            <a:pPr algn="l">
              <a:defRPr sz="2850" b="1">
                <a:solidFill>
                  <a:srgbClr val="182B33"/>
                </a:solidFill>
                <a:latin typeface="Yu Gothic"/>
                <a:ea typeface="Yu Gothic"/>
                <a:cs typeface="Yu Gothic"/>
              </a:defRPr>
            </a:pPr>
            <a:r>
              <a:rPr sz="2850" b="1">
                <a:solidFill>
                  <a:srgbClr val="182B33"/>
                </a:solidFill>
                <a:latin typeface="Yu Gothic"/>
                <a:ea typeface="Yu Gothic"/>
                <a:cs typeface="Yu Gothic"/>
              </a:rPr>
              <a:t>平均角を採用できるか、根拠を1文で答えよう</a:t>
            </a:r>
          </a:p>
        </p:txBody>
      </p:sp>
      <p:sp>
        <p:nvSpPr>
          <p:cNvPr id="7" name="">
            <a:extLst xmlns:a="http://schemas.openxmlformats.org/drawingml/2006/main">
              <a:ext uri="{FF2B5EF4-FFF2-40B4-BE49-F238E27FC236}">
                <a16:creationId xmlns:a16="http://schemas.microsoft.com/office/drawing/2014/main" id="{3386515C-92AE-43B4-9C93-510BAED78AC6}"/>
              </a:ext>
            </a:extLst>
          </p:cNvPr>
          <p:cNvSpPr>
            <a:spLocks xmlns:a="http://schemas.openxmlformats.org/drawingml/2006/main" noGrp="1"/>
          </p:cNvSpPr>
          <p:nvPr/>
        </p:nvSpPr>
        <p:spPr>
          <a:xfrm xmlns:a="http://schemas.openxmlformats.org/drawingml/2006/main">
            <a:off x="819150" y="2524125"/>
            <a:ext cx="10191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75" b="1">
                <a:solidFill>
                  <a:srgbClr val="52616A"/>
                </a:solidFill>
                <a:latin typeface="Yu Gothic"/>
                <a:ea typeface="Yu Gothic"/>
                <a:cs typeface="Yu Gothic"/>
              </a:defRPr>
            </a:defPPr>
            <a:lvl1pPr algn="l">
              <a:defRPr sz="2175" b="1">
                <a:solidFill>
                  <a:srgbClr val="52616A"/>
                </a:solidFill>
                <a:latin typeface="Yu Gothic"/>
                <a:ea typeface="Yu Gothic"/>
                <a:cs typeface="Yu Gothic"/>
              </a:defRPr>
            </a:lvl1pPr>
            <a:lvl2pPr algn="l">
              <a:defRPr sz="2175" b="1">
                <a:solidFill>
                  <a:srgbClr val="52616A"/>
                </a:solidFill>
                <a:latin typeface="Yu Gothic"/>
                <a:ea typeface="Yu Gothic"/>
                <a:cs typeface="Yu Gothic"/>
              </a:defRPr>
            </a:lvl2pPr>
            <a:lvl3pPr algn="l">
              <a:defRPr sz="2175" b="1">
                <a:solidFill>
                  <a:srgbClr val="52616A"/>
                </a:solidFill>
                <a:latin typeface="Yu Gothic"/>
                <a:ea typeface="Yu Gothic"/>
                <a:cs typeface="Yu Gothic"/>
              </a:defRPr>
            </a:lvl3pPr>
            <a:lvl4pPr algn="l">
              <a:defRPr sz="2175" b="1">
                <a:solidFill>
                  <a:srgbClr val="52616A"/>
                </a:solidFill>
                <a:latin typeface="Yu Gothic"/>
                <a:ea typeface="Yu Gothic"/>
                <a:cs typeface="Yu Gothic"/>
              </a:defRPr>
            </a:lvl4pPr>
            <a:lvl5pPr algn="l">
              <a:defRPr sz="2175" b="1">
                <a:solidFill>
                  <a:srgbClr val="52616A"/>
                </a:solidFill>
                <a:latin typeface="Yu Gothic"/>
                <a:ea typeface="Yu Gothic"/>
                <a:cs typeface="Yu Gothic"/>
              </a:defRPr>
            </a:lvl5pPr>
            <a:lvl6pPr algn="l">
              <a:defRPr sz="2175" b="1">
                <a:solidFill>
                  <a:srgbClr val="52616A"/>
                </a:solidFill>
                <a:latin typeface="Yu Gothic"/>
                <a:ea typeface="Yu Gothic"/>
                <a:cs typeface="Yu Gothic"/>
              </a:defRPr>
            </a:lvl6pPr>
            <a:lvl7pPr algn="l">
              <a:defRPr sz="2175" b="1">
                <a:solidFill>
                  <a:srgbClr val="52616A"/>
                </a:solidFill>
                <a:latin typeface="Yu Gothic"/>
                <a:ea typeface="Yu Gothic"/>
                <a:cs typeface="Yu Gothic"/>
              </a:defRPr>
            </a:lvl7pPr>
            <a:lvl8pPr algn="l">
              <a:defRPr sz="2175" b="1">
                <a:solidFill>
                  <a:srgbClr val="52616A"/>
                </a:solidFill>
                <a:latin typeface="Yu Gothic"/>
                <a:ea typeface="Yu Gothic"/>
                <a:cs typeface="Yu Gothic"/>
              </a:defRPr>
            </a:lvl8pPr>
            <a:lvl9pPr algn="l">
              <a:defRPr sz="2175" b="1">
                <a:solidFill>
                  <a:srgbClr val="52616A"/>
                </a:solidFill>
                <a:latin typeface="Yu Gothic"/>
                <a:ea typeface="Yu Gothic"/>
                <a:cs typeface="Yu Gothic"/>
              </a:defRPr>
            </a:lvl9pPr>
          </a:lstStyle>
          <a:p xmlns:a="http://schemas.openxmlformats.org/drawingml/2006/main">
            <a:pPr algn="l">
              <a:defRPr sz="2175" b="1">
                <a:solidFill>
                  <a:srgbClr val="52616A"/>
                </a:solidFill>
                <a:latin typeface="Yu Gothic"/>
                <a:ea typeface="Yu Gothic"/>
                <a:cs typeface="Yu Gothic"/>
              </a:defRPr>
            </a:pPr>
            <a:r>
              <a:rPr sz="2175" b="1">
                <a:solidFill>
                  <a:srgbClr val="52616A"/>
                </a:solidFill>
                <a:latin typeface="Yu Gothic"/>
                <a:ea typeface="Yu Gothic"/>
                <a:cs typeface="Yu Gothic"/>
              </a:rPr>
              <a:t>較差そのものを許容値と比べない</a:t>
            </a:r>
          </a:p>
        </p:txBody>
      </p:sp>
      <p:sp>
        <p:nvSpPr>
          <p:cNvPr id="8" name="">
            <a:extLst xmlns:a="http://schemas.openxmlformats.org/drawingml/2006/main">
              <a:ext uri="{FF2B5EF4-FFF2-40B4-BE49-F238E27FC236}">
                <a16:creationId xmlns:a16="http://schemas.microsoft.com/office/drawing/2014/main" id="{6D49250B-0478-4273-987A-3A07FADD1AD5}"/>
              </a:ext>
            </a:extLst>
          </p:cNvPr>
          <p:cNvSpPr>
            <a:spLocks xmlns:a="http://schemas.openxmlformats.org/drawingml/2006/main" noGrp="1"/>
          </p:cNvSpPr>
          <p:nvPr/>
        </p:nvSpPr>
        <p:spPr>
          <a:xfrm xmlns:a="http://schemas.openxmlformats.org/drawingml/2006/main">
            <a:off x="895350" y="3143250"/>
            <a:ext cx="228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425" b="1">
                <a:solidFill>
                  <a:srgbClr val="166B68"/>
                </a:solidFill>
                <a:latin typeface="Yu Gothic"/>
                <a:ea typeface="Yu Gothic"/>
                <a:cs typeface="Yu Gothic"/>
              </a:defRPr>
            </a:defPPr>
            <a:lvl1pPr algn="ctr">
              <a:defRPr sz="1425" b="1">
                <a:solidFill>
                  <a:srgbClr val="166B68"/>
                </a:solidFill>
                <a:latin typeface="Yu Gothic"/>
                <a:ea typeface="Yu Gothic"/>
                <a:cs typeface="Yu Gothic"/>
              </a:defRPr>
            </a:lvl1pPr>
            <a:lvl2pPr algn="ctr">
              <a:defRPr sz="1425" b="1">
                <a:solidFill>
                  <a:srgbClr val="166B68"/>
                </a:solidFill>
                <a:latin typeface="Yu Gothic"/>
                <a:ea typeface="Yu Gothic"/>
                <a:cs typeface="Yu Gothic"/>
              </a:defRPr>
            </a:lvl2pPr>
            <a:lvl3pPr algn="ctr">
              <a:defRPr sz="1425" b="1">
                <a:solidFill>
                  <a:srgbClr val="166B68"/>
                </a:solidFill>
                <a:latin typeface="Yu Gothic"/>
                <a:ea typeface="Yu Gothic"/>
                <a:cs typeface="Yu Gothic"/>
              </a:defRPr>
            </a:lvl3pPr>
            <a:lvl4pPr algn="ctr">
              <a:defRPr sz="1425" b="1">
                <a:solidFill>
                  <a:srgbClr val="166B68"/>
                </a:solidFill>
                <a:latin typeface="Yu Gothic"/>
                <a:ea typeface="Yu Gothic"/>
                <a:cs typeface="Yu Gothic"/>
              </a:defRPr>
            </a:lvl4pPr>
            <a:lvl5pPr algn="ctr">
              <a:defRPr sz="1425" b="1">
                <a:solidFill>
                  <a:srgbClr val="166B68"/>
                </a:solidFill>
                <a:latin typeface="Yu Gothic"/>
                <a:ea typeface="Yu Gothic"/>
                <a:cs typeface="Yu Gothic"/>
              </a:defRPr>
            </a:lvl5pPr>
            <a:lvl6pPr algn="ctr">
              <a:defRPr sz="1425" b="1">
                <a:solidFill>
                  <a:srgbClr val="166B68"/>
                </a:solidFill>
                <a:latin typeface="Yu Gothic"/>
                <a:ea typeface="Yu Gothic"/>
                <a:cs typeface="Yu Gothic"/>
              </a:defRPr>
            </a:lvl6pPr>
            <a:lvl7pPr algn="ctr">
              <a:defRPr sz="1425" b="1">
                <a:solidFill>
                  <a:srgbClr val="166B68"/>
                </a:solidFill>
                <a:latin typeface="Yu Gothic"/>
                <a:ea typeface="Yu Gothic"/>
                <a:cs typeface="Yu Gothic"/>
              </a:defRPr>
            </a:lvl7pPr>
            <a:lvl8pPr algn="ctr">
              <a:defRPr sz="1425" b="1">
                <a:solidFill>
                  <a:srgbClr val="166B68"/>
                </a:solidFill>
                <a:latin typeface="Yu Gothic"/>
                <a:ea typeface="Yu Gothic"/>
                <a:cs typeface="Yu Gothic"/>
              </a:defRPr>
            </a:lvl8pPr>
            <a:lvl9pPr algn="ctr">
              <a:defRPr sz="1425" b="1">
                <a:solidFill>
                  <a:srgbClr val="166B68"/>
                </a:solidFill>
                <a:latin typeface="Yu Gothic"/>
                <a:ea typeface="Yu Gothic"/>
                <a:cs typeface="Yu Gothic"/>
              </a:defRPr>
            </a:lvl9pPr>
          </a:lstStyle>
          <a:p xmlns:a="http://schemas.openxmlformats.org/drawingml/2006/main">
            <a:pPr algn="ctr">
              <a:defRPr sz="1425" b="1">
                <a:solidFill>
                  <a:srgbClr val="166B68"/>
                </a:solidFill>
                <a:latin typeface="Yu Gothic"/>
                <a:ea typeface="Yu Gothic"/>
                <a:cs typeface="Yu Gothic"/>
              </a:defRPr>
            </a:pPr>
            <a:r>
              <a:rPr sz="1425" b="1">
                <a:solidFill>
                  <a:srgbClr val="166B68"/>
                </a:solidFill>
                <a:latin typeface="Yu Gothic"/>
                <a:ea typeface="Yu Gothic"/>
                <a:cs typeface="Yu Gothic"/>
              </a:rPr>
              <a:t>●</a:t>
            </a:r>
          </a:p>
        </p:txBody>
      </p:sp>
      <p:sp>
        <p:nvSpPr>
          <p:cNvPr id="9" name="">
            <a:extLst xmlns:a="http://schemas.openxmlformats.org/drawingml/2006/main">
              <a:ext uri="{FF2B5EF4-FFF2-40B4-BE49-F238E27FC236}">
                <a16:creationId xmlns:a16="http://schemas.microsoft.com/office/drawing/2014/main" id="{D7BE6FCE-C451-4A0B-935B-9E896382C5CC}"/>
              </a:ext>
            </a:extLst>
          </p:cNvPr>
          <p:cNvSpPr>
            <a:spLocks xmlns:a="http://schemas.openxmlformats.org/drawingml/2006/main" noGrp="1"/>
          </p:cNvSpPr>
          <p:nvPr/>
        </p:nvSpPr>
        <p:spPr>
          <a:xfrm xmlns:a="http://schemas.openxmlformats.org/drawingml/2006/main">
            <a:off x="1219200" y="3143250"/>
            <a:ext cx="95821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Cj＝pj−qj、Dj＝pj＋qj</a:t>
            </a:r>
          </a:p>
        </p:txBody>
      </p:sp>
      <p:sp>
        <p:nvSpPr>
          <p:cNvPr id="10" name="">
            <a:extLst xmlns:a="http://schemas.openxmlformats.org/drawingml/2006/main">
              <a:ext uri="{FF2B5EF4-FFF2-40B4-BE49-F238E27FC236}">
                <a16:creationId xmlns:a16="http://schemas.microsoft.com/office/drawing/2014/main" id="{BB48C53F-4C4B-4557-92AA-0764BF888A01}"/>
              </a:ext>
            </a:extLst>
          </p:cNvPr>
          <p:cNvSpPr>
            <a:spLocks xmlns:a="http://schemas.openxmlformats.org/drawingml/2006/main" noGrp="1"/>
          </p:cNvSpPr>
          <p:nvPr/>
        </p:nvSpPr>
        <p:spPr>
          <a:xfrm xmlns:a="http://schemas.openxmlformats.org/drawingml/2006/main">
            <a:off x="895350" y="3714750"/>
            <a:ext cx="228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425" b="1">
                <a:solidFill>
                  <a:srgbClr val="166B68"/>
                </a:solidFill>
                <a:latin typeface="Yu Gothic"/>
                <a:ea typeface="Yu Gothic"/>
                <a:cs typeface="Yu Gothic"/>
              </a:defRPr>
            </a:defPPr>
            <a:lvl1pPr algn="ctr">
              <a:defRPr sz="1425" b="1">
                <a:solidFill>
                  <a:srgbClr val="166B68"/>
                </a:solidFill>
                <a:latin typeface="Yu Gothic"/>
                <a:ea typeface="Yu Gothic"/>
                <a:cs typeface="Yu Gothic"/>
              </a:defRPr>
            </a:lvl1pPr>
            <a:lvl2pPr algn="ctr">
              <a:defRPr sz="1425" b="1">
                <a:solidFill>
                  <a:srgbClr val="166B68"/>
                </a:solidFill>
                <a:latin typeface="Yu Gothic"/>
                <a:ea typeface="Yu Gothic"/>
                <a:cs typeface="Yu Gothic"/>
              </a:defRPr>
            </a:lvl2pPr>
            <a:lvl3pPr algn="ctr">
              <a:defRPr sz="1425" b="1">
                <a:solidFill>
                  <a:srgbClr val="166B68"/>
                </a:solidFill>
                <a:latin typeface="Yu Gothic"/>
                <a:ea typeface="Yu Gothic"/>
                <a:cs typeface="Yu Gothic"/>
              </a:defRPr>
            </a:lvl3pPr>
            <a:lvl4pPr algn="ctr">
              <a:defRPr sz="1425" b="1">
                <a:solidFill>
                  <a:srgbClr val="166B68"/>
                </a:solidFill>
                <a:latin typeface="Yu Gothic"/>
                <a:ea typeface="Yu Gothic"/>
                <a:cs typeface="Yu Gothic"/>
              </a:defRPr>
            </a:lvl4pPr>
            <a:lvl5pPr algn="ctr">
              <a:defRPr sz="1425" b="1">
                <a:solidFill>
                  <a:srgbClr val="166B68"/>
                </a:solidFill>
                <a:latin typeface="Yu Gothic"/>
                <a:ea typeface="Yu Gothic"/>
                <a:cs typeface="Yu Gothic"/>
              </a:defRPr>
            </a:lvl5pPr>
            <a:lvl6pPr algn="ctr">
              <a:defRPr sz="1425" b="1">
                <a:solidFill>
                  <a:srgbClr val="166B68"/>
                </a:solidFill>
                <a:latin typeface="Yu Gothic"/>
                <a:ea typeface="Yu Gothic"/>
                <a:cs typeface="Yu Gothic"/>
              </a:defRPr>
            </a:lvl6pPr>
            <a:lvl7pPr algn="ctr">
              <a:defRPr sz="1425" b="1">
                <a:solidFill>
                  <a:srgbClr val="166B68"/>
                </a:solidFill>
                <a:latin typeface="Yu Gothic"/>
                <a:ea typeface="Yu Gothic"/>
                <a:cs typeface="Yu Gothic"/>
              </a:defRPr>
            </a:lvl7pPr>
            <a:lvl8pPr algn="ctr">
              <a:defRPr sz="1425" b="1">
                <a:solidFill>
                  <a:srgbClr val="166B68"/>
                </a:solidFill>
                <a:latin typeface="Yu Gothic"/>
                <a:ea typeface="Yu Gothic"/>
                <a:cs typeface="Yu Gothic"/>
              </a:defRPr>
            </a:lvl8pPr>
            <a:lvl9pPr algn="ctr">
              <a:defRPr sz="1425" b="1">
                <a:solidFill>
                  <a:srgbClr val="166B68"/>
                </a:solidFill>
                <a:latin typeface="Yu Gothic"/>
                <a:ea typeface="Yu Gothic"/>
                <a:cs typeface="Yu Gothic"/>
              </a:defRPr>
            </a:lvl9pPr>
          </a:lstStyle>
          <a:p xmlns:a="http://schemas.openxmlformats.org/drawingml/2006/main">
            <a:pPr algn="ctr">
              <a:defRPr sz="1425" b="1">
                <a:solidFill>
                  <a:srgbClr val="166B68"/>
                </a:solidFill>
                <a:latin typeface="Yu Gothic"/>
                <a:ea typeface="Yu Gothic"/>
                <a:cs typeface="Yu Gothic"/>
              </a:defRPr>
            </a:pPr>
            <a:r>
              <a:rPr sz="1425" b="1">
                <a:solidFill>
                  <a:srgbClr val="166B68"/>
                </a:solidFill>
                <a:latin typeface="Yu Gothic"/>
                <a:ea typeface="Yu Gothic"/>
                <a:cs typeface="Yu Gothic"/>
              </a:rPr>
              <a:t>●</a:t>
            </a:r>
          </a:p>
        </p:txBody>
      </p:sp>
      <p:sp>
        <p:nvSpPr>
          <p:cNvPr id="11" name="">
            <a:extLst xmlns:a="http://schemas.openxmlformats.org/drawingml/2006/main">
              <a:ext uri="{FF2B5EF4-FFF2-40B4-BE49-F238E27FC236}">
                <a16:creationId xmlns:a16="http://schemas.microsoft.com/office/drawing/2014/main" id="{E4E4462F-E148-471C-B12B-BA85E11D367A}"/>
              </a:ext>
            </a:extLst>
          </p:cNvPr>
          <p:cNvSpPr>
            <a:spLocks xmlns:a="http://schemas.openxmlformats.org/drawingml/2006/main" noGrp="1"/>
          </p:cNvSpPr>
          <p:nvPr/>
        </p:nvSpPr>
        <p:spPr>
          <a:xfrm xmlns:a="http://schemas.openxmlformats.org/drawingml/2006/main">
            <a:off x="1219200" y="3714750"/>
            <a:ext cx="95821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ΔC＝max C−min C</a:t>
            </a:r>
          </a:p>
        </p:txBody>
      </p:sp>
      <p:sp>
        <p:nvSpPr>
          <p:cNvPr id="12" name="">
            <a:extLst xmlns:a="http://schemas.openxmlformats.org/drawingml/2006/main">
              <a:ext uri="{FF2B5EF4-FFF2-40B4-BE49-F238E27FC236}">
                <a16:creationId xmlns:a16="http://schemas.microsoft.com/office/drawing/2014/main" id="{9FE35232-3B8E-4A3C-B6E8-0F19AED02627}"/>
              </a:ext>
            </a:extLst>
          </p:cNvPr>
          <p:cNvSpPr>
            <a:spLocks xmlns:a="http://schemas.openxmlformats.org/drawingml/2006/main" noGrp="1"/>
          </p:cNvSpPr>
          <p:nvPr/>
        </p:nvSpPr>
        <p:spPr>
          <a:xfrm xmlns:a="http://schemas.openxmlformats.org/drawingml/2006/main">
            <a:off x="895350" y="4286250"/>
            <a:ext cx="228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425" b="1">
                <a:solidFill>
                  <a:srgbClr val="166B68"/>
                </a:solidFill>
                <a:latin typeface="Yu Gothic"/>
                <a:ea typeface="Yu Gothic"/>
                <a:cs typeface="Yu Gothic"/>
              </a:defRPr>
            </a:defPPr>
            <a:lvl1pPr algn="ctr">
              <a:defRPr sz="1425" b="1">
                <a:solidFill>
                  <a:srgbClr val="166B68"/>
                </a:solidFill>
                <a:latin typeface="Yu Gothic"/>
                <a:ea typeface="Yu Gothic"/>
                <a:cs typeface="Yu Gothic"/>
              </a:defRPr>
            </a:lvl1pPr>
            <a:lvl2pPr algn="ctr">
              <a:defRPr sz="1425" b="1">
                <a:solidFill>
                  <a:srgbClr val="166B68"/>
                </a:solidFill>
                <a:latin typeface="Yu Gothic"/>
                <a:ea typeface="Yu Gothic"/>
                <a:cs typeface="Yu Gothic"/>
              </a:defRPr>
            </a:lvl2pPr>
            <a:lvl3pPr algn="ctr">
              <a:defRPr sz="1425" b="1">
                <a:solidFill>
                  <a:srgbClr val="166B68"/>
                </a:solidFill>
                <a:latin typeface="Yu Gothic"/>
                <a:ea typeface="Yu Gothic"/>
                <a:cs typeface="Yu Gothic"/>
              </a:defRPr>
            </a:lvl3pPr>
            <a:lvl4pPr algn="ctr">
              <a:defRPr sz="1425" b="1">
                <a:solidFill>
                  <a:srgbClr val="166B68"/>
                </a:solidFill>
                <a:latin typeface="Yu Gothic"/>
                <a:ea typeface="Yu Gothic"/>
                <a:cs typeface="Yu Gothic"/>
              </a:defRPr>
            </a:lvl4pPr>
            <a:lvl5pPr algn="ctr">
              <a:defRPr sz="1425" b="1">
                <a:solidFill>
                  <a:srgbClr val="166B68"/>
                </a:solidFill>
                <a:latin typeface="Yu Gothic"/>
                <a:ea typeface="Yu Gothic"/>
                <a:cs typeface="Yu Gothic"/>
              </a:defRPr>
            </a:lvl5pPr>
            <a:lvl6pPr algn="ctr">
              <a:defRPr sz="1425" b="1">
                <a:solidFill>
                  <a:srgbClr val="166B68"/>
                </a:solidFill>
                <a:latin typeface="Yu Gothic"/>
                <a:ea typeface="Yu Gothic"/>
                <a:cs typeface="Yu Gothic"/>
              </a:defRPr>
            </a:lvl6pPr>
            <a:lvl7pPr algn="ctr">
              <a:defRPr sz="1425" b="1">
                <a:solidFill>
                  <a:srgbClr val="166B68"/>
                </a:solidFill>
                <a:latin typeface="Yu Gothic"/>
                <a:ea typeface="Yu Gothic"/>
                <a:cs typeface="Yu Gothic"/>
              </a:defRPr>
            </a:lvl7pPr>
            <a:lvl8pPr algn="ctr">
              <a:defRPr sz="1425" b="1">
                <a:solidFill>
                  <a:srgbClr val="166B68"/>
                </a:solidFill>
                <a:latin typeface="Yu Gothic"/>
                <a:ea typeface="Yu Gothic"/>
                <a:cs typeface="Yu Gothic"/>
              </a:defRPr>
            </a:lvl8pPr>
            <a:lvl9pPr algn="ctr">
              <a:defRPr sz="1425" b="1">
                <a:solidFill>
                  <a:srgbClr val="166B68"/>
                </a:solidFill>
                <a:latin typeface="Yu Gothic"/>
                <a:ea typeface="Yu Gothic"/>
                <a:cs typeface="Yu Gothic"/>
              </a:defRPr>
            </a:lvl9pPr>
          </a:lstStyle>
          <a:p xmlns:a="http://schemas.openxmlformats.org/drawingml/2006/main">
            <a:pPr algn="ctr">
              <a:defRPr sz="1425" b="1">
                <a:solidFill>
                  <a:srgbClr val="166B68"/>
                </a:solidFill>
                <a:latin typeface="Yu Gothic"/>
                <a:ea typeface="Yu Gothic"/>
                <a:cs typeface="Yu Gothic"/>
              </a:defRPr>
            </a:pPr>
            <a:r>
              <a:rPr sz="1425" b="1">
                <a:solidFill>
                  <a:srgbClr val="166B68"/>
                </a:solidFill>
                <a:latin typeface="Yu Gothic"/>
                <a:ea typeface="Yu Gothic"/>
                <a:cs typeface="Yu Gothic"/>
              </a:rPr>
              <a:t>●</a:t>
            </a:r>
          </a:p>
        </p:txBody>
      </p:sp>
      <p:sp>
        <p:nvSpPr>
          <p:cNvPr id="13" name="">
            <a:extLst xmlns:a="http://schemas.openxmlformats.org/drawingml/2006/main">
              <a:ext uri="{FF2B5EF4-FFF2-40B4-BE49-F238E27FC236}">
                <a16:creationId xmlns:a16="http://schemas.microsoft.com/office/drawing/2014/main" id="{9D7EA813-21DC-4F04-820E-D3C698C4F771}"/>
              </a:ext>
            </a:extLst>
          </p:cNvPr>
          <p:cNvSpPr>
            <a:spLocks xmlns:a="http://schemas.openxmlformats.org/drawingml/2006/main" noGrp="1"/>
          </p:cNvSpPr>
          <p:nvPr/>
        </p:nvSpPr>
        <p:spPr>
          <a:xfrm xmlns:a="http://schemas.openxmlformats.org/drawingml/2006/main">
            <a:off x="1219200" y="4286250"/>
            <a:ext cx="95821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一つでも超えたら原因確認・再測</a:t>
            </a:r>
          </a:p>
        </p:txBody>
      </p:sp>
    </p:spTree>
    <p:extLst>
      <p:ext uri="{BB962C8B-B14F-4D97-AF65-F5344CB8AC3E}">
        <p14:creationId xmlns:p14="http://schemas.microsoft.com/office/powerpoint/2010/main" val="176417253"/>
      </p:ext>
    </p:extLst>
  </p:cSld>
</p:sld>
</file>

<file path=ppt/slides/slide5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1" name="">
            <a:extLst xmlns:a="http://schemas.openxmlformats.org/drawingml/2006/main">
              <a:ext uri="{FF2B5EF4-FFF2-40B4-BE49-F238E27FC236}">
                <a16:creationId xmlns:a16="http://schemas.microsoft.com/office/drawing/2014/main" id="{F7AE607E-9D40-4B1B-9202-FB2E00C4F834}"/>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6ABAD342-9DB8-4BAB-ADF4-F32E4D3927DA}"/>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25分演習</a:t>
            </a:r>
          </a:p>
        </p:txBody>
      </p:sp>
      <p:sp>
        <p:nvSpPr>
          <p:cNvPr id="3" name="">
            <a:extLst xmlns:a="http://schemas.openxmlformats.org/drawingml/2006/main">
              <a:ext uri="{FF2B5EF4-FFF2-40B4-BE49-F238E27FC236}">
                <a16:creationId xmlns:a16="http://schemas.microsoft.com/office/drawing/2014/main" id="{BBD8477B-52DD-473D-8879-E9CF37675FA3}"/>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演習2：偏心補正を10分で求める</a:t>
            </a:r>
          </a:p>
        </p:txBody>
      </p:sp>
      <p:sp>
        <p:nvSpPr>
          <p:cNvPr id="4" name="">
            <a:extLst xmlns:a="http://schemas.openxmlformats.org/drawingml/2006/main">
              <a:ext uri="{FF2B5EF4-FFF2-40B4-BE49-F238E27FC236}">
                <a16:creationId xmlns:a16="http://schemas.microsoft.com/office/drawing/2014/main" id="{ED343EAC-B1D3-4D38-BE35-C44013263D4A}"/>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CD4D7393-094B-4AA6-8E33-0E6DD03D9958}"/>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52</a:t>
            </a:r>
          </a:p>
        </p:txBody>
      </p:sp>
      <p:sp>
        <p:nvSpPr>
          <p:cNvPr id="6" name="">
            <a:extLst xmlns:a="http://schemas.openxmlformats.org/drawingml/2006/main">
              <a:ext uri="{FF2B5EF4-FFF2-40B4-BE49-F238E27FC236}">
                <a16:creationId xmlns:a16="http://schemas.microsoft.com/office/drawing/2014/main" id="{443FC0CF-9168-4C15-A70E-F8D838AEAE3D}"/>
              </a:ext>
            </a:extLst>
          </p:cNvPr>
          <p:cNvSpPr>
            <a:spLocks xmlns:a="http://schemas.openxmlformats.org/drawingml/2006/main" noGrp="1"/>
          </p:cNvSpPr>
          <p:nvPr/>
        </p:nvSpPr>
        <p:spPr>
          <a:xfrm xmlns:a="http://schemas.openxmlformats.org/drawingml/2006/main">
            <a:off x="781050" y="1619250"/>
            <a:ext cx="10287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850" b="1">
                <a:solidFill>
                  <a:srgbClr val="182B33"/>
                </a:solidFill>
                <a:latin typeface="Yu Gothic"/>
                <a:ea typeface="Yu Gothic"/>
                <a:cs typeface="Yu Gothic"/>
              </a:defRPr>
            </a:defPPr>
            <a:lvl1pPr algn="l">
              <a:defRPr sz="2850" b="1">
                <a:solidFill>
                  <a:srgbClr val="182B33"/>
                </a:solidFill>
                <a:latin typeface="Yu Gothic"/>
                <a:ea typeface="Yu Gothic"/>
                <a:cs typeface="Yu Gothic"/>
              </a:defRPr>
            </a:lvl1pPr>
            <a:lvl2pPr algn="l">
              <a:defRPr sz="2850" b="1">
                <a:solidFill>
                  <a:srgbClr val="182B33"/>
                </a:solidFill>
                <a:latin typeface="Yu Gothic"/>
                <a:ea typeface="Yu Gothic"/>
                <a:cs typeface="Yu Gothic"/>
              </a:defRPr>
            </a:lvl2pPr>
            <a:lvl3pPr algn="l">
              <a:defRPr sz="2850" b="1">
                <a:solidFill>
                  <a:srgbClr val="182B33"/>
                </a:solidFill>
                <a:latin typeface="Yu Gothic"/>
                <a:ea typeface="Yu Gothic"/>
                <a:cs typeface="Yu Gothic"/>
              </a:defRPr>
            </a:lvl3pPr>
            <a:lvl4pPr algn="l">
              <a:defRPr sz="2850" b="1">
                <a:solidFill>
                  <a:srgbClr val="182B33"/>
                </a:solidFill>
                <a:latin typeface="Yu Gothic"/>
                <a:ea typeface="Yu Gothic"/>
                <a:cs typeface="Yu Gothic"/>
              </a:defRPr>
            </a:lvl4pPr>
            <a:lvl5pPr algn="l">
              <a:defRPr sz="2850" b="1">
                <a:solidFill>
                  <a:srgbClr val="182B33"/>
                </a:solidFill>
                <a:latin typeface="Yu Gothic"/>
                <a:ea typeface="Yu Gothic"/>
                <a:cs typeface="Yu Gothic"/>
              </a:defRPr>
            </a:lvl5pPr>
            <a:lvl6pPr algn="l">
              <a:defRPr sz="2850" b="1">
                <a:solidFill>
                  <a:srgbClr val="182B33"/>
                </a:solidFill>
                <a:latin typeface="Yu Gothic"/>
                <a:ea typeface="Yu Gothic"/>
                <a:cs typeface="Yu Gothic"/>
              </a:defRPr>
            </a:lvl6pPr>
            <a:lvl7pPr algn="l">
              <a:defRPr sz="2850" b="1">
                <a:solidFill>
                  <a:srgbClr val="182B33"/>
                </a:solidFill>
                <a:latin typeface="Yu Gothic"/>
                <a:ea typeface="Yu Gothic"/>
                <a:cs typeface="Yu Gothic"/>
              </a:defRPr>
            </a:lvl7pPr>
            <a:lvl8pPr algn="l">
              <a:defRPr sz="2850" b="1">
                <a:solidFill>
                  <a:srgbClr val="182B33"/>
                </a:solidFill>
                <a:latin typeface="Yu Gothic"/>
                <a:ea typeface="Yu Gothic"/>
                <a:cs typeface="Yu Gothic"/>
              </a:defRPr>
            </a:lvl8pPr>
            <a:lvl9pPr algn="l">
              <a:defRPr sz="2850" b="1">
                <a:solidFill>
                  <a:srgbClr val="182B33"/>
                </a:solidFill>
                <a:latin typeface="Yu Gothic"/>
                <a:ea typeface="Yu Gothic"/>
                <a:cs typeface="Yu Gothic"/>
              </a:defRPr>
            </a:lvl9pPr>
          </a:lstStyle>
          <a:p xmlns:a="http://schemas.openxmlformats.org/drawingml/2006/main">
            <a:pPr algn="l">
              <a:defRPr sz="2850" b="1">
                <a:solidFill>
                  <a:srgbClr val="182B33"/>
                </a:solidFill>
                <a:latin typeface="Yu Gothic"/>
                <a:ea typeface="Yu Gothic"/>
                <a:cs typeface="Yu Gothic"/>
              </a:defRPr>
            </a:pPr>
            <a:r>
              <a:rPr sz="2850" b="1">
                <a:solidFill>
                  <a:srgbClr val="182B33"/>
                </a:solidFill>
                <a:latin typeface="Yu Gothic"/>
                <a:ea typeface="Yu Gothic"/>
                <a:cs typeface="Yu Gothic"/>
              </a:rPr>
              <a:t>Eの角と距離を、O中心へ戻そう</a:t>
            </a:r>
          </a:p>
        </p:txBody>
      </p:sp>
      <p:sp>
        <p:nvSpPr>
          <p:cNvPr id="7" name="">
            <a:extLst xmlns:a="http://schemas.openxmlformats.org/drawingml/2006/main">
              <a:ext uri="{FF2B5EF4-FFF2-40B4-BE49-F238E27FC236}">
                <a16:creationId xmlns:a16="http://schemas.microsoft.com/office/drawing/2014/main" id="{C930F37D-1AC8-4F22-9F59-7CF7906B6749}"/>
              </a:ext>
            </a:extLst>
          </p:cNvPr>
          <p:cNvSpPr>
            <a:spLocks xmlns:a="http://schemas.openxmlformats.org/drawingml/2006/main" noGrp="1"/>
          </p:cNvSpPr>
          <p:nvPr/>
        </p:nvSpPr>
        <p:spPr>
          <a:xfrm xmlns:a="http://schemas.openxmlformats.org/drawingml/2006/main">
            <a:off x="819150" y="2524125"/>
            <a:ext cx="10191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75" b="1">
                <a:solidFill>
                  <a:srgbClr val="52616A"/>
                </a:solidFill>
                <a:latin typeface="Yu Gothic"/>
                <a:ea typeface="Yu Gothic"/>
                <a:cs typeface="Yu Gothic"/>
              </a:defRPr>
            </a:defPPr>
            <a:lvl1pPr algn="l">
              <a:defRPr sz="2175" b="1">
                <a:solidFill>
                  <a:srgbClr val="52616A"/>
                </a:solidFill>
                <a:latin typeface="Yu Gothic"/>
                <a:ea typeface="Yu Gothic"/>
                <a:cs typeface="Yu Gothic"/>
              </a:defRPr>
            </a:lvl1pPr>
            <a:lvl2pPr algn="l">
              <a:defRPr sz="2175" b="1">
                <a:solidFill>
                  <a:srgbClr val="52616A"/>
                </a:solidFill>
                <a:latin typeface="Yu Gothic"/>
                <a:ea typeface="Yu Gothic"/>
                <a:cs typeface="Yu Gothic"/>
              </a:defRPr>
            </a:lvl2pPr>
            <a:lvl3pPr algn="l">
              <a:defRPr sz="2175" b="1">
                <a:solidFill>
                  <a:srgbClr val="52616A"/>
                </a:solidFill>
                <a:latin typeface="Yu Gothic"/>
                <a:ea typeface="Yu Gothic"/>
                <a:cs typeface="Yu Gothic"/>
              </a:defRPr>
            </a:lvl3pPr>
            <a:lvl4pPr algn="l">
              <a:defRPr sz="2175" b="1">
                <a:solidFill>
                  <a:srgbClr val="52616A"/>
                </a:solidFill>
                <a:latin typeface="Yu Gothic"/>
                <a:ea typeface="Yu Gothic"/>
                <a:cs typeface="Yu Gothic"/>
              </a:defRPr>
            </a:lvl4pPr>
            <a:lvl5pPr algn="l">
              <a:defRPr sz="2175" b="1">
                <a:solidFill>
                  <a:srgbClr val="52616A"/>
                </a:solidFill>
                <a:latin typeface="Yu Gothic"/>
                <a:ea typeface="Yu Gothic"/>
                <a:cs typeface="Yu Gothic"/>
              </a:defRPr>
            </a:lvl5pPr>
            <a:lvl6pPr algn="l">
              <a:defRPr sz="2175" b="1">
                <a:solidFill>
                  <a:srgbClr val="52616A"/>
                </a:solidFill>
                <a:latin typeface="Yu Gothic"/>
                <a:ea typeface="Yu Gothic"/>
                <a:cs typeface="Yu Gothic"/>
              </a:defRPr>
            </a:lvl6pPr>
            <a:lvl7pPr algn="l">
              <a:defRPr sz="2175" b="1">
                <a:solidFill>
                  <a:srgbClr val="52616A"/>
                </a:solidFill>
                <a:latin typeface="Yu Gothic"/>
                <a:ea typeface="Yu Gothic"/>
                <a:cs typeface="Yu Gothic"/>
              </a:defRPr>
            </a:lvl7pPr>
            <a:lvl8pPr algn="l">
              <a:defRPr sz="2175" b="1">
                <a:solidFill>
                  <a:srgbClr val="52616A"/>
                </a:solidFill>
                <a:latin typeface="Yu Gothic"/>
                <a:ea typeface="Yu Gothic"/>
                <a:cs typeface="Yu Gothic"/>
              </a:defRPr>
            </a:lvl8pPr>
            <a:lvl9pPr algn="l">
              <a:defRPr sz="2175" b="1">
                <a:solidFill>
                  <a:srgbClr val="52616A"/>
                </a:solidFill>
                <a:latin typeface="Yu Gothic"/>
                <a:ea typeface="Yu Gothic"/>
                <a:cs typeface="Yu Gothic"/>
              </a:defRPr>
            </a:lvl9pPr>
          </a:lstStyle>
          <a:p xmlns:a="http://schemas.openxmlformats.org/drawingml/2006/main">
            <a:pPr algn="l">
              <a:defRPr sz="2175" b="1">
                <a:solidFill>
                  <a:srgbClr val="52616A"/>
                </a:solidFill>
                <a:latin typeface="Yu Gothic"/>
                <a:ea typeface="Yu Gothic"/>
                <a:cs typeface="Yu Gothic"/>
              </a:defRPr>
            </a:pPr>
            <a:r>
              <a:rPr sz="2175" b="1">
                <a:solidFill>
                  <a:srgbClr val="52616A"/>
                </a:solidFill>
                <a:latin typeface="Yu Gothic"/>
                <a:ea typeface="Yu Gothic"/>
                <a:cs typeface="Yu Gothic"/>
              </a:rPr>
              <a:t>O、E、A、Bの座標から角と距離を計算する</a:t>
            </a:r>
          </a:p>
        </p:txBody>
      </p:sp>
      <p:sp>
        <p:nvSpPr>
          <p:cNvPr id="8" name="">
            <a:extLst xmlns:a="http://schemas.openxmlformats.org/drawingml/2006/main">
              <a:ext uri="{FF2B5EF4-FFF2-40B4-BE49-F238E27FC236}">
                <a16:creationId xmlns:a16="http://schemas.microsoft.com/office/drawing/2014/main" id="{BF9335C4-2334-444B-8CE2-28095CB0687F}"/>
              </a:ext>
            </a:extLst>
          </p:cNvPr>
          <p:cNvSpPr>
            <a:spLocks xmlns:a="http://schemas.openxmlformats.org/drawingml/2006/main" noGrp="1"/>
          </p:cNvSpPr>
          <p:nvPr/>
        </p:nvSpPr>
        <p:spPr>
          <a:xfrm xmlns:a="http://schemas.openxmlformats.org/drawingml/2006/main">
            <a:off x="895350" y="3143250"/>
            <a:ext cx="228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425" b="1">
                <a:solidFill>
                  <a:srgbClr val="166B68"/>
                </a:solidFill>
                <a:latin typeface="Yu Gothic"/>
                <a:ea typeface="Yu Gothic"/>
                <a:cs typeface="Yu Gothic"/>
              </a:defRPr>
            </a:defPPr>
            <a:lvl1pPr algn="ctr">
              <a:defRPr sz="1425" b="1">
                <a:solidFill>
                  <a:srgbClr val="166B68"/>
                </a:solidFill>
                <a:latin typeface="Yu Gothic"/>
                <a:ea typeface="Yu Gothic"/>
                <a:cs typeface="Yu Gothic"/>
              </a:defRPr>
            </a:lvl1pPr>
            <a:lvl2pPr algn="ctr">
              <a:defRPr sz="1425" b="1">
                <a:solidFill>
                  <a:srgbClr val="166B68"/>
                </a:solidFill>
                <a:latin typeface="Yu Gothic"/>
                <a:ea typeface="Yu Gothic"/>
                <a:cs typeface="Yu Gothic"/>
              </a:defRPr>
            </a:lvl2pPr>
            <a:lvl3pPr algn="ctr">
              <a:defRPr sz="1425" b="1">
                <a:solidFill>
                  <a:srgbClr val="166B68"/>
                </a:solidFill>
                <a:latin typeface="Yu Gothic"/>
                <a:ea typeface="Yu Gothic"/>
                <a:cs typeface="Yu Gothic"/>
              </a:defRPr>
            </a:lvl3pPr>
            <a:lvl4pPr algn="ctr">
              <a:defRPr sz="1425" b="1">
                <a:solidFill>
                  <a:srgbClr val="166B68"/>
                </a:solidFill>
                <a:latin typeface="Yu Gothic"/>
                <a:ea typeface="Yu Gothic"/>
                <a:cs typeface="Yu Gothic"/>
              </a:defRPr>
            </a:lvl4pPr>
            <a:lvl5pPr algn="ctr">
              <a:defRPr sz="1425" b="1">
                <a:solidFill>
                  <a:srgbClr val="166B68"/>
                </a:solidFill>
                <a:latin typeface="Yu Gothic"/>
                <a:ea typeface="Yu Gothic"/>
                <a:cs typeface="Yu Gothic"/>
              </a:defRPr>
            </a:lvl5pPr>
            <a:lvl6pPr algn="ctr">
              <a:defRPr sz="1425" b="1">
                <a:solidFill>
                  <a:srgbClr val="166B68"/>
                </a:solidFill>
                <a:latin typeface="Yu Gothic"/>
                <a:ea typeface="Yu Gothic"/>
                <a:cs typeface="Yu Gothic"/>
              </a:defRPr>
            </a:lvl6pPr>
            <a:lvl7pPr algn="ctr">
              <a:defRPr sz="1425" b="1">
                <a:solidFill>
                  <a:srgbClr val="166B68"/>
                </a:solidFill>
                <a:latin typeface="Yu Gothic"/>
                <a:ea typeface="Yu Gothic"/>
                <a:cs typeface="Yu Gothic"/>
              </a:defRPr>
            </a:lvl7pPr>
            <a:lvl8pPr algn="ctr">
              <a:defRPr sz="1425" b="1">
                <a:solidFill>
                  <a:srgbClr val="166B68"/>
                </a:solidFill>
                <a:latin typeface="Yu Gothic"/>
                <a:ea typeface="Yu Gothic"/>
                <a:cs typeface="Yu Gothic"/>
              </a:defRPr>
            </a:lvl8pPr>
            <a:lvl9pPr algn="ctr">
              <a:defRPr sz="1425" b="1">
                <a:solidFill>
                  <a:srgbClr val="166B68"/>
                </a:solidFill>
                <a:latin typeface="Yu Gothic"/>
                <a:ea typeface="Yu Gothic"/>
                <a:cs typeface="Yu Gothic"/>
              </a:defRPr>
            </a:lvl9pPr>
          </a:lstStyle>
          <a:p xmlns:a="http://schemas.openxmlformats.org/drawingml/2006/main">
            <a:pPr algn="ctr">
              <a:defRPr sz="1425" b="1">
                <a:solidFill>
                  <a:srgbClr val="166B68"/>
                </a:solidFill>
                <a:latin typeface="Yu Gothic"/>
                <a:ea typeface="Yu Gothic"/>
                <a:cs typeface="Yu Gothic"/>
              </a:defRPr>
            </a:pPr>
            <a:r>
              <a:rPr sz="1425" b="1">
                <a:solidFill>
                  <a:srgbClr val="166B68"/>
                </a:solidFill>
                <a:latin typeface="Yu Gothic"/>
                <a:ea typeface="Yu Gothic"/>
                <a:cs typeface="Yu Gothic"/>
              </a:rPr>
              <a:t>●</a:t>
            </a:r>
          </a:p>
        </p:txBody>
      </p:sp>
      <p:sp>
        <p:nvSpPr>
          <p:cNvPr id="9" name="">
            <a:extLst xmlns:a="http://schemas.openxmlformats.org/drawingml/2006/main">
              <a:ext uri="{FF2B5EF4-FFF2-40B4-BE49-F238E27FC236}">
                <a16:creationId xmlns:a16="http://schemas.microsoft.com/office/drawing/2014/main" id="{BC66D010-6BD8-4DF7-967D-40B92457A7C1}"/>
              </a:ext>
            </a:extLst>
          </p:cNvPr>
          <p:cNvSpPr>
            <a:spLocks xmlns:a="http://schemas.openxmlformats.org/drawingml/2006/main" noGrp="1"/>
          </p:cNvSpPr>
          <p:nvPr/>
        </p:nvSpPr>
        <p:spPr>
          <a:xfrm xmlns:a="http://schemas.openxmlformats.org/drawingml/2006/main">
            <a:off x="1219200" y="3143250"/>
            <a:ext cx="4724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X北・Y東。図の座標はm。</a:t>
            </a:r>
          </a:p>
        </p:txBody>
      </p:sp>
      <p:sp>
        <p:nvSpPr>
          <p:cNvPr id="10" name="">
            <a:extLst xmlns:a="http://schemas.openxmlformats.org/drawingml/2006/main">
              <a:ext uri="{FF2B5EF4-FFF2-40B4-BE49-F238E27FC236}">
                <a16:creationId xmlns:a16="http://schemas.microsoft.com/office/drawing/2014/main" id="{6268AD40-185C-46FC-8791-AFC3D4A060D2}"/>
              </a:ext>
            </a:extLst>
          </p:cNvPr>
          <p:cNvSpPr>
            <a:spLocks xmlns:a="http://schemas.openxmlformats.org/drawingml/2006/main" noGrp="1"/>
          </p:cNvSpPr>
          <p:nvPr/>
        </p:nvSpPr>
        <p:spPr>
          <a:xfrm xmlns:a="http://schemas.openxmlformats.org/drawingml/2006/main">
            <a:off x="895350" y="3714750"/>
            <a:ext cx="228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425" b="1">
                <a:solidFill>
                  <a:srgbClr val="166B68"/>
                </a:solidFill>
                <a:latin typeface="Yu Gothic"/>
                <a:ea typeface="Yu Gothic"/>
                <a:cs typeface="Yu Gothic"/>
              </a:defRPr>
            </a:defPPr>
            <a:lvl1pPr algn="ctr">
              <a:defRPr sz="1425" b="1">
                <a:solidFill>
                  <a:srgbClr val="166B68"/>
                </a:solidFill>
                <a:latin typeface="Yu Gothic"/>
                <a:ea typeface="Yu Gothic"/>
                <a:cs typeface="Yu Gothic"/>
              </a:defRPr>
            </a:lvl1pPr>
            <a:lvl2pPr algn="ctr">
              <a:defRPr sz="1425" b="1">
                <a:solidFill>
                  <a:srgbClr val="166B68"/>
                </a:solidFill>
                <a:latin typeface="Yu Gothic"/>
                <a:ea typeface="Yu Gothic"/>
                <a:cs typeface="Yu Gothic"/>
              </a:defRPr>
            </a:lvl2pPr>
            <a:lvl3pPr algn="ctr">
              <a:defRPr sz="1425" b="1">
                <a:solidFill>
                  <a:srgbClr val="166B68"/>
                </a:solidFill>
                <a:latin typeface="Yu Gothic"/>
                <a:ea typeface="Yu Gothic"/>
                <a:cs typeface="Yu Gothic"/>
              </a:defRPr>
            </a:lvl3pPr>
            <a:lvl4pPr algn="ctr">
              <a:defRPr sz="1425" b="1">
                <a:solidFill>
                  <a:srgbClr val="166B68"/>
                </a:solidFill>
                <a:latin typeface="Yu Gothic"/>
                <a:ea typeface="Yu Gothic"/>
                <a:cs typeface="Yu Gothic"/>
              </a:defRPr>
            </a:lvl4pPr>
            <a:lvl5pPr algn="ctr">
              <a:defRPr sz="1425" b="1">
                <a:solidFill>
                  <a:srgbClr val="166B68"/>
                </a:solidFill>
                <a:latin typeface="Yu Gothic"/>
                <a:ea typeface="Yu Gothic"/>
                <a:cs typeface="Yu Gothic"/>
              </a:defRPr>
            </a:lvl5pPr>
            <a:lvl6pPr algn="ctr">
              <a:defRPr sz="1425" b="1">
                <a:solidFill>
                  <a:srgbClr val="166B68"/>
                </a:solidFill>
                <a:latin typeface="Yu Gothic"/>
                <a:ea typeface="Yu Gothic"/>
                <a:cs typeface="Yu Gothic"/>
              </a:defRPr>
            </a:lvl6pPr>
            <a:lvl7pPr algn="ctr">
              <a:defRPr sz="1425" b="1">
                <a:solidFill>
                  <a:srgbClr val="166B68"/>
                </a:solidFill>
                <a:latin typeface="Yu Gothic"/>
                <a:ea typeface="Yu Gothic"/>
                <a:cs typeface="Yu Gothic"/>
              </a:defRPr>
            </a:lvl7pPr>
            <a:lvl8pPr algn="ctr">
              <a:defRPr sz="1425" b="1">
                <a:solidFill>
                  <a:srgbClr val="166B68"/>
                </a:solidFill>
                <a:latin typeface="Yu Gothic"/>
                <a:ea typeface="Yu Gothic"/>
                <a:cs typeface="Yu Gothic"/>
              </a:defRPr>
            </a:lvl8pPr>
            <a:lvl9pPr algn="ctr">
              <a:defRPr sz="1425" b="1">
                <a:solidFill>
                  <a:srgbClr val="166B68"/>
                </a:solidFill>
                <a:latin typeface="Yu Gothic"/>
                <a:ea typeface="Yu Gothic"/>
                <a:cs typeface="Yu Gothic"/>
              </a:defRPr>
            </a:lvl9pPr>
          </a:lstStyle>
          <a:p xmlns:a="http://schemas.openxmlformats.org/drawingml/2006/main">
            <a:pPr algn="ctr">
              <a:defRPr sz="1425" b="1">
                <a:solidFill>
                  <a:srgbClr val="166B68"/>
                </a:solidFill>
                <a:latin typeface="Yu Gothic"/>
                <a:ea typeface="Yu Gothic"/>
                <a:cs typeface="Yu Gothic"/>
              </a:defRPr>
            </a:pPr>
            <a:r>
              <a:rPr sz="1425" b="1">
                <a:solidFill>
                  <a:srgbClr val="166B68"/>
                </a:solidFill>
                <a:latin typeface="Yu Gothic"/>
                <a:ea typeface="Yu Gothic"/>
                <a:cs typeface="Yu Gothic"/>
              </a:rPr>
              <a:t>●</a:t>
            </a:r>
          </a:p>
        </p:txBody>
      </p:sp>
      <p:sp>
        <p:nvSpPr>
          <p:cNvPr id="11" name="">
            <a:extLst xmlns:a="http://schemas.openxmlformats.org/drawingml/2006/main">
              <a:ext uri="{FF2B5EF4-FFF2-40B4-BE49-F238E27FC236}">
                <a16:creationId xmlns:a16="http://schemas.microsoft.com/office/drawing/2014/main" id="{A262945C-0101-49D5-AAB5-83416ECB0C7B}"/>
              </a:ext>
            </a:extLst>
          </p:cNvPr>
          <p:cNvSpPr>
            <a:spLocks xmlns:a="http://schemas.openxmlformats.org/drawingml/2006/main" noGrp="1"/>
          </p:cNvSpPr>
          <p:nvPr/>
        </p:nvSpPr>
        <p:spPr>
          <a:xfrm xmlns:a="http://schemas.openxmlformats.org/drawingml/2006/main">
            <a:off x="1219200" y="3714750"/>
            <a:ext cx="4724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δ＝tan⁻¹(1/100)、電卓はDEG</a:t>
            </a:r>
          </a:p>
        </p:txBody>
      </p:sp>
      <p:sp>
        <p:nvSpPr>
          <p:cNvPr id="12" name="">
            <a:extLst xmlns:a="http://schemas.openxmlformats.org/drawingml/2006/main">
              <a:ext uri="{FF2B5EF4-FFF2-40B4-BE49-F238E27FC236}">
                <a16:creationId xmlns:a16="http://schemas.microsoft.com/office/drawing/2014/main" id="{F5071045-83A8-47B9-9ED3-D62E62D7F6A6}"/>
              </a:ext>
            </a:extLst>
          </p:cNvPr>
          <p:cNvSpPr>
            <a:spLocks xmlns:a="http://schemas.openxmlformats.org/drawingml/2006/main" noGrp="1"/>
          </p:cNvSpPr>
          <p:nvPr/>
        </p:nvSpPr>
        <p:spPr>
          <a:xfrm xmlns:a="http://schemas.openxmlformats.org/drawingml/2006/main">
            <a:off x="895350" y="4286250"/>
            <a:ext cx="228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425" b="1">
                <a:solidFill>
                  <a:srgbClr val="166B68"/>
                </a:solidFill>
                <a:latin typeface="Yu Gothic"/>
                <a:ea typeface="Yu Gothic"/>
                <a:cs typeface="Yu Gothic"/>
              </a:defRPr>
            </a:defPPr>
            <a:lvl1pPr algn="ctr">
              <a:defRPr sz="1425" b="1">
                <a:solidFill>
                  <a:srgbClr val="166B68"/>
                </a:solidFill>
                <a:latin typeface="Yu Gothic"/>
                <a:ea typeface="Yu Gothic"/>
                <a:cs typeface="Yu Gothic"/>
              </a:defRPr>
            </a:lvl1pPr>
            <a:lvl2pPr algn="ctr">
              <a:defRPr sz="1425" b="1">
                <a:solidFill>
                  <a:srgbClr val="166B68"/>
                </a:solidFill>
                <a:latin typeface="Yu Gothic"/>
                <a:ea typeface="Yu Gothic"/>
                <a:cs typeface="Yu Gothic"/>
              </a:defRPr>
            </a:lvl2pPr>
            <a:lvl3pPr algn="ctr">
              <a:defRPr sz="1425" b="1">
                <a:solidFill>
                  <a:srgbClr val="166B68"/>
                </a:solidFill>
                <a:latin typeface="Yu Gothic"/>
                <a:ea typeface="Yu Gothic"/>
                <a:cs typeface="Yu Gothic"/>
              </a:defRPr>
            </a:lvl3pPr>
            <a:lvl4pPr algn="ctr">
              <a:defRPr sz="1425" b="1">
                <a:solidFill>
                  <a:srgbClr val="166B68"/>
                </a:solidFill>
                <a:latin typeface="Yu Gothic"/>
                <a:ea typeface="Yu Gothic"/>
                <a:cs typeface="Yu Gothic"/>
              </a:defRPr>
            </a:lvl4pPr>
            <a:lvl5pPr algn="ctr">
              <a:defRPr sz="1425" b="1">
                <a:solidFill>
                  <a:srgbClr val="166B68"/>
                </a:solidFill>
                <a:latin typeface="Yu Gothic"/>
                <a:ea typeface="Yu Gothic"/>
                <a:cs typeface="Yu Gothic"/>
              </a:defRPr>
            </a:lvl5pPr>
            <a:lvl6pPr algn="ctr">
              <a:defRPr sz="1425" b="1">
                <a:solidFill>
                  <a:srgbClr val="166B68"/>
                </a:solidFill>
                <a:latin typeface="Yu Gothic"/>
                <a:ea typeface="Yu Gothic"/>
                <a:cs typeface="Yu Gothic"/>
              </a:defRPr>
            </a:lvl6pPr>
            <a:lvl7pPr algn="ctr">
              <a:defRPr sz="1425" b="1">
                <a:solidFill>
                  <a:srgbClr val="166B68"/>
                </a:solidFill>
                <a:latin typeface="Yu Gothic"/>
                <a:ea typeface="Yu Gothic"/>
                <a:cs typeface="Yu Gothic"/>
              </a:defRPr>
            </a:lvl7pPr>
            <a:lvl8pPr algn="ctr">
              <a:defRPr sz="1425" b="1">
                <a:solidFill>
                  <a:srgbClr val="166B68"/>
                </a:solidFill>
                <a:latin typeface="Yu Gothic"/>
                <a:ea typeface="Yu Gothic"/>
                <a:cs typeface="Yu Gothic"/>
              </a:defRPr>
            </a:lvl8pPr>
            <a:lvl9pPr algn="ctr">
              <a:defRPr sz="1425" b="1">
                <a:solidFill>
                  <a:srgbClr val="166B68"/>
                </a:solidFill>
                <a:latin typeface="Yu Gothic"/>
                <a:ea typeface="Yu Gothic"/>
                <a:cs typeface="Yu Gothic"/>
              </a:defRPr>
            </a:lvl9pPr>
          </a:lstStyle>
          <a:p xmlns:a="http://schemas.openxmlformats.org/drawingml/2006/main">
            <a:pPr algn="ctr">
              <a:defRPr sz="1425" b="1">
                <a:solidFill>
                  <a:srgbClr val="166B68"/>
                </a:solidFill>
                <a:latin typeface="Yu Gothic"/>
                <a:ea typeface="Yu Gothic"/>
                <a:cs typeface="Yu Gothic"/>
              </a:defRPr>
            </a:pPr>
            <a:r>
              <a:rPr sz="1425" b="1">
                <a:solidFill>
                  <a:srgbClr val="166B68"/>
                </a:solidFill>
                <a:latin typeface="Yu Gothic"/>
                <a:ea typeface="Yu Gothic"/>
                <a:cs typeface="Yu Gothic"/>
              </a:rPr>
              <a:t>●</a:t>
            </a:r>
          </a:p>
        </p:txBody>
      </p:sp>
      <p:sp>
        <p:nvSpPr>
          <p:cNvPr id="13" name="">
            <a:extLst xmlns:a="http://schemas.openxmlformats.org/drawingml/2006/main">
              <a:ext uri="{FF2B5EF4-FFF2-40B4-BE49-F238E27FC236}">
                <a16:creationId xmlns:a16="http://schemas.microsoft.com/office/drawing/2014/main" id="{1BAE987D-E89E-42B0-9D51-1BEBA73A1D4B}"/>
              </a:ext>
            </a:extLst>
          </p:cNvPr>
          <p:cNvSpPr>
            <a:spLocks xmlns:a="http://schemas.openxmlformats.org/drawingml/2006/main" noGrp="1"/>
          </p:cNvSpPr>
          <p:nvPr/>
        </p:nvSpPr>
        <p:spPr>
          <a:xfrm xmlns:a="http://schemas.openxmlformats.org/drawingml/2006/main">
            <a:off x="1219200" y="4286250"/>
            <a:ext cx="4724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補正＝中心O−偏心E</a:t>
            </a:r>
          </a:p>
        </p:txBody>
      </p:sp>
      <p:sp>
        <p:nvSpPr>
          <p:cNvPr id="14" name="">
            <a:extLst xmlns:a="http://schemas.openxmlformats.org/drawingml/2006/main">
              <a:ext uri="{FF2B5EF4-FFF2-40B4-BE49-F238E27FC236}">
                <a16:creationId xmlns:a16="http://schemas.microsoft.com/office/drawing/2014/main" id="{A6A853C8-4173-497F-A7F4-BC80DE058F46}"/>
              </a:ext>
            </a:extLst>
          </p:cNvPr>
          <p:cNvSpPr>
            <a:spLocks xmlns:a="http://schemas.openxmlformats.org/drawingml/2006/main" noGrp="1"/>
          </p:cNvSpPr>
          <p:nvPr/>
        </p:nvSpPr>
        <p:spPr>
          <a:xfrm xmlns:a="http://schemas.openxmlformats.org/drawingml/2006/main">
            <a:off x="7677150" y="4899660"/>
            <a:ext cx="3070860" cy="9525"/>
          </a:xfrm>
          <a:custGeom xmlns:a="http://schemas.openxmlformats.org/drawingml/2006/main">
            <a:pathLst>
              <a:path w="3070860" h="9525">
                <a:moveTo>
                  <a:pt x="0" y="0"/>
                </a:moveTo>
                <a:lnTo>
                  <a:pt x="3070860" y="0"/>
                </a:lnTo>
              </a:path>
            </a:pathLst>
          </a:custGeom>
          <a:noFill xmlns:a="http://schemas.openxmlformats.org/drawingml/2006/main"/>
          <a:ln xmlns:a="http://schemas.openxmlformats.org/drawingml/2006/main" w="19050">
            <a:solidFill>
              <a:srgbClr val="CFD9DD"/>
            </a:solidFill>
            <a:prstDash val="solid"/>
          </a:ln>
        </p:spPr>
      </p:sp>
      <p:sp>
        <p:nvSpPr>
          <p:cNvPr id="15" name="">
            <a:extLst xmlns:a="http://schemas.openxmlformats.org/drawingml/2006/main">
              <a:ext uri="{FF2B5EF4-FFF2-40B4-BE49-F238E27FC236}">
                <a16:creationId xmlns:a16="http://schemas.microsoft.com/office/drawing/2014/main" id="{6FC3401F-1320-405F-803B-35480EA36D0B}"/>
              </a:ext>
            </a:extLst>
          </p:cNvPr>
          <p:cNvSpPr>
            <a:spLocks xmlns:a="http://schemas.openxmlformats.org/drawingml/2006/main" noGrp="1"/>
          </p:cNvSpPr>
          <p:nvPr/>
        </p:nvSpPr>
        <p:spPr>
          <a:xfrm xmlns:a="http://schemas.openxmlformats.org/drawingml/2006/main">
            <a:off x="10666807" y="4849874"/>
            <a:ext cx="81203" cy="99572"/>
          </a:xfrm>
          <a:custGeom xmlns:a="http://schemas.openxmlformats.org/drawingml/2006/main">
            <a:pathLst>
              <a:path w="81203" h="99572">
                <a:moveTo>
                  <a:pt x="0" y="99572"/>
                </a:moveTo>
                <a:lnTo>
                  <a:pt x="81203" y="49786"/>
                </a:lnTo>
                <a:lnTo>
                  <a:pt x="0" y="0"/>
                </a:lnTo>
              </a:path>
            </a:pathLst>
          </a:custGeom>
          <a:noFill xmlns:a="http://schemas.openxmlformats.org/drawingml/2006/main"/>
          <a:ln xmlns:a="http://schemas.openxmlformats.org/drawingml/2006/main" w="19050">
            <a:solidFill>
              <a:srgbClr val="CFD9DD"/>
            </a:solidFill>
            <a:prstDash val="solid"/>
          </a:ln>
        </p:spPr>
      </p:sp>
      <p:sp>
        <p:nvSpPr>
          <p:cNvPr id="16" name="">
            <a:extLst xmlns:a="http://schemas.openxmlformats.org/drawingml/2006/main">
              <a:ext uri="{FF2B5EF4-FFF2-40B4-BE49-F238E27FC236}">
                <a16:creationId xmlns:a16="http://schemas.microsoft.com/office/drawing/2014/main" id="{067DAA88-DB9D-4F9F-B93E-E91A4A3DB0F9}"/>
              </a:ext>
            </a:extLst>
          </p:cNvPr>
          <p:cNvSpPr>
            <a:spLocks xmlns:a="http://schemas.openxmlformats.org/drawingml/2006/main" noGrp="1"/>
          </p:cNvSpPr>
          <p:nvPr/>
        </p:nvSpPr>
        <p:spPr>
          <a:xfrm xmlns:a="http://schemas.openxmlformats.org/drawingml/2006/main">
            <a:off x="7677150" y="2971800"/>
            <a:ext cx="9525" cy="1927860"/>
          </a:xfrm>
          <a:custGeom xmlns:a="http://schemas.openxmlformats.org/drawingml/2006/main">
            <a:pathLst>
              <a:path w="9525" h="1927860">
                <a:moveTo>
                  <a:pt x="0" y="1927860"/>
                </a:moveTo>
                <a:lnTo>
                  <a:pt x="0" y="0"/>
                </a:lnTo>
              </a:path>
            </a:pathLst>
          </a:custGeom>
          <a:noFill xmlns:a="http://schemas.openxmlformats.org/drawingml/2006/main"/>
          <a:ln xmlns:a="http://schemas.openxmlformats.org/drawingml/2006/main" w="19050">
            <a:solidFill>
              <a:srgbClr val="CFD9DD"/>
            </a:solidFill>
            <a:prstDash val="solid"/>
          </a:ln>
        </p:spPr>
      </p:sp>
      <p:sp>
        <p:nvSpPr>
          <p:cNvPr id="17" name="">
            <a:extLst xmlns:a="http://schemas.openxmlformats.org/drawingml/2006/main">
              <a:ext uri="{FF2B5EF4-FFF2-40B4-BE49-F238E27FC236}">
                <a16:creationId xmlns:a16="http://schemas.microsoft.com/office/drawing/2014/main" id="{CC784087-1EF4-49C5-ACF4-F1540ADFC7CB}"/>
              </a:ext>
            </a:extLst>
          </p:cNvPr>
          <p:cNvSpPr>
            <a:spLocks xmlns:a="http://schemas.openxmlformats.org/drawingml/2006/main" noGrp="1"/>
          </p:cNvSpPr>
          <p:nvPr/>
        </p:nvSpPr>
        <p:spPr>
          <a:xfrm xmlns:a="http://schemas.openxmlformats.org/drawingml/2006/main">
            <a:off x="7627364" y="2971800"/>
            <a:ext cx="99572" cy="81203"/>
          </a:xfrm>
          <a:custGeom xmlns:a="http://schemas.openxmlformats.org/drawingml/2006/main">
            <a:pathLst>
              <a:path w="99572" h="81203">
                <a:moveTo>
                  <a:pt x="99572" y="81203"/>
                </a:moveTo>
                <a:lnTo>
                  <a:pt x="49786" y="0"/>
                </a:lnTo>
                <a:lnTo>
                  <a:pt x="0" y="81203"/>
                </a:lnTo>
              </a:path>
            </a:pathLst>
          </a:custGeom>
          <a:noFill xmlns:a="http://schemas.openxmlformats.org/drawingml/2006/main"/>
          <a:ln xmlns:a="http://schemas.openxmlformats.org/drawingml/2006/main" w="19050">
            <a:solidFill>
              <a:srgbClr val="CFD9DD"/>
            </a:solidFill>
            <a:prstDash val="solid"/>
          </a:ln>
        </p:spPr>
      </p:sp>
      <p:sp>
        <p:nvSpPr>
          <p:cNvPr id="18" name="">
            <a:extLst xmlns:a="http://schemas.openxmlformats.org/drawingml/2006/main">
              <a:ext uri="{FF2B5EF4-FFF2-40B4-BE49-F238E27FC236}">
                <a16:creationId xmlns:a16="http://schemas.microsoft.com/office/drawing/2014/main" id="{44CFE942-88DB-4C99-B623-F1950ABC3A1B}"/>
              </a:ext>
            </a:extLst>
          </p:cNvPr>
          <p:cNvSpPr>
            <a:spLocks xmlns:a="http://schemas.openxmlformats.org/drawingml/2006/main" noGrp="1"/>
          </p:cNvSpPr>
          <p:nvPr/>
        </p:nvSpPr>
        <p:spPr>
          <a:xfrm xmlns:a="http://schemas.openxmlformats.org/drawingml/2006/main">
            <a:off x="7677150" y="3467100"/>
            <a:ext cx="9525" cy="1432560"/>
          </a:xfrm>
          <a:custGeom xmlns:a="http://schemas.openxmlformats.org/drawingml/2006/main">
            <a:pathLst>
              <a:path w="9525" h="1432560">
                <a:moveTo>
                  <a:pt x="0" y="1432560"/>
                </a:moveTo>
                <a:lnTo>
                  <a:pt x="0" y="0"/>
                </a:lnTo>
              </a:path>
            </a:pathLst>
          </a:custGeom>
          <a:noFill xmlns:a="http://schemas.openxmlformats.org/drawingml/2006/main"/>
          <a:ln xmlns:a="http://schemas.openxmlformats.org/drawingml/2006/main" w="28575">
            <a:solidFill>
              <a:srgbClr val="182B33"/>
            </a:solidFill>
            <a:prstDash val="solid"/>
          </a:ln>
        </p:spPr>
      </p:sp>
      <p:sp>
        <p:nvSpPr>
          <p:cNvPr id="19" name="">
            <a:extLst xmlns:a="http://schemas.openxmlformats.org/drawingml/2006/main">
              <a:ext uri="{FF2B5EF4-FFF2-40B4-BE49-F238E27FC236}">
                <a16:creationId xmlns:a16="http://schemas.microsoft.com/office/drawing/2014/main" id="{91156713-2E6E-4F28-8017-8A2962E630AD}"/>
              </a:ext>
            </a:extLst>
          </p:cNvPr>
          <p:cNvSpPr>
            <a:spLocks xmlns:a="http://schemas.openxmlformats.org/drawingml/2006/main" noGrp="1"/>
          </p:cNvSpPr>
          <p:nvPr/>
        </p:nvSpPr>
        <p:spPr>
          <a:xfrm xmlns:a="http://schemas.openxmlformats.org/drawingml/2006/main">
            <a:off x="7677150" y="4899660"/>
            <a:ext cx="1432560" cy="9525"/>
          </a:xfrm>
          <a:custGeom xmlns:a="http://schemas.openxmlformats.org/drawingml/2006/main">
            <a:pathLst>
              <a:path w="1432560" h="9525">
                <a:moveTo>
                  <a:pt x="0" y="0"/>
                </a:moveTo>
                <a:lnTo>
                  <a:pt x="1432560" y="0"/>
                </a:lnTo>
              </a:path>
            </a:pathLst>
          </a:custGeom>
          <a:noFill xmlns:a="http://schemas.openxmlformats.org/drawingml/2006/main"/>
          <a:ln xmlns:a="http://schemas.openxmlformats.org/drawingml/2006/main" w="28575">
            <a:solidFill>
              <a:srgbClr val="182B33"/>
            </a:solidFill>
            <a:prstDash val="solid"/>
          </a:ln>
        </p:spPr>
      </p:sp>
      <p:sp>
        <p:nvSpPr>
          <p:cNvPr id="20" name="">
            <a:extLst xmlns:a="http://schemas.openxmlformats.org/drawingml/2006/main">
              <a:ext uri="{FF2B5EF4-FFF2-40B4-BE49-F238E27FC236}">
                <a16:creationId xmlns:a16="http://schemas.microsoft.com/office/drawing/2014/main" id="{433B054B-83A4-447F-AA75-97C920617C79}"/>
              </a:ext>
            </a:extLst>
          </p:cNvPr>
          <p:cNvSpPr>
            <a:spLocks xmlns:a="http://schemas.openxmlformats.org/drawingml/2006/main" noGrp="1"/>
          </p:cNvSpPr>
          <p:nvPr/>
        </p:nvSpPr>
        <p:spPr>
          <a:xfrm xmlns:a="http://schemas.openxmlformats.org/drawingml/2006/main">
            <a:off x="7677150" y="3467100"/>
            <a:ext cx="520065" cy="1432560"/>
          </a:xfrm>
          <a:custGeom xmlns:a="http://schemas.openxmlformats.org/drawingml/2006/main">
            <a:pathLst>
              <a:path w="520065" h="1432560">
                <a:moveTo>
                  <a:pt x="520065" y="1432560"/>
                </a:moveTo>
                <a:lnTo>
                  <a:pt x="0" y="0"/>
                </a:lnTo>
              </a:path>
            </a:pathLst>
          </a:custGeom>
          <a:noFill xmlns:a="http://schemas.openxmlformats.org/drawingml/2006/main"/>
          <a:ln xmlns:a="http://schemas.openxmlformats.org/drawingml/2006/main" w="28575">
            <a:solidFill>
              <a:srgbClr val="A94737"/>
            </a:solidFill>
            <a:prstDash val="solid"/>
          </a:ln>
        </p:spPr>
      </p:sp>
      <p:sp>
        <p:nvSpPr>
          <p:cNvPr id="21" name="">
            <a:extLst xmlns:a="http://schemas.openxmlformats.org/drawingml/2006/main">
              <a:ext uri="{FF2B5EF4-FFF2-40B4-BE49-F238E27FC236}">
                <a16:creationId xmlns:a16="http://schemas.microsoft.com/office/drawing/2014/main" id="{030314EA-0893-4038-AFC4-BC4728876751}"/>
              </a:ext>
            </a:extLst>
          </p:cNvPr>
          <p:cNvSpPr>
            <a:spLocks xmlns:a="http://schemas.openxmlformats.org/drawingml/2006/main" noGrp="1"/>
          </p:cNvSpPr>
          <p:nvPr/>
        </p:nvSpPr>
        <p:spPr>
          <a:xfrm xmlns:a="http://schemas.openxmlformats.org/drawingml/2006/main">
            <a:off x="8197215" y="4899660"/>
            <a:ext cx="912495" cy="9525"/>
          </a:xfrm>
          <a:custGeom xmlns:a="http://schemas.openxmlformats.org/drawingml/2006/main">
            <a:pathLst>
              <a:path w="912495" h="9525">
                <a:moveTo>
                  <a:pt x="0" y="0"/>
                </a:moveTo>
                <a:lnTo>
                  <a:pt x="912495" y="0"/>
                </a:lnTo>
              </a:path>
            </a:pathLst>
          </a:custGeom>
          <a:noFill xmlns:a="http://schemas.openxmlformats.org/drawingml/2006/main"/>
          <a:ln xmlns:a="http://schemas.openxmlformats.org/drawingml/2006/main" w="28575">
            <a:solidFill>
              <a:srgbClr val="A94737"/>
            </a:solidFill>
            <a:prstDash val="solid"/>
          </a:ln>
        </p:spPr>
      </p:sp>
      <p:sp>
        <p:nvSpPr>
          <p:cNvPr id="22" name="">
            <a:extLst xmlns:a="http://schemas.openxmlformats.org/drawingml/2006/main">
              <a:ext uri="{FF2B5EF4-FFF2-40B4-BE49-F238E27FC236}">
                <a16:creationId xmlns:a16="http://schemas.microsoft.com/office/drawing/2014/main" id="{7F4D53FF-6F8A-4799-8951-8CFAE65FCC9D}"/>
              </a:ext>
            </a:extLst>
          </p:cNvPr>
          <p:cNvSpPr>
            <a:spLocks xmlns:a="http://schemas.openxmlformats.org/drawingml/2006/main" noGrp="1"/>
          </p:cNvSpPr>
          <p:nvPr/>
        </p:nvSpPr>
        <p:spPr>
          <a:xfrm xmlns:a="http://schemas.openxmlformats.org/drawingml/2006/main">
            <a:off x="8197215" y="3048000"/>
            <a:ext cx="9525" cy="1851660"/>
          </a:xfrm>
          <a:custGeom xmlns:a="http://schemas.openxmlformats.org/drawingml/2006/main">
            <a:pathLst>
              <a:path w="9525" h="1851660">
                <a:moveTo>
                  <a:pt x="0" y="1851660"/>
                </a:moveTo>
                <a:lnTo>
                  <a:pt x="0" y="0"/>
                </a:lnTo>
              </a:path>
            </a:pathLst>
          </a:custGeom>
          <a:noFill xmlns:a="http://schemas.openxmlformats.org/drawingml/2006/main"/>
          <a:ln xmlns:a="http://schemas.openxmlformats.org/drawingml/2006/main" w="19050">
            <a:solidFill>
              <a:srgbClr val="CFD9DD"/>
            </a:solidFill>
            <a:prstDash val="dash"/>
          </a:ln>
        </p:spPr>
      </p:sp>
      <p:sp>
        <p:nvSpPr>
          <p:cNvPr id="23" name="">
            <a:extLst xmlns:a="http://schemas.openxmlformats.org/drawingml/2006/main">
              <a:ext uri="{FF2B5EF4-FFF2-40B4-BE49-F238E27FC236}">
                <a16:creationId xmlns:a16="http://schemas.microsoft.com/office/drawing/2014/main" id="{A6FC2F94-4C75-4A8D-AE5B-1B23825EC8DC}"/>
              </a:ext>
            </a:extLst>
          </p:cNvPr>
          <p:cNvSpPr>
            <a:spLocks xmlns:a="http://schemas.openxmlformats.org/drawingml/2006/main" noGrp="1"/>
          </p:cNvSpPr>
          <p:nvPr/>
        </p:nvSpPr>
        <p:spPr>
          <a:xfrm xmlns:a="http://schemas.openxmlformats.org/drawingml/2006/main">
            <a:off x="7610475" y="4832985"/>
            <a:ext cx="133350" cy="133350"/>
          </a:xfrm>
          <a:prstGeom xmlns:a="http://schemas.openxmlformats.org/drawingml/2006/main" prst="ellipse">
            <a:avLst/>
          </a:prstGeom>
          <a:solidFill xmlns:a="http://schemas.openxmlformats.org/drawingml/2006/main">
            <a:srgbClr val="166B68"/>
          </a:solidFill>
          <a:ln xmlns:a="http://schemas.openxmlformats.org/drawingml/2006/main" w="9525">
            <a:solidFill>
              <a:srgbClr val="166B68"/>
            </a:solidFill>
          </a:ln>
        </p:spPr>
      </p:sp>
      <p:sp>
        <p:nvSpPr>
          <p:cNvPr id="24" name="">
            <a:extLst xmlns:a="http://schemas.openxmlformats.org/drawingml/2006/main">
              <a:ext uri="{FF2B5EF4-FFF2-40B4-BE49-F238E27FC236}">
                <a16:creationId xmlns:a16="http://schemas.microsoft.com/office/drawing/2014/main" id="{99A7992A-069F-4CD8-B7BB-2F889A97CFEC}"/>
              </a:ext>
            </a:extLst>
          </p:cNvPr>
          <p:cNvSpPr>
            <a:spLocks xmlns:a="http://schemas.openxmlformats.org/drawingml/2006/main" noGrp="1"/>
          </p:cNvSpPr>
          <p:nvPr/>
        </p:nvSpPr>
        <p:spPr>
          <a:xfrm xmlns:a="http://schemas.openxmlformats.org/drawingml/2006/main">
            <a:off x="8130540" y="4832985"/>
            <a:ext cx="133350" cy="133350"/>
          </a:xfrm>
          <a:prstGeom xmlns:a="http://schemas.openxmlformats.org/drawingml/2006/main" prst="ellipse">
            <a:avLst/>
          </a:prstGeom>
          <a:solidFill xmlns:a="http://schemas.openxmlformats.org/drawingml/2006/main">
            <a:srgbClr val="A94737"/>
          </a:solidFill>
          <a:ln xmlns:a="http://schemas.openxmlformats.org/drawingml/2006/main" w="9525">
            <a:solidFill>
              <a:srgbClr val="A94737"/>
            </a:solidFill>
          </a:ln>
        </p:spPr>
      </p:sp>
      <p:sp>
        <p:nvSpPr>
          <p:cNvPr id="25" name="">
            <a:extLst xmlns:a="http://schemas.openxmlformats.org/drawingml/2006/main">
              <a:ext uri="{FF2B5EF4-FFF2-40B4-BE49-F238E27FC236}">
                <a16:creationId xmlns:a16="http://schemas.microsoft.com/office/drawing/2014/main" id="{134C1FFC-0CA0-4069-8635-BF8EBC2D568D}"/>
              </a:ext>
            </a:extLst>
          </p:cNvPr>
          <p:cNvSpPr>
            <a:spLocks xmlns:a="http://schemas.openxmlformats.org/drawingml/2006/main" noGrp="1"/>
          </p:cNvSpPr>
          <p:nvPr/>
        </p:nvSpPr>
        <p:spPr>
          <a:xfrm xmlns:a="http://schemas.openxmlformats.org/drawingml/2006/main">
            <a:off x="7620000" y="3409950"/>
            <a:ext cx="114300" cy="114300"/>
          </a:xfrm>
          <a:prstGeom xmlns:a="http://schemas.openxmlformats.org/drawingml/2006/main" prst="ellipse">
            <a:avLst/>
          </a:prstGeom>
          <a:solidFill xmlns:a="http://schemas.openxmlformats.org/drawingml/2006/main">
            <a:srgbClr val="166B68"/>
          </a:solidFill>
          <a:ln xmlns:a="http://schemas.openxmlformats.org/drawingml/2006/main" w="9525">
            <a:solidFill>
              <a:srgbClr val="166B68"/>
            </a:solidFill>
          </a:ln>
        </p:spPr>
      </p:sp>
      <p:sp>
        <p:nvSpPr>
          <p:cNvPr id="26" name="">
            <a:extLst xmlns:a="http://schemas.openxmlformats.org/drawingml/2006/main">
              <a:ext uri="{FF2B5EF4-FFF2-40B4-BE49-F238E27FC236}">
                <a16:creationId xmlns:a16="http://schemas.microsoft.com/office/drawing/2014/main" id="{6908F5B7-BDDD-41BB-9737-DBCF10C1D677}"/>
              </a:ext>
            </a:extLst>
          </p:cNvPr>
          <p:cNvSpPr>
            <a:spLocks xmlns:a="http://schemas.openxmlformats.org/drawingml/2006/main" noGrp="1"/>
          </p:cNvSpPr>
          <p:nvPr/>
        </p:nvSpPr>
        <p:spPr>
          <a:xfrm xmlns:a="http://schemas.openxmlformats.org/drawingml/2006/main">
            <a:off x="7410450" y="3228975"/>
            <a:ext cx="7048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182B33"/>
                </a:solidFill>
                <a:latin typeface="Yu Gothic"/>
                <a:ea typeface="Yu Gothic"/>
                <a:cs typeface="Yu Gothic"/>
              </a:defRPr>
            </a:defPPr>
            <a:lvl1pPr algn="l">
              <a:defRPr sz="1650" b="1">
                <a:solidFill>
                  <a:srgbClr val="182B33"/>
                </a:solidFill>
                <a:latin typeface="Yu Gothic"/>
                <a:ea typeface="Yu Gothic"/>
                <a:cs typeface="Yu Gothic"/>
              </a:defRPr>
            </a:lvl1pPr>
            <a:lvl2pPr algn="l">
              <a:defRPr sz="1650" b="1">
                <a:solidFill>
                  <a:srgbClr val="182B33"/>
                </a:solidFill>
                <a:latin typeface="Yu Gothic"/>
                <a:ea typeface="Yu Gothic"/>
                <a:cs typeface="Yu Gothic"/>
              </a:defRPr>
            </a:lvl2pPr>
            <a:lvl3pPr algn="l">
              <a:defRPr sz="1650" b="1">
                <a:solidFill>
                  <a:srgbClr val="182B33"/>
                </a:solidFill>
                <a:latin typeface="Yu Gothic"/>
                <a:ea typeface="Yu Gothic"/>
                <a:cs typeface="Yu Gothic"/>
              </a:defRPr>
            </a:lvl3pPr>
            <a:lvl4pPr algn="l">
              <a:defRPr sz="1650" b="1">
                <a:solidFill>
                  <a:srgbClr val="182B33"/>
                </a:solidFill>
                <a:latin typeface="Yu Gothic"/>
                <a:ea typeface="Yu Gothic"/>
                <a:cs typeface="Yu Gothic"/>
              </a:defRPr>
            </a:lvl4pPr>
            <a:lvl5pPr algn="l">
              <a:defRPr sz="1650" b="1">
                <a:solidFill>
                  <a:srgbClr val="182B33"/>
                </a:solidFill>
                <a:latin typeface="Yu Gothic"/>
                <a:ea typeface="Yu Gothic"/>
                <a:cs typeface="Yu Gothic"/>
              </a:defRPr>
            </a:lvl5pPr>
            <a:lvl6pPr algn="l">
              <a:defRPr sz="1650" b="1">
                <a:solidFill>
                  <a:srgbClr val="182B33"/>
                </a:solidFill>
                <a:latin typeface="Yu Gothic"/>
                <a:ea typeface="Yu Gothic"/>
                <a:cs typeface="Yu Gothic"/>
              </a:defRPr>
            </a:lvl6pPr>
            <a:lvl7pPr algn="l">
              <a:defRPr sz="1650" b="1">
                <a:solidFill>
                  <a:srgbClr val="182B33"/>
                </a:solidFill>
                <a:latin typeface="Yu Gothic"/>
                <a:ea typeface="Yu Gothic"/>
                <a:cs typeface="Yu Gothic"/>
              </a:defRPr>
            </a:lvl7pPr>
            <a:lvl8pPr algn="l">
              <a:defRPr sz="1650" b="1">
                <a:solidFill>
                  <a:srgbClr val="182B33"/>
                </a:solidFill>
                <a:latin typeface="Yu Gothic"/>
                <a:ea typeface="Yu Gothic"/>
                <a:cs typeface="Yu Gothic"/>
              </a:defRPr>
            </a:lvl8pPr>
            <a:lvl9pPr algn="l">
              <a:defRPr sz="1650" b="1">
                <a:solidFill>
                  <a:srgbClr val="182B33"/>
                </a:solidFill>
                <a:latin typeface="Yu Gothic"/>
                <a:ea typeface="Yu Gothic"/>
                <a:cs typeface="Yu Gothic"/>
              </a:defRPr>
            </a:lvl9pPr>
          </a:lstStyle>
          <a:p xmlns:a="http://schemas.openxmlformats.org/drawingml/2006/main">
            <a:pPr algn="l">
              <a:defRPr sz="1650" b="1">
                <a:solidFill>
                  <a:srgbClr val="182B33"/>
                </a:solidFill>
                <a:latin typeface="Yu Gothic"/>
                <a:ea typeface="Yu Gothic"/>
                <a:cs typeface="Yu Gothic"/>
              </a:defRPr>
            </a:pPr>
            <a:r>
              <a:rPr sz="1650" b="1">
                <a:solidFill>
                  <a:srgbClr val="182B33"/>
                </a:solidFill>
                <a:latin typeface="Yu Gothic"/>
                <a:ea typeface="Yu Gothic"/>
                <a:cs typeface="Yu Gothic"/>
              </a:rPr>
              <a:t>A</a:t>
            </a:r>
          </a:p>
        </p:txBody>
      </p:sp>
      <p:sp>
        <p:nvSpPr>
          <p:cNvPr id="27" name="">
            <a:extLst xmlns:a="http://schemas.openxmlformats.org/drawingml/2006/main">
              <a:ext uri="{FF2B5EF4-FFF2-40B4-BE49-F238E27FC236}">
                <a16:creationId xmlns:a16="http://schemas.microsoft.com/office/drawing/2014/main" id="{4C41343D-E8D2-486A-A287-BAD24BAC40EE}"/>
              </a:ext>
            </a:extLst>
          </p:cNvPr>
          <p:cNvSpPr>
            <a:spLocks xmlns:a="http://schemas.openxmlformats.org/drawingml/2006/main" noGrp="1"/>
          </p:cNvSpPr>
          <p:nvPr/>
        </p:nvSpPr>
        <p:spPr>
          <a:xfrm xmlns:a="http://schemas.openxmlformats.org/drawingml/2006/main">
            <a:off x="9052560" y="4842510"/>
            <a:ext cx="114300" cy="114300"/>
          </a:xfrm>
          <a:prstGeom xmlns:a="http://schemas.openxmlformats.org/drawingml/2006/main" prst="ellipse">
            <a:avLst/>
          </a:prstGeom>
          <a:solidFill xmlns:a="http://schemas.openxmlformats.org/drawingml/2006/main">
            <a:srgbClr val="166B68"/>
          </a:solidFill>
          <a:ln xmlns:a="http://schemas.openxmlformats.org/drawingml/2006/main" w="9525">
            <a:solidFill>
              <a:srgbClr val="166B68"/>
            </a:solidFill>
          </a:ln>
        </p:spPr>
      </p:sp>
      <p:sp>
        <p:nvSpPr>
          <p:cNvPr id="28" name="">
            <a:extLst xmlns:a="http://schemas.openxmlformats.org/drawingml/2006/main">
              <a:ext uri="{FF2B5EF4-FFF2-40B4-BE49-F238E27FC236}">
                <a16:creationId xmlns:a16="http://schemas.microsoft.com/office/drawing/2014/main" id="{82D0A335-972A-4EF4-BADC-C5BBECD27AC3}"/>
              </a:ext>
            </a:extLst>
          </p:cNvPr>
          <p:cNvSpPr>
            <a:spLocks xmlns:a="http://schemas.openxmlformats.org/drawingml/2006/main" noGrp="1"/>
          </p:cNvSpPr>
          <p:nvPr/>
        </p:nvSpPr>
        <p:spPr>
          <a:xfrm xmlns:a="http://schemas.openxmlformats.org/drawingml/2006/main">
            <a:off x="9185910" y="4652010"/>
            <a:ext cx="7048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182B33"/>
                </a:solidFill>
                <a:latin typeface="Yu Gothic"/>
                <a:ea typeface="Yu Gothic"/>
                <a:cs typeface="Yu Gothic"/>
              </a:defRPr>
            </a:defPPr>
            <a:lvl1pPr algn="l">
              <a:defRPr sz="1650" b="1">
                <a:solidFill>
                  <a:srgbClr val="182B33"/>
                </a:solidFill>
                <a:latin typeface="Yu Gothic"/>
                <a:ea typeface="Yu Gothic"/>
                <a:cs typeface="Yu Gothic"/>
              </a:defRPr>
            </a:lvl1pPr>
            <a:lvl2pPr algn="l">
              <a:defRPr sz="1650" b="1">
                <a:solidFill>
                  <a:srgbClr val="182B33"/>
                </a:solidFill>
                <a:latin typeface="Yu Gothic"/>
                <a:ea typeface="Yu Gothic"/>
                <a:cs typeface="Yu Gothic"/>
              </a:defRPr>
            </a:lvl2pPr>
            <a:lvl3pPr algn="l">
              <a:defRPr sz="1650" b="1">
                <a:solidFill>
                  <a:srgbClr val="182B33"/>
                </a:solidFill>
                <a:latin typeface="Yu Gothic"/>
                <a:ea typeface="Yu Gothic"/>
                <a:cs typeface="Yu Gothic"/>
              </a:defRPr>
            </a:lvl3pPr>
            <a:lvl4pPr algn="l">
              <a:defRPr sz="1650" b="1">
                <a:solidFill>
                  <a:srgbClr val="182B33"/>
                </a:solidFill>
                <a:latin typeface="Yu Gothic"/>
                <a:ea typeface="Yu Gothic"/>
                <a:cs typeface="Yu Gothic"/>
              </a:defRPr>
            </a:lvl4pPr>
            <a:lvl5pPr algn="l">
              <a:defRPr sz="1650" b="1">
                <a:solidFill>
                  <a:srgbClr val="182B33"/>
                </a:solidFill>
                <a:latin typeface="Yu Gothic"/>
                <a:ea typeface="Yu Gothic"/>
                <a:cs typeface="Yu Gothic"/>
              </a:defRPr>
            </a:lvl5pPr>
            <a:lvl6pPr algn="l">
              <a:defRPr sz="1650" b="1">
                <a:solidFill>
                  <a:srgbClr val="182B33"/>
                </a:solidFill>
                <a:latin typeface="Yu Gothic"/>
                <a:ea typeface="Yu Gothic"/>
                <a:cs typeface="Yu Gothic"/>
              </a:defRPr>
            </a:lvl6pPr>
            <a:lvl7pPr algn="l">
              <a:defRPr sz="1650" b="1">
                <a:solidFill>
                  <a:srgbClr val="182B33"/>
                </a:solidFill>
                <a:latin typeface="Yu Gothic"/>
                <a:ea typeface="Yu Gothic"/>
                <a:cs typeface="Yu Gothic"/>
              </a:defRPr>
            </a:lvl7pPr>
            <a:lvl8pPr algn="l">
              <a:defRPr sz="1650" b="1">
                <a:solidFill>
                  <a:srgbClr val="182B33"/>
                </a:solidFill>
                <a:latin typeface="Yu Gothic"/>
                <a:ea typeface="Yu Gothic"/>
                <a:cs typeface="Yu Gothic"/>
              </a:defRPr>
            </a:lvl8pPr>
            <a:lvl9pPr algn="l">
              <a:defRPr sz="1650" b="1">
                <a:solidFill>
                  <a:srgbClr val="182B33"/>
                </a:solidFill>
                <a:latin typeface="Yu Gothic"/>
                <a:ea typeface="Yu Gothic"/>
                <a:cs typeface="Yu Gothic"/>
              </a:defRPr>
            </a:lvl9pPr>
          </a:lstStyle>
          <a:p xmlns:a="http://schemas.openxmlformats.org/drawingml/2006/main">
            <a:pPr algn="l">
              <a:defRPr sz="1650" b="1">
                <a:solidFill>
                  <a:srgbClr val="182B33"/>
                </a:solidFill>
                <a:latin typeface="Yu Gothic"/>
                <a:ea typeface="Yu Gothic"/>
                <a:cs typeface="Yu Gothic"/>
              </a:defRPr>
            </a:pPr>
            <a:r>
              <a:rPr sz="1650" b="1">
                <a:solidFill>
                  <a:srgbClr val="182B33"/>
                </a:solidFill>
                <a:latin typeface="Yu Gothic"/>
                <a:ea typeface="Yu Gothic"/>
                <a:cs typeface="Yu Gothic"/>
              </a:rPr>
              <a:t>B</a:t>
            </a:r>
          </a:p>
        </p:txBody>
      </p:sp>
      <p:sp>
        <p:nvSpPr>
          <p:cNvPr id="29" name="">
            <a:extLst xmlns:a="http://schemas.openxmlformats.org/drawingml/2006/main">
              <a:ext uri="{FF2B5EF4-FFF2-40B4-BE49-F238E27FC236}">
                <a16:creationId xmlns:a16="http://schemas.microsoft.com/office/drawing/2014/main" id="{152BD303-F8B2-46F4-BDE1-1030152A2B04}"/>
              </a:ext>
            </a:extLst>
          </p:cNvPr>
          <p:cNvSpPr>
            <a:spLocks xmlns:a="http://schemas.openxmlformats.org/drawingml/2006/main" noGrp="1"/>
          </p:cNvSpPr>
          <p:nvPr/>
        </p:nvSpPr>
        <p:spPr>
          <a:xfrm xmlns:a="http://schemas.openxmlformats.org/drawingml/2006/main">
            <a:off x="6629400" y="5023485"/>
            <a:ext cx="971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182B33"/>
                </a:solidFill>
                <a:latin typeface="Yu Gothic"/>
                <a:ea typeface="Yu Gothic"/>
                <a:cs typeface="Yu Gothic"/>
              </a:defRPr>
            </a:defPPr>
            <a:lvl1pPr algn="l">
              <a:defRPr sz="1650" b="1">
                <a:solidFill>
                  <a:srgbClr val="182B33"/>
                </a:solidFill>
                <a:latin typeface="Yu Gothic"/>
                <a:ea typeface="Yu Gothic"/>
                <a:cs typeface="Yu Gothic"/>
              </a:defRPr>
            </a:lvl1pPr>
            <a:lvl2pPr algn="l">
              <a:defRPr sz="1650" b="1">
                <a:solidFill>
                  <a:srgbClr val="182B33"/>
                </a:solidFill>
                <a:latin typeface="Yu Gothic"/>
                <a:ea typeface="Yu Gothic"/>
                <a:cs typeface="Yu Gothic"/>
              </a:defRPr>
            </a:lvl2pPr>
            <a:lvl3pPr algn="l">
              <a:defRPr sz="1650" b="1">
                <a:solidFill>
                  <a:srgbClr val="182B33"/>
                </a:solidFill>
                <a:latin typeface="Yu Gothic"/>
                <a:ea typeface="Yu Gothic"/>
                <a:cs typeface="Yu Gothic"/>
              </a:defRPr>
            </a:lvl3pPr>
            <a:lvl4pPr algn="l">
              <a:defRPr sz="1650" b="1">
                <a:solidFill>
                  <a:srgbClr val="182B33"/>
                </a:solidFill>
                <a:latin typeface="Yu Gothic"/>
                <a:ea typeface="Yu Gothic"/>
                <a:cs typeface="Yu Gothic"/>
              </a:defRPr>
            </a:lvl4pPr>
            <a:lvl5pPr algn="l">
              <a:defRPr sz="1650" b="1">
                <a:solidFill>
                  <a:srgbClr val="182B33"/>
                </a:solidFill>
                <a:latin typeface="Yu Gothic"/>
                <a:ea typeface="Yu Gothic"/>
                <a:cs typeface="Yu Gothic"/>
              </a:defRPr>
            </a:lvl5pPr>
            <a:lvl6pPr algn="l">
              <a:defRPr sz="1650" b="1">
                <a:solidFill>
                  <a:srgbClr val="182B33"/>
                </a:solidFill>
                <a:latin typeface="Yu Gothic"/>
                <a:ea typeface="Yu Gothic"/>
                <a:cs typeface="Yu Gothic"/>
              </a:defRPr>
            </a:lvl6pPr>
            <a:lvl7pPr algn="l">
              <a:defRPr sz="1650" b="1">
                <a:solidFill>
                  <a:srgbClr val="182B33"/>
                </a:solidFill>
                <a:latin typeface="Yu Gothic"/>
                <a:ea typeface="Yu Gothic"/>
                <a:cs typeface="Yu Gothic"/>
              </a:defRPr>
            </a:lvl7pPr>
            <a:lvl8pPr algn="l">
              <a:defRPr sz="1650" b="1">
                <a:solidFill>
                  <a:srgbClr val="182B33"/>
                </a:solidFill>
                <a:latin typeface="Yu Gothic"/>
                <a:ea typeface="Yu Gothic"/>
                <a:cs typeface="Yu Gothic"/>
              </a:defRPr>
            </a:lvl8pPr>
            <a:lvl9pPr algn="l">
              <a:defRPr sz="1650" b="1">
                <a:solidFill>
                  <a:srgbClr val="182B33"/>
                </a:solidFill>
                <a:latin typeface="Yu Gothic"/>
                <a:ea typeface="Yu Gothic"/>
                <a:cs typeface="Yu Gothic"/>
              </a:defRPr>
            </a:lvl9pPr>
          </a:lstStyle>
          <a:p xmlns:a="http://schemas.openxmlformats.org/drawingml/2006/main">
            <a:pPr algn="l">
              <a:defRPr sz="1650" b="1">
                <a:solidFill>
                  <a:srgbClr val="182B33"/>
                </a:solidFill>
                <a:latin typeface="Yu Gothic"/>
                <a:ea typeface="Yu Gothic"/>
                <a:cs typeface="Yu Gothic"/>
              </a:defRPr>
            </a:pPr>
            <a:r>
              <a:rPr sz="1650" b="1">
                <a:solidFill>
                  <a:srgbClr val="182B33"/>
                </a:solidFill>
                <a:latin typeface="Yu Gothic"/>
                <a:ea typeface="Yu Gothic"/>
                <a:cs typeface="Yu Gothic"/>
              </a:rPr>
              <a:t>O=(0,0)</a:t>
            </a:r>
          </a:p>
        </p:txBody>
      </p:sp>
      <p:sp>
        <p:nvSpPr>
          <p:cNvPr id="30" name="">
            <a:extLst xmlns:a="http://schemas.openxmlformats.org/drawingml/2006/main">
              <a:ext uri="{FF2B5EF4-FFF2-40B4-BE49-F238E27FC236}">
                <a16:creationId xmlns:a16="http://schemas.microsoft.com/office/drawing/2014/main" id="{357669CA-4376-4387-939D-32094A390B1F}"/>
              </a:ext>
            </a:extLst>
          </p:cNvPr>
          <p:cNvSpPr>
            <a:spLocks xmlns:a="http://schemas.openxmlformats.org/drawingml/2006/main" noGrp="1"/>
          </p:cNvSpPr>
          <p:nvPr/>
        </p:nvSpPr>
        <p:spPr>
          <a:xfrm xmlns:a="http://schemas.openxmlformats.org/drawingml/2006/main">
            <a:off x="7825740" y="5271135"/>
            <a:ext cx="95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1">
                <a:solidFill>
                  <a:srgbClr val="A94737"/>
                </a:solidFill>
                <a:latin typeface="Yu Gothic"/>
                <a:ea typeface="Yu Gothic"/>
                <a:cs typeface="Yu Gothic"/>
              </a:defRPr>
            </a:defPPr>
            <a:lvl1pPr algn="ctr">
              <a:defRPr sz="1650" b="1">
                <a:solidFill>
                  <a:srgbClr val="A94737"/>
                </a:solidFill>
                <a:latin typeface="Yu Gothic"/>
                <a:ea typeface="Yu Gothic"/>
                <a:cs typeface="Yu Gothic"/>
              </a:defRPr>
            </a:lvl1pPr>
            <a:lvl2pPr algn="ctr">
              <a:defRPr sz="1650" b="1">
                <a:solidFill>
                  <a:srgbClr val="A94737"/>
                </a:solidFill>
                <a:latin typeface="Yu Gothic"/>
                <a:ea typeface="Yu Gothic"/>
                <a:cs typeface="Yu Gothic"/>
              </a:defRPr>
            </a:lvl2pPr>
            <a:lvl3pPr algn="ctr">
              <a:defRPr sz="1650" b="1">
                <a:solidFill>
                  <a:srgbClr val="A94737"/>
                </a:solidFill>
                <a:latin typeface="Yu Gothic"/>
                <a:ea typeface="Yu Gothic"/>
                <a:cs typeface="Yu Gothic"/>
              </a:defRPr>
            </a:lvl3pPr>
            <a:lvl4pPr algn="ctr">
              <a:defRPr sz="1650" b="1">
                <a:solidFill>
                  <a:srgbClr val="A94737"/>
                </a:solidFill>
                <a:latin typeface="Yu Gothic"/>
                <a:ea typeface="Yu Gothic"/>
                <a:cs typeface="Yu Gothic"/>
              </a:defRPr>
            </a:lvl4pPr>
            <a:lvl5pPr algn="ctr">
              <a:defRPr sz="1650" b="1">
                <a:solidFill>
                  <a:srgbClr val="A94737"/>
                </a:solidFill>
                <a:latin typeface="Yu Gothic"/>
                <a:ea typeface="Yu Gothic"/>
                <a:cs typeface="Yu Gothic"/>
              </a:defRPr>
            </a:lvl5pPr>
            <a:lvl6pPr algn="ctr">
              <a:defRPr sz="1650" b="1">
                <a:solidFill>
                  <a:srgbClr val="A94737"/>
                </a:solidFill>
                <a:latin typeface="Yu Gothic"/>
                <a:ea typeface="Yu Gothic"/>
                <a:cs typeface="Yu Gothic"/>
              </a:defRPr>
            </a:lvl6pPr>
            <a:lvl7pPr algn="ctr">
              <a:defRPr sz="1650" b="1">
                <a:solidFill>
                  <a:srgbClr val="A94737"/>
                </a:solidFill>
                <a:latin typeface="Yu Gothic"/>
                <a:ea typeface="Yu Gothic"/>
                <a:cs typeface="Yu Gothic"/>
              </a:defRPr>
            </a:lvl7pPr>
            <a:lvl8pPr algn="ctr">
              <a:defRPr sz="1650" b="1">
                <a:solidFill>
                  <a:srgbClr val="A94737"/>
                </a:solidFill>
                <a:latin typeface="Yu Gothic"/>
                <a:ea typeface="Yu Gothic"/>
                <a:cs typeface="Yu Gothic"/>
              </a:defRPr>
            </a:lvl8pPr>
            <a:lvl9pPr algn="ctr">
              <a:defRPr sz="1650" b="1">
                <a:solidFill>
                  <a:srgbClr val="A94737"/>
                </a:solidFill>
                <a:latin typeface="Yu Gothic"/>
                <a:ea typeface="Yu Gothic"/>
                <a:cs typeface="Yu Gothic"/>
              </a:defRPr>
            </a:lvl9pPr>
          </a:lstStyle>
          <a:p xmlns:a="http://schemas.openxmlformats.org/drawingml/2006/main">
            <a:pPr algn="ctr">
              <a:defRPr sz="1650" b="1">
                <a:solidFill>
                  <a:srgbClr val="A94737"/>
                </a:solidFill>
                <a:latin typeface="Yu Gothic"/>
                <a:ea typeface="Yu Gothic"/>
                <a:cs typeface="Yu Gothic"/>
              </a:defRPr>
            </a:pPr>
            <a:r>
              <a:rPr sz="1650" b="1">
                <a:solidFill>
                  <a:srgbClr val="A94737"/>
                </a:solidFill>
                <a:latin typeface="Yu Gothic"/>
                <a:ea typeface="Yu Gothic"/>
                <a:cs typeface="Yu Gothic"/>
              </a:rPr>
              <a:t>E=(0,1)</a:t>
            </a:r>
          </a:p>
        </p:txBody>
      </p:sp>
      <p:sp>
        <p:nvSpPr>
          <p:cNvPr id="31" name="">
            <a:extLst xmlns:a="http://schemas.openxmlformats.org/drawingml/2006/main">
              <a:ext uri="{FF2B5EF4-FFF2-40B4-BE49-F238E27FC236}">
                <a16:creationId xmlns:a16="http://schemas.microsoft.com/office/drawing/2014/main" id="{6C6F355F-64A7-4459-8B16-6E6D9E0A3AC4}"/>
              </a:ext>
            </a:extLst>
          </p:cNvPr>
          <p:cNvSpPr>
            <a:spLocks xmlns:a="http://schemas.openxmlformats.org/drawingml/2006/main" noGrp="1"/>
          </p:cNvSpPr>
          <p:nvPr/>
        </p:nvSpPr>
        <p:spPr>
          <a:xfrm xmlns:a="http://schemas.openxmlformats.org/drawingml/2006/main">
            <a:off x="6572250" y="3448050"/>
            <a:ext cx="1047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182B33"/>
                </a:solidFill>
                <a:latin typeface="Yu Gothic"/>
                <a:ea typeface="Yu Gothic"/>
                <a:cs typeface="Yu Gothic"/>
              </a:defRPr>
            </a:defPPr>
            <a:lvl1pPr algn="l">
              <a:defRPr sz="1650" b="1">
                <a:solidFill>
                  <a:srgbClr val="182B33"/>
                </a:solidFill>
                <a:latin typeface="Yu Gothic"/>
                <a:ea typeface="Yu Gothic"/>
                <a:cs typeface="Yu Gothic"/>
              </a:defRPr>
            </a:lvl1pPr>
            <a:lvl2pPr algn="l">
              <a:defRPr sz="1650" b="1">
                <a:solidFill>
                  <a:srgbClr val="182B33"/>
                </a:solidFill>
                <a:latin typeface="Yu Gothic"/>
                <a:ea typeface="Yu Gothic"/>
                <a:cs typeface="Yu Gothic"/>
              </a:defRPr>
            </a:lvl2pPr>
            <a:lvl3pPr algn="l">
              <a:defRPr sz="1650" b="1">
                <a:solidFill>
                  <a:srgbClr val="182B33"/>
                </a:solidFill>
                <a:latin typeface="Yu Gothic"/>
                <a:ea typeface="Yu Gothic"/>
                <a:cs typeface="Yu Gothic"/>
              </a:defRPr>
            </a:lvl3pPr>
            <a:lvl4pPr algn="l">
              <a:defRPr sz="1650" b="1">
                <a:solidFill>
                  <a:srgbClr val="182B33"/>
                </a:solidFill>
                <a:latin typeface="Yu Gothic"/>
                <a:ea typeface="Yu Gothic"/>
                <a:cs typeface="Yu Gothic"/>
              </a:defRPr>
            </a:lvl4pPr>
            <a:lvl5pPr algn="l">
              <a:defRPr sz="1650" b="1">
                <a:solidFill>
                  <a:srgbClr val="182B33"/>
                </a:solidFill>
                <a:latin typeface="Yu Gothic"/>
                <a:ea typeface="Yu Gothic"/>
                <a:cs typeface="Yu Gothic"/>
              </a:defRPr>
            </a:lvl5pPr>
            <a:lvl6pPr algn="l">
              <a:defRPr sz="1650" b="1">
                <a:solidFill>
                  <a:srgbClr val="182B33"/>
                </a:solidFill>
                <a:latin typeface="Yu Gothic"/>
                <a:ea typeface="Yu Gothic"/>
                <a:cs typeface="Yu Gothic"/>
              </a:defRPr>
            </a:lvl6pPr>
            <a:lvl7pPr algn="l">
              <a:defRPr sz="1650" b="1">
                <a:solidFill>
                  <a:srgbClr val="182B33"/>
                </a:solidFill>
                <a:latin typeface="Yu Gothic"/>
                <a:ea typeface="Yu Gothic"/>
                <a:cs typeface="Yu Gothic"/>
              </a:defRPr>
            </a:lvl7pPr>
            <a:lvl8pPr algn="l">
              <a:defRPr sz="1650" b="1">
                <a:solidFill>
                  <a:srgbClr val="182B33"/>
                </a:solidFill>
                <a:latin typeface="Yu Gothic"/>
                <a:ea typeface="Yu Gothic"/>
                <a:cs typeface="Yu Gothic"/>
              </a:defRPr>
            </a:lvl8pPr>
            <a:lvl9pPr algn="l">
              <a:defRPr sz="1650" b="1">
                <a:solidFill>
                  <a:srgbClr val="182B33"/>
                </a:solidFill>
                <a:latin typeface="Yu Gothic"/>
                <a:ea typeface="Yu Gothic"/>
                <a:cs typeface="Yu Gothic"/>
              </a:defRPr>
            </a:lvl9pPr>
          </a:lstStyle>
          <a:p xmlns:a="http://schemas.openxmlformats.org/drawingml/2006/main">
            <a:pPr algn="l">
              <a:defRPr sz="1650" b="1">
                <a:solidFill>
                  <a:srgbClr val="182B33"/>
                </a:solidFill>
                <a:latin typeface="Yu Gothic"/>
                <a:ea typeface="Yu Gothic"/>
                <a:cs typeface="Yu Gothic"/>
              </a:defRPr>
            </a:pPr>
            <a:r>
              <a:rPr sz="1650" b="1">
                <a:solidFill>
                  <a:srgbClr val="182B33"/>
                </a:solidFill>
                <a:latin typeface="Yu Gothic"/>
                <a:ea typeface="Yu Gothic"/>
                <a:cs typeface="Yu Gothic"/>
              </a:rPr>
              <a:t>A=(100,0)</a:t>
            </a:r>
          </a:p>
        </p:txBody>
      </p:sp>
      <p:sp>
        <p:nvSpPr>
          <p:cNvPr id="32" name="">
            <a:extLst xmlns:a="http://schemas.openxmlformats.org/drawingml/2006/main">
              <a:ext uri="{FF2B5EF4-FFF2-40B4-BE49-F238E27FC236}">
                <a16:creationId xmlns:a16="http://schemas.microsoft.com/office/drawing/2014/main" id="{675FCB56-9B89-4CEB-8D17-360D5FF299D3}"/>
              </a:ext>
            </a:extLst>
          </p:cNvPr>
          <p:cNvSpPr>
            <a:spLocks xmlns:a="http://schemas.openxmlformats.org/drawingml/2006/main" noGrp="1"/>
          </p:cNvSpPr>
          <p:nvPr/>
        </p:nvSpPr>
        <p:spPr>
          <a:xfrm xmlns:a="http://schemas.openxmlformats.org/drawingml/2006/main">
            <a:off x="8995410" y="4347210"/>
            <a:ext cx="1085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182B33"/>
                </a:solidFill>
                <a:latin typeface="Yu Gothic"/>
                <a:ea typeface="Yu Gothic"/>
                <a:cs typeface="Yu Gothic"/>
              </a:defRPr>
            </a:defPPr>
            <a:lvl1pPr algn="l">
              <a:defRPr sz="1650" b="1">
                <a:solidFill>
                  <a:srgbClr val="182B33"/>
                </a:solidFill>
                <a:latin typeface="Yu Gothic"/>
                <a:ea typeface="Yu Gothic"/>
                <a:cs typeface="Yu Gothic"/>
              </a:defRPr>
            </a:lvl1pPr>
            <a:lvl2pPr algn="l">
              <a:defRPr sz="1650" b="1">
                <a:solidFill>
                  <a:srgbClr val="182B33"/>
                </a:solidFill>
                <a:latin typeface="Yu Gothic"/>
                <a:ea typeface="Yu Gothic"/>
                <a:cs typeface="Yu Gothic"/>
              </a:defRPr>
            </a:lvl2pPr>
            <a:lvl3pPr algn="l">
              <a:defRPr sz="1650" b="1">
                <a:solidFill>
                  <a:srgbClr val="182B33"/>
                </a:solidFill>
                <a:latin typeface="Yu Gothic"/>
                <a:ea typeface="Yu Gothic"/>
                <a:cs typeface="Yu Gothic"/>
              </a:defRPr>
            </a:lvl3pPr>
            <a:lvl4pPr algn="l">
              <a:defRPr sz="1650" b="1">
                <a:solidFill>
                  <a:srgbClr val="182B33"/>
                </a:solidFill>
                <a:latin typeface="Yu Gothic"/>
                <a:ea typeface="Yu Gothic"/>
                <a:cs typeface="Yu Gothic"/>
              </a:defRPr>
            </a:lvl4pPr>
            <a:lvl5pPr algn="l">
              <a:defRPr sz="1650" b="1">
                <a:solidFill>
                  <a:srgbClr val="182B33"/>
                </a:solidFill>
                <a:latin typeface="Yu Gothic"/>
                <a:ea typeface="Yu Gothic"/>
                <a:cs typeface="Yu Gothic"/>
              </a:defRPr>
            </a:lvl5pPr>
            <a:lvl6pPr algn="l">
              <a:defRPr sz="1650" b="1">
                <a:solidFill>
                  <a:srgbClr val="182B33"/>
                </a:solidFill>
                <a:latin typeface="Yu Gothic"/>
                <a:ea typeface="Yu Gothic"/>
                <a:cs typeface="Yu Gothic"/>
              </a:defRPr>
            </a:lvl6pPr>
            <a:lvl7pPr algn="l">
              <a:defRPr sz="1650" b="1">
                <a:solidFill>
                  <a:srgbClr val="182B33"/>
                </a:solidFill>
                <a:latin typeface="Yu Gothic"/>
                <a:ea typeface="Yu Gothic"/>
                <a:cs typeface="Yu Gothic"/>
              </a:defRPr>
            </a:lvl7pPr>
            <a:lvl8pPr algn="l">
              <a:defRPr sz="1650" b="1">
                <a:solidFill>
                  <a:srgbClr val="182B33"/>
                </a:solidFill>
                <a:latin typeface="Yu Gothic"/>
                <a:ea typeface="Yu Gothic"/>
                <a:cs typeface="Yu Gothic"/>
              </a:defRPr>
            </a:lvl8pPr>
            <a:lvl9pPr algn="l">
              <a:defRPr sz="1650" b="1">
                <a:solidFill>
                  <a:srgbClr val="182B33"/>
                </a:solidFill>
                <a:latin typeface="Yu Gothic"/>
                <a:ea typeface="Yu Gothic"/>
                <a:cs typeface="Yu Gothic"/>
              </a:defRPr>
            </a:lvl9pPr>
          </a:lstStyle>
          <a:p xmlns:a="http://schemas.openxmlformats.org/drawingml/2006/main">
            <a:pPr algn="l">
              <a:defRPr sz="1650" b="1">
                <a:solidFill>
                  <a:srgbClr val="182B33"/>
                </a:solidFill>
                <a:latin typeface="Yu Gothic"/>
                <a:ea typeface="Yu Gothic"/>
                <a:cs typeface="Yu Gothic"/>
              </a:defRPr>
            </a:pPr>
            <a:r>
              <a:rPr sz="1650" b="1">
                <a:solidFill>
                  <a:srgbClr val="182B33"/>
                </a:solidFill>
                <a:latin typeface="Yu Gothic"/>
                <a:ea typeface="Yu Gothic"/>
                <a:cs typeface="Yu Gothic"/>
              </a:rPr>
              <a:t>B=(0,100)</a:t>
            </a:r>
          </a:p>
        </p:txBody>
      </p:sp>
      <p:sp>
        <p:nvSpPr>
          <p:cNvPr id="33" name="">
            <a:extLst xmlns:a="http://schemas.openxmlformats.org/drawingml/2006/main">
              <a:ext uri="{FF2B5EF4-FFF2-40B4-BE49-F238E27FC236}">
                <a16:creationId xmlns:a16="http://schemas.microsoft.com/office/drawing/2014/main" id="{95DD19CE-A219-49E6-A8C6-A50EBDB8D899}"/>
              </a:ext>
            </a:extLst>
          </p:cNvPr>
          <p:cNvSpPr>
            <a:spLocks xmlns:a="http://schemas.openxmlformats.org/drawingml/2006/main" noGrp="1"/>
          </p:cNvSpPr>
          <p:nvPr/>
        </p:nvSpPr>
        <p:spPr>
          <a:xfrm xmlns:a="http://schemas.openxmlformats.org/drawingml/2006/main">
            <a:off x="6648450" y="4083101"/>
            <a:ext cx="971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52616A"/>
                </a:solidFill>
                <a:latin typeface="Yu Gothic"/>
                <a:ea typeface="Yu Gothic"/>
                <a:cs typeface="Yu Gothic"/>
              </a:defRPr>
            </a:defPPr>
            <a:lvl1pPr algn="l">
              <a:defRPr sz="1650" b="1">
                <a:solidFill>
                  <a:srgbClr val="52616A"/>
                </a:solidFill>
                <a:latin typeface="Yu Gothic"/>
                <a:ea typeface="Yu Gothic"/>
                <a:cs typeface="Yu Gothic"/>
              </a:defRPr>
            </a:lvl1pPr>
            <a:lvl2pPr algn="l">
              <a:defRPr sz="1650" b="1">
                <a:solidFill>
                  <a:srgbClr val="52616A"/>
                </a:solidFill>
                <a:latin typeface="Yu Gothic"/>
                <a:ea typeface="Yu Gothic"/>
                <a:cs typeface="Yu Gothic"/>
              </a:defRPr>
            </a:lvl2pPr>
            <a:lvl3pPr algn="l">
              <a:defRPr sz="1650" b="1">
                <a:solidFill>
                  <a:srgbClr val="52616A"/>
                </a:solidFill>
                <a:latin typeface="Yu Gothic"/>
                <a:ea typeface="Yu Gothic"/>
                <a:cs typeface="Yu Gothic"/>
              </a:defRPr>
            </a:lvl3pPr>
            <a:lvl4pPr algn="l">
              <a:defRPr sz="1650" b="1">
                <a:solidFill>
                  <a:srgbClr val="52616A"/>
                </a:solidFill>
                <a:latin typeface="Yu Gothic"/>
                <a:ea typeface="Yu Gothic"/>
                <a:cs typeface="Yu Gothic"/>
              </a:defRPr>
            </a:lvl4pPr>
            <a:lvl5pPr algn="l">
              <a:defRPr sz="1650" b="1">
                <a:solidFill>
                  <a:srgbClr val="52616A"/>
                </a:solidFill>
                <a:latin typeface="Yu Gothic"/>
                <a:ea typeface="Yu Gothic"/>
                <a:cs typeface="Yu Gothic"/>
              </a:defRPr>
            </a:lvl5pPr>
            <a:lvl6pPr algn="l">
              <a:defRPr sz="1650" b="1">
                <a:solidFill>
                  <a:srgbClr val="52616A"/>
                </a:solidFill>
                <a:latin typeface="Yu Gothic"/>
                <a:ea typeface="Yu Gothic"/>
                <a:cs typeface="Yu Gothic"/>
              </a:defRPr>
            </a:lvl6pPr>
            <a:lvl7pPr algn="l">
              <a:defRPr sz="1650" b="1">
                <a:solidFill>
                  <a:srgbClr val="52616A"/>
                </a:solidFill>
                <a:latin typeface="Yu Gothic"/>
                <a:ea typeface="Yu Gothic"/>
                <a:cs typeface="Yu Gothic"/>
              </a:defRPr>
            </a:lvl7pPr>
            <a:lvl8pPr algn="l">
              <a:defRPr sz="1650" b="1">
                <a:solidFill>
                  <a:srgbClr val="52616A"/>
                </a:solidFill>
                <a:latin typeface="Yu Gothic"/>
                <a:ea typeface="Yu Gothic"/>
                <a:cs typeface="Yu Gothic"/>
              </a:defRPr>
            </a:lvl8pPr>
            <a:lvl9pPr algn="l">
              <a:defRPr sz="1650" b="1">
                <a:solidFill>
                  <a:srgbClr val="52616A"/>
                </a:solidFill>
                <a:latin typeface="Yu Gothic"/>
                <a:ea typeface="Yu Gothic"/>
                <a:cs typeface="Yu Gothic"/>
              </a:defRPr>
            </a:lvl9pPr>
          </a:lstStyle>
          <a:p xmlns:a="http://schemas.openxmlformats.org/drawingml/2006/main">
            <a:pPr algn="l">
              <a:defRPr sz="1650" b="1">
                <a:solidFill>
                  <a:srgbClr val="52616A"/>
                </a:solidFill>
                <a:latin typeface="Yu Gothic"/>
                <a:ea typeface="Yu Gothic"/>
                <a:cs typeface="Yu Gothic"/>
              </a:defRPr>
            </a:pPr>
            <a:r>
              <a:rPr sz="1650" b="1">
                <a:solidFill>
                  <a:srgbClr val="52616A"/>
                </a:solidFill>
                <a:latin typeface="Yu Gothic"/>
                <a:ea typeface="Yu Gothic"/>
                <a:cs typeface="Yu Gothic"/>
              </a:rPr>
              <a:t>OA=100 m</a:t>
            </a:r>
          </a:p>
        </p:txBody>
      </p:sp>
      <p:sp>
        <p:nvSpPr>
          <p:cNvPr id="34" name="">
            <a:extLst xmlns:a="http://schemas.openxmlformats.org/drawingml/2006/main">
              <a:ext uri="{FF2B5EF4-FFF2-40B4-BE49-F238E27FC236}">
                <a16:creationId xmlns:a16="http://schemas.microsoft.com/office/drawing/2014/main" id="{4CA46C6C-3662-4B31-B10E-6B00070948A0}"/>
              </a:ext>
            </a:extLst>
          </p:cNvPr>
          <p:cNvSpPr>
            <a:spLocks xmlns:a="http://schemas.openxmlformats.org/drawingml/2006/main" noGrp="1"/>
          </p:cNvSpPr>
          <p:nvPr/>
        </p:nvSpPr>
        <p:spPr>
          <a:xfrm xmlns:a="http://schemas.openxmlformats.org/drawingml/2006/main">
            <a:off x="9633585" y="4690110"/>
            <a:ext cx="1009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52616A"/>
                </a:solidFill>
                <a:latin typeface="Yu Gothic"/>
                <a:ea typeface="Yu Gothic"/>
                <a:cs typeface="Yu Gothic"/>
              </a:defRPr>
            </a:defPPr>
            <a:lvl1pPr algn="l">
              <a:defRPr sz="1650" b="1">
                <a:solidFill>
                  <a:srgbClr val="52616A"/>
                </a:solidFill>
                <a:latin typeface="Yu Gothic"/>
                <a:ea typeface="Yu Gothic"/>
                <a:cs typeface="Yu Gothic"/>
              </a:defRPr>
            </a:lvl1pPr>
            <a:lvl2pPr algn="l">
              <a:defRPr sz="1650" b="1">
                <a:solidFill>
                  <a:srgbClr val="52616A"/>
                </a:solidFill>
                <a:latin typeface="Yu Gothic"/>
                <a:ea typeface="Yu Gothic"/>
                <a:cs typeface="Yu Gothic"/>
              </a:defRPr>
            </a:lvl2pPr>
            <a:lvl3pPr algn="l">
              <a:defRPr sz="1650" b="1">
                <a:solidFill>
                  <a:srgbClr val="52616A"/>
                </a:solidFill>
                <a:latin typeface="Yu Gothic"/>
                <a:ea typeface="Yu Gothic"/>
                <a:cs typeface="Yu Gothic"/>
              </a:defRPr>
            </a:lvl3pPr>
            <a:lvl4pPr algn="l">
              <a:defRPr sz="1650" b="1">
                <a:solidFill>
                  <a:srgbClr val="52616A"/>
                </a:solidFill>
                <a:latin typeface="Yu Gothic"/>
                <a:ea typeface="Yu Gothic"/>
                <a:cs typeface="Yu Gothic"/>
              </a:defRPr>
            </a:lvl4pPr>
            <a:lvl5pPr algn="l">
              <a:defRPr sz="1650" b="1">
                <a:solidFill>
                  <a:srgbClr val="52616A"/>
                </a:solidFill>
                <a:latin typeface="Yu Gothic"/>
                <a:ea typeface="Yu Gothic"/>
                <a:cs typeface="Yu Gothic"/>
              </a:defRPr>
            </a:lvl5pPr>
            <a:lvl6pPr algn="l">
              <a:defRPr sz="1650" b="1">
                <a:solidFill>
                  <a:srgbClr val="52616A"/>
                </a:solidFill>
                <a:latin typeface="Yu Gothic"/>
                <a:ea typeface="Yu Gothic"/>
                <a:cs typeface="Yu Gothic"/>
              </a:defRPr>
            </a:lvl6pPr>
            <a:lvl7pPr algn="l">
              <a:defRPr sz="1650" b="1">
                <a:solidFill>
                  <a:srgbClr val="52616A"/>
                </a:solidFill>
                <a:latin typeface="Yu Gothic"/>
                <a:ea typeface="Yu Gothic"/>
                <a:cs typeface="Yu Gothic"/>
              </a:defRPr>
            </a:lvl7pPr>
            <a:lvl8pPr algn="l">
              <a:defRPr sz="1650" b="1">
                <a:solidFill>
                  <a:srgbClr val="52616A"/>
                </a:solidFill>
                <a:latin typeface="Yu Gothic"/>
                <a:ea typeface="Yu Gothic"/>
                <a:cs typeface="Yu Gothic"/>
              </a:defRPr>
            </a:lvl8pPr>
            <a:lvl9pPr algn="l">
              <a:defRPr sz="1650" b="1">
                <a:solidFill>
                  <a:srgbClr val="52616A"/>
                </a:solidFill>
                <a:latin typeface="Yu Gothic"/>
                <a:ea typeface="Yu Gothic"/>
                <a:cs typeface="Yu Gothic"/>
              </a:defRPr>
            </a:lvl9pPr>
          </a:lstStyle>
          <a:p xmlns:a="http://schemas.openxmlformats.org/drawingml/2006/main">
            <a:pPr algn="l">
              <a:defRPr sz="1650" b="1">
                <a:solidFill>
                  <a:srgbClr val="52616A"/>
                </a:solidFill>
                <a:latin typeface="Yu Gothic"/>
                <a:ea typeface="Yu Gothic"/>
                <a:cs typeface="Yu Gothic"/>
              </a:defRPr>
            </a:pPr>
            <a:r>
              <a:rPr sz="1650" b="1">
                <a:solidFill>
                  <a:srgbClr val="52616A"/>
                </a:solidFill>
                <a:latin typeface="Yu Gothic"/>
                <a:ea typeface="Yu Gothic"/>
                <a:cs typeface="Yu Gothic"/>
              </a:rPr>
              <a:t>OB=100 m</a:t>
            </a:r>
          </a:p>
        </p:txBody>
      </p:sp>
      <p:sp>
        <p:nvSpPr>
          <p:cNvPr id="35" name="">
            <a:extLst xmlns:a="http://schemas.openxmlformats.org/drawingml/2006/main">
              <a:ext uri="{FF2B5EF4-FFF2-40B4-BE49-F238E27FC236}">
                <a16:creationId xmlns:a16="http://schemas.microsoft.com/office/drawing/2014/main" id="{61DFFCC5-75ED-4E47-ADF1-20430C67E4EB}"/>
              </a:ext>
            </a:extLst>
          </p:cNvPr>
          <p:cNvSpPr>
            <a:spLocks xmlns:a="http://schemas.openxmlformats.org/drawingml/2006/main" noGrp="1"/>
          </p:cNvSpPr>
          <p:nvPr/>
        </p:nvSpPr>
        <p:spPr>
          <a:xfrm xmlns:a="http://schemas.openxmlformats.org/drawingml/2006/main">
            <a:off x="7743825" y="4566285"/>
            <a:ext cx="8001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A94737"/>
                </a:solidFill>
                <a:latin typeface="Yu Gothic"/>
                <a:ea typeface="Yu Gothic"/>
                <a:cs typeface="Yu Gothic"/>
              </a:defRPr>
            </a:defPPr>
            <a:lvl1pPr algn="l">
              <a:defRPr sz="1650" b="1">
                <a:solidFill>
                  <a:srgbClr val="A94737"/>
                </a:solidFill>
                <a:latin typeface="Yu Gothic"/>
                <a:ea typeface="Yu Gothic"/>
                <a:cs typeface="Yu Gothic"/>
              </a:defRPr>
            </a:lvl1pPr>
            <a:lvl2pPr algn="l">
              <a:defRPr sz="1650" b="1">
                <a:solidFill>
                  <a:srgbClr val="A94737"/>
                </a:solidFill>
                <a:latin typeface="Yu Gothic"/>
                <a:ea typeface="Yu Gothic"/>
                <a:cs typeface="Yu Gothic"/>
              </a:defRPr>
            </a:lvl2pPr>
            <a:lvl3pPr algn="l">
              <a:defRPr sz="1650" b="1">
                <a:solidFill>
                  <a:srgbClr val="A94737"/>
                </a:solidFill>
                <a:latin typeface="Yu Gothic"/>
                <a:ea typeface="Yu Gothic"/>
                <a:cs typeface="Yu Gothic"/>
              </a:defRPr>
            </a:lvl3pPr>
            <a:lvl4pPr algn="l">
              <a:defRPr sz="1650" b="1">
                <a:solidFill>
                  <a:srgbClr val="A94737"/>
                </a:solidFill>
                <a:latin typeface="Yu Gothic"/>
                <a:ea typeface="Yu Gothic"/>
                <a:cs typeface="Yu Gothic"/>
              </a:defRPr>
            </a:lvl4pPr>
            <a:lvl5pPr algn="l">
              <a:defRPr sz="1650" b="1">
                <a:solidFill>
                  <a:srgbClr val="A94737"/>
                </a:solidFill>
                <a:latin typeface="Yu Gothic"/>
                <a:ea typeface="Yu Gothic"/>
                <a:cs typeface="Yu Gothic"/>
              </a:defRPr>
            </a:lvl5pPr>
            <a:lvl6pPr algn="l">
              <a:defRPr sz="1650" b="1">
                <a:solidFill>
                  <a:srgbClr val="A94737"/>
                </a:solidFill>
                <a:latin typeface="Yu Gothic"/>
                <a:ea typeface="Yu Gothic"/>
                <a:cs typeface="Yu Gothic"/>
              </a:defRPr>
            </a:lvl6pPr>
            <a:lvl7pPr algn="l">
              <a:defRPr sz="1650" b="1">
                <a:solidFill>
                  <a:srgbClr val="A94737"/>
                </a:solidFill>
                <a:latin typeface="Yu Gothic"/>
                <a:ea typeface="Yu Gothic"/>
                <a:cs typeface="Yu Gothic"/>
              </a:defRPr>
            </a:lvl7pPr>
            <a:lvl8pPr algn="l">
              <a:defRPr sz="1650" b="1">
                <a:solidFill>
                  <a:srgbClr val="A94737"/>
                </a:solidFill>
                <a:latin typeface="Yu Gothic"/>
                <a:ea typeface="Yu Gothic"/>
                <a:cs typeface="Yu Gothic"/>
              </a:defRPr>
            </a:lvl8pPr>
            <a:lvl9pPr algn="l">
              <a:defRPr sz="1650" b="1">
                <a:solidFill>
                  <a:srgbClr val="A94737"/>
                </a:solidFill>
                <a:latin typeface="Yu Gothic"/>
                <a:ea typeface="Yu Gothic"/>
                <a:cs typeface="Yu Gothic"/>
              </a:defRPr>
            </a:lvl9pPr>
          </a:lstStyle>
          <a:p xmlns:a="http://schemas.openxmlformats.org/drawingml/2006/main">
            <a:pPr algn="l">
              <a:defRPr sz="1650" b="1">
                <a:solidFill>
                  <a:srgbClr val="A94737"/>
                </a:solidFill>
                <a:latin typeface="Yu Gothic"/>
                <a:ea typeface="Yu Gothic"/>
                <a:cs typeface="Yu Gothic"/>
              </a:defRPr>
            </a:pPr>
            <a:r>
              <a:rPr sz="1650" b="1">
                <a:solidFill>
                  <a:srgbClr val="A94737"/>
                </a:solidFill>
                <a:latin typeface="Yu Gothic"/>
                <a:ea typeface="Yu Gothic"/>
                <a:cs typeface="Yu Gothic"/>
              </a:rPr>
              <a:t>OE=1 m</a:t>
            </a:r>
          </a:p>
        </p:txBody>
      </p:sp>
      <p:sp>
        <p:nvSpPr>
          <p:cNvPr id="36" name="">
            <a:extLst xmlns:a="http://schemas.openxmlformats.org/drawingml/2006/main">
              <a:ext uri="{FF2B5EF4-FFF2-40B4-BE49-F238E27FC236}">
                <a16:creationId xmlns:a16="http://schemas.microsoft.com/office/drawing/2014/main" id="{07816E2D-8A23-4C8D-A30B-B7B18A5F63A7}"/>
              </a:ext>
            </a:extLst>
          </p:cNvPr>
          <p:cNvSpPr>
            <a:spLocks xmlns:a="http://schemas.openxmlformats.org/drawingml/2006/main" noGrp="1"/>
          </p:cNvSpPr>
          <p:nvPr/>
        </p:nvSpPr>
        <p:spPr>
          <a:xfrm xmlns:a="http://schemas.openxmlformats.org/drawingml/2006/main">
            <a:off x="8197215" y="4442460"/>
            <a:ext cx="156015" cy="27443"/>
          </a:xfrm>
          <a:custGeom xmlns:a="http://schemas.openxmlformats.org/drawingml/2006/main">
            <a:pathLst>
              <a:path w="156015" h="27443">
                <a:moveTo>
                  <a:pt x="0" y="0"/>
                </a:moveTo>
                <a:lnTo>
                  <a:pt x="15918" y="277"/>
                </a:lnTo>
                <a:lnTo>
                  <a:pt x="31817" y="1108"/>
                </a:lnTo>
                <a:lnTo>
                  <a:pt x="47677" y="2493"/>
                </a:lnTo>
                <a:lnTo>
                  <a:pt x="63480" y="4428"/>
                </a:lnTo>
                <a:lnTo>
                  <a:pt x="79205" y="6913"/>
                </a:lnTo>
                <a:lnTo>
                  <a:pt x="94835" y="9944"/>
                </a:lnTo>
                <a:lnTo>
                  <a:pt x="110349" y="13517"/>
                </a:lnTo>
                <a:lnTo>
                  <a:pt x="125730" y="17628"/>
                </a:lnTo>
                <a:lnTo>
                  <a:pt x="140958" y="22272"/>
                </a:lnTo>
                <a:lnTo>
                  <a:pt x="156015" y="27443"/>
                </a:lnTo>
              </a:path>
            </a:pathLst>
          </a:custGeom>
          <a:noFill xmlns:a="http://schemas.openxmlformats.org/drawingml/2006/main"/>
          <a:ln xmlns:a="http://schemas.openxmlformats.org/drawingml/2006/main" w="28575">
            <a:solidFill>
              <a:srgbClr val="A94737"/>
            </a:solidFill>
            <a:prstDash val="solid"/>
          </a:ln>
        </p:spPr>
      </p:sp>
      <p:sp>
        <p:nvSpPr>
          <p:cNvPr id="37" name="">
            <a:extLst xmlns:a="http://schemas.openxmlformats.org/drawingml/2006/main">
              <a:ext uri="{FF2B5EF4-FFF2-40B4-BE49-F238E27FC236}">
                <a16:creationId xmlns:a16="http://schemas.microsoft.com/office/drawing/2014/main" id="{D875D2F2-2C82-466D-8EB9-296E4A8FF18D}"/>
              </a:ext>
            </a:extLst>
          </p:cNvPr>
          <p:cNvSpPr>
            <a:spLocks xmlns:a="http://schemas.openxmlformats.org/drawingml/2006/main" noGrp="1"/>
          </p:cNvSpPr>
          <p:nvPr/>
        </p:nvSpPr>
        <p:spPr>
          <a:xfrm xmlns:a="http://schemas.openxmlformats.org/drawingml/2006/main">
            <a:off x="8330565" y="4375785"/>
            <a:ext cx="304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A94737"/>
                </a:solidFill>
                <a:latin typeface="Yu Gothic"/>
                <a:ea typeface="Yu Gothic"/>
                <a:cs typeface="Yu Gothic"/>
              </a:defRPr>
            </a:defPPr>
            <a:lvl1pPr algn="l">
              <a:defRPr sz="1650" b="1">
                <a:solidFill>
                  <a:srgbClr val="A94737"/>
                </a:solidFill>
                <a:latin typeface="Yu Gothic"/>
                <a:ea typeface="Yu Gothic"/>
                <a:cs typeface="Yu Gothic"/>
              </a:defRPr>
            </a:lvl1pPr>
            <a:lvl2pPr algn="l">
              <a:defRPr sz="1650" b="1">
                <a:solidFill>
                  <a:srgbClr val="A94737"/>
                </a:solidFill>
                <a:latin typeface="Yu Gothic"/>
                <a:ea typeface="Yu Gothic"/>
                <a:cs typeface="Yu Gothic"/>
              </a:defRPr>
            </a:lvl2pPr>
            <a:lvl3pPr algn="l">
              <a:defRPr sz="1650" b="1">
                <a:solidFill>
                  <a:srgbClr val="A94737"/>
                </a:solidFill>
                <a:latin typeface="Yu Gothic"/>
                <a:ea typeface="Yu Gothic"/>
                <a:cs typeface="Yu Gothic"/>
              </a:defRPr>
            </a:lvl3pPr>
            <a:lvl4pPr algn="l">
              <a:defRPr sz="1650" b="1">
                <a:solidFill>
                  <a:srgbClr val="A94737"/>
                </a:solidFill>
                <a:latin typeface="Yu Gothic"/>
                <a:ea typeface="Yu Gothic"/>
                <a:cs typeface="Yu Gothic"/>
              </a:defRPr>
            </a:lvl4pPr>
            <a:lvl5pPr algn="l">
              <a:defRPr sz="1650" b="1">
                <a:solidFill>
                  <a:srgbClr val="A94737"/>
                </a:solidFill>
                <a:latin typeface="Yu Gothic"/>
                <a:ea typeface="Yu Gothic"/>
                <a:cs typeface="Yu Gothic"/>
              </a:defRPr>
            </a:lvl5pPr>
            <a:lvl6pPr algn="l">
              <a:defRPr sz="1650" b="1">
                <a:solidFill>
                  <a:srgbClr val="A94737"/>
                </a:solidFill>
                <a:latin typeface="Yu Gothic"/>
                <a:ea typeface="Yu Gothic"/>
                <a:cs typeface="Yu Gothic"/>
              </a:defRPr>
            </a:lvl6pPr>
            <a:lvl7pPr algn="l">
              <a:defRPr sz="1650" b="1">
                <a:solidFill>
                  <a:srgbClr val="A94737"/>
                </a:solidFill>
                <a:latin typeface="Yu Gothic"/>
                <a:ea typeface="Yu Gothic"/>
                <a:cs typeface="Yu Gothic"/>
              </a:defRPr>
            </a:lvl7pPr>
            <a:lvl8pPr algn="l">
              <a:defRPr sz="1650" b="1">
                <a:solidFill>
                  <a:srgbClr val="A94737"/>
                </a:solidFill>
                <a:latin typeface="Yu Gothic"/>
                <a:ea typeface="Yu Gothic"/>
                <a:cs typeface="Yu Gothic"/>
              </a:defRPr>
            </a:lvl8pPr>
            <a:lvl9pPr algn="l">
              <a:defRPr sz="1650" b="1">
                <a:solidFill>
                  <a:srgbClr val="A94737"/>
                </a:solidFill>
                <a:latin typeface="Yu Gothic"/>
                <a:ea typeface="Yu Gothic"/>
                <a:cs typeface="Yu Gothic"/>
              </a:defRPr>
            </a:lvl9pPr>
          </a:lstStyle>
          <a:p xmlns:a="http://schemas.openxmlformats.org/drawingml/2006/main">
            <a:pPr algn="l">
              <a:defRPr sz="1650" b="1">
                <a:solidFill>
                  <a:srgbClr val="A94737"/>
                </a:solidFill>
                <a:latin typeface="Yu Gothic"/>
                <a:ea typeface="Yu Gothic"/>
                <a:cs typeface="Yu Gothic"/>
              </a:defRPr>
            </a:pPr>
            <a:r>
              <a:rPr sz="1650" b="1">
                <a:solidFill>
                  <a:srgbClr val="A94737"/>
                </a:solidFill>
                <a:latin typeface="Yu Gothic"/>
                <a:ea typeface="Yu Gothic"/>
                <a:cs typeface="Yu Gothic"/>
              </a:rPr>
              <a:t>δ</a:t>
            </a:r>
          </a:p>
        </p:txBody>
      </p:sp>
      <p:sp>
        <p:nvSpPr>
          <p:cNvPr id="38" name="">
            <a:extLst xmlns:a="http://schemas.openxmlformats.org/drawingml/2006/main">
              <a:ext uri="{FF2B5EF4-FFF2-40B4-BE49-F238E27FC236}">
                <a16:creationId xmlns:a16="http://schemas.microsoft.com/office/drawing/2014/main" id="{AB5EACA1-8CF3-415D-88B5-EA60F66FD58A}"/>
              </a:ext>
            </a:extLst>
          </p:cNvPr>
          <p:cNvSpPr>
            <a:spLocks xmlns:a="http://schemas.openxmlformats.org/drawingml/2006/main" noGrp="1"/>
          </p:cNvSpPr>
          <p:nvPr/>
        </p:nvSpPr>
        <p:spPr>
          <a:xfrm xmlns:a="http://schemas.openxmlformats.org/drawingml/2006/main">
            <a:off x="7248525" y="2857500"/>
            <a:ext cx="685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52616A"/>
                </a:solidFill>
                <a:latin typeface="Yu Gothic"/>
                <a:ea typeface="Yu Gothic"/>
                <a:cs typeface="Yu Gothic"/>
              </a:defRPr>
            </a:defPPr>
            <a:lvl1pPr algn="l">
              <a:defRPr sz="1650" b="1">
                <a:solidFill>
                  <a:srgbClr val="52616A"/>
                </a:solidFill>
                <a:latin typeface="Yu Gothic"/>
                <a:ea typeface="Yu Gothic"/>
                <a:cs typeface="Yu Gothic"/>
              </a:defRPr>
            </a:lvl1pPr>
            <a:lvl2pPr algn="l">
              <a:defRPr sz="1650" b="1">
                <a:solidFill>
                  <a:srgbClr val="52616A"/>
                </a:solidFill>
                <a:latin typeface="Yu Gothic"/>
                <a:ea typeface="Yu Gothic"/>
                <a:cs typeface="Yu Gothic"/>
              </a:defRPr>
            </a:lvl2pPr>
            <a:lvl3pPr algn="l">
              <a:defRPr sz="1650" b="1">
                <a:solidFill>
                  <a:srgbClr val="52616A"/>
                </a:solidFill>
                <a:latin typeface="Yu Gothic"/>
                <a:ea typeface="Yu Gothic"/>
                <a:cs typeface="Yu Gothic"/>
              </a:defRPr>
            </a:lvl3pPr>
            <a:lvl4pPr algn="l">
              <a:defRPr sz="1650" b="1">
                <a:solidFill>
                  <a:srgbClr val="52616A"/>
                </a:solidFill>
                <a:latin typeface="Yu Gothic"/>
                <a:ea typeface="Yu Gothic"/>
                <a:cs typeface="Yu Gothic"/>
              </a:defRPr>
            </a:lvl4pPr>
            <a:lvl5pPr algn="l">
              <a:defRPr sz="1650" b="1">
                <a:solidFill>
                  <a:srgbClr val="52616A"/>
                </a:solidFill>
                <a:latin typeface="Yu Gothic"/>
                <a:ea typeface="Yu Gothic"/>
                <a:cs typeface="Yu Gothic"/>
              </a:defRPr>
            </a:lvl5pPr>
            <a:lvl6pPr algn="l">
              <a:defRPr sz="1650" b="1">
                <a:solidFill>
                  <a:srgbClr val="52616A"/>
                </a:solidFill>
                <a:latin typeface="Yu Gothic"/>
                <a:ea typeface="Yu Gothic"/>
                <a:cs typeface="Yu Gothic"/>
              </a:defRPr>
            </a:lvl6pPr>
            <a:lvl7pPr algn="l">
              <a:defRPr sz="1650" b="1">
                <a:solidFill>
                  <a:srgbClr val="52616A"/>
                </a:solidFill>
                <a:latin typeface="Yu Gothic"/>
                <a:ea typeface="Yu Gothic"/>
                <a:cs typeface="Yu Gothic"/>
              </a:defRPr>
            </a:lvl7pPr>
            <a:lvl8pPr algn="l">
              <a:defRPr sz="1650" b="1">
                <a:solidFill>
                  <a:srgbClr val="52616A"/>
                </a:solidFill>
                <a:latin typeface="Yu Gothic"/>
                <a:ea typeface="Yu Gothic"/>
                <a:cs typeface="Yu Gothic"/>
              </a:defRPr>
            </a:lvl8pPr>
            <a:lvl9pPr algn="l">
              <a:defRPr sz="1650" b="1">
                <a:solidFill>
                  <a:srgbClr val="52616A"/>
                </a:solidFill>
                <a:latin typeface="Yu Gothic"/>
                <a:ea typeface="Yu Gothic"/>
                <a:cs typeface="Yu Gothic"/>
              </a:defRPr>
            </a:lvl9pPr>
          </a:lstStyle>
          <a:p xmlns:a="http://schemas.openxmlformats.org/drawingml/2006/main">
            <a:pPr algn="l">
              <a:defRPr sz="1650" b="1">
                <a:solidFill>
                  <a:srgbClr val="52616A"/>
                </a:solidFill>
                <a:latin typeface="Yu Gothic"/>
                <a:ea typeface="Yu Gothic"/>
                <a:cs typeface="Yu Gothic"/>
              </a:defRPr>
            </a:pPr>
            <a:r>
              <a:rPr sz="1650" b="1">
                <a:solidFill>
                  <a:srgbClr val="52616A"/>
                </a:solidFill>
                <a:latin typeface="Yu Gothic"/>
                <a:ea typeface="Yu Gothic"/>
                <a:cs typeface="Yu Gothic"/>
              </a:rPr>
              <a:t>X 北</a:t>
            </a:r>
          </a:p>
        </p:txBody>
      </p:sp>
      <p:sp>
        <p:nvSpPr>
          <p:cNvPr id="39" name="">
            <a:extLst xmlns:a="http://schemas.openxmlformats.org/drawingml/2006/main">
              <a:ext uri="{FF2B5EF4-FFF2-40B4-BE49-F238E27FC236}">
                <a16:creationId xmlns:a16="http://schemas.microsoft.com/office/drawing/2014/main" id="{76041F4B-F7D6-497F-86E0-1BAEB48D9152}"/>
              </a:ext>
            </a:extLst>
          </p:cNvPr>
          <p:cNvSpPr>
            <a:spLocks xmlns:a="http://schemas.openxmlformats.org/drawingml/2006/main" noGrp="1"/>
          </p:cNvSpPr>
          <p:nvPr/>
        </p:nvSpPr>
        <p:spPr>
          <a:xfrm xmlns:a="http://schemas.openxmlformats.org/drawingml/2006/main">
            <a:off x="10496550" y="4956810"/>
            <a:ext cx="5905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52616A"/>
                </a:solidFill>
                <a:latin typeface="Yu Gothic"/>
                <a:ea typeface="Yu Gothic"/>
                <a:cs typeface="Yu Gothic"/>
              </a:defRPr>
            </a:defPPr>
            <a:lvl1pPr algn="l">
              <a:defRPr sz="1650" b="1">
                <a:solidFill>
                  <a:srgbClr val="52616A"/>
                </a:solidFill>
                <a:latin typeface="Yu Gothic"/>
                <a:ea typeface="Yu Gothic"/>
                <a:cs typeface="Yu Gothic"/>
              </a:defRPr>
            </a:lvl1pPr>
            <a:lvl2pPr algn="l">
              <a:defRPr sz="1650" b="1">
                <a:solidFill>
                  <a:srgbClr val="52616A"/>
                </a:solidFill>
                <a:latin typeface="Yu Gothic"/>
                <a:ea typeface="Yu Gothic"/>
                <a:cs typeface="Yu Gothic"/>
              </a:defRPr>
            </a:lvl2pPr>
            <a:lvl3pPr algn="l">
              <a:defRPr sz="1650" b="1">
                <a:solidFill>
                  <a:srgbClr val="52616A"/>
                </a:solidFill>
                <a:latin typeface="Yu Gothic"/>
                <a:ea typeface="Yu Gothic"/>
                <a:cs typeface="Yu Gothic"/>
              </a:defRPr>
            </a:lvl3pPr>
            <a:lvl4pPr algn="l">
              <a:defRPr sz="1650" b="1">
                <a:solidFill>
                  <a:srgbClr val="52616A"/>
                </a:solidFill>
                <a:latin typeface="Yu Gothic"/>
                <a:ea typeface="Yu Gothic"/>
                <a:cs typeface="Yu Gothic"/>
              </a:defRPr>
            </a:lvl4pPr>
            <a:lvl5pPr algn="l">
              <a:defRPr sz="1650" b="1">
                <a:solidFill>
                  <a:srgbClr val="52616A"/>
                </a:solidFill>
                <a:latin typeface="Yu Gothic"/>
                <a:ea typeface="Yu Gothic"/>
                <a:cs typeface="Yu Gothic"/>
              </a:defRPr>
            </a:lvl5pPr>
            <a:lvl6pPr algn="l">
              <a:defRPr sz="1650" b="1">
                <a:solidFill>
                  <a:srgbClr val="52616A"/>
                </a:solidFill>
                <a:latin typeface="Yu Gothic"/>
                <a:ea typeface="Yu Gothic"/>
                <a:cs typeface="Yu Gothic"/>
              </a:defRPr>
            </a:lvl6pPr>
            <a:lvl7pPr algn="l">
              <a:defRPr sz="1650" b="1">
                <a:solidFill>
                  <a:srgbClr val="52616A"/>
                </a:solidFill>
                <a:latin typeface="Yu Gothic"/>
                <a:ea typeface="Yu Gothic"/>
                <a:cs typeface="Yu Gothic"/>
              </a:defRPr>
            </a:lvl7pPr>
            <a:lvl8pPr algn="l">
              <a:defRPr sz="1650" b="1">
                <a:solidFill>
                  <a:srgbClr val="52616A"/>
                </a:solidFill>
                <a:latin typeface="Yu Gothic"/>
                <a:ea typeface="Yu Gothic"/>
                <a:cs typeface="Yu Gothic"/>
              </a:defRPr>
            </a:lvl8pPr>
            <a:lvl9pPr algn="l">
              <a:defRPr sz="1650" b="1">
                <a:solidFill>
                  <a:srgbClr val="52616A"/>
                </a:solidFill>
                <a:latin typeface="Yu Gothic"/>
                <a:ea typeface="Yu Gothic"/>
                <a:cs typeface="Yu Gothic"/>
              </a:defRPr>
            </a:lvl9pPr>
          </a:lstStyle>
          <a:p xmlns:a="http://schemas.openxmlformats.org/drawingml/2006/main">
            <a:pPr algn="l">
              <a:defRPr sz="1650" b="1">
                <a:solidFill>
                  <a:srgbClr val="52616A"/>
                </a:solidFill>
                <a:latin typeface="Yu Gothic"/>
                <a:ea typeface="Yu Gothic"/>
                <a:cs typeface="Yu Gothic"/>
              </a:defRPr>
            </a:pPr>
            <a:r>
              <a:rPr sz="1650" b="1">
                <a:solidFill>
                  <a:srgbClr val="52616A"/>
                </a:solidFill>
                <a:latin typeface="Yu Gothic"/>
                <a:ea typeface="Yu Gothic"/>
                <a:cs typeface="Yu Gothic"/>
              </a:rPr>
              <a:t>Y 東</a:t>
            </a:r>
          </a:p>
        </p:txBody>
      </p:sp>
      <p:sp>
        <p:nvSpPr>
          <p:cNvPr id="40" name="">
            <a:extLst xmlns:a="http://schemas.openxmlformats.org/drawingml/2006/main">
              <a:ext uri="{FF2B5EF4-FFF2-40B4-BE49-F238E27FC236}">
                <a16:creationId xmlns:a16="http://schemas.microsoft.com/office/drawing/2014/main" id="{38DBEA1C-15BE-41B6-AE32-DFE19BD12898}"/>
              </a:ext>
            </a:extLst>
          </p:cNvPr>
          <p:cNvSpPr>
            <a:spLocks xmlns:a="http://schemas.openxmlformats.org/drawingml/2006/main" noGrp="1"/>
          </p:cNvSpPr>
          <p:nvPr/>
        </p:nvSpPr>
        <p:spPr>
          <a:xfrm xmlns:a="http://schemas.openxmlformats.org/drawingml/2006/main">
            <a:off x="6238875" y="5648325"/>
            <a:ext cx="4857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0">
                <a:solidFill>
                  <a:srgbClr val="52616A"/>
                </a:solidFill>
                <a:latin typeface="Yu Gothic"/>
                <a:ea typeface="Yu Gothic"/>
                <a:cs typeface="Yu Gothic"/>
              </a:defRPr>
            </a:defPPr>
            <a:lvl1pPr algn="ctr">
              <a:defRPr sz="1650" b="0">
                <a:solidFill>
                  <a:srgbClr val="52616A"/>
                </a:solidFill>
                <a:latin typeface="Yu Gothic"/>
                <a:ea typeface="Yu Gothic"/>
                <a:cs typeface="Yu Gothic"/>
              </a:defRPr>
            </a:lvl1pPr>
            <a:lvl2pPr algn="ctr">
              <a:defRPr sz="1650" b="0">
                <a:solidFill>
                  <a:srgbClr val="52616A"/>
                </a:solidFill>
                <a:latin typeface="Yu Gothic"/>
                <a:ea typeface="Yu Gothic"/>
                <a:cs typeface="Yu Gothic"/>
              </a:defRPr>
            </a:lvl2pPr>
            <a:lvl3pPr algn="ctr">
              <a:defRPr sz="1650" b="0">
                <a:solidFill>
                  <a:srgbClr val="52616A"/>
                </a:solidFill>
                <a:latin typeface="Yu Gothic"/>
                <a:ea typeface="Yu Gothic"/>
                <a:cs typeface="Yu Gothic"/>
              </a:defRPr>
            </a:lvl3pPr>
            <a:lvl4pPr algn="ctr">
              <a:defRPr sz="1650" b="0">
                <a:solidFill>
                  <a:srgbClr val="52616A"/>
                </a:solidFill>
                <a:latin typeface="Yu Gothic"/>
                <a:ea typeface="Yu Gothic"/>
                <a:cs typeface="Yu Gothic"/>
              </a:defRPr>
            </a:lvl4pPr>
            <a:lvl5pPr algn="ctr">
              <a:defRPr sz="1650" b="0">
                <a:solidFill>
                  <a:srgbClr val="52616A"/>
                </a:solidFill>
                <a:latin typeface="Yu Gothic"/>
                <a:ea typeface="Yu Gothic"/>
                <a:cs typeface="Yu Gothic"/>
              </a:defRPr>
            </a:lvl5pPr>
            <a:lvl6pPr algn="ctr">
              <a:defRPr sz="1650" b="0">
                <a:solidFill>
                  <a:srgbClr val="52616A"/>
                </a:solidFill>
                <a:latin typeface="Yu Gothic"/>
                <a:ea typeface="Yu Gothic"/>
                <a:cs typeface="Yu Gothic"/>
              </a:defRPr>
            </a:lvl6pPr>
            <a:lvl7pPr algn="ctr">
              <a:defRPr sz="1650" b="0">
                <a:solidFill>
                  <a:srgbClr val="52616A"/>
                </a:solidFill>
                <a:latin typeface="Yu Gothic"/>
                <a:ea typeface="Yu Gothic"/>
                <a:cs typeface="Yu Gothic"/>
              </a:defRPr>
            </a:lvl7pPr>
            <a:lvl8pPr algn="ctr">
              <a:defRPr sz="1650" b="0">
                <a:solidFill>
                  <a:srgbClr val="52616A"/>
                </a:solidFill>
                <a:latin typeface="Yu Gothic"/>
                <a:ea typeface="Yu Gothic"/>
                <a:cs typeface="Yu Gothic"/>
              </a:defRPr>
            </a:lvl8pPr>
            <a:lvl9pPr algn="ctr">
              <a:defRPr sz="1650" b="0">
                <a:solidFill>
                  <a:srgbClr val="52616A"/>
                </a:solidFill>
                <a:latin typeface="Yu Gothic"/>
                <a:ea typeface="Yu Gothic"/>
                <a:cs typeface="Yu Gothic"/>
              </a:defRPr>
            </a:lvl9pPr>
          </a:lstStyle>
          <a:p xmlns:a="http://schemas.openxmlformats.org/drawingml/2006/main">
            <a:pPr algn="ctr">
              <a:defRPr sz="1650" b="0">
                <a:solidFill>
                  <a:srgbClr val="52616A"/>
                </a:solidFill>
                <a:latin typeface="Yu Gothic"/>
                <a:ea typeface="Yu Gothic"/>
                <a:cs typeface="Yu Gothic"/>
              </a:defRPr>
            </a:pPr>
            <a:r>
              <a:rPr sz="1650" b="0">
                <a:solidFill>
                  <a:srgbClr val="52616A"/>
                </a:solidFill>
                <a:latin typeface="Yu Gothic"/>
                <a:ea typeface="Yu Gothic"/>
                <a:cs typeface="Yu Gothic"/>
              </a:rPr>
              <a:t>※ OEを誇張（縮尺どおりでない）</a:t>
            </a:r>
          </a:p>
        </p:txBody>
      </p:sp>
    </p:spTree>
    <p:extLst>
      <p:ext uri="{BB962C8B-B14F-4D97-AF65-F5344CB8AC3E}">
        <p14:creationId xmlns:p14="http://schemas.microsoft.com/office/powerpoint/2010/main" val="121533071"/>
      </p:ext>
    </p:extLst>
  </p:cSld>
</p:sld>
</file>

<file path=ppt/slides/slide5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D74797B6-59B6-4B04-B5D3-C912DAC2E4E7}"/>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FE120D23-C50C-480E-AC5C-FFD51AD44C25}"/>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まとめ</a:t>
            </a:r>
          </a:p>
        </p:txBody>
      </p:sp>
      <p:sp>
        <p:nvSpPr>
          <p:cNvPr id="3" name="">
            <a:extLst xmlns:a="http://schemas.openxmlformats.org/drawingml/2006/main">
              <a:ext uri="{FF2B5EF4-FFF2-40B4-BE49-F238E27FC236}">
                <a16:creationId xmlns:a16="http://schemas.microsoft.com/office/drawing/2014/main" id="{5AFF212D-6181-46F8-95AA-EEA08FF87C2A}"/>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出口問題：四つを言葉で確かめる</a:t>
            </a:r>
          </a:p>
        </p:txBody>
      </p:sp>
      <p:sp>
        <p:nvSpPr>
          <p:cNvPr id="4" name="">
            <a:extLst xmlns:a="http://schemas.openxmlformats.org/drawingml/2006/main">
              <a:ext uri="{FF2B5EF4-FFF2-40B4-BE49-F238E27FC236}">
                <a16:creationId xmlns:a16="http://schemas.microsoft.com/office/drawing/2014/main" id="{334D0745-1B4E-4FD5-AA1C-2BF91A4053C6}"/>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EDD90F36-6843-42E1-A320-75E1DE4F44AE}"/>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53</a:t>
            </a:r>
          </a:p>
        </p:txBody>
      </p:sp>
      <p:sp>
        <p:nvSpPr>
          <p:cNvPr id="6" name="">
            <a:extLst xmlns:a="http://schemas.openxmlformats.org/drawingml/2006/main">
              <a:ext uri="{FF2B5EF4-FFF2-40B4-BE49-F238E27FC236}">
                <a16:creationId xmlns:a16="http://schemas.microsoft.com/office/drawing/2014/main" id="{1EEBEC5E-297A-45A8-8E3B-BBAC50D84FD3}"/>
              </a:ext>
            </a:extLst>
          </p:cNvPr>
          <p:cNvSpPr>
            <a:spLocks xmlns:a="http://schemas.openxmlformats.org/drawingml/2006/main" noGrp="1"/>
          </p:cNvSpPr>
          <p:nvPr/>
        </p:nvSpPr>
        <p:spPr>
          <a:xfrm xmlns:a="http://schemas.openxmlformats.org/drawingml/2006/main">
            <a:off x="781050" y="1619250"/>
            <a:ext cx="10287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850" b="1">
                <a:solidFill>
                  <a:srgbClr val="182B33"/>
                </a:solidFill>
                <a:latin typeface="Yu Gothic"/>
                <a:ea typeface="Yu Gothic"/>
                <a:cs typeface="Yu Gothic"/>
              </a:defRPr>
            </a:defPPr>
            <a:lvl1pPr algn="l">
              <a:defRPr sz="2850" b="1">
                <a:solidFill>
                  <a:srgbClr val="182B33"/>
                </a:solidFill>
                <a:latin typeface="Yu Gothic"/>
                <a:ea typeface="Yu Gothic"/>
                <a:cs typeface="Yu Gothic"/>
              </a:defRPr>
            </a:lvl1pPr>
            <a:lvl2pPr algn="l">
              <a:defRPr sz="2850" b="1">
                <a:solidFill>
                  <a:srgbClr val="182B33"/>
                </a:solidFill>
                <a:latin typeface="Yu Gothic"/>
                <a:ea typeface="Yu Gothic"/>
                <a:cs typeface="Yu Gothic"/>
              </a:defRPr>
            </a:lvl2pPr>
            <a:lvl3pPr algn="l">
              <a:defRPr sz="2850" b="1">
                <a:solidFill>
                  <a:srgbClr val="182B33"/>
                </a:solidFill>
                <a:latin typeface="Yu Gothic"/>
                <a:ea typeface="Yu Gothic"/>
                <a:cs typeface="Yu Gothic"/>
              </a:defRPr>
            </a:lvl3pPr>
            <a:lvl4pPr algn="l">
              <a:defRPr sz="2850" b="1">
                <a:solidFill>
                  <a:srgbClr val="182B33"/>
                </a:solidFill>
                <a:latin typeface="Yu Gothic"/>
                <a:ea typeface="Yu Gothic"/>
                <a:cs typeface="Yu Gothic"/>
              </a:defRPr>
            </a:lvl4pPr>
            <a:lvl5pPr algn="l">
              <a:defRPr sz="2850" b="1">
                <a:solidFill>
                  <a:srgbClr val="182B33"/>
                </a:solidFill>
                <a:latin typeface="Yu Gothic"/>
                <a:ea typeface="Yu Gothic"/>
                <a:cs typeface="Yu Gothic"/>
              </a:defRPr>
            </a:lvl5pPr>
            <a:lvl6pPr algn="l">
              <a:defRPr sz="2850" b="1">
                <a:solidFill>
                  <a:srgbClr val="182B33"/>
                </a:solidFill>
                <a:latin typeface="Yu Gothic"/>
                <a:ea typeface="Yu Gothic"/>
                <a:cs typeface="Yu Gothic"/>
              </a:defRPr>
            </a:lvl6pPr>
            <a:lvl7pPr algn="l">
              <a:defRPr sz="2850" b="1">
                <a:solidFill>
                  <a:srgbClr val="182B33"/>
                </a:solidFill>
                <a:latin typeface="Yu Gothic"/>
                <a:ea typeface="Yu Gothic"/>
                <a:cs typeface="Yu Gothic"/>
              </a:defRPr>
            </a:lvl7pPr>
            <a:lvl8pPr algn="l">
              <a:defRPr sz="2850" b="1">
                <a:solidFill>
                  <a:srgbClr val="182B33"/>
                </a:solidFill>
                <a:latin typeface="Yu Gothic"/>
                <a:ea typeface="Yu Gothic"/>
                <a:cs typeface="Yu Gothic"/>
              </a:defRPr>
            </a:lvl8pPr>
            <a:lvl9pPr algn="l">
              <a:defRPr sz="2850" b="1">
                <a:solidFill>
                  <a:srgbClr val="182B33"/>
                </a:solidFill>
                <a:latin typeface="Yu Gothic"/>
                <a:ea typeface="Yu Gothic"/>
                <a:cs typeface="Yu Gothic"/>
              </a:defRPr>
            </a:lvl9pPr>
          </a:lstStyle>
          <a:p xmlns:a="http://schemas.openxmlformats.org/drawingml/2006/main">
            <a:pPr algn="l">
              <a:defRPr sz="2850" b="1">
                <a:solidFill>
                  <a:srgbClr val="182B33"/>
                </a:solidFill>
                <a:latin typeface="Yu Gothic"/>
                <a:ea typeface="Yu Gothic"/>
                <a:cs typeface="Yu Gothic"/>
              </a:defRPr>
            </a:pPr>
            <a:r>
              <a:rPr sz="2850" b="1">
                <a:solidFill>
                  <a:srgbClr val="182B33"/>
                </a:solidFill>
                <a:latin typeface="Yu Gothic"/>
                <a:ea typeface="Yu Gothic"/>
                <a:cs typeface="Yu Gothic"/>
              </a:rPr>
              <a:t>今日の判断手順を短く説明できるか</a:t>
            </a:r>
          </a:p>
        </p:txBody>
      </p:sp>
      <p:sp>
        <p:nvSpPr>
          <p:cNvPr id="7" name="">
            <a:extLst xmlns:a="http://schemas.openxmlformats.org/drawingml/2006/main">
              <a:ext uri="{FF2B5EF4-FFF2-40B4-BE49-F238E27FC236}">
                <a16:creationId xmlns:a16="http://schemas.microsoft.com/office/drawing/2014/main" id="{08B14511-47BE-4956-B940-DD44146DA88D}"/>
              </a:ext>
            </a:extLst>
          </p:cNvPr>
          <p:cNvSpPr>
            <a:spLocks xmlns:a="http://schemas.openxmlformats.org/drawingml/2006/main" noGrp="1"/>
          </p:cNvSpPr>
          <p:nvPr/>
        </p:nvSpPr>
        <p:spPr>
          <a:xfrm xmlns:a="http://schemas.openxmlformats.org/drawingml/2006/main">
            <a:off x="819150" y="2524125"/>
            <a:ext cx="10191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75" b="1">
                <a:solidFill>
                  <a:srgbClr val="52616A"/>
                </a:solidFill>
                <a:latin typeface="Yu Gothic"/>
                <a:ea typeface="Yu Gothic"/>
                <a:cs typeface="Yu Gothic"/>
              </a:defRPr>
            </a:defPPr>
            <a:lvl1pPr algn="l">
              <a:defRPr sz="2175" b="1">
                <a:solidFill>
                  <a:srgbClr val="52616A"/>
                </a:solidFill>
                <a:latin typeface="Yu Gothic"/>
                <a:ea typeface="Yu Gothic"/>
                <a:cs typeface="Yu Gothic"/>
              </a:defRPr>
            </a:lvl1pPr>
            <a:lvl2pPr algn="l">
              <a:defRPr sz="2175" b="1">
                <a:solidFill>
                  <a:srgbClr val="52616A"/>
                </a:solidFill>
                <a:latin typeface="Yu Gothic"/>
                <a:ea typeface="Yu Gothic"/>
                <a:cs typeface="Yu Gothic"/>
              </a:defRPr>
            </a:lvl2pPr>
            <a:lvl3pPr algn="l">
              <a:defRPr sz="2175" b="1">
                <a:solidFill>
                  <a:srgbClr val="52616A"/>
                </a:solidFill>
                <a:latin typeface="Yu Gothic"/>
                <a:ea typeface="Yu Gothic"/>
                <a:cs typeface="Yu Gothic"/>
              </a:defRPr>
            </a:lvl3pPr>
            <a:lvl4pPr algn="l">
              <a:defRPr sz="2175" b="1">
                <a:solidFill>
                  <a:srgbClr val="52616A"/>
                </a:solidFill>
                <a:latin typeface="Yu Gothic"/>
                <a:ea typeface="Yu Gothic"/>
                <a:cs typeface="Yu Gothic"/>
              </a:defRPr>
            </a:lvl4pPr>
            <a:lvl5pPr algn="l">
              <a:defRPr sz="2175" b="1">
                <a:solidFill>
                  <a:srgbClr val="52616A"/>
                </a:solidFill>
                <a:latin typeface="Yu Gothic"/>
                <a:ea typeface="Yu Gothic"/>
                <a:cs typeface="Yu Gothic"/>
              </a:defRPr>
            </a:lvl5pPr>
            <a:lvl6pPr algn="l">
              <a:defRPr sz="2175" b="1">
                <a:solidFill>
                  <a:srgbClr val="52616A"/>
                </a:solidFill>
                <a:latin typeface="Yu Gothic"/>
                <a:ea typeface="Yu Gothic"/>
                <a:cs typeface="Yu Gothic"/>
              </a:defRPr>
            </a:lvl6pPr>
            <a:lvl7pPr algn="l">
              <a:defRPr sz="2175" b="1">
                <a:solidFill>
                  <a:srgbClr val="52616A"/>
                </a:solidFill>
                <a:latin typeface="Yu Gothic"/>
                <a:ea typeface="Yu Gothic"/>
                <a:cs typeface="Yu Gothic"/>
              </a:defRPr>
            </a:lvl7pPr>
            <a:lvl8pPr algn="l">
              <a:defRPr sz="2175" b="1">
                <a:solidFill>
                  <a:srgbClr val="52616A"/>
                </a:solidFill>
                <a:latin typeface="Yu Gothic"/>
                <a:ea typeface="Yu Gothic"/>
                <a:cs typeface="Yu Gothic"/>
              </a:defRPr>
            </a:lvl8pPr>
            <a:lvl9pPr algn="l">
              <a:defRPr sz="2175" b="1">
                <a:solidFill>
                  <a:srgbClr val="52616A"/>
                </a:solidFill>
                <a:latin typeface="Yu Gothic"/>
                <a:ea typeface="Yu Gothic"/>
                <a:cs typeface="Yu Gothic"/>
              </a:defRPr>
            </a:lvl9pPr>
          </a:lstStyle>
          <a:p xmlns:a="http://schemas.openxmlformats.org/drawingml/2006/main">
            <a:pPr algn="l">
              <a:defRPr sz="2175" b="1">
                <a:solidFill>
                  <a:srgbClr val="52616A"/>
                </a:solidFill>
                <a:latin typeface="Yu Gothic"/>
                <a:ea typeface="Yu Gothic"/>
                <a:cs typeface="Yu Gothic"/>
              </a:defRPr>
            </a:pPr>
            <a:r>
              <a:rPr sz="2175" b="1">
                <a:solidFill>
                  <a:srgbClr val="52616A"/>
                </a:solidFill>
                <a:latin typeface="Yu Gothic"/>
                <a:ea typeface="Yu Gothic"/>
                <a:cs typeface="Yu Gothic"/>
              </a:rPr>
              <a:t>計算結果だけでなく意味を確認する</a:t>
            </a:r>
          </a:p>
        </p:txBody>
      </p:sp>
      <p:sp>
        <p:nvSpPr>
          <p:cNvPr id="8" name="">
            <a:extLst xmlns:a="http://schemas.openxmlformats.org/drawingml/2006/main">
              <a:ext uri="{FF2B5EF4-FFF2-40B4-BE49-F238E27FC236}">
                <a16:creationId xmlns:a16="http://schemas.microsoft.com/office/drawing/2014/main" id="{ED4E72E1-A2E8-4FFD-8A11-827CDEF05D17}"/>
              </a:ext>
            </a:extLst>
          </p:cNvPr>
          <p:cNvSpPr>
            <a:spLocks xmlns:a="http://schemas.openxmlformats.org/drawingml/2006/main" noGrp="1"/>
          </p:cNvSpPr>
          <p:nvPr/>
        </p:nvSpPr>
        <p:spPr>
          <a:xfrm xmlns:a="http://schemas.openxmlformats.org/drawingml/2006/main">
            <a:off x="895350" y="3143250"/>
            <a:ext cx="228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425" b="1">
                <a:solidFill>
                  <a:srgbClr val="166B68"/>
                </a:solidFill>
                <a:latin typeface="Yu Gothic"/>
                <a:ea typeface="Yu Gothic"/>
                <a:cs typeface="Yu Gothic"/>
              </a:defRPr>
            </a:defPPr>
            <a:lvl1pPr algn="ctr">
              <a:defRPr sz="1425" b="1">
                <a:solidFill>
                  <a:srgbClr val="166B68"/>
                </a:solidFill>
                <a:latin typeface="Yu Gothic"/>
                <a:ea typeface="Yu Gothic"/>
                <a:cs typeface="Yu Gothic"/>
              </a:defRPr>
            </a:lvl1pPr>
            <a:lvl2pPr algn="ctr">
              <a:defRPr sz="1425" b="1">
                <a:solidFill>
                  <a:srgbClr val="166B68"/>
                </a:solidFill>
                <a:latin typeface="Yu Gothic"/>
                <a:ea typeface="Yu Gothic"/>
                <a:cs typeface="Yu Gothic"/>
              </a:defRPr>
            </a:lvl2pPr>
            <a:lvl3pPr algn="ctr">
              <a:defRPr sz="1425" b="1">
                <a:solidFill>
                  <a:srgbClr val="166B68"/>
                </a:solidFill>
                <a:latin typeface="Yu Gothic"/>
                <a:ea typeface="Yu Gothic"/>
                <a:cs typeface="Yu Gothic"/>
              </a:defRPr>
            </a:lvl3pPr>
            <a:lvl4pPr algn="ctr">
              <a:defRPr sz="1425" b="1">
                <a:solidFill>
                  <a:srgbClr val="166B68"/>
                </a:solidFill>
                <a:latin typeface="Yu Gothic"/>
                <a:ea typeface="Yu Gothic"/>
                <a:cs typeface="Yu Gothic"/>
              </a:defRPr>
            </a:lvl4pPr>
            <a:lvl5pPr algn="ctr">
              <a:defRPr sz="1425" b="1">
                <a:solidFill>
                  <a:srgbClr val="166B68"/>
                </a:solidFill>
                <a:latin typeface="Yu Gothic"/>
                <a:ea typeface="Yu Gothic"/>
                <a:cs typeface="Yu Gothic"/>
              </a:defRPr>
            </a:lvl5pPr>
            <a:lvl6pPr algn="ctr">
              <a:defRPr sz="1425" b="1">
                <a:solidFill>
                  <a:srgbClr val="166B68"/>
                </a:solidFill>
                <a:latin typeface="Yu Gothic"/>
                <a:ea typeface="Yu Gothic"/>
                <a:cs typeface="Yu Gothic"/>
              </a:defRPr>
            </a:lvl6pPr>
            <a:lvl7pPr algn="ctr">
              <a:defRPr sz="1425" b="1">
                <a:solidFill>
                  <a:srgbClr val="166B68"/>
                </a:solidFill>
                <a:latin typeface="Yu Gothic"/>
                <a:ea typeface="Yu Gothic"/>
                <a:cs typeface="Yu Gothic"/>
              </a:defRPr>
            </a:lvl7pPr>
            <a:lvl8pPr algn="ctr">
              <a:defRPr sz="1425" b="1">
                <a:solidFill>
                  <a:srgbClr val="166B68"/>
                </a:solidFill>
                <a:latin typeface="Yu Gothic"/>
                <a:ea typeface="Yu Gothic"/>
                <a:cs typeface="Yu Gothic"/>
              </a:defRPr>
            </a:lvl8pPr>
            <a:lvl9pPr algn="ctr">
              <a:defRPr sz="1425" b="1">
                <a:solidFill>
                  <a:srgbClr val="166B68"/>
                </a:solidFill>
                <a:latin typeface="Yu Gothic"/>
                <a:ea typeface="Yu Gothic"/>
                <a:cs typeface="Yu Gothic"/>
              </a:defRPr>
            </a:lvl9pPr>
          </a:lstStyle>
          <a:p xmlns:a="http://schemas.openxmlformats.org/drawingml/2006/main">
            <a:pPr algn="ctr">
              <a:defRPr sz="1425" b="1">
                <a:solidFill>
                  <a:srgbClr val="166B68"/>
                </a:solidFill>
                <a:latin typeface="Yu Gothic"/>
                <a:ea typeface="Yu Gothic"/>
                <a:cs typeface="Yu Gothic"/>
              </a:defRPr>
            </a:pPr>
            <a:r>
              <a:rPr sz="1425" b="1">
                <a:solidFill>
                  <a:srgbClr val="166B68"/>
                </a:solidFill>
                <a:latin typeface="Yu Gothic"/>
                <a:ea typeface="Yu Gothic"/>
                <a:cs typeface="Yu Gothic"/>
              </a:rPr>
              <a:t>●</a:t>
            </a:r>
          </a:p>
        </p:txBody>
      </p:sp>
      <p:sp>
        <p:nvSpPr>
          <p:cNvPr id="9" name="">
            <a:extLst xmlns:a="http://schemas.openxmlformats.org/drawingml/2006/main">
              <a:ext uri="{FF2B5EF4-FFF2-40B4-BE49-F238E27FC236}">
                <a16:creationId xmlns:a16="http://schemas.microsoft.com/office/drawing/2014/main" id="{B6B71D1A-86C0-4F47-9F68-4F81951EF7AC}"/>
              </a:ext>
            </a:extLst>
          </p:cNvPr>
          <p:cNvSpPr>
            <a:spLocks xmlns:a="http://schemas.openxmlformats.org/drawingml/2006/main" noGrp="1"/>
          </p:cNvSpPr>
          <p:nvPr/>
        </p:nvSpPr>
        <p:spPr>
          <a:xfrm xmlns:a="http://schemas.openxmlformats.org/drawingml/2006/main">
            <a:off x="1219200" y="3143250"/>
            <a:ext cx="95821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350°→20°の時計回り角は？</a:t>
            </a:r>
          </a:p>
        </p:txBody>
      </p:sp>
      <p:sp>
        <p:nvSpPr>
          <p:cNvPr id="10" name="">
            <a:extLst xmlns:a="http://schemas.openxmlformats.org/drawingml/2006/main">
              <a:ext uri="{FF2B5EF4-FFF2-40B4-BE49-F238E27FC236}">
                <a16:creationId xmlns:a16="http://schemas.microsoft.com/office/drawing/2014/main" id="{66B74123-FD58-4CC8-AFC3-1575BDCB119C}"/>
              </a:ext>
            </a:extLst>
          </p:cNvPr>
          <p:cNvSpPr>
            <a:spLocks xmlns:a="http://schemas.openxmlformats.org/drawingml/2006/main" noGrp="1"/>
          </p:cNvSpPr>
          <p:nvPr/>
        </p:nvSpPr>
        <p:spPr>
          <a:xfrm xmlns:a="http://schemas.openxmlformats.org/drawingml/2006/main">
            <a:off x="895350" y="3714750"/>
            <a:ext cx="228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425" b="1">
                <a:solidFill>
                  <a:srgbClr val="166B68"/>
                </a:solidFill>
                <a:latin typeface="Yu Gothic"/>
                <a:ea typeface="Yu Gothic"/>
                <a:cs typeface="Yu Gothic"/>
              </a:defRPr>
            </a:defPPr>
            <a:lvl1pPr algn="ctr">
              <a:defRPr sz="1425" b="1">
                <a:solidFill>
                  <a:srgbClr val="166B68"/>
                </a:solidFill>
                <a:latin typeface="Yu Gothic"/>
                <a:ea typeface="Yu Gothic"/>
                <a:cs typeface="Yu Gothic"/>
              </a:defRPr>
            </a:lvl1pPr>
            <a:lvl2pPr algn="ctr">
              <a:defRPr sz="1425" b="1">
                <a:solidFill>
                  <a:srgbClr val="166B68"/>
                </a:solidFill>
                <a:latin typeface="Yu Gothic"/>
                <a:ea typeface="Yu Gothic"/>
                <a:cs typeface="Yu Gothic"/>
              </a:defRPr>
            </a:lvl2pPr>
            <a:lvl3pPr algn="ctr">
              <a:defRPr sz="1425" b="1">
                <a:solidFill>
                  <a:srgbClr val="166B68"/>
                </a:solidFill>
                <a:latin typeface="Yu Gothic"/>
                <a:ea typeface="Yu Gothic"/>
                <a:cs typeface="Yu Gothic"/>
              </a:defRPr>
            </a:lvl3pPr>
            <a:lvl4pPr algn="ctr">
              <a:defRPr sz="1425" b="1">
                <a:solidFill>
                  <a:srgbClr val="166B68"/>
                </a:solidFill>
                <a:latin typeface="Yu Gothic"/>
                <a:ea typeface="Yu Gothic"/>
                <a:cs typeface="Yu Gothic"/>
              </a:defRPr>
            </a:lvl4pPr>
            <a:lvl5pPr algn="ctr">
              <a:defRPr sz="1425" b="1">
                <a:solidFill>
                  <a:srgbClr val="166B68"/>
                </a:solidFill>
                <a:latin typeface="Yu Gothic"/>
                <a:ea typeface="Yu Gothic"/>
                <a:cs typeface="Yu Gothic"/>
              </a:defRPr>
            </a:lvl5pPr>
            <a:lvl6pPr algn="ctr">
              <a:defRPr sz="1425" b="1">
                <a:solidFill>
                  <a:srgbClr val="166B68"/>
                </a:solidFill>
                <a:latin typeface="Yu Gothic"/>
                <a:ea typeface="Yu Gothic"/>
                <a:cs typeface="Yu Gothic"/>
              </a:defRPr>
            </a:lvl6pPr>
            <a:lvl7pPr algn="ctr">
              <a:defRPr sz="1425" b="1">
                <a:solidFill>
                  <a:srgbClr val="166B68"/>
                </a:solidFill>
                <a:latin typeface="Yu Gothic"/>
                <a:ea typeface="Yu Gothic"/>
                <a:cs typeface="Yu Gothic"/>
              </a:defRPr>
            </a:lvl7pPr>
            <a:lvl8pPr algn="ctr">
              <a:defRPr sz="1425" b="1">
                <a:solidFill>
                  <a:srgbClr val="166B68"/>
                </a:solidFill>
                <a:latin typeface="Yu Gothic"/>
                <a:ea typeface="Yu Gothic"/>
                <a:cs typeface="Yu Gothic"/>
              </a:defRPr>
            </a:lvl8pPr>
            <a:lvl9pPr algn="ctr">
              <a:defRPr sz="1425" b="1">
                <a:solidFill>
                  <a:srgbClr val="166B68"/>
                </a:solidFill>
                <a:latin typeface="Yu Gothic"/>
                <a:ea typeface="Yu Gothic"/>
                <a:cs typeface="Yu Gothic"/>
              </a:defRPr>
            </a:lvl9pPr>
          </a:lstStyle>
          <a:p xmlns:a="http://schemas.openxmlformats.org/drawingml/2006/main">
            <a:pPr algn="ctr">
              <a:defRPr sz="1425" b="1">
                <a:solidFill>
                  <a:srgbClr val="166B68"/>
                </a:solidFill>
                <a:latin typeface="Yu Gothic"/>
                <a:ea typeface="Yu Gothic"/>
                <a:cs typeface="Yu Gothic"/>
              </a:defRPr>
            </a:pPr>
            <a:r>
              <a:rPr sz="1425" b="1">
                <a:solidFill>
                  <a:srgbClr val="166B68"/>
                </a:solidFill>
                <a:latin typeface="Yu Gothic"/>
                <a:ea typeface="Yu Gothic"/>
                <a:cs typeface="Yu Gothic"/>
              </a:rPr>
              <a:t>●</a:t>
            </a:r>
          </a:p>
        </p:txBody>
      </p:sp>
      <p:sp>
        <p:nvSpPr>
          <p:cNvPr id="11" name="">
            <a:extLst xmlns:a="http://schemas.openxmlformats.org/drawingml/2006/main">
              <a:ext uri="{FF2B5EF4-FFF2-40B4-BE49-F238E27FC236}">
                <a16:creationId xmlns:a16="http://schemas.microsoft.com/office/drawing/2014/main" id="{73ABEB88-4975-451C-84B4-1E8D607CB6F4}"/>
              </a:ext>
            </a:extLst>
          </p:cNvPr>
          <p:cNvSpPr>
            <a:spLocks xmlns:a="http://schemas.openxmlformats.org/drawingml/2006/main" noGrp="1"/>
          </p:cNvSpPr>
          <p:nvPr/>
        </p:nvSpPr>
        <p:spPr>
          <a:xfrm xmlns:a="http://schemas.openxmlformats.org/drawingml/2006/main">
            <a:off x="1219200" y="3714750"/>
            <a:ext cx="95821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正反平均でも消えない誤差は？</a:t>
            </a:r>
          </a:p>
        </p:txBody>
      </p:sp>
      <p:sp>
        <p:nvSpPr>
          <p:cNvPr id="12" name="">
            <a:extLst xmlns:a="http://schemas.openxmlformats.org/drawingml/2006/main">
              <a:ext uri="{FF2B5EF4-FFF2-40B4-BE49-F238E27FC236}">
                <a16:creationId xmlns:a16="http://schemas.microsoft.com/office/drawing/2014/main" id="{F45A2E70-3073-41E5-8D5D-D22193C5B5A0}"/>
              </a:ext>
            </a:extLst>
          </p:cNvPr>
          <p:cNvSpPr>
            <a:spLocks xmlns:a="http://schemas.openxmlformats.org/drawingml/2006/main" noGrp="1"/>
          </p:cNvSpPr>
          <p:nvPr/>
        </p:nvSpPr>
        <p:spPr>
          <a:xfrm xmlns:a="http://schemas.openxmlformats.org/drawingml/2006/main">
            <a:off x="895350" y="4286250"/>
            <a:ext cx="228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425" b="1">
                <a:solidFill>
                  <a:srgbClr val="166B68"/>
                </a:solidFill>
                <a:latin typeface="Yu Gothic"/>
                <a:ea typeface="Yu Gothic"/>
                <a:cs typeface="Yu Gothic"/>
              </a:defRPr>
            </a:defPPr>
            <a:lvl1pPr algn="ctr">
              <a:defRPr sz="1425" b="1">
                <a:solidFill>
                  <a:srgbClr val="166B68"/>
                </a:solidFill>
                <a:latin typeface="Yu Gothic"/>
                <a:ea typeface="Yu Gothic"/>
                <a:cs typeface="Yu Gothic"/>
              </a:defRPr>
            </a:lvl1pPr>
            <a:lvl2pPr algn="ctr">
              <a:defRPr sz="1425" b="1">
                <a:solidFill>
                  <a:srgbClr val="166B68"/>
                </a:solidFill>
                <a:latin typeface="Yu Gothic"/>
                <a:ea typeface="Yu Gothic"/>
                <a:cs typeface="Yu Gothic"/>
              </a:defRPr>
            </a:lvl2pPr>
            <a:lvl3pPr algn="ctr">
              <a:defRPr sz="1425" b="1">
                <a:solidFill>
                  <a:srgbClr val="166B68"/>
                </a:solidFill>
                <a:latin typeface="Yu Gothic"/>
                <a:ea typeface="Yu Gothic"/>
                <a:cs typeface="Yu Gothic"/>
              </a:defRPr>
            </a:lvl3pPr>
            <a:lvl4pPr algn="ctr">
              <a:defRPr sz="1425" b="1">
                <a:solidFill>
                  <a:srgbClr val="166B68"/>
                </a:solidFill>
                <a:latin typeface="Yu Gothic"/>
                <a:ea typeface="Yu Gothic"/>
                <a:cs typeface="Yu Gothic"/>
              </a:defRPr>
            </a:lvl4pPr>
            <a:lvl5pPr algn="ctr">
              <a:defRPr sz="1425" b="1">
                <a:solidFill>
                  <a:srgbClr val="166B68"/>
                </a:solidFill>
                <a:latin typeface="Yu Gothic"/>
                <a:ea typeface="Yu Gothic"/>
                <a:cs typeface="Yu Gothic"/>
              </a:defRPr>
            </a:lvl5pPr>
            <a:lvl6pPr algn="ctr">
              <a:defRPr sz="1425" b="1">
                <a:solidFill>
                  <a:srgbClr val="166B68"/>
                </a:solidFill>
                <a:latin typeface="Yu Gothic"/>
                <a:ea typeface="Yu Gothic"/>
                <a:cs typeface="Yu Gothic"/>
              </a:defRPr>
            </a:lvl6pPr>
            <a:lvl7pPr algn="ctr">
              <a:defRPr sz="1425" b="1">
                <a:solidFill>
                  <a:srgbClr val="166B68"/>
                </a:solidFill>
                <a:latin typeface="Yu Gothic"/>
                <a:ea typeface="Yu Gothic"/>
                <a:cs typeface="Yu Gothic"/>
              </a:defRPr>
            </a:lvl7pPr>
            <a:lvl8pPr algn="ctr">
              <a:defRPr sz="1425" b="1">
                <a:solidFill>
                  <a:srgbClr val="166B68"/>
                </a:solidFill>
                <a:latin typeface="Yu Gothic"/>
                <a:ea typeface="Yu Gothic"/>
                <a:cs typeface="Yu Gothic"/>
              </a:defRPr>
            </a:lvl8pPr>
            <a:lvl9pPr algn="ctr">
              <a:defRPr sz="1425" b="1">
                <a:solidFill>
                  <a:srgbClr val="166B68"/>
                </a:solidFill>
                <a:latin typeface="Yu Gothic"/>
                <a:ea typeface="Yu Gothic"/>
                <a:cs typeface="Yu Gothic"/>
              </a:defRPr>
            </a:lvl9pPr>
          </a:lstStyle>
          <a:p xmlns:a="http://schemas.openxmlformats.org/drawingml/2006/main">
            <a:pPr algn="ctr">
              <a:defRPr sz="1425" b="1">
                <a:solidFill>
                  <a:srgbClr val="166B68"/>
                </a:solidFill>
                <a:latin typeface="Yu Gothic"/>
                <a:ea typeface="Yu Gothic"/>
                <a:cs typeface="Yu Gothic"/>
              </a:defRPr>
            </a:pPr>
            <a:r>
              <a:rPr sz="1425" b="1">
                <a:solidFill>
                  <a:srgbClr val="166B68"/>
                </a:solidFill>
                <a:latin typeface="Yu Gothic"/>
                <a:ea typeface="Yu Gothic"/>
                <a:cs typeface="Yu Gothic"/>
              </a:rPr>
              <a:t>●</a:t>
            </a:r>
          </a:p>
        </p:txBody>
      </p:sp>
      <p:sp>
        <p:nvSpPr>
          <p:cNvPr id="13" name="">
            <a:extLst xmlns:a="http://schemas.openxmlformats.org/drawingml/2006/main">
              <a:ext uri="{FF2B5EF4-FFF2-40B4-BE49-F238E27FC236}">
                <a16:creationId xmlns:a16="http://schemas.microsoft.com/office/drawing/2014/main" id="{7CA23AAD-9E0E-4C57-BCE8-8C9EB82FDC63}"/>
              </a:ext>
            </a:extLst>
          </p:cNvPr>
          <p:cNvSpPr>
            <a:spLocks xmlns:a="http://schemas.openxmlformats.org/drawingml/2006/main" noGrp="1"/>
          </p:cNvSpPr>
          <p:nvPr/>
        </p:nvSpPr>
        <p:spPr>
          <a:xfrm xmlns:a="http://schemas.openxmlformats.org/drawingml/2006/main">
            <a:off x="1219200" y="4286250"/>
            <a:ext cx="95821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Zとαの関係、超過時の対応は？</a:t>
            </a:r>
          </a:p>
        </p:txBody>
      </p:sp>
    </p:spTree>
    <p:extLst>
      <p:ext uri="{BB962C8B-B14F-4D97-AF65-F5344CB8AC3E}">
        <p14:creationId xmlns:p14="http://schemas.microsoft.com/office/powerpoint/2010/main" val="1283660417"/>
      </p:ext>
    </p:extLst>
  </p:cSld>
</p:sld>
</file>

<file path=ppt/slides/slide5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C0A94201-C1E2-438A-AB73-16DD3112CDD7}"/>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073863CB-BF07-4721-A313-7A99444B4EA3}"/>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まとめ</a:t>
            </a:r>
          </a:p>
        </p:txBody>
      </p:sp>
      <p:sp>
        <p:nvSpPr>
          <p:cNvPr id="3" name="">
            <a:extLst xmlns:a="http://schemas.openxmlformats.org/drawingml/2006/main">
              <a:ext uri="{FF2B5EF4-FFF2-40B4-BE49-F238E27FC236}">
                <a16:creationId xmlns:a16="http://schemas.microsoft.com/office/drawing/2014/main" id="{4865AEFF-3533-4A48-8CD1-C140132D0FEC}"/>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次回は角と距離で点をつなぐ</a:t>
            </a:r>
          </a:p>
        </p:txBody>
      </p:sp>
      <p:sp>
        <p:nvSpPr>
          <p:cNvPr id="4" name="">
            <a:extLst xmlns:a="http://schemas.openxmlformats.org/drawingml/2006/main">
              <a:ext uri="{FF2B5EF4-FFF2-40B4-BE49-F238E27FC236}">
                <a16:creationId xmlns:a16="http://schemas.microsoft.com/office/drawing/2014/main" id="{12929973-DDED-488F-83A8-4E18C9F831DC}"/>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A3AB0BD9-F370-4CDA-994C-780C2D5D4B5A}"/>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54</a:t>
            </a:r>
          </a:p>
        </p:txBody>
      </p:sp>
      <p:sp>
        <p:nvSpPr>
          <p:cNvPr id="6" name="">
            <a:extLst xmlns:a="http://schemas.openxmlformats.org/drawingml/2006/main">
              <a:ext uri="{FF2B5EF4-FFF2-40B4-BE49-F238E27FC236}">
                <a16:creationId xmlns:a16="http://schemas.microsoft.com/office/drawing/2014/main" id="{187DAC3C-6C1C-4683-94D2-E45E0782ACFA}"/>
              </a:ext>
            </a:extLst>
          </p:cNvPr>
          <p:cNvSpPr>
            <a:spLocks xmlns:a="http://schemas.openxmlformats.org/drawingml/2006/main" noGrp="1"/>
          </p:cNvSpPr>
          <p:nvPr/>
        </p:nvSpPr>
        <p:spPr>
          <a:xfrm xmlns:a="http://schemas.openxmlformats.org/drawingml/2006/main">
            <a:off x="857250" y="1809750"/>
            <a:ext cx="61912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225" b="1">
                <a:solidFill>
                  <a:srgbClr val="182B33"/>
                </a:solidFill>
                <a:latin typeface="Yu Gothic"/>
                <a:ea typeface="Yu Gothic"/>
                <a:cs typeface="Yu Gothic"/>
              </a:defRPr>
            </a:defPPr>
            <a:lvl1pPr algn="l">
              <a:defRPr sz="3225" b="1">
                <a:solidFill>
                  <a:srgbClr val="182B33"/>
                </a:solidFill>
                <a:latin typeface="Yu Gothic"/>
                <a:ea typeface="Yu Gothic"/>
                <a:cs typeface="Yu Gothic"/>
              </a:defRPr>
            </a:lvl1pPr>
            <a:lvl2pPr algn="l">
              <a:defRPr sz="3225" b="1">
                <a:solidFill>
                  <a:srgbClr val="182B33"/>
                </a:solidFill>
                <a:latin typeface="Yu Gothic"/>
                <a:ea typeface="Yu Gothic"/>
                <a:cs typeface="Yu Gothic"/>
              </a:defRPr>
            </a:lvl2pPr>
            <a:lvl3pPr algn="l">
              <a:defRPr sz="3225" b="1">
                <a:solidFill>
                  <a:srgbClr val="182B33"/>
                </a:solidFill>
                <a:latin typeface="Yu Gothic"/>
                <a:ea typeface="Yu Gothic"/>
                <a:cs typeface="Yu Gothic"/>
              </a:defRPr>
            </a:lvl3pPr>
            <a:lvl4pPr algn="l">
              <a:defRPr sz="3225" b="1">
                <a:solidFill>
                  <a:srgbClr val="182B33"/>
                </a:solidFill>
                <a:latin typeface="Yu Gothic"/>
                <a:ea typeface="Yu Gothic"/>
                <a:cs typeface="Yu Gothic"/>
              </a:defRPr>
            </a:lvl4pPr>
            <a:lvl5pPr algn="l">
              <a:defRPr sz="3225" b="1">
                <a:solidFill>
                  <a:srgbClr val="182B33"/>
                </a:solidFill>
                <a:latin typeface="Yu Gothic"/>
                <a:ea typeface="Yu Gothic"/>
                <a:cs typeface="Yu Gothic"/>
              </a:defRPr>
            </a:lvl5pPr>
            <a:lvl6pPr algn="l">
              <a:defRPr sz="3225" b="1">
                <a:solidFill>
                  <a:srgbClr val="182B33"/>
                </a:solidFill>
                <a:latin typeface="Yu Gothic"/>
                <a:ea typeface="Yu Gothic"/>
                <a:cs typeface="Yu Gothic"/>
              </a:defRPr>
            </a:lvl6pPr>
            <a:lvl7pPr algn="l">
              <a:defRPr sz="3225" b="1">
                <a:solidFill>
                  <a:srgbClr val="182B33"/>
                </a:solidFill>
                <a:latin typeface="Yu Gothic"/>
                <a:ea typeface="Yu Gothic"/>
                <a:cs typeface="Yu Gothic"/>
              </a:defRPr>
            </a:lvl7pPr>
            <a:lvl8pPr algn="l">
              <a:defRPr sz="3225" b="1">
                <a:solidFill>
                  <a:srgbClr val="182B33"/>
                </a:solidFill>
                <a:latin typeface="Yu Gothic"/>
                <a:ea typeface="Yu Gothic"/>
                <a:cs typeface="Yu Gothic"/>
              </a:defRPr>
            </a:lvl8pPr>
            <a:lvl9pPr algn="l">
              <a:defRPr sz="3225" b="1">
                <a:solidFill>
                  <a:srgbClr val="182B33"/>
                </a:solidFill>
                <a:latin typeface="Yu Gothic"/>
                <a:ea typeface="Yu Gothic"/>
                <a:cs typeface="Yu Gothic"/>
              </a:defRPr>
            </a:lvl9pPr>
          </a:lstStyle>
          <a:p xmlns:a="http://schemas.openxmlformats.org/drawingml/2006/main">
            <a:pPr algn="l">
              <a:defRPr sz="3225" b="1">
                <a:solidFill>
                  <a:srgbClr val="182B33"/>
                </a:solidFill>
                <a:latin typeface="Yu Gothic"/>
                <a:ea typeface="Yu Gothic"/>
                <a:cs typeface="Yu Gothic"/>
              </a:defRPr>
            </a:pPr>
            <a:r>
              <a:rPr sz="3225" b="1">
                <a:solidFill>
                  <a:srgbClr val="182B33"/>
                </a:solidFill>
                <a:latin typeface="Yu Gothic"/>
                <a:ea typeface="Yu Gothic"/>
                <a:cs typeface="Yu Gothic"/>
              </a:rPr>
              <a:t>角と距離から、次の杭の座標を求める</a:t>
            </a:r>
          </a:p>
        </p:txBody>
      </p:sp>
      <p:sp>
        <p:nvSpPr>
          <p:cNvPr id="7" name="">
            <a:extLst xmlns:a="http://schemas.openxmlformats.org/drawingml/2006/main">
              <a:ext uri="{FF2B5EF4-FFF2-40B4-BE49-F238E27FC236}">
                <a16:creationId xmlns:a16="http://schemas.microsoft.com/office/drawing/2014/main" id="{325ECD8F-D972-4F60-9ED4-D4A87263A5AB}"/>
              </a:ext>
            </a:extLst>
          </p:cNvPr>
          <p:cNvSpPr>
            <a:spLocks xmlns:a="http://schemas.openxmlformats.org/drawingml/2006/main" noGrp="1"/>
          </p:cNvSpPr>
          <p:nvPr/>
        </p:nvSpPr>
        <p:spPr>
          <a:xfrm xmlns:a="http://schemas.openxmlformats.org/drawingml/2006/main">
            <a:off x="895350" y="2952750"/>
            <a:ext cx="6096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1">
                <a:solidFill>
                  <a:srgbClr val="52616A"/>
                </a:solidFill>
                <a:latin typeface="Yu Gothic"/>
                <a:ea typeface="Yu Gothic"/>
                <a:cs typeface="Yu Gothic"/>
              </a:defRPr>
            </a:defPPr>
            <a:lvl1pPr algn="l">
              <a:defRPr sz="2250" b="1">
                <a:solidFill>
                  <a:srgbClr val="52616A"/>
                </a:solidFill>
                <a:latin typeface="Yu Gothic"/>
                <a:ea typeface="Yu Gothic"/>
                <a:cs typeface="Yu Gothic"/>
              </a:defRPr>
            </a:lvl1pPr>
            <a:lvl2pPr algn="l">
              <a:defRPr sz="2250" b="1">
                <a:solidFill>
                  <a:srgbClr val="52616A"/>
                </a:solidFill>
                <a:latin typeface="Yu Gothic"/>
                <a:ea typeface="Yu Gothic"/>
                <a:cs typeface="Yu Gothic"/>
              </a:defRPr>
            </a:lvl2pPr>
            <a:lvl3pPr algn="l">
              <a:defRPr sz="2250" b="1">
                <a:solidFill>
                  <a:srgbClr val="52616A"/>
                </a:solidFill>
                <a:latin typeface="Yu Gothic"/>
                <a:ea typeface="Yu Gothic"/>
                <a:cs typeface="Yu Gothic"/>
              </a:defRPr>
            </a:lvl3pPr>
            <a:lvl4pPr algn="l">
              <a:defRPr sz="2250" b="1">
                <a:solidFill>
                  <a:srgbClr val="52616A"/>
                </a:solidFill>
                <a:latin typeface="Yu Gothic"/>
                <a:ea typeface="Yu Gothic"/>
                <a:cs typeface="Yu Gothic"/>
              </a:defRPr>
            </a:lvl4pPr>
            <a:lvl5pPr algn="l">
              <a:defRPr sz="2250" b="1">
                <a:solidFill>
                  <a:srgbClr val="52616A"/>
                </a:solidFill>
                <a:latin typeface="Yu Gothic"/>
                <a:ea typeface="Yu Gothic"/>
                <a:cs typeface="Yu Gothic"/>
              </a:defRPr>
            </a:lvl5pPr>
            <a:lvl6pPr algn="l">
              <a:defRPr sz="2250" b="1">
                <a:solidFill>
                  <a:srgbClr val="52616A"/>
                </a:solidFill>
                <a:latin typeface="Yu Gothic"/>
                <a:ea typeface="Yu Gothic"/>
                <a:cs typeface="Yu Gothic"/>
              </a:defRPr>
            </a:lvl6pPr>
            <a:lvl7pPr algn="l">
              <a:defRPr sz="2250" b="1">
                <a:solidFill>
                  <a:srgbClr val="52616A"/>
                </a:solidFill>
                <a:latin typeface="Yu Gothic"/>
                <a:ea typeface="Yu Gothic"/>
                <a:cs typeface="Yu Gothic"/>
              </a:defRPr>
            </a:lvl7pPr>
            <a:lvl8pPr algn="l">
              <a:defRPr sz="2250" b="1">
                <a:solidFill>
                  <a:srgbClr val="52616A"/>
                </a:solidFill>
                <a:latin typeface="Yu Gothic"/>
                <a:ea typeface="Yu Gothic"/>
                <a:cs typeface="Yu Gothic"/>
              </a:defRPr>
            </a:lvl8pPr>
            <a:lvl9pPr algn="l">
              <a:defRPr sz="2250" b="1">
                <a:solidFill>
                  <a:srgbClr val="52616A"/>
                </a:solidFill>
                <a:latin typeface="Yu Gothic"/>
                <a:ea typeface="Yu Gothic"/>
                <a:cs typeface="Yu Gothic"/>
              </a:defRPr>
            </a:lvl9pPr>
          </a:lstStyle>
          <a:p xmlns:a="http://schemas.openxmlformats.org/drawingml/2006/main">
            <a:pPr algn="l">
              <a:defRPr sz="2250" b="1">
                <a:solidFill>
                  <a:srgbClr val="52616A"/>
                </a:solidFill>
                <a:latin typeface="Yu Gothic"/>
                <a:ea typeface="Yu Gothic"/>
                <a:cs typeface="Yu Gothic"/>
              </a:defRPr>
            </a:pPr>
            <a:r>
              <a:rPr sz="2250" b="1">
                <a:solidFill>
                  <a:srgbClr val="52616A"/>
                </a:solidFill>
                <a:latin typeface="Yu Gothic"/>
                <a:ea typeface="Yu Gothic"/>
                <a:cs typeface="Yu Gothic"/>
              </a:rPr>
              <a:t>第5回：トラバース測量</a:t>
            </a:r>
          </a:p>
        </p:txBody>
      </p:sp>
      <p:sp>
        <p:nvSpPr>
          <p:cNvPr id="8" name="">
            <a:extLst xmlns:a="http://schemas.openxmlformats.org/drawingml/2006/main">
              <a:ext uri="{FF2B5EF4-FFF2-40B4-BE49-F238E27FC236}">
                <a16:creationId xmlns:a16="http://schemas.microsoft.com/office/drawing/2014/main" id="{5AFF39C9-D6C9-43E1-8C72-E7E2086F3DCB}"/>
              </a:ext>
            </a:extLst>
          </p:cNvPr>
          <p:cNvSpPr>
            <a:spLocks xmlns:a="http://schemas.openxmlformats.org/drawingml/2006/main" noGrp="1"/>
          </p:cNvSpPr>
          <p:nvPr/>
        </p:nvSpPr>
        <p:spPr>
          <a:xfrm xmlns:a="http://schemas.openxmlformats.org/drawingml/2006/main">
            <a:off x="904875" y="3714750"/>
            <a:ext cx="228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425" b="1">
                <a:solidFill>
                  <a:srgbClr val="166B68"/>
                </a:solidFill>
                <a:latin typeface="Yu Gothic"/>
                <a:ea typeface="Yu Gothic"/>
                <a:cs typeface="Yu Gothic"/>
              </a:defRPr>
            </a:defPPr>
            <a:lvl1pPr algn="ctr">
              <a:defRPr sz="1425" b="1">
                <a:solidFill>
                  <a:srgbClr val="166B68"/>
                </a:solidFill>
                <a:latin typeface="Yu Gothic"/>
                <a:ea typeface="Yu Gothic"/>
                <a:cs typeface="Yu Gothic"/>
              </a:defRPr>
            </a:lvl1pPr>
            <a:lvl2pPr algn="ctr">
              <a:defRPr sz="1425" b="1">
                <a:solidFill>
                  <a:srgbClr val="166B68"/>
                </a:solidFill>
                <a:latin typeface="Yu Gothic"/>
                <a:ea typeface="Yu Gothic"/>
                <a:cs typeface="Yu Gothic"/>
              </a:defRPr>
            </a:lvl2pPr>
            <a:lvl3pPr algn="ctr">
              <a:defRPr sz="1425" b="1">
                <a:solidFill>
                  <a:srgbClr val="166B68"/>
                </a:solidFill>
                <a:latin typeface="Yu Gothic"/>
                <a:ea typeface="Yu Gothic"/>
                <a:cs typeface="Yu Gothic"/>
              </a:defRPr>
            </a:lvl3pPr>
            <a:lvl4pPr algn="ctr">
              <a:defRPr sz="1425" b="1">
                <a:solidFill>
                  <a:srgbClr val="166B68"/>
                </a:solidFill>
                <a:latin typeface="Yu Gothic"/>
                <a:ea typeface="Yu Gothic"/>
                <a:cs typeface="Yu Gothic"/>
              </a:defRPr>
            </a:lvl4pPr>
            <a:lvl5pPr algn="ctr">
              <a:defRPr sz="1425" b="1">
                <a:solidFill>
                  <a:srgbClr val="166B68"/>
                </a:solidFill>
                <a:latin typeface="Yu Gothic"/>
                <a:ea typeface="Yu Gothic"/>
                <a:cs typeface="Yu Gothic"/>
              </a:defRPr>
            </a:lvl5pPr>
            <a:lvl6pPr algn="ctr">
              <a:defRPr sz="1425" b="1">
                <a:solidFill>
                  <a:srgbClr val="166B68"/>
                </a:solidFill>
                <a:latin typeface="Yu Gothic"/>
                <a:ea typeface="Yu Gothic"/>
                <a:cs typeface="Yu Gothic"/>
              </a:defRPr>
            </a:lvl6pPr>
            <a:lvl7pPr algn="ctr">
              <a:defRPr sz="1425" b="1">
                <a:solidFill>
                  <a:srgbClr val="166B68"/>
                </a:solidFill>
                <a:latin typeface="Yu Gothic"/>
                <a:ea typeface="Yu Gothic"/>
                <a:cs typeface="Yu Gothic"/>
              </a:defRPr>
            </a:lvl7pPr>
            <a:lvl8pPr algn="ctr">
              <a:defRPr sz="1425" b="1">
                <a:solidFill>
                  <a:srgbClr val="166B68"/>
                </a:solidFill>
                <a:latin typeface="Yu Gothic"/>
                <a:ea typeface="Yu Gothic"/>
                <a:cs typeface="Yu Gothic"/>
              </a:defRPr>
            </a:lvl8pPr>
            <a:lvl9pPr algn="ctr">
              <a:defRPr sz="1425" b="1">
                <a:solidFill>
                  <a:srgbClr val="166B68"/>
                </a:solidFill>
                <a:latin typeface="Yu Gothic"/>
                <a:ea typeface="Yu Gothic"/>
                <a:cs typeface="Yu Gothic"/>
              </a:defRPr>
            </a:lvl9pPr>
          </a:lstStyle>
          <a:p xmlns:a="http://schemas.openxmlformats.org/drawingml/2006/main">
            <a:pPr algn="ctr">
              <a:defRPr sz="1425" b="1">
                <a:solidFill>
                  <a:srgbClr val="166B68"/>
                </a:solidFill>
                <a:latin typeface="Yu Gothic"/>
                <a:ea typeface="Yu Gothic"/>
                <a:cs typeface="Yu Gothic"/>
              </a:defRPr>
            </a:pPr>
            <a:r>
              <a:rPr sz="1425" b="1">
                <a:solidFill>
                  <a:srgbClr val="166B68"/>
                </a:solidFill>
                <a:latin typeface="Yu Gothic"/>
                <a:ea typeface="Yu Gothic"/>
                <a:cs typeface="Yu Gothic"/>
              </a:rPr>
              <a:t>●</a:t>
            </a:r>
          </a:p>
        </p:txBody>
      </p:sp>
      <p:sp>
        <p:nvSpPr>
          <p:cNvPr id="9" name="">
            <a:extLst xmlns:a="http://schemas.openxmlformats.org/drawingml/2006/main">
              <a:ext uri="{FF2B5EF4-FFF2-40B4-BE49-F238E27FC236}">
                <a16:creationId xmlns:a16="http://schemas.microsoft.com/office/drawing/2014/main" id="{A35C38BA-6F5F-4B47-BBB6-D750798B8AFB}"/>
              </a:ext>
            </a:extLst>
          </p:cNvPr>
          <p:cNvSpPr>
            <a:spLocks xmlns:a="http://schemas.openxmlformats.org/drawingml/2006/main" noGrp="1"/>
          </p:cNvSpPr>
          <p:nvPr/>
        </p:nvSpPr>
        <p:spPr>
          <a:xfrm xmlns:a="http://schemas.openxmlformats.org/drawingml/2006/main">
            <a:off x="1228725" y="3714750"/>
            <a:ext cx="5867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水平角で次の辺の向きを決める</a:t>
            </a:r>
          </a:p>
        </p:txBody>
      </p:sp>
      <p:sp>
        <p:nvSpPr>
          <p:cNvPr id="10" name="">
            <a:extLst xmlns:a="http://schemas.openxmlformats.org/drawingml/2006/main">
              <a:ext uri="{FF2B5EF4-FFF2-40B4-BE49-F238E27FC236}">
                <a16:creationId xmlns:a16="http://schemas.microsoft.com/office/drawing/2014/main" id="{11E25C7F-A38C-4BE4-8139-E76111FC1CBB}"/>
              </a:ext>
            </a:extLst>
          </p:cNvPr>
          <p:cNvSpPr>
            <a:spLocks xmlns:a="http://schemas.openxmlformats.org/drawingml/2006/main" noGrp="1"/>
          </p:cNvSpPr>
          <p:nvPr/>
        </p:nvSpPr>
        <p:spPr>
          <a:xfrm xmlns:a="http://schemas.openxmlformats.org/drawingml/2006/main">
            <a:off x="904875" y="4267200"/>
            <a:ext cx="228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425" b="1">
                <a:solidFill>
                  <a:srgbClr val="166B68"/>
                </a:solidFill>
                <a:latin typeface="Yu Gothic"/>
                <a:ea typeface="Yu Gothic"/>
                <a:cs typeface="Yu Gothic"/>
              </a:defRPr>
            </a:defPPr>
            <a:lvl1pPr algn="ctr">
              <a:defRPr sz="1425" b="1">
                <a:solidFill>
                  <a:srgbClr val="166B68"/>
                </a:solidFill>
                <a:latin typeface="Yu Gothic"/>
                <a:ea typeface="Yu Gothic"/>
                <a:cs typeface="Yu Gothic"/>
              </a:defRPr>
            </a:lvl1pPr>
            <a:lvl2pPr algn="ctr">
              <a:defRPr sz="1425" b="1">
                <a:solidFill>
                  <a:srgbClr val="166B68"/>
                </a:solidFill>
                <a:latin typeface="Yu Gothic"/>
                <a:ea typeface="Yu Gothic"/>
                <a:cs typeface="Yu Gothic"/>
              </a:defRPr>
            </a:lvl2pPr>
            <a:lvl3pPr algn="ctr">
              <a:defRPr sz="1425" b="1">
                <a:solidFill>
                  <a:srgbClr val="166B68"/>
                </a:solidFill>
                <a:latin typeface="Yu Gothic"/>
                <a:ea typeface="Yu Gothic"/>
                <a:cs typeface="Yu Gothic"/>
              </a:defRPr>
            </a:lvl3pPr>
            <a:lvl4pPr algn="ctr">
              <a:defRPr sz="1425" b="1">
                <a:solidFill>
                  <a:srgbClr val="166B68"/>
                </a:solidFill>
                <a:latin typeface="Yu Gothic"/>
                <a:ea typeface="Yu Gothic"/>
                <a:cs typeface="Yu Gothic"/>
              </a:defRPr>
            </a:lvl4pPr>
            <a:lvl5pPr algn="ctr">
              <a:defRPr sz="1425" b="1">
                <a:solidFill>
                  <a:srgbClr val="166B68"/>
                </a:solidFill>
                <a:latin typeface="Yu Gothic"/>
                <a:ea typeface="Yu Gothic"/>
                <a:cs typeface="Yu Gothic"/>
              </a:defRPr>
            </a:lvl5pPr>
            <a:lvl6pPr algn="ctr">
              <a:defRPr sz="1425" b="1">
                <a:solidFill>
                  <a:srgbClr val="166B68"/>
                </a:solidFill>
                <a:latin typeface="Yu Gothic"/>
                <a:ea typeface="Yu Gothic"/>
                <a:cs typeface="Yu Gothic"/>
              </a:defRPr>
            </a:lvl6pPr>
            <a:lvl7pPr algn="ctr">
              <a:defRPr sz="1425" b="1">
                <a:solidFill>
                  <a:srgbClr val="166B68"/>
                </a:solidFill>
                <a:latin typeface="Yu Gothic"/>
                <a:ea typeface="Yu Gothic"/>
                <a:cs typeface="Yu Gothic"/>
              </a:defRPr>
            </a:lvl7pPr>
            <a:lvl8pPr algn="ctr">
              <a:defRPr sz="1425" b="1">
                <a:solidFill>
                  <a:srgbClr val="166B68"/>
                </a:solidFill>
                <a:latin typeface="Yu Gothic"/>
                <a:ea typeface="Yu Gothic"/>
                <a:cs typeface="Yu Gothic"/>
              </a:defRPr>
            </a:lvl8pPr>
            <a:lvl9pPr algn="ctr">
              <a:defRPr sz="1425" b="1">
                <a:solidFill>
                  <a:srgbClr val="166B68"/>
                </a:solidFill>
                <a:latin typeface="Yu Gothic"/>
                <a:ea typeface="Yu Gothic"/>
                <a:cs typeface="Yu Gothic"/>
              </a:defRPr>
            </a:lvl9pPr>
          </a:lstStyle>
          <a:p xmlns:a="http://schemas.openxmlformats.org/drawingml/2006/main">
            <a:pPr algn="ctr">
              <a:defRPr sz="1425" b="1">
                <a:solidFill>
                  <a:srgbClr val="166B68"/>
                </a:solidFill>
                <a:latin typeface="Yu Gothic"/>
                <a:ea typeface="Yu Gothic"/>
                <a:cs typeface="Yu Gothic"/>
              </a:defRPr>
            </a:pPr>
            <a:r>
              <a:rPr sz="1425" b="1">
                <a:solidFill>
                  <a:srgbClr val="166B68"/>
                </a:solidFill>
                <a:latin typeface="Yu Gothic"/>
                <a:ea typeface="Yu Gothic"/>
                <a:cs typeface="Yu Gothic"/>
              </a:rPr>
              <a:t>●</a:t>
            </a:r>
          </a:p>
        </p:txBody>
      </p:sp>
      <p:sp>
        <p:nvSpPr>
          <p:cNvPr id="11" name="">
            <a:extLst xmlns:a="http://schemas.openxmlformats.org/drawingml/2006/main">
              <a:ext uri="{FF2B5EF4-FFF2-40B4-BE49-F238E27FC236}">
                <a16:creationId xmlns:a16="http://schemas.microsoft.com/office/drawing/2014/main" id="{110A2360-CC1C-4EEE-8B37-999042D0B094}"/>
              </a:ext>
            </a:extLst>
          </p:cNvPr>
          <p:cNvSpPr>
            <a:spLocks xmlns:a="http://schemas.openxmlformats.org/drawingml/2006/main" noGrp="1"/>
          </p:cNvSpPr>
          <p:nvPr/>
        </p:nvSpPr>
        <p:spPr>
          <a:xfrm xmlns:a="http://schemas.openxmlformats.org/drawingml/2006/main">
            <a:off x="1228725" y="4267200"/>
            <a:ext cx="5867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距離を南北・東西の成分に分ける</a:t>
            </a:r>
          </a:p>
        </p:txBody>
      </p:sp>
      <p:sp>
        <p:nvSpPr>
          <p:cNvPr id="12" name="">
            <a:extLst xmlns:a="http://schemas.openxmlformats.org/drawingml/2006/main">
              <a:ext uri="{FF2B5EF4-FFF2-40B4-BE49-F238E27FC236}">
                <a16:creationId xmlns:a16="http://schemas.microsoft.com/office/drawing/2014/main" id="{0E0E3E65-F3E8-40F0-A10C-A6507F324BB8}"/>
              </a:ext>
            </a:extLst>
          </p:cNvPr>
          <p:cNvSpPr>
            <a:spLocks xmlns:a="http://schemas.openxmlformats.org/drawingml/2006/main" noGrp="1"/>
          </p:cNvSpPr>
          <p:nvPr/>
        </p:nvSpPr>
        <p:spPr>
          <a:xfrm xmlns:a="http://schemas.openxmlformats.org/drawingml/2006/main">
            <a:off x="7646670" y="3585210"/>
            <a:ext cx="741998" cy="1228725"/>
          </a:xfrm>
          <a:custGeom xmlns:a="http://schemas.openxmlformats.org/drawingml/2006/main">
            <a:pathLst>
              <a:path w="741998" h="1228725">
                <a:moveTo>
                  <a:pt x="0" y="1228725"/>
                </a:moveTo>
                <a:lnTo>
                  <a:pt x="741998" y="0"/>
                </a:lnTo>
              </a:path>
            </a:pathLst>
          </a:custGeom>
          <a:noFill xmlns:a="http://schemas.openxmlformats.org/drawingml/2006/main"/>
          <a:ln xmlns:a="http://schemas.openxmlformats.org/drawingml/2006/main" w="38100">
            <a:solidFill>
              <a:srgbClr val="166B68"/>
            </a:solidFill>
            <a:prstDash val="solid"/>
          </a:ln>
        </p:spPr>
      </p:sp>
      <p:sp>
        <p:nvSpPr>
          <p:cNvPr id="13" name="">
            <a:extLst xmlns:a="http://schemas.openxmlformats.org/drawingml/2006/main">
              <a:ext uri="{FF2B5EF4-FFF2-40B4-BE49-F238E27FC236}">
                <a16:creationId xmlns:a16="http://schemas.microsoft.com/office/drawing/2014/main" id="{44AAD52B-6859-402B-BB57-1F73D53F9403}"/>
              </a:ext>
            </a:extLst>
          </p:cNvPr>
          <p:cNvSpPr>
            <a:spLocks xmlns:a="http://schemas.openxmlformats.org/drawingml/2006/main" noGrp="1"/>
          </p:cNvSpPr>
          <p:nvPr/>
        </p:nvSpPr>
        <p:spPr>
          <a:xfrm xmlns:a="http://schemas.openxmlformats.org/drawingml/2006/main">
            <a:off x="8304073" y="3585210"/>
            <a:ext cx="85236" cy="95248"/>
          </a:xfrm>
          <a:custGeom xmlns:a="http://schemas.openxmlformats.org/drawingml/2006/main">
            <a:pathLst>
              <a:path w="85236" h="95248">
                <a:moveTo>
                  <a:pt x="85236" y="95248"/>
                </a:moveTo>
                <a:lnTo>
                  <a:pt x="84595" y="0"/>
                </a:lnTo>
                <a:lnTo>
                  <a:pt x="0" y="43776"/>
                </a:lnTo>
              </a:path>
            </a:pathLst>
          </a:custGeom>
          <a:noFill xmlns:a="http://schemas.openxmlformats.org/drawingml/2006/main"/>
          <a:ln xmlns:a="http://schemas.openxmlformats.org/drawingml/2006/main" w="38100">
            <a:solidFill>
              <a:srgbClr val="166B68"/>
            </a:solidFill>
            <a:prstDash val="solid"/>
          </a:ln>
        </p:spPr>
      </p:sp>
      <p:sp>
        <p:nvSpPr>
          <p:cNvPr id="14" name="">
            <a:extLst xmlns:a="http://schemas.openxmlformats.org/drawingml/2006/main">
              <a:ext uri="{FF2B5EF4-FFF2-40B4-BE49-F238E27FC236}">
                <a16:creationId xmlns:a16="http://schemas.microsoft.com/office/drawing/2014/main" id="{190AA112-E913-4B0B-A1F5-79D2CC56B10C}"/>
              </a:ext>
            </a:extLst>
          </p:cNvPr>
          <p:cNvSpPr>
            <a:spLocks xmlns:a="http://schemas.openxmlformats.org/drawingml/2006/main" noGrp="1"/>
          </p:cNvSpPr>
          <p:nvPr/>
        </p:nvSpPr>
        <p:spPr>
          <a:xfrm xmlns:a="http://schemas.openxmlformats.org/drawingml/2006/main">
            <a:off x="8388668" y="3585210"/>
            <a:ext cx="820102" cy="737235"/>
          </a:xfrm>
          <a:custGeom xmlns:a="http://schemas.openxmlformats.org/drawingml/2006/main">
            <a:pathLst>
              <a:path w="820102" h="737235">
                <a:moveTo>
                  <a:pt x="0" y="0"/>
                </a:moveTo>
                <a:lnTo>
                  <a:pt x="820102" y="737235"/>
                </a:lnTo>
              </a:path>
            </a:pathLst>
          </a:custGeom>
          <a:noFill xmlns:a="http://schemas.openxmlformats.org/drawingml/2006/main"/>
          <a:ln xmlns:a="http://schemas.openxmlformats.org/drawingml/2006/main" w="38100">
            <a:solidFill>
              <a:srgbClr val="166B68"/>
            </a:solidFill>
            <a:prstDash val="solid"/>
          </a:ln>
        </p:spPr>
      </p:sp>
      <p:sp>
        <p:nvSpPr>
          <p:cNvPr id="15" name="">
            <a:extLst xmlns:a="http://schemas.openxmlformats.org/drawingml/2006/main">
              <a:ext uri="{FF2B5EF4-FFF2-40B4-BE49-F238E27FC236}">
                <a16:creationId xmlns:a16="http://schemas.microsoft.com/office/drawing/2014/main" id="{AA08F245-60F6-4B9D-961A-259E4F7CEE97}"/>
              </a:ext>
            </a:extLst>
          </p:cNvPr>
          <p:cNvSpPr>
            <a:spLocks xmlns:a="http://schemas.openxmlformats.org/drawingml/2006/main" noGrp="1"/>
          </p:cNvSpPr>
          <p:nvPr/>
        </p:nvSpPr>
        <p:spPr>
          <a:xfrm xmlns:a="http://schemas.openxmlformats.org/drawingml/2006/main">
            <a:off x="9115097" y="4231133"/>
            <a:ext cx="93673" cy="91312"/>
          </a:xfrm>
          <a:custGeom xmlns:a="http://schemas.openxmlformats.org/drawingml/2006/main">
            <a:pathLst>
              <a:path w="93673" h="91312">
                <a:moveTo>
                  <a:pt x="0" y="74050"/>
                </a:moveTo>
                <a:lnTo>
                  <a:pt x="93673" y="91312"/>
                </a:lnTo>
                <a:lnTo>
                  <a:pt x="66567" y="0"/>
                </a:lnTo>
              </a:path>
            </a:pathLst>
          </a:custGeom>
          <a:noFill xmlns:a="http://schemas.openxmlformats.org/drawingml/2006/main"/>
          <a:ln xmlns:a="http://schemas.openxmlformats.org/drawingml/2006/main" w="38100">
            <a:solidFill>
              <a:srgbClr val="166B68"/>
            </a:solidFill>
            <a:prstDash val="solid"/>
          </a:ln>
        </p:spPr>
      </p:sp>
      <p:sp>
        <p:nvSpPr>
          <p:cNvPr id="16" name="">
            <a:extLst xmlns:a="http://schemas.openxmlformats.org/drawingml/2006/main">
              <a:ext uri="{FF2B5EF4-FFF2-40B4-BE49-F238E27FC236}">
                <a16:creationId xmlns:a16="http://schemas.microsoft.com/office/drawing/2014/main" id="{B58AFCA0-FBE3-4C9C-BAFD-3D5B3712D35D}"/>
              </a:ext>
            </a:extLst>
          </p:cNvPr>
          <p:cNvSpPr>
            <a:spLocks xmlns:a="http://schemas.openxmlformats.org/drawingml/2006/main" noGrp="1"/>
          </p:cNvSpPr>
          <p:nvPr/>
        </p:nvSpPr>
        <p:spPr>
          <a:xfrm xmlns:a="http://schemas.openxmlformats.org/drawingml/2006/main">
            <a:off x="9208770" y="2888933"/>
            <a:ext cx="820103" cy="1433513"/>
          </a:xfrm>
          <a:custGeom xmlns:a="http://schemas.openxmlformats.org/drawingml/2006/main">
            <a:pathLst>
              <a:path w="820103" h="1433513">
                <a:moveTo>
                  <a:pt x="0" y="1433513"/>
                </a:moveTo>
                <a:lnTo>
                  <a:pt x="820103" y="0"/>
                </a:lnTo>
              </a:path>
            </a:pathLst>
          </a:custGeom>
          <a:noFill xmlns:a="http://schemas.openxmlformats.org/drawingml/2006/main"/>
          <a:ln xmlns:a="http://schemas.openxmlformats.org/drawingml/2006/main" w="38100">
            <a:solidFill>
              <a:srgbClr val="166B68"/>
            </a:solidFill>
            <a:prstDash val="solid"/>
          </a:ln>
        </p:spPr>
      </p:sp>
      <p:sp>
        <p:nvSpPr>
          <p:cNvPr id="17" name="">
            <a:extLst xmlns:a="http://schemas.openxmlformats.org/drawingml/2006/main">
              <a:ext uri="{FF2B5EF4-FFF2-40B4-BE49-F238E27FC236}">
                <a16:creationId xmlns:a16="http://schemas.microsoft.com/office/drawing/2014/main" id="{476759F9-0E8E-48C3-99DF-31AC789B6A7E}"/>
              </a:ext>
            </a:extLst>
          </p:cNvPr>
          <p:cNvSpPr>
            <a:spLocks xmlns:a="http://schemas.openxmlformats.org/drawingml/2006/main" noGrp="1"/>
          </p:cNvSpPr>
          <p:nvPr/>
        </p:nvSpPr>
        <p:spPr>
          <a:xfrm xmlns:a="http://schemas.openxmlformats.org/drawingml/2006/main">
            <a:off x="9945335" y="2888933"/>
            <a:ext cx="86428" cy="95206"/>
          </a:xfrm>
          <a:custGeom xmlns:a="http://schemas.openxmlformats.org/drawingml/2006/main">
            <a:pathLst>
              <a:path w="86428" h="95206">
                <a:moveTo>
                  <a:pt x="86428" y="95206"/>
                </a:moveTo>
                <a:lnTo>
                  <a:pt x="83537" y="0"/>
                </a:lnTo>
                <a:lnTo>
                  <a:pt x="0" y="45761"/>
                </a:lnTo>
              </a:path>
            </a:pathLst>
          </a:custGeom>
          <a:noFill xmlns:a="http://schemas.openxmlformats.org/drawingml/2006/main"/>
          <a:ln xmlns:a="http://schemas.openxmlformats.org/drawingml/2006/main" w="38100">
            <a:solidFill>
              <a:srgbClr val="166B68"/>
            </a:solidFill>
            <a:prstDash val="solid"/>
          </a:ln>
        </p:spPr>
      </p:sp>
      <p:sp>
        <p:nvSpPr>
          <p:cNvPr id="18" name="">
            <a:extLst xmlns:a="http://schemas.openxmlformats.org/drawingml/2006/main">
              <a:ext uri="{FF2B5EF4-FFF2-40B4-BE49-F238E27FC236}">
                <a16:creationId xmlns:a16="http://schemas.microsoft.com/office/drawing/2014/main" id="{38A528AD-BB45-4FEF-A530-76FF68E26CA8}"/>
              </a:ext>
            </a:extLst>
          </p:cNvPr>
          <p:cNvSpPr>
            <a:spLocks xmlns:a="http://schemas.openxmlformats.org/drawingml/2006/main" noGrp="1"/>
          </p:cNvSpPr>
          <p:nvPr/>
        </p:nvSpPr>
        <p:spPr>
          <a:xfrm xmlns:a="http://schemas.openxmlformats.org/drawingml/2006/main">
            <a:off x="10028873" y="2274570"/>
            <a:ext cx="859155" cy="614363"/>
          </a:xfrm>
          <a:custGeom xmlns:a="http://schemas.openxmlformats.org/drawingml/2006/main">
            <a:pathLst>
              <a:path w="859155" h="614363">
                <a:moveTo>
                  <a:pt x="0" y="614363"/>
                </a:moveTo>
                <a:lnTo>
                  <a:pt x="859155" y="0"/>
                </a:lnTo>
              </a:path>
            </a:pathLst>
          </a:custGeom>
          <a:noFill xmlns:a="http://schemas.openxmlformats.org/drawingml/2006/main"/>
          <a:ln xmlns:a="http://schemas.openxmlformats.org/drawingml/2006/main" w="38100">
            <a:solidFill>
              <a:srgbClr val="166B68"/>
            </a:solidFill>
            <a:prstDash val="solid"/>
          </a:ln>
        </p:spPr>
      </p:sp>
      <p:sp>
        <p:nvSpPr>
          <p:cNvPr id="19" name="">
            <a:extLst xmlns:a="http://schemas.openxmlformats.org/drawingml/2006/main">
              <a:ext uri="{FF2B5EF4-FFF2-40B4-BE49-F238E27FC236}">
                <a16:creationId xmlns:a16="http://schemas.microsoft.com/office/drawing/2014/main" id="{3BC8808A-0209-4DEF-9322-661927D7E134}"/>
              </a:ext>
            </a:extLst>
          </p:cNvPr>
          <p:cNvSpPr>
            <a:spLocks xmlns:a="http://schemas.openxmlformats.org/drawingml/2006/main" noGrp="1"/>
          </p:cNvSpPr>
          <p:nvPr/>
        </p:nvSpPr>
        <p:spPr>
          <a:xfrm xmlns:a="http://schemas.openxmlformats.org/drawingml/2006/main">
            <a:off x="10793016" y="2274570"/>
            <a:ext cx="95012" cy="87730"/>
          </a:xfrm>
          <a:custGeom xmlns:a="http://schemas.openxmlformats.org/drawingml/2006/main">
            <a:pathLst>
              <a:path w="95012" h="87730">
                <a:moveTo>
                  <a:pt x="57917" y="87730"/>
                </a:moveTo>
                <a:lnTo>
                  <a:pt x="95012" y="0"/>
                </a:lnTo>
                <a:lnTo>
                  <a:pt x="0" y="6736"/>
                </a:lnTo>
              </a:path>
            </a:pathLst>
          </a:custGeom>
          <a:noFill xmlns:a="http://schemas.openxmlformats.org/drawingml/2006/main"/>
          <a:ln xmlns:a="http://schemas.openxmlformats.org/drawingml/2006/main" w="38100">
            <a:solidFill>
              <a:srgbClr val="166B68"/>
            </a:solidFill>
            <a:prstDash val="solid"/>
          </a:ln>
        </p:spPr>
      </p:sp>
      <p:sp>
        <p:nvSpPr>
          <p:cNvPr id="20" name="">
            <a:extLst xmlns:a="http://schemas.openxmlformats.org/drawingml/2006/main">
              <a:ext uri="{FF2B5EF4-FFF2-40B4-BE49-F238E27FC236}">
                <a16:creationId xmlns:a16="http://schemas.microsoft.com/office/drawing/2014/main" id="{FF6AA3EA-68D7-401C-A6DD-A09E7AEC8EDE}"/>
              </a:ext>
            </a:extLst>
          </p:cNvPr>
          <p:cNvSpPr>
            <a:spLocks xmlns:a="http://schemas.openxmlformats.org/drawingml/2006/main" noGrp="1"/>
          </p:cNvSpPr>
          <p:nvPr/>
        </p:nvSpPr>
        <p:spPr>
          <a:xfrm xmlns:a="http://schemas.openxmlformats.org/drawingml/2006/main">
            <a:off x="7589520" y="4756785"/>
            <a:ext cx="114300" cy="114300"/>
          </a:xfrm>
          <a:prstGeom xmlns:a="http://schemas.openxmlformats.org/drawingml/2006/main" prst="ellipse">
            <a:avLst/>
          </a:prstGeom>
          <a:solidFill xmlns:a="http://schemas.openxmlformats.org/drawingml/2006/main">
            <a:srgbClr val="166B68"/>
          </a:solidFill>
          <a:ln xmlns:a="http://schemas.openxmlformats.org/drawingml/2006/main" w="9525">
            <a:solidFill>
              <a:srgbClr val="166B68"/>
            </a:solidFill>
          </a:ln>
        </p:spPr>
      </p:sp>
      <p:sp>
        <p:nvSpPr>
          <p:cNvPr id="21" name="">
            <a:extLst xmlns:a="http://schemas.openxmlformats.org/drawingml/2006/main">
              <a:ext uri="{FF2B5EF4-FFF2-40B4-BE49-F238E27FC236}">
                <a16:creationId xmlns:a16="http://schemas.microsoft.com/office/drawing/2014/main" id="{77215498-AA09-4F46-9242-CF843A9AB661}"/>
              </a:ext>
            </a:extLst>
          </p:cNvPr>
          <p:cNvSpPr>
            <a:spLocks xmlns:a="http://schemas.openxmlformats.org/drawingml/2006/main" noGrp="1"/>
          </p:cNvSpPr>
          <p:nvPr/>
        </p:nvSpPr>
        <p:spPr>
          <a:xfrm xmlns:a="http://schemas.openxmlformats.org/drawingml/2006/main">
            <a:off x="7722870" y="4871085"/>
            <a:ext cx="7048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182B33"/>
                </a:solidFill>
                <a:latin typeface="Yu Gothic"/>
                <a:ea typeface="Yu Gothic"/>
                <a:cs typeface="Yu Gothic"/>
              </a:defRPr>
            </a:defPPr>
            <a:lvl1pPr algn="l">
              <a:defRPr sz="1650" b="1">
                <a:solidFill>
                  <a:srgbClr val="182B33"/>
                </a:solidFill>
                <a:latin typeface="Yu Gothic"/>
                <a:ea typeface="Yu Gothic"/>
                <a:cs typeface="Yu Gothic"/>
              </a:defRPr>
            </a:lvl1pPr>
            <a:lvl2pPr algn="l">
              <a:defRPr sz="1650" b="1">
                <a:solidFill>
                  <a:srgbClr val="182B33"/>
                </a:solidFill>
                <a:latin typeface="Yu Gothic"/>
                <a:ea typeface="Yu Gothic"/>
                <a:cs typeface="Yu Gothic"/>
              </a:defRPr>
            </a:lvl2pPr>
            <a:lvl3pPr algn="l">
              <a:defRPr sz="1650" b="1">
                <a:solidFill>
                  <a:srgbClr val="182B33"/>
                </a:solidFill>
                <a:latin typeface="Yu Gothic"/>
                <a:ea typeface="Yu Gothic"/>
                <a:cs typeface="Yu Gothic"/>
              </a:defRPr>
            </a:lvl3pPr>
            <a:lvl4pPr algn="l">
              <a:defRPr sz="1650" b="1">
                <a:solidFill>
                  <a:srgbClr val="182B33"/>
                </a:solidFill>
                <a:latin typeface="Yu Gothic"/>
                <a:ea typeface="Yu Gothic"/>
                <a:cs typeface="Yu Gothic"/>
              </a:defRPr>
            </a:lvl4pPr>
            <a:lvl5pPr algn="l">
              <a:defRPr sz="1650" b="1">
                <a:solidFill>
                  <a:srgbClr val="182B33"/>
                </a:solidFill>
                <a:latin typeface="Yu Gothic"/>
                <a:ea typeface="Yu Gothic"/>
                <a:cs typeface="Yu Gothic"/>
              </a:defRPr>
            </a:lvl5pPr>
            <a:lvl6pPr algn="l">
              <a:defRPr sz="1650" b="1">
                <a:solidFill>
                  <a:srgbClr val="182B33"/>
                </a:solidFill>
                <a:latin typeface="Yu Gothic"/>
                <a:ea typeface="Yu Gothic"/>
                <a:cs typeface="Yu Gothic"/>
              </a:defRPr>
            </a:lvl6pPr>
            <a:lvl7pPr algn="l">
              <a:defRPr sz="1650" b="1">
                <a:solidFill>
                  <a:srgbClr val="182B33"/>
                </a:solidFill>
                <a:latin typeface="Yu Gothic"/>
                <a:ea typeface="Yu Gothic"/>
                <a:cs typeface="Yu Gothic"/>
              </a:defRPr>
            </a:lvl7pPr>
            <a:lvl8pPr algn="l">
              <a:defRPr sz="1650" b="1">
                <a:solidFill>
                  <a:srgbClr val="182B33"/>
                </a:solidFill>
                <a:latin typeface="Yu Gothic"/>
                <a:ea typeface="Yu Gothic"/>
                <a:cs typeface="Yu Gothic"/>
              </a:defRPr>
            </a:lvl8pPr>
            <a:lvl9pPr algn="l">
              <a:defRPr sz="1650" b="1">
                <a:solidFill>
                  <a:srgbClr val="182B33"/>
                </a:solidFill>
                <a:latin typeface="Yu Gothic"/>
                <a:ea typeface="Yu Gothic"/>
                <a:cs typeface="Yu Gothic"/>
              </a:defRPr>
            </a:lvl9pPr>
          </a:lstStyle>
          <a:p xmlns:a="http://schemas.openxmlformats.org/drawingml/2006/main">
            <a:pPr algn="l">
              <a:defRPr sz="1650" b="1">
                <a:solidFill>
                  <a:srgbClr val="182B33"/>
                </a:solidFill>
                <a:latin typeface="Yu Gothic"/>
                <a:ea typeface="Yu Gothic"/>
                <a:cs typeface="Yu Gothic"/>
              </a:defRPr>
            </a:pPr>
            <a:r>
              <a:rPr sz="1650" b="1">
                <a:solidFill>
                  <a:srgbClr val="182B33"/>
                </a:solidFill>
                <a:latin typeface="Yu Gothic"/>
                <a:ea typeface="Yu Gothic"/>
                <a:cs typeface="Yu Gothic"/>
              </a:rPr>
              <a:t>A</a:t>
            </a:r>
          </a:p>
        </p:txBody>
      </p:sp>
      <p:sp>
        <p:nvSpPr>
          <p:cNvPr id="22" name="">
            <a:extLst xmlns:a="http://schemas.openxmlformats.org/drawingml/2006/main">
              <a:ext uri="{FF2B5EF4-FFF2-40B4-BE49-F238E27FC236}">
                <a16:creationId xmlns:a16="http://schemas.microsoft.com/office/drawing/2014/main" id="{4FED09F4-1647-4A31-8650-2F12FCBF80BB}"/>
              </a:ext>
            </a:extLst>
          </p:cNvPr>
          <p:cNvSpPr>
            <a:spLocks xmlns:a="http://schemas.openxmlformats.org/drawingml/2006/main" noGrp="1"/>
          </p:cNvSpPr>
          <p:nvPr/>
        </p:nvSpPr>
        <p:spPr>
          <a:xfrm xmlns:a="http://schemas.openxmlformats.org/drawingml/2006/main">
            <a:off x="8331518" y="3528060"/>
            <a:ext cx="114300" cy="114300"/>
          </a:xfrm>
          <a:prstGeom xmlns:a="http://schemas.openxmlformats.org/drawingml/2006/main" prst="ellipse">
            <a:avLst/>
          </a:prstGeom>
          <a:solidFill xmlns:a="http://schemas.openxmlformats.org/drawingml/2006/main">
            <a:srgbClr val="166B68"/>
          </a:solidFill>
          <a:ln xmlns:a="http://schemas.openxmlformats.org/drawingml/2006/main" w="9525">
            <a:solidFill>
              <a:srgbClr val="166B68"/>
            </a:solidFill>
          </a:ln>
        </p:spPr>
      </p:sp>
      <p:sp>
        <p:nvSpPr>
          <p:cNvPr id="23" name="">
            <a:extLst xmlns:a="http://schemas.openxmlformats.org/drawingml/2006/main">
              <a:ext uri="{FF2B5EF4-FFF2-40B4-BE49-F238E27FC236}">
                <a16:creationId xmlns:a16="http://schemas.microsoft.com/office/drawing/2014/main" id="{A2F07FCB-12FE-4540-8425-92E856D1EBCC}"/>
              </a:ext>
            </a:extLst>
          </p:cNvPr>
          <p:cNvSpPr>
            <a:spLocks xmlns:a="http://schemas.openxmlformats.org/drawingml/2006/main" noGrp="1"/>
          </p:cNvSpPr>
          <p:nvPr/>
        </p:nvSpPr>
        <p:spPr>
          <a:xfrm xmlns:a="http://schemas.openxmlformats.org/drawingml/2006/main">
            <a:off x="8464868" y="3318510"/>
            <a:ext cx="7048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182B33"/>
                </a:solidFill>
                <a:latin typeface="Yu Gothic"/>
                <a:ea typeface="Yu Gothic"/>
                <a:cs typeface="Yu Gothic"/>
              </a:defRPr>
            </a:defPPr>
            <a:lvl1pPr algn="l">
              <a:defRPr sz="1650" b="1">
                <a:solidFill>
                  <a:srgbClr val="182B33"/>
                </a:solidFill>
                <a:latin typeface="Yu Gothic"/>
                <a:ea typeface="Yu Gothic"/>
                <a:cs typeface="Yu Gothic"/>
              </a:defRPr>
            </a:lvl1pPr>
            <a:lvl2pPr algn="l">
              <a:defRPr sz="1650" b="1">
                <a:solidFill>
                  <a:srgbClr val="182B33"/>
                </a:solidFill>
                <a:latin typeface="Yu Gothic"/>
                <a:ea typeface="Yu Gothic"/>
                <a:cs typeface="Yu Gothic"/>
              </a:defRPr>
            </a:lvl2pPr>
            <a:lvl3pPr algn="l">
              <a:defRPr sz="1650" b="1">
                <a:solidFill>
                  <a:srgbClr val="182B33"/>
                </a:solidFill>
                <a:latin typeface="Yu Gothic"/>
                <a:ea typeface="Yu Gothic"/>
                <a:cs typeface="Yu Gothic"/>
              </a:defRPr>
            </a:lvl3pPr>
            <a:lvl4pPr algn="l">
              <a:defRPr sz="1650" b="1">
                <a:solidFill>
                  <a:srgbClr val="182B33"/>
                </a:solidFill>
                <a:latin typeface="Yu Gothic"/>
                <a:ea typeface="Yu Gothic"/>
                <a:cs typeface="Yu Gothic"/>
              </a:defRPr>
            </a:lvl4pPr>
            <a:lvl5pPr algn="l">
              <a:defRPr sz="1650" b="1">
                <a:solidFill>
                  <a:srgbClr val="182B33"/>
                </a:solidFill>
                <a:latin typeface="Yu Gothic"/>
                <a:ea typeface="Yu Gothic"/>
                <a:cs typeface="Yu Gothic"/>
              </a:defRPr>
            </a:lvl5pPr>
            <a:lvl6pPr algn="l">
              <a:defRPr sz="1650" b="1">
                <a:solidFill>
                  <a:srgbClr val="182B33"/>
                </a:solidFill>
                <a:latin typeface="Yu Gothic"/>
                <a:ea typeface="Yu Gothic"/>
                <a:cs typeface="Yu Gothic"/>
              </a:defRPr>
            </a:lvl6pPr>
            <a:lvl7pPr algn="l">
              <a:defRPr sz="1650" b="1">
                <a:solidFill>
                  <a:srgbClr val="182B33"/>
                </a:solidFill>
                <a:latin typeface="Yu Gothic"/>
                <a:ea typeface="Yu Gothic"/>
                <a:cs typeface="Yu Gothic"/>
              </a:defRPr>
            </a:lvl7pPr>
            <a:lvl8pPr algn="l">
              <a:defRPr sz="1650" b="1">
                <a:solidFill>
                  <a:srgbClr val="182B33"/>
                </a:solidFill>
                <a:latin typeface="Yu Gothic"/>
                <a:ea typeface="Yu Gothic"/>
                <a:cs typeface="Yu Gothic"/>
              </a:defRPr>
            </a:lvl8pPr>
            <a:lvl9pPr algn="l">
              <a:defRPr sz="1650" b="1">
                <a:solidFill>
                  <a:srgbClr val="182B33"/>
                </a:solidFill>
                <a:latin typeface="Yu Gothic"/>
                <a:ea typeface="Yu Gothic"/>
                <a:cs typeface="Yu Gothic"/>
              </a:defRPr>
            </a:lvl9pPr>
          </a:lstStyle>
          <a:p xmlns:a="http://schemas.openxmlformats.org/drawingml/2006/main">
            <a:pPr algn="l">
              <a:defRPr sz="1650" b="1">
                <a:solidFill>
                  <a:srgbClr val="182B33"/>
                </a:solidFill>
                <a:latin typeface="Yu Gothic"/>
                <a:ea typeface="Yu Gothic"/>
                <a:cs typeface="Yu Gothic"/>
              </a:defRPr>
            </a:pPr>
            <a:r>
              <a:rPr sz="1650" b="1">
                <a:solidFill>
                  <a:srgbClr val="182B33"/>
                </a:solidFill>
                <a:latin typeface="Yu Gothic"/>
                <a:ea typeface="Yu Gothic"/>
                <a:cs typeface="Yu Gothic"/>
              </a:rPr>
              <a:t>B</a:t>
            </a:r>
          </a:p>
        </p:txBody>
      </p:sp>
      <p:sp>
        <p:nvSpPr>
          <p:cNvPr id="24" name="">
            <a:extLst xmlns:a="http://schemas.openxmlformats.org/drawingml/2006/main">
              <a:ext uri="{FF2B5EF4-FFF2-40B4-BE49-F238E27FC236}">
                <a16:creationId xmlns:a16="http://schemas.microsoft.com/office/drawing/2014/main" id="{F71BED8C-F49C-4EFB-8EB8-D849A5F1C8CF}"/>
              </a:ext>
            </a:extLst>
          </p:cNvPr>
          <p:cNvSpPr>
            <a:spLocks xmlns:a="http://schemas.openxmlformats.org/drawingml/2006/main" noGrp="1"/>
          </p:cNvSpPr>
          <p:nvPr/>
        </p:nvSpPr>
        <p:spPr>
          <a:xfrm xmlns:a="http://schemas.openxmlformats.org/drawingml/2006/main">
            <a:off x="9151620" y="4265295"/>
            <a:ext cx="114300" cy="114300"/>
          </a:xfrm>
          <a:prstGeom xmlns:a="http://schemas.openxmlformats.org/drawingml/2006/main" prst="ellipse">
            <a:avLst/>
          </a:prstGeom>
          <a:solidFill xmlns:a="http://schemas.openxmlformats.org/drawingml/2006/main">
            <a:srgbClr val="166B68"/>
          </a:solidFill>
          <a:ln xmlns:a="http://schemas.openxmlformats.org/drawingml/2006/main" w="9525">
            <a:solidFill>
              <a:srgbClr val="166B68"/>
            </a:solidFill>
          </a:ln>
        </p:spPr>
      </p:sp>
      <p:sp>
        <p:nvSpPr>
          <p:cNvPr id="25" name="">
            <a:extLst xmlns:a="http://schemas.openxmlformats.org/drawingml/2006/main">
              <a:ext uri="{FF2B5EF4-FFF2-40B4-BE49-F238E27FC236}">
                <a16:creationId xmlns:a16="http://schemas.microsoft.com/office/drawing/2014/main" id="{67F903F3-41B8-436B-BC0E-8E45C12C2CBB}"/>
              </a:ext>
            </a:extLst>
          </p:cNvPr>
          <p:cNvSpPr>
            <a:spLocks xmlns:a="http://schemas.openxmlformats.org/drawingml/2006/main" noGrp="1"/>
          </p:cNvSpPr>
          <p:nvPr/>
        </p:nvSpPr>
        <p:spPr>
          <a:xfrm xmlns:a="http://schemas.openxmlformats.org/drawingml/2006/main">
            <a:off x="9284970" y="4055745"/>
            <a:ext cx="7048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182B33"/>
                </a:solidFill>
                <a:latin typeface="Yu Gothic"/>
                <a:ea typeface="Yu Gothic"/>
                <a:cs typeface="Yu Gothic"/>
              </a:defRPr>
            </a:defPPr>
            <a:lvl1pPr algn="l">
              <a:defRPr sz="1650" b="1">
                <a:solidFill>
                  <a:srgbClr val="182B33"/>
                </a:solidFill>
                <a:latin typeface="Yu Gothic"/>
                <a:ea typeface="Yu Gothic"/>
                <a:cs typeface="Yu Gothic"/>
              </a:defRPr>
            </a:lvl1pPr>
            <a:lvl2pPr algn="l">
              <a:defRPr sz="1650" b="1">
                <a:solidFill>
                  <a:srgbClr val="182B33"/>
                </a:solidFill>
                <a:latin typeface="Yu Gothic"/>
                <a:ea typeface="Yu Gothic"/>
                <a:cs typeface="Yu Gothic"/>
              </a:defRPr>
            </a:lvl2pPr>
            <a:lvl3pPr algn="l">
              <a:defRPr sz="1650" b="1">
                <a:solidFill>
                  <a:srgbClr val="182B33"/>
                </a:solidFill>
                <a:latin typeface="Yu Gothic"/>
                <a:ea typeface="Yu Gothic"/>
                <a:cs typeface="Yu Gothic"/>
              </a:defRPr>
            </a:lvl3pPr>
            <a:lvl4pPr algn="l">
              <a:defRPr sz="1650" b="1">
                <a:solidFill>
                  <a:srgbClr val="182B33"/>
                </a:solidFill>
                <a:latin typeface="Yu Gothic"/>
                <a:ea typeface="Yu Gothic"/>
                <a:cs typeface="Yu Gothic"/>
              </a:defRPr>
            </a:lvl4pPr>
            <a:lvl5pPr algn="l">
              <a:defRPr sz="1650" b="1">
                <a:solidFill>
                  <a:srgbClr val="182B33"/>
                </a:solidFill>
                <a:latin typeface="Yu Gothic"/>
                <a:ea typeface="Yu Gothic"/>
                <a:cs typeface="Yu Gothic"/>
              </a:defRPr>
            </a:lvl5pPr>
            <a:lvl6pPr algn="l">
              <a:defRPr sz="1650" b="1">
                <a:solidFill>
                  <a:srgbClr val="182B33"/>
                </a:solidFill>
                <a:latin typeface="Yu Gothic"/>
                <a:ea typeface="Yu Gothic"/>
                <a:cs typeface="Yu Gothic"/>
              </a:defRPr>
            </a:lvl6pPr>
            <a:lvl7pPr algn="l">
              <a:defRPr sz="1650" b="1">
                <a:solidFill>
                  <a:srgbClr val="182B33"/>
                </a:solidFill>
                <a:latin typeface="Yu Gothic"/>
                <a:ea typeface="Yu Gothic"/>
                <a:cs typeface="Yu Gothic"/>
              </a:defRPr>
            </a:lvl7pPr>
            <a:lvl8pPr algn="l">
              <a:defRPr sz="1650" b="1">
                <a:solidFill>
                  <a:srgbClr val="182B33"/>
                </a:solidFill>
                <a:latin typeface="Yu Gothic"/>
                <a:ea typeface="Yu Gothic"/>
                <a:cs typeface="Yu Gothic"/>
              </a:defRPr>
            </a:lvl8pPr>
            <a:lvl9pPr algn="l">
              <a:defRPr sz="1650" b="1">
                <a:solidFill>
                  <a:srgbClr val="182B33"/>
                </a:solidFill>
                <a:latin typeface="Yu Gothic"/>
                <a:ea typeface="Yu Gothic"/>
                <a:cs typeface="Yu Gothic"/>
              </a:defRPr>
            </a:lvl9pPr>
          </a:lstStyle>
          <a:p xmlns:a="http://schemas.openxmlformats.org/drawingml/2006/main">
            <a:pPr algn="l">
              <a:defRPr sz="1650" b="1">
                <a:solidFill>
                  <a:srgbClr val="182B33"/>
                </a:solidFill>
                <a:latin typeface="Yu Gothic"/>
                <a:ea typeface="Yu Gothic"/>
                <a:cs typeface="Yu Gothic"/>
              </a:defRPr>
            </a:pPr>
            <a:r>
              <a:rPr sz="1650" b="1">
                <a:solidFill>
                  <a:srgbClr val="182B33"/>
                </a:solidFill>
                <a:latin typeface="Yu Gothic"/>
                <a:ea typeface="Yu Gothic"/>
                <a:cs typeface="Yu Gothic"/>
              </a:rPr>
              <a:t>C</a:t>
            </a:r>
          </a:p>
        </p:txBody>
      </p:sp>
      <p:sp>
        <p:nvSpPr>
          <p:cNvPr id="26" name="">
            <a:extLst xmlns:a="http://schemas.openxmlformats.org/drawingml/2006/main">
              <a:ext uri="{FF2B5EF4-FFF2-40B4-BE49-F238E27FC236}">
                <a16:creationId xmlns:a16="http://schemas.microsoft.com/office/drawing/2014/main" id="{F49C8D49-0620-44C7-B3BC-D92286F53370}"/>
              </a:ext>
            </a:extLst>
          </p:cNvPr>
          <p:cNvSpPr>
            <a:spLocks xmlns:a="http://schemas.openxmlformats.org/drawingml/2006/main" noGrp="1"/>
          </p:cNvSpPr>
          <p:nvPr/>
        </p:nvSpPr>
        <p:spPr>
          <a:xfrm xmlns:a="http://schemas.openxmlformats.org/drawingml/2006/main">
            <a:off x="9971723" y="2831783"/>
            <a:ext cx="114300" cy="114300"/>
          </a:xfrm>
          <a:prstGeom xmlns:a="http://schemas.openxmlformats.org/drawingml/2006/main" prst="ellipse">
            <a:avLst/>
          </a:prstGeom>
          <a:solidFill xmlns:a="http://schemas.openxmlformats.org/drawingml/2006/main">
            <a:srgbClr val="166B68"/>
          </a:solidFill>
          <a:ln xmlns:a="http://schemas.openxmlformats.org/drawingml/2006/main" w="9525">
            <a:solidFill>
              <a:srgbClr val="166B68"/>
            </a:solidFill>
          </a:ln>
        </p:spPr>
      </p:sp>
      <p:sp>
        <p:nvSpPr>
          <p:cNvPr id="27" name="">
            <a:extLst xmlns:a="http://schemas.openxmlformats.org/drawingml/2006/main">
              <a:ext uri="{FF2B5EF4-FFF2-40B4-BE49-F238E27FC236}">
                <a16:creationId xmlns:a16="http://schemas.microsoft.com/office/drawing/2014/main" id="{23DDCCA5-ABB0-4E7F-B31A-9DA9C5CFF727}"/>
              </a:ext>
            </a:extLst>
          </p:cNvPr>
          <p:cNvSpPr>
            <a:spLocks xmlns:a="http://schemas.openxmlformats.org/drawingml/2006/main" noGrp="1"/>
          </p:cNvSpPr>
          <p:nvPr/>
        </p:nvSpPr>
        <p:spPr>
          <a:xfrm xmlns:a="http://schemas.openxmlformats.org/drawingml/2006/main">
            <a:off x="10105073" y="2622233"/>
            <a:ext cx="7048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182B33"/>
                </a:solidFill>
                <a:latin typeface="Yu Gothic"/>
                <a:ea typeface="Yu Gothic"/>
                <a:cs typeface="Yu Gothic"/>
              </a:defRPr>
            </a:defPPr>
            <a:lvl1pPr algn="l">
              <a:defRPr sz="1650" b="1">
                <a:solidFill>
                  <a:srgbClr val="182B33"/>
                </a:solidFill>
                <a:latin typeface="Yu Gothic"/>
                <a:ea typeface="Yu Gothic"/>
                <a:cs typeface="Yu Gothic"/>
              </a:defRPr>
            </a:lvl1pPr>
            <a:lvl2pPr algn="l">
              <a:defRPr sz="1650" b="1">
                <a:solidFill>
                  <a:srgbClr val="182B33"/>
                </a:solidFill>
                <a:latin typeface="Yu Gothic"/>
                <a:ea typeface="Yu Gothic"/>
                <a:cs typeface="Yu Gothic"/>
              </a:defRPr>
            </a:lvl2pPr>
            <a:lvl3pPr algn="l">
              <a:defRPr sz="1650" b="1">
                <a:solidFill>
                  <a:srgbClr val="182B33"/>
                </a:solidFill>
                <a:latin typeface="Yu Gothic"/>
                <a:ea typeface="Yu Gothic"/>
                <a:cs typeface="Yu Gothic"/>
              </a:defRPr>
            </a:lvl3pPr>
            <a:lvl4pPr algn="l">
              <a:defRPr sz="1650" b="1">
                <a:solidFill>
                  <a:srgbClr val="182B33"/>
                </a:solidFill>
                <a:latin typeface="Yu Gothic"/>
                <a:ea typeface="Yu Gothic"/>
                <a:cs typeface="Yu Gothic"/>
              </a:defRPr>
            </a:lvl4pPr>
            <a:lvl5pPr algn="l">
              <a:defRPr sz="1650" b="1">
                <a:solidFill>
                  <a:srgbClr val="182B33"/>
                </a:solidFill>
                <a:latin typeface="Yu Gothic"/>
                <a:ea typeface="Yu Gothic"/>
                <a:cs typeface="Yu Gothic"/>
              </a:defRPr>
            </a:lvl5pPr>
            <a:lvl6pPr algn="l">
              <a:defRPr sz="1650" b="1">
                <a:solidFill>
                  <a:srgbClr val="182B33"/>
                </a:solidFill>
                <a:latin typeface="Yu Gothic"/>
                <a:ea typeface="Yu Gothic"/>
                <a:cs typeface="Yu Gothic"/>
              </a:defRPr>
            </a:lvl6pPr>
            <a:lvl7pPr algn="l">
              <a:defRPr sz="1650" b="1">
                <a:solidFill>
                  <a:srgbClr val="182B33"/>
                </a:solidFill>
                <a:latin typeface="Yu Gothic"/>
                <a:ea typeface="Yu Gothic"/>
                <a:cs typeface="Yu Gothic"/>
              </a:defRPr>
            </a:lvl7pPr>
            <a:lvl8pPr algn="l">
              <a:defRPr sz="1650" b="1">
                <a:solidFill>
                  <a:srgbClr val="182B33"/>
                </a:solidFill>
                <a:latin typeface="Yu Gothic"/>
                <a:ea typeface="Yu Gothic"/>
                <a:cs typeface="Yu Gothic"/>
              </a:defRPr>
            </a:lvl8pPr>
            <a:lvl9pPr algn="l">
              <a:defRPr sz="1650" b="1">
                <a:solidFill>
                  <a:srgbClr val="182B33"/>
                </a:solidFill>
                <a:latin typeface="Yu Gothic"/>
                <a:ea typeface="Yu Gothic"/>
                <a:cs typeface="Yu Gothic"/>
              </a:defRPr>
            </a:lvl9pPr>
          </a:lstStyle>
          <a:p xmlns:a="http://schemas.openxmlformats.org/drawingml/2006/main">
            <a:pPr algn="l">
              <a:defRPr sz="1650" b="1">
                <a:solidFill>
                  <a:srgbClr val="182B33"/>
                </a:solidFill>
                <a:latin typeface="Yu Gothic"/>
                <a:ea typeface="Yu Gothic"/>
                <a:cs typeface="Yu Gothic"/>
              </a:defRPr>
            </a:pPr>
            <a:r>
              <a:rPr sz="1650" b="1">
                <a:solidFill>
                  <a:srgbClr val="182B33"/>
                </a:solidFill>
                <a:latin typeface="Yu Gothic"/>
                <a:ea typeface="Yu Gothic"/>
                <a:cs typeface="Yu Gothic"/>
              </a:rPr>
              <a:t>D</a:t>
            </a:r>
          </a:p>
        </p:txBody>
      </p:sp>
      <p:sp>
        <p:nvSpPr>
          <p:cNvPr id="28" name="">
            <a:extLst xmlns:a="http://schemas.openxmlformats.org/drawingml/2006/main">
              <a:ext uri="{FF2B5EF4-FFF2-40B4-BE49-F238E27FC236}">
                <a16:creationId xmlns:a16="http://schemas.microsoft.com/office/drawing/2014/main" id="{E9CFFEA1-AB64-492B-B3BE-4E4FFB4BEF24}"/>
              </a:ext>
            </a:extLst>
          </p:cNvPr>
          <p:cNvSpPr>
            <a:spLocks xmlns:a="http://schemas.openxmlformats.org/drawingml/2006/main" noGrp="1"/>
          </p:cNvSpPr>
          <p:nvPr/>
        </p:nvSpPr>
        <p:spPr>
          <a:xfrm xmlns:a="http://schemas.openxmlformats.org/drawingml/2006/main">
            <a:off x="10830878" y="2217420"/>
            <a:ext cx="114300" cy="114300"/>
          </a:xfrm>
          <a:prstGeom xmlns:a="http://schemas.openxmlformats.org/drawingml/2006/main" prst="ellipse">
            <a:avLst/>
          </a:prstGeom>
          <a:solidFill xmlns:a="http://schemas.openxmlformats.org/drawingml/2006/main">
            <a:srgbClr val="166B68"/>
          </a:solidFill>
          <a:ln xmlns:a="http://schemas.openxmlformats.org/drawingml/2006/main" w="9525">
            <a:solidFill>
              <a:srgbClr val="166B68"/>
            </a:solidFill>
          </a:ln>
        </p:spPr>
      </p:sp>
      <p:sp>
        <p:nvSpPr>
          <p:cNvPr id="29" name="">
            <a:extLst xmlns:a="http://schemas.openxmlformats.org/drawingml/2006/main">
              <a:ext uri="{FF2B5EF4-FFF2-40B4-BE49-F238E27FC236}">
                <a16:creationId xmlns:a16="http://schemas.microsoft.com/office/drawing/2014/main" id="{9EE64B71-CB9B-4DE8-9E2C-32066B4510A7}"/>
              </a:ext>
            </a:extLst>
          </p:cNvPr>
          <p:cNvSpPr>
            <a:spLocks xmlns:a="http://schemas.openxmlformats.org/drawingml/2006/main" noGrp="1"/>
          </p:cNvSpPr>
          <p:nvPr/>
        </p:nvSpPr>
        <p:spPr>
          <a:xfrm xmlns:a="http://schemas.openxmlformats.org/drawingml/2006/main">
            <a:off x="10649903" y="2007870"/>
            <a:ext cx="7048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182B33"/>
                </a:solidFill>
                <a:latin typeface="Yu Gothic"/>
                <a:ea typeface="Yu Gothic"/>
                <a:cs typeface="Yu Gothic"/>
              </a:defRPr>
            </a:defPPr>
            <a:lvl1pPr algn="l">
              <a:defRPr sz="1650" b="1">
                <a:solidFill>
                  <a:srgbClr val="182B33"/>
                </a:solidFill>
                <a:latin typeface="Yu Gothic"/>
                <a:ea typeface="Yu Gothic"/>
                <a:cs typeface="Yu Gothic"/>
              </a:defRPr>
            </a:lvl1pPr>
            <a:lvl2pPr algn="l">
              <a:defRPr sz="1650" b="1">
                <a:solidFill>
                  <a:srgbClr val="182B33"/>
                </a:solidFill>
                <a:latin typeface="Yu Gothic"/>
                <a:ea typeface="Yu Gothic"/>
                <a:cs typeface="Yu Gothic"/>
              </a:defRPr>
            </a:lvl2pPr>
            <a:lvl3pPr algn="l">
              <a:defRPr sz="1650" b="1">
                <a:solidFill>
                  <a:srgbClr val="182B33"/>
                </a:solidFill>
                <a:latin typeface="Yu Gothic"/>
                <a:ea typeface="Yu Gothic"/>
                <a:cs typeface="Yu Gothic"/>
              </a:defRPr>
            </a:lvl3pPr>
            <a:lvl4pPr algn="l">
              <a:defRPr sz="1650" b="1">
                <a:solidFill>
                  <a:srgbClr val="182B33"/>
                </a:solidFill>
                <a:latin typeface="Yu Gothic"/>
                <a:ea typeface="Yu Gothic"/>
                <a:cs typeface="Yu Gothic"/>
              </a:defRPr>
            </a:lvl4pPr>
            <a:lvl5pPr algn="l">
              <a:defRPr sz="1650" b="1">
                <a:solidFill>
                  <a:srgbClr val="182B33"/>
                </a:solidFill>
                <a:latin typeface="Yu Gothic"/>
                <a:ea typeface="Yu Gothic"/>
                <a:cs typeface="Yu Gothic"/>
              </a:defRPr>
            </a:lvl5pPr>
            <a:lvl6pPr algn="l">
              <a:defRPr sz="1650" b="1">
                <a:solidFill>
                  <a:srgbClr val="182B33"/>
                </a:solidFill>
                <a:latin typeface="Yu Gothic"/>
                <a:ea typeface="Yu Gothic"/>
                <a:cs typeface="Yu Gothic"/>
              </a:defRPr>
            </a:lvl6pPr>
            <a:lvl7pPr algn="l">
              <a:defRPr sz="1650" b="1">
                <a:solidFill>
                  <a:srgbClr val="182B33"/>
                </a:solidFill>
                <a:latin typeface="Yu Gothic"/>
                <a:ea typeface="Yu Gothic"/>
                <a:cs typeface="Yu Gothic"/>
              </a:defRPr>
            </a:lvl7pPr>
            <a:lvl8pPr algn="l">
              <a:defRPr sz="1650" b="1">
                <a:solidFill>
                  <a:srgbClr val="182B33"/>
                </a:solidFill>
                <a:latin typeface="Yu Gothic"/>
                <a:ea typeface="Yu Gothic"/>
                <a:cs typeface="Yu Gothic"/>
              </a:defRPr>
            </a:lvl8pPr>
            <a:lvl9pPr algn="l">
              <a:defRPr sz="1650" b="1">
                <a:solidFill>
                  <a:srgbClr val="182B33"/>
                </a:solidFill>
                <a:latin typeface="Yu Gothic"/>
                <a:ea typeface="Yu Gothic"/>
                <a:cs typeface="Yu Gothic"/>
              </a:defRPr>
            </a:lvl9pPr>
          </a:lstStyle>
          <a:p xmlns:a="http://schemas.openxmlformats.org/drawingml/2006/main">
            <a:pPr algn="l">
              <a:defRPr sz="1650" b="1">
                <a:solidFill>
                  <a:srgbClr val="182B33"/>
                </a:solidFill>
                <a:latin typeface="Yu Gothic"/>
                <a:ea typeface="Yu Gothic"/>
                <a:cs typeface="Yu Gothic"/>
              </a:defRPr>
            </a:pPr>
            <a:r>
              <a:rPr sz="1650" b="1">
                <a:solidFill>
                  <a:srgbClr val="182B33"/>
                </a:solidFill>
                <a:latin typeface="Yu Gothic"/>
                <a:ea typeface="Yu Gothic"/>
                <a:cs typeface="Yu Gothic"/>
              </a:rPr>
              <a:t>E</a:t>
            </a:r>
          </a:p>
        </p:txBody>
      </p:sp>
      <p:sp>
        <p:nvSpPr>
          <p:cNvPr id="30" name="">
            <a:extLst xmlns:a="http://schemas.openxmlformats.org/drawingml/2006/main">
              <a:ext uri="{FF2B5EF4-FFF2-40B4-BE49-F238E27FC236}">
                <a16:creationId xmlns:a16="http://schemas.microsoft.com/office/drawing/2014/main" id="{838682DD-DBFC-4172-9CC9-D40BE05EF14F}"/>
              </a:ext>
            </a:extLst>
          </p:cNvPr>
          <p:cNvSpPr>
            <a:spLocks xmlns:a="http://schemas.openxmlformats.org/drawingml/2006/main" noGrp="1"/>
          </p:cNvSpPr>
          <p:nvPr/>
        </p:nvSpPr>
        <p:spPr>
          <a:xfrm xmlns:a="http://schemas.openxmlformats.org/drawingml/2006/main">
            <a:off x="7391400" y="1638300"/>
            <a:ext cx="3790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1">
                <a:solidFill>
                  <a:srgbClr val="52616A"/>
                </a:solidFill>
                <a:latin typeface="Yu Gothic"/>
                <a:ea typeface="Yu Gothic"/>
                <a:cs typeface="Yu Gothic"/>
              </a:defRPr>
            </a:defPPr>
            <a:lvl1pPr algn="ctr">
              <a:defRPr sz="1650" b="1">
                <a:solidFill>
                  <a:srgbClr val="52616A"/>
                </a:solidFill>
                <a:latin typeface="Yu Gothic"/>
                <a:ea typeface="Yu Gothic"/>
                <a:cs typeface="Yu Gothic"/>
              </a:defRPr>
            </a:lvl1pPr>
            <a:lvl2pPr algn="ctr">
              <a:defRPr sz="1650" b="1">
                <a:solidFill>
                  <a:srgbClr val="52616A"/>
                </a:solidFill>
                <a:latin typeface="Yu Gothic"/>
                <a:ea typeface="Yu Gothic"/>
                <a:cs typeface="Yu Gothic"/>
              </a:defRPr>
            </a:lvl2pPr>
            <a:lvl3pPr algn="ctr">
              <a:defRPr sz="1650" b="1">
                <a:solidFill>
                  <a:srgbClr val="52616A"/>
                </a:solidFill>
                <a:latin typeface="Yu Gothic"/>
                <a:ea typeface="Yu Gothic"/>
                <a:cs typeface="Yu Gothic"/>
              </a:defRPr>
            </a:lvl3pPr>
            <a:lvl4pPr algn="ctr">
              <a:defRPr sz="1650" b="1">
                <a:solidFill>
                  <a:srgbClr val="52616A"/>
                </a:solidFill>
                <a:latin typeface="Yu Gothic"/>
                <a:ea typeface="Yu Gothic"/>
                <a:cs typeface="Yu Gothic"/>
              </a:defRPr>
            </a:lvl4pPr>
            <a:lvl5pPr algn="ctr">
              <a:defRPr sz="1650" b="1">
                <a:solidFill>
                  <a:srgbClr val="52616A"/>
                </a:solidFill>
                <a:latin typeface="Yu Gothic"/>
                <a:ea typeface="Yu Gothic"/>
                <a:cs typeface="Yu Gothic"/>
              </a:defRPr>
            </a:lvl5pPr>
            <a:lvl6pPr algn="ctr">
              <a:defRPr sz="1650" b="1">
                <a:solidFill>
                  <a:srgbClr val="52616A"/>
                </a:solidFill>
                <a:latin typeface="Yu Gothic"/>
                <a:ea typeface="Yu Gothic"/>
                <a:cs typeface="Yu Gothic"/>
              </a:defRPr>
            </a:lvl6pPr>
            <a:lvl7pPr algn="ctr">
              <a:defRPr sz="1650" b="1">
                <a:solidFill>
                  <a:srgbClr val="52616A"/>
                </a:solidFill>
                <a:latin typeface="Yu Gothic"/>
                <a:ea typeface="Yu Gothic"/>
                <a:cs typeface="Yu Gothic"/>
              </a:defRPr>
            </a:lvl7pPr>
            <a:lvl8pPr algn="ctr">
              <a:defRPr sz="1650" b="1">
                <a:solidFill>
                  <a:srgbClr val="52616A"/>
                </a:solidFill>
                <a:latin typeface="Yu Gothic"/>
                <a:ea typeface="Yu Gothic"/>
                <a:cs typeface="Yu Gothic"/>
              </a:defRPr>
            </a:lvl8pPr>
            <a:lvl9pPr algn="ctr">
              <a:defRPr sz="1650" b="1">
                <a:solidFill>
                  <a:srgbClr val="52616A"/>
                </a:solidFill>
                <a:latin typeface="Yu Gothic"/>
                <a:ea typeface="Yu Gothic"/>
                <a:cs typeface="Yu Gothic"/>
              </a:defRPr>
            </a:lvl9pPr>
          </a:lstStyle>
          <a:p xmlns:a="http://schemas.openxmlformats.org/drawingml/2006/main">
            <a:pPr algn="ctr">
              <a:defRPr sz="1650" b="1">
                <a:solidFill>
                  <a:srgbClr val="52616A"/>
                </a:solidFill>
                <a:latin typeface="Yu Gothic"/>
                <a:ea typeface="Yu Gothic"/>
                <a:cs typeface="Yu Gothic"/>
              </a:defRPr>
            </a:pPr>
            <a:r>
              <a:rPr sz="1650" b="1">
                <a:solidFill>
                  <a:srgbClr val="52616A"/>
                </a:solidFill>
                <a:latin typeface="Yu Gothic"/>
                <a:ea typeface="Yu Gothic"/>
                <a:cs typeface="Yu Gothic"/>
              </a:rPr>
              <a:t>角度で方向、距離で次点</a:t>
            </a:r>
          </a:p>
        </p:txBody>
      </p:sp>
    </p:spTree>
    <p:extLst>
      <p:ext uri="{BB962C8B-B14F-4D97-AF65-F5344CB8AC3E}">
        <p14:creationId xmlns:p14="http://schemas.microsoft.com/office/powerpoint/2010/main" val="776072651"/>
      </p:ext>
    </p:extLst>
  </p:cSld>
</p:sld>
</file>

<file path=ppt/slides/slide5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1024AF30-E050-4BA7-906C-E3CE5AB6BD6D}"/>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30B7941D-D673-458E-84A6-8F1C498A5929}"/>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復習用解答</a:t>
            </a:r>
          </a:p>
        </p:txBody>
      </p:sp>
      <p:sp>
        <p:nvSpPr>
          <p:cNvPr id="3" name="">
            <a:extLst xmlns:a="http://schemas.openxmlformats.org/drawingml/2006/main">
              <a:ext uri="{FF2B5EF4-FFF2-40B4-BE49-F238E27FC236}">
                <a16:creationId xmlns:a16="http://schemas.microsoft.com/office/drawing/2014/main" id="{C1CD930E-5BB8-4155-89BF-17CFDE90945E}"/>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演習1解答：正・反の結果p、q</a:t>
            </a:r>
          </a:p>
        </p:txBody>
      </p:sp>
      <p:sp>
        <p:nvSpPr>
          <p:cNvPr id="4" name="">
            <a:extLst xmlns:a="http://schemas.openxmlformats.org/drawingml/2006/main">
              <a:ext uri="{FF2B5EF4-FFF2-40B4-BE49-F238E27FC236}">
                <a16:creationId xmlns:a16="http://schemas.microsoft.com/office/drawing/2014/main" id="{55FD1ECA-9497-403D-BB29-B3BD09DC6822}"/>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71A4D065-43C2-43E2-ADA9-DC6341CFBB1F}"/>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55</a:t>
            </a:r>
          </a:p>
        </p:txBody>
      </p:sp>
      <p:sp>
        <p:nvSpPr>
          <p:cNvPr id="6" name="">
            <a:extLst xmlns:a="http://schemas.openxmlformats.org/drawingml/2006/main">
              <a:ext uri="{FF2B5EF4-FFF2-40B4-BE49-F238E27FC236}">
                <a16:creationId xmlns:a16="http://schemas.microsoft.com/office/drawing/2014/main" id="{20484565-4157-468F-9962-185A8744E9A7}"/>
              </a:ext>
            </a:extLst>
          </p:cNvPr>
          <p:cNvSpPr>
            <a:spLocks xmlns:a="http://schemas.openxmlformats.org/drawingml/2006/main" noGrp="1"/>
          </p:cNvSpPr>
          <p:nvPr/>
        </p:nvSpPr>
        <p:spPr>
          <a:xfrm xmlns:a="http://schemas.openxmlformats.org/drawingml/2006/main">
            <a:off x="723900" y="1571625"/>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1">
                <a:solidFill>
                  <a:srgbClr val="52616A"/>
                </a:solidFill>
                <a:latin typeface="Yu Gothic"/>
                <a:ea typeface="Yu Gothic"/>
                <a:cs typeface="Yu Gothic"/>
              </a:defRPr>
            </a:defPPr>
            <a:lvl1pPr algn="l">
              <a:defRPr sz="2250" b="1">
                <a:solidFill>
                  <a:srgbClr val="52616A"/>
                </a:solidFill>
                <a:latin typeface="Yu Gothic"/>
                <a:ea typeface="Yu Gothic"/>
                <a:cs typeface="Yu Gothic"/>
              </a:defRPr>
            </a:lvl1pPr>
            <a:lvl2pPr algn="l">
              <a:defRPr sz="2250" b="1">
                <a:solidFill>
                  <a:srgbClr val="52616A"/>
                </a:solidFill>
                <a:latin typeface="Yu Gothic"/>
                <a:ea typeface="Yu Gothic"/>
                <a:cs typeface="Yu Gothic"/>
              </a:defRPr>
            </a:lvl2pPr>
            <a:lvl3pPr algn="l">
              <a:defRPr sz="2250" b="1">
                <a:solidFill>
                  <a:srgbClr val="52616A"/>
                </a:solidFill>
                <a:latin typeface="Yu Gothic"/>
                <a:ea typeface="Yu Gothic"/>
                <a:cs typeface="Yu Gothic"/>
              </a:defRPr>
            </a:lvl3pPr>
            <a:lvl4pPr algn="l">
              <a:defRPr sz="2250" b="1">
                <a:solidFill>
                  <a:srgbClr val="52616A"/>
                </a:solidFill>
                <a:latin typeface="Yu Gothic"/>
                <a:ea typeface="Yu Gothic"/>
                <a:cs typeface="Yu Gothic"/>
              </a:defRPr>
            </a:lvl4pPr>
            <a:lvl5pPr algn="l">
              <a:defRPr sz="2250" b="1">
                <a:solidFill>
                  <a:srgbClr val="52616A"/>
                </a:solidFill>
                <a:latin typeface="Yu Gothic"/>
                <a:ea typeface="Yu Gothic"/>
                <a:cs typeface="Yu Gothic"/>
              </a:defRPr>
            </a:lvl5pPr>
            <a:lvl6pPr algn="l">
              <a:defRPr sz="2250" b="1">
                <a:solidFill>
                  <a:srgbClr val="52616A"/>
                </a:solidFill>
                <a:latin typeface="Yu Gothic"/>
                <a:ea typeface="Yu Gothic"/>
                <a:cs typeface="Yu Gothic"/>
              </a:defRPr>
            </a:lvl6pPr>
            <a:lvl7pPr algn="l">
              <a:defRPr sz="2250" b="1">
                <a:solidFill>
                  <a:srgbClr val="52616A"/>
                </a:solidFill>
                <a:latin typeface="Yu Gothic"/>
                <a:ea typeface="Yu Gothic"/>
                <a:cs typeface="Yu Gothic"/>
              </a:defRPr>
            </a:lvl7pPr>
            <a:lvl8pPr algn="l">
              <a:defRPr sz="2250" b="1">
                <a:solidFill>
                  <a:srgbClr val="52616A"/>
                </a:solidFill>
                <a:latin typeface="Yu Gothic"/>
                <a:ea typeface="Yu Gothic"/>
                <a:cs typeface="Yu Gothic"/>
              </a:defRPr>
            </a:lvl8pPr>
            <a:lvl9pPr algn="l">
              <a:defRPr sz="2250" b="1">
                <a:solidFill>
                  <a:srgbClr val="52616A"/>
                </a:solidFill>
                <a:latin typeface="Yu Gothic"/>
                <a:ea typeface="Yu Gothic"/>
                <a:cs typeface="Yu Gothic"/>
              </a:defRPr>
            </a:lvl9pPr>
          </a:lstStyle>
          <a:p xmlns:a="http://schemas.openxmlformats.org/drawingml/2006/main">
            <a:pPr algn="l">
              <a:defRPr sz="2250" b="1">
                <a:solidFill>
                  <a:srgbClr val="52616A"/>
                </a:solidFill>
                <a:latin typeface="Yu Gothic"/>
                <a:ea typeface="Yu Gothic"/>
                <a:cs typeface="Yu Gothic"/>
              </a:defRPr>
            </a:pPr>
            <a:r>
              <a:rPr sz="2250" b="1">
                <a:solidFill>
                  <a:srgbClr val="52616A"/>
                </a:solidFill>
                <a:latin typeface="Yu Gothic"/>
                <a:ea typeface="Yu Gothic"/>
                <a:cs typeface="Yu Gothic"/>
              </a:rPr>
              <a:t>A始を各姿勢で別々に差し引く</a:t>
            </a:r>
          </a:p>
        </p:txBody>
      </p:sp>
      <p:graphicFrame>
        <p:nvGraphicFramePr>
          <p:cNvPr id="7" name="">
            <a:extLst xmlns:a="http://schemas.openxmlformats.org/drawingml/2006/main">
              <a:ext uri="{FF2B5EF4-FFF2-40B4-BE49-F238E27FC236}">
                <a16:creationId xmlns:a16="http://schemas.microsoft.com/office/drawing/2014/main" id="{D94856A0-33BD-4D8A-B608-F2B1B9A97E2F}"/>
              </a:ext>
            </a:extLst>
          </p:cNvPr>
          <p:cNvGraphicFramePr/>
          <p:nvPr/>
        </p:nvGraphicFramePr>
        <p:xfrm>
          <a:off xmlns:a="http://schemas.openxmlformats.org/drawingml/2006/main" x="723900" y="2381250"/>
          <a:ext xmlns:a="http://schemas.openxmlformats.org/drawingml/2006/main" cx="10744200" cy="2762250"/>
        </p:xfrm>
        <a:graphic xmlns:a="http://schemas.openxmlformats.org/drawingml/2006/main">
          <a:graphicData uri="http://schemas.openxmlformats.org/drawingml/2006/table">
            <a:tbl>
              <a:tblPr/>
              <a:tblGrid>
                <a:gridCol w="3581400"/>
                <a:gridCol w="3581400"/>
                <a:gridCol w="3581400"/>
              </a:tblGrid>
              <a:tr h="920750">
                <a:tc>
                  <a:txBody>
                    <a:bodyPr wrap="square" lIns="57150" tIns="57150" rIns="57150" bIns="57150">
                      <a:noAutofit/>
                    </a:bodyPr>
                    <a:lstStyle/>
                    <a:p>
                      <a:pPr algn="ctr"/>
                      <a:r>
                        <a:rPr sz="1950" b="1">
                          <a:solidFill>
                            <a:srgbClr val="FFFFFF"/>
                          </a:solidFill>
                          <a:latin typeface="Yu Gothic"/>
                          <a:ea typeface="Yu Gothic"/>
                          <a:cs typeface="Yu Gothic"/>
                        </a:rPr>
                        <a:t>対回</a:t>
                      </a:r>
                    </a:p>
                  </a:txBody>
                  <a:tcPr marL="91440" marR="91440" marT="45720" marB="45720" anchor="ctr">
                    <a:solidFill>
                      <a:srgbClr val="166B68"/>
                    </a:solidFill>
                  </a:tcPr>
                </a:tc>
                <a:tc>
                  <a:txBody>
                    <a:bodyPr wrap="square" lIns="57150" tIns="57150" rIns="57150" bIns="57150">
                      <a:noAutofit/>
                    </a:bodyPr>
                    <a:lstStyle/>
                    <a:p>
                      <a:pPr algn="ctr"/>
                      <a:r>
                        <a:rPr sz="1950" b="1">
                          <a:solidFill>
                            <a:srgbClr val="FFFFFF"/>
                          </a:solidFill>
                          <a:latin typeface="Yu Gothic"/>
                          <a:ea typeface="Yu Gothic"/>
                          <a:cs typeface="Yu Gothic"/>
                        </a:rPr>
                        <a:t>p（正）</a:t>
                      </a:r>
                    </a:p>
                  </a:txBody>
                  <a:tcPr marL="91440" marR="91440" marT="45720" marB="45720" anchor="ctr">
                    <a:solidFill>
                      <a:srgbClr val="166B68"/>
                    </a:solidFill>
                  </a:tcPr>
                </a:tc>
                <a:tc>
                  <a:txBody>
                    <a:bodyPr wrap="square" lIns="57150" tIns="57150" rIns="57150" bIns="57150">
                      <a:noAutofit/>
                    </a:bodyPr>
                    <a:lstStyle/>
                    <a:p>
                      <a:pPr algn="ctr"/>
                      <a:r>
                        <a:rPr sz="1950" b="1">
                          <a:solidFill>
                            <a:srgbClr val="FFFFFF"/>
                          </a:solidFill>
                          <a:latin typeface="Yu Gothic"/>
                          <a:ea typeface="Yu Gothic"/>
                          <a:cs typeface="Yu Gothic"/>
                        </a:rPr>
                        <a:t>q（反）</a:t>
                      </a:r>
                    </a:p>
                  </a:txBody>
                  <a:tcPr marL="91440" marR="91440" marT="45720" marB="45720" anchor="ctr">
                    <a:solidFill>
                      <a:srgbClr val="166B68"/>
                    </a:solidFill>
                  </a:tcPr>
                </a:tc>
              </a:tr>
              <a:tr h="920750">
                <a:tc>
                  <a:txBody>
                    <a:bodyPr wrap="square" lIns="57150" tIns="57150" rIns="57150" bIns="57150">
                      <a:noAutofit/>
                    </a:bodyPr>
                    <a:lstStyle/>
                    <a:p>
                      <a:pPr algn="ctr"/>
                      <a:r>
                        <a:rPr sz="1950" b="0">
                          <a:solidFill>
                            <a:srgbClr val="182B33"/>
                          </a:solidFill>
                          <a:latin typeface="Yu Gothic"/>
                          <a:ea typeface="Yu Gothic"/>
                          <a:cs typeface="Yu Gothic"/>
                        </a:rPr>
                        <a:t>1</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73°25′15″</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73°25′11″</a:t>
                      </a:r>
                    </a:p>
                  </a:txBody>
                  <a:tcPr marL="91440" marR="91440" marT="45720" marB="45720" anchor="ctr"/>
                </a:tc>
              </a:tr>
              <a:tr h="920750">
                <a:tc>
                  <a:txBody>
                    <a:bodyPr wrap="square" lIns="57150" tIns="57150" rIns="57150" bIns="57150">
                      <a:noAutofit/>
                    </a:bodyPr>
                    <a:lstStyle/>
                    <a:p>
                      <a:pPr algn="ctr"/>
                      <a:r>
                        <a:rPr sz="1950" b="0">
                          <a:solidFill>
                            <a:srgbClr val="182B33"/>
                          </a:solidFill>
                          <a:latin typeface="Yu Gothic"/>
                          <a:ea typeface="Yu Gothic"/>
                          <a:cs typeface="Yu Gothic"/>
                        </a:rPr>
                        <a:t>2</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73°25′09″</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73°25′11″</a:t>
                      </a:r>
                    </a:p>
                  </a:txBody>
                  <a:tcPr marL="91440" marR="91440" marT="45720" marB="45720" anchor="ctr"/>
                </a:tc>
              </a:tr>
            </a:tbl>
          </a:graphicData>
        </a:graphic>
      </p:graphicFrame>
      <p:sp>
        <p:nvSpPr>
          <p:cNvPr id="8" name="">
            <a:extLst xmlns:a="http://schemas.openxmlformats.org/drawingml/2006/main">
              <a:ext uri="{FF2B5EF4-FFF2-40B4-BE49-F238E27FC236}">
                <a16:creationId xmlns:a16="http://schemas.microsoft.com/office/drawing/2014/main" id="{5317DCA8-C55C-412B-B066-F44E9341A525}"/>
              </a:ext>
            </a:extLst>
          </p:cNvPr>
          <p:cNvSpPr>
            <a:spLocks xmlns:a="http://schemas.openxmlformats.org/drawingml/2006/main" noGrp="1"/>
          </p:cNvSpPr>
          <p:nvPr/>
        </p:nvSpPr>
        <p:spPr>
          <a:xfrm xmlns:a="http://schemas.openxmlformats.org/drawingml/2006/main">
            <a:off x="762000" y="5619750"/>
            <a:ext cx="228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200" b="1">
                <a:solidFill>
                  <a:srgbClr val="166B68"/>
                </a:solidFill>
                <a:latin typeface="Yu Gothic"/>
                <a:ea typeface="Yu Gothic"/>
                <a:cs typeface="Yu Gothic"/>
              </a:defRPr>
            </a:defPPr>
            <a:lvl1pPr algn="ctr">
              <a:defRPr sz="1200" b="1">
                <a:solidFill>
                  <a:srgbClr val="166B68"/>
                </a:solidFill>
                <a:latin typeface="Yu Gothic"/>
                <a:ea typeface="Yu Gothic"/>
                <a:cs typeface="Yu Gothic"/>
              </a:defRPr>
            </a:lvl1pPr>
            <a:lvl2pPr algn="ctr">
              <a:defRPr sz="1200" b="1">
                <a:solidFill>
                  <a:srgbClr val="166B68"/>
                </a:solidFill>
                <a:latin typeface="Yu Gothic"/>
                <a:ea typeface="Yu Gothic"/>
                <a:cs typeface="Yu Gothic"/>
              </a:defRPr>
            </a:lvl2pPr>
            <a:lvl3pPr algn="ctr">
              <a:defRPr sz="1200" b="1">
                <a:solidFill>
                  <a:srgbClr val="166B68"/>
                </a:solidFill>
                <a:latin typeface="Yu Gothic"/>
                <a:ea typeface="Yu Gothic"/>
                <a:cs typeface="Yu Gothic"/>
              </a:defRPr>
            </a:lvl3pPr>
            <a:lvl4pPr algn="ctr">
              <a:defRPr sz="1200" b="1">
                <a:solidFill>
                  <a:srgbClr val="166B68"/>
                </a:solidFill>
                <a:latin typeface="Yu Gothic"/>
                <a:ea typeface="Yu Gothic"/>
                <a:cs typeface="Yu Gothic"/>
              </a:defRPr>
            </a:lvl4pPr>
            <a:lvl5pPr algn="ctr">
              <a:defRPr sz="1200" b="1">
                <a:solidFill>
                  <a:srgbClr val="166B68"/>
                </a:solidFill>
                <a:latin typeface="Yu Gothic"/>
                <a:ea typeface="Yu Gothic"/>
                <a:cs typeface="Yu Gothic"/>
              </a:defRPr>
            </a:lvl5pPr>
            <a:lvl6pPr algn="ctr">
              <a:defRPr sz="1200" b="1">
                <a:solidFill>
                  <a:srgbClr val="166B68"/>
                </a:solidFill>
                <a:latin typeface="Yu Gothic"/>
                <a:ea typeface="Yu Gothic"/>
                <a:cs typeface="Yu Gothic"/>
              </a:defRPr>
            </a:lvl6pPr>
            <a:lvl7pPr algn="ctr">
              <a:defRPr sz="1200" b="1">
                <a:solidFill>
                  <a:srgbClr val="166B68"/>
                </a:solidFill>
                <a:latin typeface="Yu Gothic"/>
                <a:ea typeface="Yu Gothic"/>
                <a:cs typeface="Yu Gothic"/>
              </a:defRPr>
            </a:lvl7pPr>
            <a:lvl8pPr algn="ctr">
              <a:defRPr sz="1200" b="1">
                <a:solidFill>
                  <a:srgbClr val="166B68"/>
                </a:solidFill>
                <a:latin typeface="Yu Gothic"/>
                <a:ea typeface="Yu Gothic"/>
                <a:cs typeface="Yu Gothic"/>
              </a:defRPr>
            </a:lvl8pPr>
            <a:lvl9pPr algn="ctr">
              <a:defRPr sz="1200" b="1">
                <a:solidFill>
                  <a:srgbClr val="166B68"/>
                </a:solidFill>
                <a:latin typeface="Yu Gothic"/>
                <a:ea typeface="Yu Gothic"/>
                <a:cs typeface="Yu Gothic"/>
              </a:defRPr>
            </a:lvl9pPr>
          </a:lstStyle>
          <a:p xmlns:a="http://schemas.openxmlformats.org/drawingml/2006/main">
            <a:pPr algn="ctr">
              <a:defRPr sz="1200" b="1">
                <a:solidFill>
                  <a:srgbClr val="166B68"/>
                </a:solidFill>
                <a:latin typeface="Yu Gothic"/>
                <a:ea typeface="Yu Gothic"/>
                <a:cs typeface="Yu Gothic"/>
              </a:defRPr>
            </a:pPr>
            <a:r>
              <a:rPr sz="1200" b="1">
                <a:solidFill>
                  <a:srgbClr val="166B68"/>
                </a:solidFill>
                <a:latin typeface="Yu Gothic"/>
                <a:ea typeface="Yu Gothic"/>
                <a:cs typeface="Yu Gothic"/>
              </a:rPr>
              <a:t>●</a:t>
            </a:r>
          </a:p>
        </p:txBody>
      </p:sp>
      <p:sp>
        <p:nvSpPr>
          <p:cNvPr id="9" name="">
            <a:extLst xmlns:a="http://schemas.openxmlformats.org/drawingml/2006/main">
              <a:ext uri="{FF2B5EF4-FFF2-40B4-BE49-F238E27FC236}">
                <a16:creationId xmlns:a16="http://schemas.microsoft.com/office/drawing/2014/main" id="{4CF53B91-684E-40A7-A3AC-0EB0713B60DE}"/>
              </a:ext>
            </a:extLst>
          </p:cNvPr>
          <p:cNvSpPr>
            <a:spLocks xmlns:a="http://schemas.openxmlformats.org/drawingml/2006/main" noGrp="1"/>
          </p:cNvSpPr>
          <p:nvPr/>
        </p:nvSpPr>
        <p:spPr>
          <a:xfrm xmlns:a="http://schemas.openxmlformats.org/drawingml/2006/main">
            <a:off x="1085850" y="5619750"/>
            <a:ext cx="10058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025" b="0">
                <a:solidFill>
                  <a:srgbClr val="182B33"/>
                </a:solidFill>
                <a:latin typeface="Yu Gothic"/>
                <a:ea typeface="Yu Gothic"/>
                <a:cs typeface="Yu Gothic"/>
              </a:defRPr>
            </a:defPPr>
            <a:lvl1pPr algn="l">
              <a:defRPr sz="2025" b="0">
                <a:solidFill>
                  <a:srgbClr val="182B33"/>
                </a:solidFill>
                <a:latin typeface="Yu Gothic"/>
                <a:ea typeface="Yu Gothic"/>
                <a:cs typeface="Yu Gothic"/>
              </a:defRPr>
            </a:lvl1pPr>
            <a:lvl2pPr algn="l">
              <a:defRPr sz="2025" b="0">
                <a:solidFill>
                  <a:srgbClr val="182B33"/>
                </a:solidFill>
                <a:latin typeface="Yu Gothic"/>
                <a:ea typeface="Yu Gothic"/>
                <a:cs typeface="Yu Gothic"/>
              </a:defRPr>
            </a:lvl2pPr>
            <a:lvl3pPr algn="l">
              <a:defRPr sz="2025" b="0">
                <a:solidFill>
                  <a:srgbClr val="182B33"/>
                </a:solidFill>
                <a:latin typeface="Yu Gothic"/>
                <a:ea typeface="Yu Gothic"/>
                <a:cs typeface="Yu Gothic"/>
              </a:defRPr>
            </a:lvl3pPr>
            <a:lvl4pPr algn="l">
              <a:defRPr sz="2025" b="0">
                <a:solidFill>
                  <a:srgbClr val="182B33"/>
                </a:solidFill>
                <a:latin typeface="Yu Gothic"/>
                <a:ea typeface="Yu Gothic"/>
                <a:cs typeface="Yu Gothic"/>
              </a:defRPr>
            </a:lvl4pPr>
            <a:lvl5pPr algn="l">
              <a:defRPr sz="2025" b="0">
                <a:solidFill>
                  <a:srgbClr val="182B33"/>
                </a:solidFill>
                <a:latin typeface="Yu Gothic"/>
                <a:ea typeface="Yu Gothic"/>
                <a:cs typeface="Yu Gothic"/>
              </a:defRPr>
            </a:lvl5pPr>
            <a:lvl6pPr algn="l">
              <a:defRPr sz="2025" b="0">
                <a:solidFill>
                  <a:srgbClr val="182B33"/>
                </a:solidFill>
                <a:latin typeface="Yu Gothic"/>
                <a:ea typeface="Yu Gothic"/>
                <a:cs typeface="Yu Gothic"/>
              </a:defRPr>
            </a:lvl6pPr>
            <a:lvl7pPr algn="l">
              <a:defRPr sz="2025" b="0">
                <a:solidFill>
                  <a:srgbClr val="182B33"/>
                </a:solidFill>
                <a:latin typeface="Yu Gothic"/>
                <a:ea typeface="Yu Gothic"/>
                <a:cs typeface="Yu Gothic"/>
              </a:defRPr>
            </a:lvl7pPr>
            <a:lvl8pPr algn="l">
              <a:defRPr sz="2025" b="0">
                <a:solidFill>
                  <a:srgbClr val="182B33"/>
                </a:solidFill>
                <a:latin typeface="Yu Gothic"/>
                <a:ea typeface="Yu Gothic"/>
                <a:cs typeface="Yu Gothic"/>
              </a:defRPr>
            </a:lvl8pPr>
            <a:lvl9pPr algn="l">
              <a:defRPr sz="2025" b="0">
                <a:solidFill>
                  <a:srgbClr val="182B33"/>
                </a:solidFill>
                <a:latin typeface="Yu Gothic"/>
                <a:ea typeface="Yu Gothic"/>
                <a:cs typeface="Yu Gothic"/>
              </a:defRPr>
            </a:lvl9pPr>
          </a:lstStyle>
          <a:p xmlns:a="http://schemas.openxmlformats.org/drawingml/2006/main">
            <a:pPr algn="l">
              <a:defRPr sz="2025" b="0">
                <a:solidFill>
                  <a:srgbClr val="182B33"/>
                </a:solidFill>
                <a:latin typeface="Yu Gothic"/>
                <a:ea typeface="Yu Gothic"/>
                <a:cs typeface="Yu Gothic"/>
              </a:defRPr>
            </a:pPr>
            <a:r>
              <a:rPr sz="2025" b="0">
                <a:solidFill>
                  <a:srgbClr val="182B33"/>
                </a:solidFill>
                <a:latin typeface="Yu Gothic"/>
                <a:ea typeface="Yu Gothic"/>
                <a:cs typeface="Yu Gothic"/>
              </a:rPr>
              <a:t>p1＝85°40′35″−12°15′20″</a:t>
            </a:r>
          </a:p>
        </p:txBody>
      </p:sp>
      <p:sp>
        <p:nvSpPr>
          <p:cNvPr id="10" name="">
            <a:extLst xmlns:a="http://schemas.openxmlformats.org/drawingml/2006/main">
              <a:ext uri="{FF2B5EF4-FFF2-40B4-BE49-F238E27FC236}">
                <a16:creationId xmlns:a16="http://schemas.microsoft.com/office/drawing/2014/main" id="{4166483E-B942-400F-8BA2-AB333835FBAC}"/>
              </a:ext>
            </a:extLst>
          </p:cNvPr>
          <p:cNvSpPr>
            <a:spLocks xmlns:a="http://schemas.openxmlformats.org/drawingml/2006/main" noGrp="1"/>
          </p:cNvSpPr>
          <p:nvPr/>
        </p:nvSpPr>
        <p:spPr>
          <a:xfrm xmlns:a="http://schemas.openxmlformats.org/drawingml/2006/main">
            <a:off x="762000" y="6038850"/>
            <a:ext cx="228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200" b="1">
                <a:solidFill>
                  <a:srgbClr val="166B68"/>
                </a:solidFill>
                <a:latin typeface="Yu Gothic"/>
                <a:ea typeface="Yu Gothic"/>
                <a:cs typeface="Yu Gothic"/>
              </a:defRPr>
            </a:defPPr>
            <a:lvl1pPr algn="ctr">
              <a:defRPr sz="1200" b="1">
                <a:solidFill>
                  <a:srgbClr val="166B68"/>
                </a:solidFill>
                <a:latin typeface="Yu Gothic"/>
                <a:ea typeface="Yu Gothic"/>
                <a:cs typeface="Yu Gothic"/>
              </a:defRPr>
            </a:lvl1pPr>
            <a:lvl2pPr algn="ctr">
              <a:defRPr sz="1200" b="1">
                <a:solidFill>
                  <a:srgbClr val="166B68"/>
                </a:solidFill>
                <a:latin typeface="Yu Gothic"/>
                <a:ea typeface="Yu Gothic"/>
                <a:cs typeface="Yu Gothic"/>
              </a:defRPr>
            </a:lvl2pPr>
            <a:lvl3pPr algn="ctr">
              <a:defRPr sz="1200" b="1">
                <a:solidFill>
                  <a:srgbClr val="166B68"/>
                </a:solidFill>
                <a:latin typeface="Yu Gothic"/>
                <a:ea typeface="Yu Gothic"/>
                <a:cs typeface="Yu Gothic"/>
              </a:defRPr>
            </a:lvl3pPr>
            <a:lvl4pPr algn="ctr">
              <a:defRPr sz="1200" b="1">
                <a:solidFill>
                  <a:srgbClr val="166B68"/>
                </a:solidFill>
                <a:latin typeface="Yu Gothic"/>
                <a:ea typeface="Yu Gothic"/>
                <a:cs typeface="Yu Gothic"/>
              </a:defRPr>
            </a:lvl4pPr>
            <a:lvl5pPr algn="ctr">
              <a:defRPr sz="1200" b="1">
                <a:solidFill>
                  <a:srgbClr val="166B68"/>
                </a:solidFill>
                <a:latin typeface="Yu Gothic"/>
                <a:ea typeface="Yu Gothic"/>
                <a:cs typeface="Yu Gothic"/>
              </a:defRPr>
            </a:lvl5pPr>
            <a:lvl6pPr algn="ctr">
              <a:defRPr sz="1200" b="1">
                <a:solidFill>
                  <a:srgbClr val="166B68"/>
                </a:solidFill>
                <a:latin typeface="Yu Gothic"/>
                <a:ea typeface="Yu Gothic"/>
                <a:cs typeface="Yu Gothic"/>
              </a:defRPr>
            </a:lvl6pPr>
            <a:lvl7pPr algn="ctr">
              <a:defRPr sz="1200" b="1">
                <a:solidFill>
                  <a:srgbClr val="166B68"/>
                </a:solidFill>
                <a:latin typeface="Yu Gothic"/>
                <a:ea typeface="Yu Gothic"/>
                <a:cs typeface="Yu Gothic"/>
              </a:defRPr>
            </a:lvl7pPr>
            <a:lvl8pPr algn="ctr">
              <a:defRPr sz="1200" b="1">
                <a:solidFill>
                  <a:srgbClr val="166B68"/>
                </a:solidFill>
                <a:latin typeface="Yu Gothic"/>
                <a:ea typeface="Yu Gothic"/>
                <a:cs typeface="Yu Gothic"/>
              </a:defRPr>
            </a:lvl8pPr>
            <a:lvl9pPr algn="ctr">
              <a:defRPr sz="1200" b="1">
                <a:solidFill>
                  <a:srgbClr val="166B68"/>
                </a:solidFill>
                <a:latin typeface="Yu Gothic"/>
                <a:ea typeface="Yu Gothic"/>
                <a:cs typeface="Yu Gothic"/>
              </a:defRPr>
            </a:lvl9pPr>
          </a:lstStyle>
          <a:p xmlns:a="http://schemas.openxmlformats.org/drawingml/2006/main">
            <a:pPr algn="ctr">
              <a:defRPr sz="1200" b="1">
                <a:solidFill>
                  <a:srgbClr val="166B68"/>
                </a:solidFill>
                <a:latin typeface="Yu Gothic"/>
                <a:ea typeface="Yu Gothic"/>
                <a:cs typeface="Yu Gothic"/>
              </a:defRPr>
            </a:pPr>
            <a:r>
              <a:rPr sz="1200" b="1">
                <a:solidFill>
                  <a:srgbClr val="166B68"/>
                </a:solidFill>
                <a:latin typeface="Yu Gothic"/>
                <a:ea typeface="Yu Gothic"/>
                <a:cs typeface="Yu Gothic"/>
              </a:rPr>
              <a:t>●</a:t>
            </a:r>
          </a:p>
        </p:txBody>
      </p:sp>
      <p:sp>
        <p:nvSpPr>
          <p:cNvPr id="11" name="">
            <a:extLst xmlns:a="http://schemas.openxmlformats.org/drawingml/2006/main">
              <a:ext uri="{FF2B5EF4-FFF2-40B4-BE49-F238E27FC236}">
                <a16:creationId xmlns:a16="http://schemas.microsoft.com/office/drawing/2014/main" id="{C1F1BC08-14BA-49B8-9243-9DD57EE6DCF7}"/>
              </a:ext>
            </a:extLst>
          </p:cNvPr>
          <p:cNvSpPr>
            <a:spLocks xmlns:a="http://schemas.openxmlformats.org/drawingml/2006/main" noGrp="1"/>
          </p:cNvSpPr>
          <p:nvPr/>
        </p:nvSpPr>
        <p:spPr>
          <a:xfrm xmlns:a="http://schemas.openxmlformats.org/drawingml/2006/main">
            <a:off x="1085850" y="6038850"/>
            <a:ext cx="10058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025" b="0">
                <a:solidFill>
                  <a:srgbClr val="182B33"/>
                </a:solidFill>
                <a:latin typeface="Yu Gothic"/>
                <a:ea typeface="Yu Gothic"/>
                <a:cs typeface="Yu Gothic"/>
              </a:defRPr>
            </a:defPPr>
            <a:lvl1pPr algn="l">
              <a:defRPr sz="2025" b="0">
                <a:solidFill>
                  <a:srgbClr val="182B33"/>
                </a:solidFill>
                <a:latin typeface="Yu Gothic"/>
                <a:ea typeface="Yu Gothic"/>
                <a:cs typeface="Yu Gothic"/>
              </a:defRPr>
            </a:lvl1pPr>
            <a:lvl2pPr algn="l">
              <a:defRPr sz="2025" b="0">
                <a:solidFill>
                  <a:srgbClr val="182B33"/>
                </a:solidFill>
                <a:latin typeface="Yu Gothic"/>
                <a:ea typeface="Yu Gothic"/>
                <a:cs typeface="Yu Gothic"/>
              </a:defRPr>
            </a:lvl2pPr>
            <a:lvl3pPr algn="l">
              <a:defRPr sz="2025" b="0">
                <a:solidFill>
                  <a:srgbClr val="182B33"/>
                </a:solidFill>
                <a:latin typeface="Yu Gothic"/>
                <a:ea typeface="Yu Gothic"/>
                <a:cs typeface="Yu Gothic"/>
              </a:defRPr>
            </a:lvl3pPr>
            <a:lvl4pPr algn="l">
              <a:defRPr sz="2025" b="0">
                <a:solidFill>
                  <a:srgbClr val="182B33"/>
                </a:solidFill>
                <a:latin typeface="Yu Gothic"/>
                <a:ea typeface="Yu Gothic"/>
                <a:cs typeface="Yu Gothic"/>
              </a:defRPr>
            </a:lvl4pPr>
            <a:lvl5pPr algn="l">
              <a:defRPr sz="2025" b="0">
                <a:solidFill>
                  <a:srgbClr val="182B33"/>
                </a:solidFill>
                <a:latin typeface="Yu Gothic"/>
                <a:ea typeface="Yu Gothic"/>
                <a:cs typeface="Yu Gothic"/>
              </a:defRPr>
            </a:lvl5pPr>
            <a:lvl6pPr algn="l">
              <a:defRPr sz="2025" b="0">
                <a:solidFill>
                  <a:srgbClr val="182B33"/>
                </a:solidFill>
                <a:latin typeface="Yu Gothic"/>
                <a:ea typeface="Yu Gothic"/>
                <a:cs typeface="Yu Gothic"/>
              </a:defRPr>
            </a:lvl6pPr>
            <a:lvl7pPr algn="l">
              <a:defRPr sz="2025" b="0">
                <a:solidFill>
                  <a:srgbClr val="182B33"/>
                </a:solidFill>
                <a:latin typeface="Yu Gothic"/>
                <a:ea typeface="Yu Gothic"/>
                <a:cs typeface="Yu Gothic"/>
              </a:defRPr>
            </a:lvl7pPr>
            <a:lvl8pPr algn="l">
              <a:defRPr sz="2025" b="0">
                <a:solidFill>
                  <a:srgbClr val="182B33"/>
                </a:solidFill>
                <a:latin typeface="Yu Gothic"/>
                <a:ea typeface="Yu Gothic"/>
                <a:cs typeface="Yu Gothic"/>
              </a:defRPr>
            </a:lvl8pPr>
            <a:lvl9pPr algn="l">
              <a:defRPr sz="2025" b="0">
                <a:solidFill>
                  <a:srgbClr val="182B33"/>
                </a:solidFill>
                <a:latin typeface="Yu Gothic"/>
                <a:ea typeface="Yu Gothic"/>
                <a:cs typeface="Yu Gothic"/>
              </a:defRPr>
            </a:lvl9pPr>
          </a:lstStyle>
          <a:p xmlns:a="http://schemas.openxmlformats.org/drawingml/2006/main">
            <a:pPr algn="l">
              <a:defRPr sz="2025" b="0">
                <a:solidFill>
                  <a:srgbClr val="182B33"/>
                </a:solidFill>
                <a:latin typeface="Yu Gothic"/>
                <a:ea typeface="Yu Gothic"/>
                <a:cs typeface="Yu Gothic"/>
              </a:defRPr>
            </a:pPr>
            <a:r>
              <a:rPr sz="2025" b="0">
                <a:solidFill>
                  <a:srgbClr val="182B33"/>
                </a:solidFill>
                <a:latin typeface="Yu Gothic"/>
                <a:ea typeface="Yu Gothic"/>
                <a:cs typeface="Yu Gothic"/>
              </a:rPr>
              <a:t>q1＝85°40′37″−12°15′26″</a:t>
            </a:r>
          </a:p>
        </p:txBody>
      </p:sp>
    </p:spTree>
    <p:extLst>
      <p:ext uri="{BB962C8B-B14F-4D97-AF65-F5344CB8AC3E}">
        <p14:creationId xmlns:p14="http://schemas.microsoft.com/office/powerpoint/2010/main" val="1602188410"/>
      </p:ext>
    </p:extLst>
  </p:cSld>
</p:sld>
</file>

<file path=ppt/slides/slide5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EE553ED9-55ED-433C-821D-9CE98DB8896D}"/>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EBA23B72-2538-41C9-B23C-DFF4880A03EA}"/>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復習用解答</a:t>
            </a:r>
          </a:p>
        </p:txBody>
      </p:sp>
      <p:sp>
        <p:nvSpPr>
          <p:cNvPr id="3" name="">
            <a:extLst xmlns:a="http://schemas.openxmlformats.org/drawingml/2006/main">
              <a:ext uri="{FF2B5EF4-FFF2-40B4-BE49-F238E27FC236}">
                <a16:creationId xmlns:a16="http://schemas.microsoft.com/office/drawing/2014/main" id="{84F42881-DFB0-4A6A-8B2A-44FE69A9F031}"/>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演習1解答：C、D、水平角</a:t>
            </a:r>
          </a:p>
        </p:txBody>
      </p:sp>
      <p:sp>
        <p:nvSpPr>
          <p:cNvPr id="4" name="">
            <a:extLst xmlns:a="http://schemas.openxmlformats.org/drawingml/2006/main">
              <a:ext uri="{FF2B5EF4-FFF2-40B4-BE49-F238E27FC236}">
                <a16:creationId xmlns:a16="http://schemas.microsoft.com/office/drawing/2014/main" id="{85930DD1-85F4-46E3-A224-7814DC8D4781}"/>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629F8C00-A45A-4E81-A55F-50BB019C6DEE}"/>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56</a:t>
            </a:r>
          </a:p>
        </p:txBody>
      </p:sp>
      <p:sp>
        <p:nvSpPr>
          <p:cNvPr id="6" name="">
            <a:extLst xmlns:a="http://schemas.openxmlformats.org/drawingml/2006/main">
              <a:ext uri="{FF2B5EF4-FFF2-40B4-BE49-F238E27FC236}">
                <a16:creationId xmlns:a16="http://schemas.microsoft.com/office/drawing/2014/main" id="{57B7959D-5246-4412-B92D-120851D7F6B3}"/>
              </a:ext>
            </a:extLst>
          </p:cNvPr>
          <p:cNvSpPr>
            <a:spLocks xmlns:a="http://schemas.openxmlformats.org/drawingml/2006/main" noGrp="1"/>
          </p:cNvSpPr>
          <p:nvPr/>
        </p:nvSpPr>
        <p:spPr>
          <a:xfrm xmlns:a="http://schemas.openxmlformats.org/drawingml/2006/main">
            <a:off x="723900" y="1571625"/>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1">
                <a:solidFill>
                  <a:srgbClr val="52616A"/>
                </a:solidFill>
                <a:latin typeface="Yu Gothic"/>
                <a:ea typeface="Yu Gothic"/>
                <a:cs typeface="Yu Gothic"/>
              </a:defRPr>
            </a:defPPr>
            <a:lvl1pPr algn="l">
              <a:defRPr sz="2250" b="1">
                <a:solidFill>
                  <a:srgbClr val="52616A"/>
                </a:solidFill>
                <a:latin typeface="Yu Gothic"/>
                <a:ea typeface="Yu Gothic"/>
                <a:cs typeface="Yu Gothic"/>
              </a:defRPr>
            </a:lvl1pPr>
            <a:lvl2pPr algn="l">
              <a:defRPr sz="2250" b="1">
                <a:solidFill>
                  <a:srgbClr val="52616A"/>
                </a:solidFill>
                <a:latin typeface="Yu Gothic"/>
                <a:ea typeface="Yu Gothic"/>
                <a:cs typeface="Yu Gothic"/>
              </a:defRPr>
            </a:lvl2pPr>
            <a:lvl3pPr algn="l">
              <a:defRPr sz="2250" b="1">
                <a:solidFill>
                  <a:srgbClr val="52616A"/>
                </a:solidFill>
                <a:latin typeface="Yu Gothic"/>
                <a:ea typeface="Yu Gothic"/>
                <a:cs typeface="Yu Gothic"/>
              </a:defRPr>
            </a:lvl3pPr>
            <a:lvl4pPr algn="l">
              <a:defRPr sz="2250" b="1">
                <a:solidFill>
                  <a:srgbClr val="52616A"/>
                </a:solidFill>
                <a:latin typeface="Yu Gothic"/>
                <a:ea typeface="Yu Gothic"/>
                <a:cs typeface="Yu Gothic"/>
              </a:defRPr>
            </a:lvl4pPr>
            <a:lvl5pPr algn="l">
              <a:defRPr sz="2250" b="1">
                <a:solidFill>
                  <a:srgbClr val="52616A"/>
                </a:solidFill>
                <a:latin typeface="Yu Gothic"/>
                <a:ea typeface="Yu Gothic"/>
                <a:cs typeface="Yu Gothic"/>
              </a:defRPr>
            </a:lvl5pPr>
            <a:lvl6pPr algn="l">
              <a:defRPr sz="2250" b="1">
                <a:solidFill>
                  <a:srgbClr val="52616A"/>
                </a:solidFill>
                <a:latin typeface="Yu Gothic"/>
                <a:ea typeface="Yu Gothic"/>
                <a:cs typeface="Yu Gothic"/>
              </a:defRPr>
            </a:lvl6pPr>
            <a:lvl7pPr algn="l">
              <a:defRPr sz="2250" b="1">
                <a:solidFill>
                  <a:srgbClr val="52616A"/>
                </a:solidFill>
                <a:latin typeface="Yu Gothic"/>
                <a:ea typeface="Yu Gothic"/>
                <a:cs typeface="Yu Gothic"/>
              </a:defRPr>
            </a:lvl7pPr>
            <a:lvl8pPr algn="l">
              <a:defRPr sz="2250" b="1">
                <a:solidFill>
                  <a:srgbClr val="52616A"/>
                </a:solidFill>
                <a:latin typeface="Yu Gothic"/>
                <a:ea typeface="Yu Gothic"/>
                <a:cs typeface="Yu Gothic"/>
              </a:defRPr>
            </a:lvl8pPr>
            <a:lvl9pPr algn="l">
              <a:defRPr sz="2250" b="1">
                <a:solidFill>
                  <a:srgbClr val="52616A"/>
                </a:solidFill>
                <a:latin typeface="Yu Gothic"/>
                <a:ea typeface="Yu Gothic"/>
                <a:cs typeface="Yu Gothic"/>
              </a:defRPr>
            </a:lvl9pPr>
          </a:lstStyle>
          <a:p xmlns:a="http://schemas.openxmlformats.org/drawingml/2006/main">
            <a:pPr algn="l">
              <a:defRPr sz="2250" b="1">
                <a:solidFill>
                  <a:srgbClr val="52616A"/>
                </a:solidFill>
                <a:latin typeface="Yu Gothic"/>
                <a:ea typeface="Yu Gothic"/>
                <a:cs typeface="Yu Gothic"/>
              </a:defRPr>
            </a:pPr>
            <a:r>
              <a:rPr sz="2250" b="1">
                <a:solidFill>
                  <a:srgbClr val="52616A"/>
                </a:solidFill>
                <a:latin typeface="Yu Gothic"/>
                <a:ea typeface="Yu Gothic"/>
                <a:cs typeface="Yu Gothic"/>
              </a:rPr>
              <a:t>同じ対回のpとqから三つの量を作る</a:t>
            </a:r>
          </a:p>
        </p:txBody>
      </p:sp>
      <p:graphicFrame>
        <p:nvGraphicFramePr>
          <p:cNvPr id="7" name="">
            <a:extLst xmlns:a="http://schemas.openxmlformats.org/drawingml/2006/main">
              <a:ext uri="{FF2B5EF4-FFF2-40B4-BE49-F238E27FC236}">
                <a16:creationId xmlns:a16="http://schemas.microsoft.com/office/drawing/2014/main" id="{67A0A381-D701-41A9-A44D-0FCB2863FBB9}"/>
              </a:ext>
            </a:extLst>
          </p:cNvPr>
          <p:cNvGraphicFramePr/>
          <p:nvPr/>
        </p:nvGraphicFramePr>
        <p:xfrm>
          <a:off xmlns:a="http://schemas.openxmlformats.org/drawingml/2006/main" x="723900" y="2381250"/>
          <a:ext xmlns:a="http://schemas.openxmlformats.org/drawingml/2006/main" cx="10744200" cy="2762250"/>
        </p:xfrm>
        <a:graphic xmlns:a="http://schemas.openxmlformats.org/drawingml/2006/main">
          <a:graphicData uri="http://schemas.openxmlformats.org/drawingml/2006/table">
            <a:tbl>
              <a:tblPr/>
              <a:tblGrid>
                <a:gridCol w="1289304"/>
                <a:gridCol w="1933956"/>
                <a:gridCol w="3760470"/>
                <a:gridCol w="3760470"/>
              </a:tblGrid>
              <a:tr h="920750">
                <a:tc>
                  <a:txBody>
                    <a:bodyPr wrap="square" lIns="57150" tIns="57150" rIns="57150" bIns="57150">
                      <a:noAutofit/>
                    </a:bodyPr>
                    <a:lstStyle/>
                    <a:p>
                      <a:pPr algn="ctr"/>
                      <a:r>
                        <a:rPr sz="1950" b="1">
                          <a:solidFill>
                            <a:srgbClr val="FFFFFF"/>
                          </a:solidFill>
                          <a:latin typeface="Yu Gothic"/>
                          <a:ea typeface="Yu Gothic"/>
                          <a:cs typeface="Yu Gothic"/>
                        </a:rPr>
                        <a:t>対回</a:t>
                      </a:r>
                    </a:p>
                  </a:txBody>
                  <a:tcPr marL="91440" marR="91440" marT="45720" marB="45720" anchor="ctr">
                    <a:solidFill>
                      <a:srgbClr val="166B68"/>
                    </a:solidFill>
                  </a:tcPr>
                </a:tc>
                <a:tc>
                  <a:txBody>
                    <a:bodyPr wrap="square" lIns="57150" tIns="57150" rIns="57150" bIns="57150">
                      <a:noAutofit/>
                    </a:bodyPr>
                    <a:lstStyle/>
                    <a:p>
                      <a:pPr algn="ctr"/>
                      <a:r>
                        <a:rPr sz="1950" b="1">
                          <a:solidFill>
                            <a:srgbClr val="FFFFFF"/>
                          </a:solidFill>
                          <a:latin typeface="Yu Gothic"/>
                          <a:ea typeface="Yu Gothic"/>
                          <a:cs typeface="Yu Gothic"/>
                        </a:rPr>
                        <a:t>C=p−q</a:t>
                      </a:r>
                    </a:p>
                  </a:txBody>
                  <a:tcPr marL="91440" marR="91440" marT="45720" marB="45720" anchor="ctr">
                    <a:solidFill>
                      <a:srgbClr val="166B68"/>
                    </a:solidFill>
                  </a:tcPr>
                </a:tc>
                <a:tc>
                  <a:txBody>
                    <a:bodyPr wrap="square" lIns="57150" tIns="57150" rIns="57150" bIns="57150">
                      <a:noAutofit/>
                    </a:bodyPr>
                    <a:lstStyle/>
                    <a:p>
                      <a:pPr algn="ctr"/>
                      <a:r>
                        <a:rPr sz="1950" b="1">
                          <a:solidFill>
                            <a:srgbClr val="FFFFFF"/>
                          </a:solidFill>
                          <a:latin typeface="Yu Gothic"/>
                          <a:ea typeface="Yu Gothic"/>
                          <a:cs typeface="Yu Gothic"/>
                        </a:rPr>
                        <a:t>D=p＋q</a:t>
                      </a:r>
                    </a:p>
                  </a:txBody>
                  <a:tcPr marL="91440" marR="91440" marT="45720" marB="45720" anchor="ctr">
                    <a:solidFill>
                      <a:srgbClr val="166B68"/>
                    </a:solidFill>
                  </a:tcPr>
                </a:tc>
                <a:tc>
                  <a:txBody>
                    <a:bodyPr wrap="square" lIns="57150" tIns="57150" rIns="57150" bIns="57150">
                      <a:noAutofit/>
                    </a:bodyPr>
                    <a:lstStyle/>
                    <a:p>
                      <a:pPr algn="ctr"/>
                      <a:r>
                        <a:rPr sz="1950" b="1">
                          <a:solidFill>
                            <a:srgbClr val="FFFFFF"/>
                          </a:solidFill>
                          <a:latin typeface="Yu Gothic"/>
                          <a:ea typeface="Yu Gothic"/>
                          <a:cs typeface="Yu Gothic"/>
                        </a:rPr>
                        <a:t>θ=(p＋q)/2</a:t>
                      </a:r>
                    </a:p>
                  </a:txBody>
                  <a:tcPr marL="91440" marR="91440" marT="45720" marB="45720" anchor="ctr">
                    <a:solidFill>
                      <a:srgbClr val="166B68"/>
                    </a:solidFill>
                  </a:tcPr>
                </a:tc>
              </a:tr>
              <a:tr h="920750">
                <a:tc>
                  <a:txBody>
                    <a:bodyPr wrap="square" lIns="57150" tIns="57150" rIns="57150" bIns="57150">
                      <a:noAutofit/>
                    </a:bodyPr>
                    <a:lstStyle/>
                    <a:p>
                      <a:pPr algn="ctr"/>
                      <a:r>
                        <a:rPr sz="1950" b="0">
                          <a:solidFill>
                            <a:srgbClr val="182B33"/>
                          </a:solidFill>
                          <a:latin typeface="Yu Gothic"/>
                          <a:ea typeface="Yu Gothic"/>
                          <a:cs typeface="Yu Gothic"/>
                        </a:rPr>
                        <a:t>1</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+4″</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146°50′26″</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73°25′13″</a:t>
                      </a:r>
                    </a:p>
                  </a:txBody>
                  <a:tcPr marL="91440" marR="91440" marT="45720" marB="45720" anchor="ctr"/>
                </a:tc>
              </a:tr>
              <a:tr h="920750">
                <a:tc>
                  <a:txBody>
                    <a:bodyPr wrap="square" lIns="57150" tIns="57150" rIns="57150" bIns="57150">
                      <a:noAutofit/>
                    </a:bodyPr>
                    <a:lstStyle/>
                    <a:p>
                      <a:pPr algn="ctr"/>
                      <a:r>
                        <a:rPr sz="1950" b="0">
                          <a:solidFill>
                            <a:srgbClr val="182B33"/>
                          </a:solidFill>
                          <a:latin typeface="Yu Gothic"/>
                          <a:ea typeface="Yu Gothic"/>
                          <a:cs typeface="Yu Gothic"/>
                        </a:rPr>
                        <a:t>2</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−2″</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146°50′20″</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73°25′10″</a:t>
                      </a:r>
                    </a:p>
                  </a:txBody>
                  <a:tcPr marL="91440" marR="91440" marT="45720" marB="45720" anchor="ctr"/>
                </a:tc>
              </a:tr>
            </a:tbl>
          </a:graphicData>
        </a:graphic>
      </p:graphicFrame>
      <p:sp>
        <p:nvSpPr>
          <p:cNvPr id="8" name="">
            <a:extLst xmlns:a="http://schemas.openxmlformats.org/drawingml/2006/main">
              <a:ext uri="{FF2B5EF4-FFF2-40B4-BE49-F238E27FC236}">
                <a16:creationId xmlns:a16="http://schemas.microsoft.com/office/drawing/2014/main" id="{8FC998DD-4030-4773-8F3F-DC5BC852458B}"/>
              </a:ext>
            </a:extLst>
          </p:cNvPr>
          <p:cNvSpPr>
            <a:spLocks xmlns:a="http://schemas.openxmlformats.org/drawingml/2006/main" noGrp="1"/>
          </p:cNvSpPr>
          <p:nvPr/>
        </p:nvSpPr>
        <p:spPr>
          <a:xfrm xmlns:a="http://schemas.openxmlformats.org/drawingml/2006/main">
            <a:off x="762000" y="5619750"/>
            <a:ext cx="228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200" b="1">
                <a:solidFill>
                  <a:srgbClr val="166B68"/>
                </a:solidFill>
                <a:latin typeface="Yu Gothic"/>
                <a:ea typeface="Yu Gothic"/>
                <a:cs typeface="Yu Gothic"/>
              </a:defRPr>
            </a:defPPr>
            <a:lvl1pPr algn="ctr">
              <a:defRPr sz="1200" b="1">
                <a:solidFill>
                  <a:srgbClr val="166B68"/>
                </a:solidFill>
                <a:latin typeface="Yu Gothic"/>
                <a:ea typeface="Yu Gothic"/>
                <a:cs typeface="Yu Gothic"/>
              </a:defRPr>
            </a:lvl1pPr>
            <a:lvl2pPr algn="ctr">
              <a:defRPr sz="1200" b="1">
                <a:solidFill>
                  <a:srgbClr val="166B68"/>
                </a:solidFill>
                <a:latin typeface="Yu Gothic"/>
                <a:ea typeface="Yu Gothic"/>
                <a:cs typeface="Yu Gothic"/>
              </a:defRPr>
            </a:lvl2pPr>
            <a:lvl3pPr algn="ctr">
              <a:defRPr sz="1200" b="1">
                <a:solidFill>
                  <a:srgbClr val="166B68"/>
                </a:solidFill>
                <a:latin typeface="Yu Gothic"/>
                <a:ea typeface="Yu Gothic"/>
                <a:cs typeface="Yu Gothic"/>
              </a:defRPr>
            </a:lvl3pPr>
            <a:lvl4pPr algn="ctr">
              <a:defRPr sz="1200" b="1">
                <a:solidFill>
                  <a:srgbClr val="166B68"/>
                </a:solidFill>
                <a:latin typeface="Yu Gothic"/>
                <a:ea typeface="Yu Gothic"/>
                <a:cs typeface="Yu Gothic"/>
              </a:defRPr>
            </a:lvl4pPr>
            <a:lvl5pPr algn="ctr">
              <a:defRPr sz="1200" b="1">
                <a:solidFill>
                  <a:srgbClr val="166B68"/>
                </a:solidFill>
                <a:latin typeface="Yu Gothic"/>
                <a:ea typeface="Yu Gothic"/>
                <a:cs typeface="Yu Gothic"/>
              </a:defRPr>
            </a:lvl5pPr>
            <a:lvl6pPr algn="ctr">
              <a:defRPr sz="1200" b="1">
                <a:solidFill>
                  <a:srgbClr val="166B68"/>
                </a:solidFill>
                <a:latin typeface="Yu Gothic"/>
                <a:ea typeface="Yu Gothic"/>
                <a:cs typeface="Yu Gothic"/>
              </a:defRPr>
            </a:lvl6pPr>
            <a:lvl7pPr algn="ctr">
              <a:defRPr sz="1200" b="1">
                <a:solidFill>
                  <a:srgbClr val="166B68"/>
                </a:solidFill>
                <a:latin typeface="Yu Gothic"/>
                <a:ea typeface="Yu Gothic"/>
                <a:cs typeface="Yu Gothic"/>
              </a:defRPr>
            </a:lvl7pPr>
            <a:lvl8pPr algn="ctr">
              <a:defRPr sz="1200" b="1">
                <a:solidFill>
                  <a:srgbClr val="166B68"/>
                </a:solidFill>
                <a:latin typeface="Yu Gothic"/>
                <a:ea typeface="Yu Gothic"/>
                <a:cs typeface="Yu Gothic"/>
              </a:defRPr>
            </a:lvl8pPr>
            <a:lvl9pPr algn="ctr">
              <a:defRPr sz="1200" b="1">
                <a:solidFill>
                  <a:srgbClr val="166B68"/>
                </a:solidFill>
                <a:latin typeface="Yu Gothic"/>
                <a:ea typeface="Yu Gothic"/>
                <a:cs typeface="Yu Gothic"/>
              </a:defRPr>
            </a:lvl9pPr>
          </a:lstStyle>
          <a:p xmlns:a="http://schemas.openxmlformats.org/drawingml/2006/main">
            <a:pPr algn="ctr">
              <a:defRPr sz="1200" b="1">
                <a:solidFill>
                  <a:srgbClr val="166B68"/>
                </a:solidFill>
                <a:latin typeface="Yu Gothic"/>
                <a:ea typeface="Yu Gothic"/>
                <a:cs typeface="Yu Gothic"/>
              </a:defRPr>
            </a:pPr>
            <a:r>
              <a:rPr sz="1200" b="1">
                <a:solidFill>
                  <a:srgbClr val="166B68"/>
                </a:solidFill>
                <a:latin typeface="Yu Gothic"/>
                <a:ea typeface="Yu Gothic"/>
                <a:cs typeface="Yu Gothic"/>
              </a:rPr>
              <a:t>●</a:t>
            </a:r>
          </a:p>
        </p:txBody>
      </p:sp>
      <p:sp>
        <p:nvSpPr>
          <p:cNvPr id="9" name="">
            <a:extLst xmlns:a="http://schemas.openxmlformats.org/drawingml/2006/main">
              <a:ext uri="{FF2B5EF4-FFF2-40B4-BE49-F238E27FC236}">
                <a16:creationId xmlns:a16="http://schemas.microsoft.com/office/drawing/2014/main" id="{EDA54387-3390-4BB0-A44C-DF14DD38F370}"/>
              </a:ext>
            </a:extLst>
          </p:cNvPr>
          <p:cNvSpPr>
            <a:spLocks xmlns:a="http://schemas.openxmlformats.org/drawingml/2006/main" noGrp="1"/>
          </p:cNvSpPr>
          <p:nvPr/>
        </p:nvSpPr>
        <p:spPr>
          <a:xfrm xmlns:a="http://schemas.openxmlformats.org/drawingml/2006/main">
            <a:off x="1085850" y="5619750"/>
            <a:ext cx="10058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025" b="0">
                <a:solidFill>
                  <a:srgbClr val="182B33"/>
                </a:solidFill>
                <a:latin typeface="Yu Gothic"/>
                <a:ea typeface="Yu Gothic"/>
                <a:cs typeface="Yu Gothic"/>
              </a:defRPr>
            </a:defPPr>
            <a:lvl1pPr algn="l">
              <a:defRPr sz="2025" b="0">
                <a:solidFill>
                  <a:srgbClr val="182B33"/>
                </a:solidFill>
                <a:latin typeface="Yu Gothic"/>
                <a:ea typeface="Yu Gothic"/>
                <a:cs typeface="Yu Gothic"/>
              </a:defRPr>
            </a:lvl1pPr>
            <a:lvl2pPr algn="l">
              <a:defRPr sz="2025" b="0">
                <a:solidFill>
                  <a:srgbClr val="182B33"/>
                </a:solidFill>
                <a:latin typeface="Yu Gothic"/>
                <a:ea typeface="Yu Gothic"/>
                <a:cs typeface="Yu Gothic"/>
              </a:defRPr>
            </a:lvl2pPr>
            <a:lvl3pPr algn="l">
              <a:defRPr sz="2025" b="0">
                <a:solidFill>
                  <a:srgbClr val="182B33"/>
                </a:solidFill>
                <a:latin typeface="Yu Gothic"/>
                <a:ea typeface="Yu Gothic"/>
                <a:cs typeface="Yu Gothic"/>
              </a:defRPr>
            </a:lvl3pPr>
            <a:lvl4pPr algn="l">
              <a:defRPr sz="2025" b="0">
                <a:solidFill>
                  <a:srgbClr val="182B33"/>
                </a:solidFill>
                <a:latin typeface="Yu Gothic"/>
                <a:ea typeface="Yu Gothic"/>
                <a:cs typeface="Yu Gothic"/>
              </a:defRPr>
            </a:lvl4pPr>
            <a:lvl5pPr algn="l">
              <a:defRPr sz="2025" b="0">
                <a:solidFill>
                  <a:srgbClr val="182B33"/>
                </a:solidFill>
                <a:latin typeface="Yu Gothic"/>
                <a:ea typeface="Yu Gothic"/>
                <a:cs typeface="Yu Gothic"/>
              </a:defRPr>
            </a:lvl5pPr>
            <a:lvl6pPr algn="l">
              <a:defRPr sz="2025" b="0">
                <a:solidFill>
                  <a:srgbClr val="182B33"/>
                </a:solidFill>
                <a:latin typeface="Yu Gothic"/>
                <a:ea typeface="Yu Gothic"/>
                <a:cs typeface="Yu Gothic"/>
              </a:defRPr>
            </a:lvl6pPr>
            <a:lvl7pPr algn="l">
              <a:defRPr sz="2025" b="0">
                <a:solidFill>
                  <a:srgbClr val="182B33"/>
                </a:solidFill>
                <a:latin typeface="Yu Gothic"/>
                <a:ea typeface="Yu Gothic"/>
                <a:cs typeface="Yu Gothic"/>
              </a:defRPr>
            </a:lvl7pPr>
            <a:lvl8pPr algn="l">
              <a:defRPr sz="2025" b="0">
                <a:solidFill>
                  <a:srgbClr val="182B33"/>
                </a:solidFill>
                <a:latin typeface="Yu Gothic"/>
                <a:ea typeface="Yu Gothic"/>
                <a:cs typeface="Yu Gothic"/>
              </a:defRPr>
            </a:lvl8pPr>
            <a:lvl9pPr algn="l">
              <a:defRPr sz="2025" b="0">
                <a:solidFill>
                  <a:srgbClr val="182B33"/>
                </a:solidFill>
                <a:latin typeface="Yu Gothic"/>
                <a:ea typeface="Yu Gothic"/>
                <a:cs typeface="Yu Gothic"/>
              </a:defRPr>
            </a:lvl9pPr>
          </a:lstStyle>
          <a:p xmlns:a="http://schemas.openxmlformats.org/drawingml/2006/main">
            <a:pPr algn="l">
              <a:defRPr sz="2025" b="0">
                <a:solidFill>
                  <a:srgbClr val="182B33"/>
                </a:solidFill>
                <a:latin typeface="Yu Gothic"/>
                <a:ea typeface="Yu Gothic"/>
                <a:cs typeface="Yu Gothic"/>
              </a:defRPr>
            </a:pPr>
            <a:r>
              <a:rPr sz="2025" b="0">
                <a:solidFill>
                  <a:srgbClr val="182B33"/>
                </a:solidFill>
                <a:latin typeface="Yu Gothic"/>
                <a:ea typeface="Yu Gothic"/>
                <a:cs typeface="Yu Gothic"/>
              </a:rPr>
              <a:t>平均角＝73°25′11.5″</a:t>
            </a:r>
          </a:p>
        </p:txBody>
      </p:sp>
      <p:sp>
        <p:nvSpPr>
          <p:cNvPr id="10" name="">
            <a:extLst xmlns:a="http://schemas.openxmlformats.org/drawingml/2006/main">
              <a:ext uri="{FF2B5EF4-FFF2-40B4-BE49-F238E27FC236}">
                <a16:creationId xmlns:a16="http://schemas.microsoft.com/office/drawing/2014/main" id="{80020C8D-D108-4B1E-AD57-40B8612F02CA}"/>
              </a:ext>
            </a:extLst>
          </p:cNvPr>
          <p:cNvSpPr>
            <a:spLocks xmlns:a="http://schemas.openxmlformats.org/drawingml/2006/main" noGrp="1"/>
          </p:cNvSpPr>
          <p:nvPr/>
        </p:nvSpPr>
        <p:spPr>
          <a:xfrm xmlns:a="http://schemas.openxmlformats.org/drawingml/2006/main">
            <a:off x="762000" y="6038850"/>
            <a:ext cx="228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200" b="1">
                <a:solidFill>
                  <a:srgbClr val="166B68"/>
                </a:solidFill>
                <a:latin typeface="Yu Gothic"/>
                <a:ea typeface="Yu Gothic"/>
                <a:cs typeface="Yu Gothic"/>
              </a:defRPr>
            </a:defPPr>
            <a:lvl1pPr algn="ctr">
              <a:defRPr sz="1200" b="1">
                <a:solidFill>
                  <a:srgbClr val="166B68"/>
                </a:solidFill>
                <a:latin typeface="Yu Gothic"/>
                <a:ea typeface="Yu Gothic"/>
                <a:cs typeface="Yu Gothic"/>
              </a:defRPr>
            </a:lvl1pPr>
            <a:lvl2pPr algn="ctr">
              <a:defRPr sz="1200" b="1">
                <a:solidFill>
                  <a:srgbClr val="166B68"/>
                </a:solidFill>
                <a:latin typeface="Yu Gothic"/>
                <a:ea typeface="Yu Gothic"/>
                <a:cs typeface="Yu Gothic"/>
              </a:defRPr>
            </a:lvl2pPr>
            <a:lvl3pPr algn="ctr">
              <a:defRPr sz="1200" b="1">
                <a:solidFill>
                  <a:srgbClr val="166B68"/>
                </a:solidFill>
                <a:latin typeface="Yu Gothic"/>
                <a:ea typeface="Yu Gothic"/>
                <a:cs typeface="Yu Gothic"/>
              </a:defRPr>
            </a:lvl3pPr>
            <a:lvl4pPr algn="ctr">
              <a:defRPr sz="1200" b="1">
                <a:solidFill>
                  <a:srgbClr val="166B68"/>
                </a:solidFill>
                <a:latin typeface="Yu Gothic"/>
                <a:ea typeface="Yu Gothic"/>
                <a:cs typeface="Yu Gothic"/>
              </a:defRPr>
            </a:lvl4pPr>
            <a:lvl5pPr algn="ctr">
              <a:defRPr sz="1200" b="1">
                <a:solidFill>
                  <a:srgbClr val="166B68"/>
                </a:solidFill>
                <a:latin typeface="Yu Gothic"/>
                <a:ea typeface="Yu Gothic"/>
                <a:cs typeface="Yu Gothic"/>
              </a:defRPr>
            </a:lvl5pPr>
            <a:lvl6pPr algn="ctr">
              <a:defRPr sz="1200" b="1">
                <a:solidFill>
                  <a:srgbClr val="166B68"/>
                </a:solidFill>
                <a:latin typeface="Yu Gothic"/>
                <a:ea typeface="Yu Gothic"/>
                <a:cs typeface="Yu Gothic"/>
              </a:defRPr>
            </a:lvl6pPr>
            <a:lvl7pPr algn="ctr">
              <a:defRPr sz="1200" b="1">
                <a:solidFill>
                  <a:srgbClr val="166B68"/>
                </a:solidFill>
                <a:latin typeface="Yu Gothic"/>
                <a:ea typeface="Yu Gothic"/>
                <a:cs typeface="Yu Gothic"/>
              </a:defRPr>
            </a:lvl7pPr>
            <a:lvl8pPr algn="ctr">
              <a:defRPr sz="1200" b="1">
                <a:solidFill>
                  <a:srgbClr val="166B68"/>
                </a:solidFill>
                <a:latin typeface="Yu Gothic"/>
                <a:ea typeface="Yu Gothic"/>
                <a:cs typeface="Yu Gothic"/>
              </a:defRPr>
            </a:lvl8pPr>
            <a:lvl9pPr algn="ctr">
              <a:defRPr sz="1200" b="1">
                <a:solidFill>
                  <a:srgbClr val="166B68"/>
                </a:solidFill>
                <a:latin typeface="Yu Gothic"/>
                <a:ea typeface="Yu Gothic"/>
                <a:cs typeface="Yu Gothic"/>
              </a:defRPr>
            </a:lvl9pPr>
          </a:lstStyle>
          <a:p xmlns:a="http://schemas.openxmlformats.org/drawingml/2006/main">
            <a:pPr algn="ctr">
              <a:defRPr sz="1200" b="1">
                <a:solidFill>
                  <a:srgbClr val="166B68"/>
                </a:solidFill>
                <a:latin typeface="Yu Gothic"/>
                <a:ea typeface="Yu Gothic"/>
                <a:cs typeface="Yu Gothic"/>
              </a:defRPr>
            </a:pPr>
            <a:r>
              <a:rPr sz="1200" b="1">
                <a:solidFill>
                  <a:srgbClr val="166B68"/>
                </a:solidFill>
                <a:latin typeface="Yu Gothic"/>
                <a:ea typeface="Yu Gothic"/>
                <a:cs typeface="Yu Gothic"/>
              </a:rPr>
              <a:t>●</a:t>
            </a:r>
          </a:p>
        </p:txBody>
      </p:sp>
      <p:sp>
        <p:nvSpPr>
          <p:cNvPr id="11" name="">
            <a:extLst xmlns:a="http://schemas.openxmlformats.org/drawingml/2006/main">
              <a:ext uri="{FF2B5EF4-FFF2-40B4-BE49-F238E27FC236}">
                <a16:creationId xmlns:a16="http://schemas.microsoft.com/office/drawing/2014/main" id="{611D0CCD-51A8-4DE0-B213-352E652D62D1}"/>
              </a:ext>
            </a:extLst>
          </p:cNvPr>
          <p:cNvSpPr>
            <a:spLocks xmlns:a="http://schemas.openxmlformats.org/drawingml/2006/main" noGrp="1"/>
          </p:cNvSpPr>
          <p:nvPr/>
        </p:nvSpPr>
        <p:spPr>
          <a:xfrm xmlns:a="http://schemas.openxmlformats.org/drawingml/2006/main">
            <a:off x="1085850" y="6038850"/>
            <a:ext cx="10058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025" b="0">
                <a:solidFill>
                  <a:srgbClr val="182B33"/>
                </a:solidFill>
                <a:latin typeface="Yu Gothic"/>
                <a:ea typeface="Yu Gothic"/>
                <a:cs typeface="Yu Gothic"/>
              </a:defRPr>
            </a:defPPr>
            <a:lvl1pPr algn="l">
              <a:defRPr sz="2025" b="0">
                <a:solidFill>
                  <a:srgbClr val="182B33"/>
                </a:solidFill>
                <a:latin typeface="Yu Gothic"/>
                <a:ea typeface="Yu Gothic"/>
                <a:cs typeface="Yu Gothic"/>
              </a:defRPr>
            </a:lvl1pPr>
            <a:lvl2pPr algn="l">
              <a:defRPr sz="2025" b="0">
                <a:solidFill>
                  <a:srgbClr val="182B33"/>
                </a:solidFill>
                <a:latin typeface="Yu Gothic"/>
                <a:ea typeface="Yu Gothic"/>
                <a:cs typeface="Yu Gothic"/>
              </a:defRPr>
            </a:lvl2pPr>
            <a:lvl3pPr algn="l">
              <a:defRPr sz="2025" b="0">
                <a:solidFill>
                  <a:srgbClr val="182B33"/>
                </a:solidFill>
                <a:latin typeface="Yu Gothic"/>
                <a:ea typeface="Yu Gothic"/>
                <a:cs typeface="Yu Gothic"/>
              </a:defRPr>
            </a:lvl3pPr>
            <a:lvl4pPr algn="l">
              <a:defRPr sz="2025" b="0">
                <a:solidFill>
                  <a:srgbClr val="182B33"/>
                </a:solidFill>
                <a:latin typeface="Yu Gothic"/>
                <a:ea typeface="Yu Gothic"/>
                <a:cs typeface="Yu Gothic"/>
              </a:defRPr>
            </a:lvl4pPr>
            <a:lvl5pPr algn="l">
              <a:defRPr sz="2025" b="0">
                <a:solidFill>
                  <a:srgbClr val="182B33"/>
                </a:solidFill>
                <a:latin typeface="Yu Gothic"/>
                <a:ea typeface="Yu Gothic"/>
                <a:cs typeface="Yu Gothic"/>
              </a:defRPr>
            </a:lvl5pPr>
            <a:lvl6pPr algn="l">
              <a:defRPr sz="2025" b="0">
                <a:solidFill>
                  <a:srgbClr val="182B33"/>
                </a:solidFill>
                <a:latin typeface="Yu Gothic"/>
                <a:ea typeface="Yu Gothic"/>
                <a:cs typeface="Yu Gothic"/>
              </a:defRPr>
            </a:lvl6pPr>
            <a:lvl7pPr algn="l">
              <a:defRPr sz="2025" b="0">
                <a:solidFill>
                  <a:srgbClr val="182B33"/>
                </a:solidFill>
                <a:latin typeface="Yu Gothic"/>
                <a:ea typeface="Yu Gothic"/>
                <a:cs typeface="Yu Gothic"/>
              </a:defRPr>
            </a:lvl7pPr>
            <a:lvl8pPr algn="l">
              <a:defRPr sz="2025" b="0">
                <a:solidFill>
                  <a:srgbClr val="182B33"/>
                </a:solidFill>
                <a:latin typeface="Yu Gothic"/>
                <a:ea typeface="Yu Gothic"/>
                <a:cs typeface="Yu Gothic"/>
              </a:defRPr>
            </a:lvl8pPr>
            <a:lvl9pPr algn="l">
              <a:defRPr sz="2025" b="0">
                <a:solidFill>
                  <a:srgbClr val="182B33"/>
                </a:solidFill>
                <a:latin typeface="Yu Gothic"/>
                <a:ea typeface="Yu Gothic"/>
                <a:cs typeface="Yu Gothic"/>
              </a:defRPr>
            </a:lvl9pPr>
          </a:lstStyle>
          <a:p xmlns:a="http://schemas.openxmlformats.org/drawingml/2006/main">
            <a:pPr algn="l">
              <a:defRPr sz="2025" b="0">
                <a:solidFill>
                  <a:srgbClr val="182B33"/>
                </a:solidFill>
                <a:latin typeface="Yu Gothic"/>
                <a:ea typeface="Yu Gothic"/>
                <a:cs typeface="Yu Gothic"/>
              </a:defRPr>
            </a:pPr>
            <a:r>
              <a:rPr sz="2025" b="0">
                <a:solidFill>
                  <a:srgbClr val="182B33"/>
                </a:solidFill>
                <a:latin typeface="Yu Gothic"/>
                <a:ea typeface="Yu Gothic"/>
                <a:cs typeface="Yu Gothic"/>
              </a:rPr>
              <a:t>点検前の仮計算値</a:t>
            </a:r>
          </a:p>
        </p:txBody>
      </p:sp>
    </p:spTree>
    <p:extLst>
      <p:ext uri="{BB962C8B-B14F-4D97-AF65-F5344CB8AC3E}">
        <p14:creationId xmlns:p14="http://schemas.microsoft.com/office/powerpoint/2010/main" val="41972711"/>
      </p:ext>
    </p:extLst>
  </p:cSld>
</p:sld>
</file>

<file path=ppt/slides/slide5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69A5776C-F34C-4C07-BF13-5E23522D4D15}"/>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6459DF7F-5137-4B38-8A20-8705C1CA8F9F}"/>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復習用解答</a:t>
            </a:r>
          </a:p>
        </p:txBody>
      </p:sp>
      <p:sp>
        <p:nvSpPr>
          <p:cNvPr id="3" name="">
            <a:extLst xmlns:a="http://schemas.openxmlformats.org/drawingml/2006/main">
              <a:ext uri="{FF2B5EF4-FFF2-40B4-BE49-F238E27FC236}">
                <a16:creationId xmlns:a16="http://schemas.microsoft.com/office/drawing/2014/main" id="{2C390AA8-0212-4138-9B10-0A96F6557E47}"/>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演習1解答：観測差6″で再測</a:t>
            </a:r>
          </a:p>
        </p:txBody>
      </p:sp>
      <p:sp>
        <p:nvSpPr>
          <p:cNvPr id="4" name="">
            <a:extLst xmlns:a="http://schemas.openxmlformats.org/drawingml/2006/main">
              <a:ext uri="{FF2B5EF4-FFF2-40B4-BE49-F238E27FC236}">
                <a16:creationId xmlns:a16="http://schemas.microsoft.com/office/drawing/2014/main" id="{545F370E-DC1A-45DD-9D12-E8DE3B1D95FF}"/>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40A71C2A-E0CB-4353-AC63-8698BCEF76C0}"/>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57</a:t>
            </a:r>
          </a:p>
        </p:txBody>
      </p:sp>
      <p:sp>
        <p:nvSpPr>
          <p:cNvPr id="6" name="">
            <a:extLst xmlns:a="http://schemas.openxmlformats.org/drawingml/2006/main">
              <a:ext uri="{FF2B5EF4-FFF2-40B4-BE49-F238E27FC236}">
                <a16:creationId xmlns:a16="http://schemas.microsoft.com/office/drawing/2014/main" id="{D85A6D97-53DD-4F8B-8EA3-44DCF2546747}"/>
              </a:ext>
            </a:extLst>
          </p:cNvPr>
          <p:cNvSpPr>
            <a:spLocks xmlns:a="http://schemas.openxmlformats.org/drawingml/2006/main" noGrp="1"/>
          </p:cNvSpPr>
          <p:nvPr/>
        </p:nvSpPr>
        <p:spPr>
          <a:xfrm xmlns:a="http://schemas.openxmlformats.org/drawingml/2006/main">
            <a:off x="723900" y="1571625"/>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1">
                <a:solidFill>
                  <a:srgbClr val="52616A"/>
                </a:solidFill>
                <a:latin typeface="Yu Gothic"/>
                <a:ea typeface="Yu Gothic"/>
                <a:cs typeface="Yu Gothic"/>
              </a:defRPr>
            </a:defPPr>
            <a:lvl1pPr algn="l">
              <a:defRPr sz="2250" b="1">
                <a:solidFill>
                  <a:srgbClr val="52616A"/>
                </a:solidFill>
                <a:latin typeface="Yu Gothic"/>
                <a:ea typeface="Yu Gothic"/>
                <a:cs typeface="Yu Gothic"/>
              </a:defRPr>
            </a:lvl1pPr>
            <a:lvl2pPr algn="l">
              <a:defRPr sz="2250" b="1">
                <a:solidFill>
                  <a:srgbClr val="52616A"/>
                </a:solidFill>
                <a:latin typeface="Yu Gothic"/>
                <a:ea typeface="Yu Gothic"/>
                <a:cs typeface="Yu Gothic"/>
              </a:defRPr>
            </a:lvl2pPr>
            <a:lvl3pPr algn="l">
              <a:defRPr sz="2250" b="1">
                <a:solidFill>
                  <a:srgbClr val="52616A"/>
                </a:solidFill>
                <a:latin typeface="Yu Gothic"/>
                <a:ea typeface="Yu Gothic"/>
                <a:cs typeface="Yu Gothic"/>
              </a:defRPr>
            </a:lvl3pPr>
            <a:lvl4pPr algn="l">
              <a:defRPr sz="2250" b="1">
                <a:solidFill>
                  <a:srgbClr val="52616A"/>
                </a:solidFill>
                <a:latin typeface="Yu Gothic"/>
                <a:ea typeface="Yu Gothic"/>
                <a:cs typeface="Yu Gothic"/>
              </a:defRPr>
            </a:lvl4pPr>
            <a:lvl5pPr algn="l">
              <a:defRPr sz="2250" b="1">
                <a:solidFill>
                  <a:srgbClr val="52616A"/>
                </a:solidFill>
                <a:latin typeface="Yu Gothic"/>
                <a:ea typeface="Yu Gothic"/>
                <a:cs typeface="Yu Gothic"/>
              </a:defRPr>
            </a:lvl5pPr>
            <a:lvl6pPr algn="l">
              <a:defRPr sz="2250" b="1">
                <a:solidFill>
                  <a:srgbClr val="52616A"/>
                </a:solidFill>
                <a:latin typeface="Yu Gothic"/>
                <a:ea typeface="Yu Gothic"/>
                <a:cs typeface="Yu Gothic"/>
              </a:defRPr>
            </a:lvl6pPr>
            <a:lvl7pPr algn="l">
              <a:defRPr sz="2250" b="1">
                <a:solidFill>
                  <a:srgbClr val="52616A"/>
                </a:solidFill>
                <a:latin typeface="Yu Gothic"/>
                <a:ea typeface="Yu Gothic"/>
                <a:cs typeface="Yu Gothic"/>
              </a:defRPr>
            </a:lvl7pPr>
            <a:lvl8pPr algn="l">
              <a:defRPr sz="2250" b="1">
                <a:solidFill>
                  <a:srgbClr val="52616A"/>
                </a:solidFill>
                <a:latin typeface="Yu Gothic"/>
                <a:ea typeface="Yu Gothic"/>
                <a:cs typeface="Yu Gothic"/>
              </a:defRPr>
            </a:lvl8pPr>
            <a:lvl9pPr algn="l">
              <a:defRPr sz="2250" b="1">
                <a:solidFill>
                  <a:srgbClr val="52616A"/>
                </a:solidFill>
                <a:latin typeface="Yu Gothic"/>
                <a:ea typeface="Yu Gothic"/>
                <a:cs typeface="Yu Gothic"/>
              </a:defRPr>
            </a:lvl9pPr>
          </a:lstStyle>
          <a:p xmlns:a="http://schemas.openxmlformats.org/drawingml/2006/main">
            <a:pPr algn="l">
              <a:defRPr sz="2250" b="1">
                <a:solidFill>
                  <a:srgbClr val="52616A"/>
                </a:solidFill>
                <a:latin typeface="Yu Gothic"/>
                <a:ea typeface="Yu Gothic"/>
                <a:cs typeface="Yu Gothic"/>
              </a:defRPr>
            </a:pPr>
            <a:r>
              <a:rPr sz="2250" b="1">
                <a:solidFill>
                  <a:srgbClr val="52616A"/>
                </a:solidFill>
                <a:latin typeface="Yu Gothic"/>
                <a:ea typeface="Yu Gothic"/>
                <a:cs typeface="Yu Gothic"/>
              </a:rPr>
              <a:t>三つの点検量を仮基準と比較する</a:t>
            </a:r>
          </a:p>
        </p:txBody>
      </p:sp>
      <p:graphicFrame>
        <p:nvGraphicFramePr>
          <p:cNvPr id="7" name="">
            <a:extLst xmlns:a="http://schemas.openxmlformats.org/drawingml/2006/main">
              <a:ext uri="{FF2B5EF4-FFF2-40B4-BE49-F238E27FC236}">
                <a16:creationId xmlns:a16="http://schemas.microsoft.com/office/drawing/2014/main" id="{9BCA145B-2C40-41BA-8D35-22971F502888}"/>
              </a:ext>
            </a:extLst>
          </p:cNvPr>
          <p:cNvGraphicFramePr/>
          <p:nvPr/>
        </p:nvGraphicFramePr>
        <p:xfrm>
          <a:off xmlns:a="http://schemas.openxmlformats.org/drawingml/2006/main" x="723900" y="2381250"/>
          <a:ext xmlns:a="http://schemas.openxmlformats.org/drawingml/2006/main" cx="10744200" cy="2762250"/>
        </p:xfrm>
        <a:graphic xmlns:a="http://schemas.openxmlformats.org/drawingml/2006/main">
          <a:graphicData uri="http://schemas.openxmlformats.org/drawingml/2006/table">
            <a:tbl>
              <a:tblPr/>
              <a:tblGrid>
                <a:gridCol w="3223260"/>
                <a:gridCol w="2148840"/>
                <a:gridCol w="2686050"/>
                <a:gridCol w="2686050"/>
              </a:tblGrid>
              <a:tr h="690563">
                <a:tc>
                  <a:txBody>
                    <a:bodyPr wrap="square" lIns="57150" tIns="57150" rIns="57150" bIns="57150">
                      <a:noAutofit/>
                    </a:bodyPr>
                    <a:lstStyle/>
                    <a:p>
                      <a:pPr algn="ctr"/>
                      <a:r>
                        <a:rPr sz="1950" b="1">
                          <a:solidFill>
                            <a:srgbClr val="FFFFFF"/>
                          </a:solidFill>
                          <a:latin typeface="Yu Gothic"/>
                          <a:ea typeface="Yu Gothic"/>
                          <a:cs typeface="Yu Gothic"/>
                        </a:rPr>
                        <a:t>点検量</a:t>
                      </a:r>
                    </a:p>
                  </a:txBody>
                  <a:tcPr marL="91440" marR="91440" marT="45720" marB="45720" anchor="ctr">
                    <a:solidFill>
                      <a:srgbClr val="166B68"/>
                    </a:solidFill>
                  </a:tcPr>
                </a:tc>
                <a:tc>
                  <a:txBody>
                    <a:bodyPr wrap="square" lIns="57150" tIns="57150" rIns="57150" bIns="57150">
                      <a:noAutofit/>
                    </a:bodyPr>
                    <a:lstStyle/>
                    <a:p>
                      <a:pPr algn="ctr"/>
                      <a:r>
                        <a:rPr sz="1950" b="1">
                          <a:solidFill>
                            <a:srgbClr val="FFFFFF"/>
                          </a:solidFill>
                          <a:latin typeface="Yu Gothic"/>
                          <a:ea typeface="Yu Gothic"/>
                          <a:cs typeface="Yu Gothic"/>
                        </a:rPr>
                        <a:t>計算値</a:t>
                      </a:r>
                    </a:p>
                  </a:txBody>
                  <a:tcPr marL="91440" marR="91440" marT="45720" marB="45720" anchor="ctr">
                    <a:solidFill>
                      <a:srgbClr val="166B68"/>
                    </a:solidFill>
                  </a:tcPr>
                </a:tc>
                <a:tc>
                  <a:txBody>
                    <a:bodyPr wrap="square" lIns="57150" tIns="57150" rIns="57150" bIns="57150">
                      <a:noAutofit/>
                    </a:bodyPr>
                    <a:lstStyle/>
                    <a:p>
                      <a:pPr algn="ctr"/>
                      <a:r>
                        <a:rPr sz="1950" b="1">
                          <a:solidFill>
                            <a:srgbClr val="FFFFFF"/>
                          </a:solidFill>
                          <a:latin typeface="Yu Gothic"/>
                          <a:ea typeface="Yu Gothic"/>
                          <a:cs typeface="Yu Gothic"/>
                        </a:rPr>
                        <a:t>仮基準</a:t>
                      </a:r>
                    </a:p>
                  </a:txBody>
                  <a:tcPr marL="91440" marR="91440" marT="45720" marB="45720" anchor="ctr">
                    <a:solidFill>
                      <a:srgbClr val="166B68"/>
                    </a:solidFill>
                  </a:tcPr>
                </a:tc>
                <a:tc>
                  <a:txBody>
                    <a:bodyPr wrap="square" lIns="57150" tIns="57150" rIns="57150" bIns="57150">
                      <a:noAutofit/>
                    </a:bodyPr>
                    <a:lstStyle/>
                    <a:p>
                      <a:pPr algn="ctr"/>
                      <a:r>
                        <a:rPr sz="1950" b="1">
                          <a:solidFill>
                            <a:srgbClr val="FFFFFF"/>
                          </a:solidFill>
                          <a:latin typeface="Yu Gothic"/>
                          <a:ea typeface="Yu Gothic"/>
                          <a:cs typeface="Yu Gothic"/>
                        </a:rPr>
                        <a:t>判定</a:t>
                      </a:r>
                    </a:p>
                  </a:txBody>
                  <a:tcPr marL="91440" marR="91440" marT="45720" marB="45720" anchor="ctr">
                    <a:solidFill>
                      <a:srgbClr val="166B68"/>
                    </a:solidFill>
                  </a:tcPr>
                </a:tc>
              </a:tr>
              <a:tr h="690563">
                <a:tc>
                  <a:txBody>
                    <a:bodyPr wrap="square" lIns="57150" tIns="57150" rIns="57150" bIns="57150">
                      <a:noAutofit/>
                    </a:bodyPr>
                    <a:lstStyle/>
                    <a:p>
                      <a:pPr algn="ctr"/>
                      <a:r>
                        <a:rPr sz="1950" b="0">
                          <a:solidFill>
                            <a:srgbClr val="182B33"/>
                          </a:solidFill>
                          <a:latin typeface="Yu Gothic"/>
                          <a:ea typeface="Yu Gothic"/>
                          <a:cs typeface="Yu Gothic"/>
                        </a:rPr>
                        <a:t>倍角差ΔD</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6″</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8″以下</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可</a:t>
                      </a:r>
                    </a:p>
                  </a:txBody>
                  <a:tcPr marL="91440" marR="91440" marT="45720" marB="45720" anchor="ctr"/>
                </a:tc>
              </a:tr>
              <a:tr h="690563">
                <a:tc>
                  <a:txBody>
                    <a:bodyPr wrap="square" lIns="57150" tIns="57150" rIns="57150" bIns="57150">
                      <a:noAutofit/>
                    </a:bodyPr>
                    <a:lstStyle/>
                    <a:p>
                      <a:pPr algn="ctr"/>
                      <a:r>
                        <a:rPr sz="1950" b="0">
                          <a:solidFill>
                            <a:srgbClr val="182B33"/>
                          </a:solidFill>
                          <a:latin typeface="Yu Gothic"/>
                          <a:ea typeface="Yu Gothic"/>
                          <a:cs typeface="Yu Gothic"/>
                        </a:rPr>
                        <a:t>観測差ΔC</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6″</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5″以下</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超過</a:t>
                      </a:r>
                    </a:p>
                  </a:txBody>
                  <a:tcPr marL="91440" marR="91440" marT="45720" marB="45720" anchor="ctr"/>
                </a:tc>
              </a:tr>
              <a:tr h="690563">
                <a:tc>
                  <a:txBody>
                    <a:bodyPr wrap="square" lIns="57150" tIns="57150" rIns="57150" bIns="57150">
                      <a:noAutofit/>
                    </a:bodyPr>
                    <a:lstStyle/>
                    <a:p>
                      <a:pPr algn="ctr"/>
                      <a:r>
                        <a:rPr sz="1950" b="0">
                          <a:solidFill>
                            <a:srgbClr val="182B33"/>
                          </a:solidFill>
                          <a:latin typeface="Yu Gothic"/>
                          <a:ea typeface="Yu Gothic"/>
                          <a:cs typeface="Yu Gothic"/>
                        </a:rPr>
                        <a:t>帰零差</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最大5″</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6″以下</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可</a:t>
                      </a:r>
                    </a:p>
                  </a:txBody>
                  <a:tcPr marL="91440" marR="91440" marT="45720" marB="45720" anchor="ctr"/>
                </a:tc>
              </a:tr>
            </a:tbl>
          </a:graphicData>
        </a:graphic>
      </p:graphicFrame>
      <p:sp>
        <p:nvSpPr>
          <p:cNvPr id="8" name="">
            <a:extLst xmlns:a="http://schemas.openxmlformats.org/drawingml/2006/main">
              <a:ext uri="{FF2B5EF4-FFF2-40B4-BE49-F238E27FC236}">
                <a16:creationId xmlns:a16="http://schemas.microsoft.com/office/drawing/2014/main" id="{611B6CFF-F513-41CB-950D-C21E70EEFE7B}"/>
              </a:ext>
            </a:extLst>
          </p:cNvPr>
          <p:cNvSpPr>
            <a:spLocks xmlns:a="http://schemas.openxmlformats.org/drawingml/2006/main" noGrp="1"/>
          </p:cNvSpPr>
          <p:nvPr/>
        </p:nvSpPr>
        <p:spPr>
          <a:xfrm xmlns:a="http://schemas.openxmlformats.org/drawingml/2006/main">
            <a:off x="762000" y="5619750"/>
            <a:ext cx="228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200" b="1">
                <a:solidFill>
                  <a:srgbClr val="166B68"/>
                </a:solidFill>
                <a:latin typeface="Yu Gothic"/>
                <a:ea typeface="Yu Gothic"/>
                <a:cs typeface="Yu Gothic"/>
              </a:defRPr>
            </a:defPPr>
            <a:lvl1pPr algn="ctr">
              <a:defRPr sz="1200" b="1">
                <a:solidFill>
                  <a:srgbClr val="166B68"/>
                </a:solidFill>
                <a:latin typeface="Yu Gothic"/>
                <a:ea typeface="Yu Gothic"/>
                <a:cs typeface="Yu Gothic"/>
              </a:defRPr>
            </a:lvl1pPr>
            <a:lvl2pPr algn="ctr">
              <a:defRPr sz="1200" b="1">
                <a:solidFill>
                  <a:srgbClr val="166B68"/>
                </a:solidFill>
                <a:latin typeface="Yu Gothic"/>
                <a:ea typeface="Yu Gothic"/>
                <a:cs typeface="Yu Gothic"/>
              </a:defRPr>
            </a:lvl2pPr>
            <a:lvl3pPr algn="ctr">
              <a:defRPr sz="1200" b="1">
                <a:solidFill>
                  <a:srgbClr val="166B68"/>
                </a:solidFill>
                <a:latin typeface="Yu Gothic"/>
                <a:ea typeface="Yu Gothic"/>
                <a:cs typeface="Yu Gothic"/>
              </a:defRPr>
            </a:lvl3pPr>
            <a:lvl4pPr algn="ctr">
              <a:defRPr sz="1200" b="1">
                <a:solidFill>
                  <a:srgbClr val="166B68"/>
                </a:solidFill>
                <a:latin typeface="Yu Gothic"/>
                <a:ea typeface="Yu Gothic"/>
                <a:cs typeface="Yu Gothic"/>
              </a:defRPr>
            </a:lvl4pPr>
            <a:lvl5pPr algn="ctr">
              <a:defRPr sz="1200" b="1">
                <a:solidFill>
                  <a:srgbClr val="166B68"/>
                </a:solidFill>
                <a:latin typeface="Yu Gothic"/>
                <a:ea typeface="Yu Gothic"/>
                <a:cs typeface="Yu Gothic"/>
              </a:defRPr>
            </a:lvl5pPr>
            <a:lvl6pPr algn="ctr">
              <a:defRPr sz="1200" b="1">
                <a:solidFill>
                  <a:srgbClr val="166B68"/>
                </a:solidFill>
                <a:latin typeface="Yu Gothic"/>
                <a:ea typeface="Yu Gothic"/>
                <a:cs typeface="Yu Gothic"/>
              </a:defRPr>
            </a:lvl6pPr>
            <a:lvl7pPr algn="ctr">
              <a:defRPr sz="1200" b="1">
                <a:solidFill>
                  <a:srgbClr val="166B68"/>
                </a:solidFill>
                <a:latin typeface="Yu Gothic"/>
                <a:ea typeface="Yu Gothic"/>
                <a:cs typeface="Yu Gothic"/>
              </a:defRPr>
            </a:lvl7pPr>
            <a:lvl8pPr algn="ctr">
              <a:defRPr sz="1200" b="1">
                <a:solidFill>
                  <a:srgbClr val="166B68"/>
                </a:solidFill>
                <a:latin typeface="Yu Gothic"/>
                <a:ea typeface="Yu Gothic"/>
                <a:cs typeface="Yu Gothic"/>
              </a:defRPr>
            </a:lvl8pPr>
            <a:lvl9pPr algn="ctr">
              <a:defRPr sz="1200" b="1">
                <a:solidFill>
                  <a:srgbClr val="166B68"/>
                </a:solidFill>
                <a:latin typeface="Yu Gothic"/>
                <a:ea typeface="Yu Gothic"/>
                <a:cs typeface="Yu Gothic"/>
              </a:defRPr>
            </a:lvl9pPr>
          </a:lstStyle>
          <a:p xmlns:a="http://schemas.openxmlformats.org/drawingml/2006/main">
            <a:pPr algn="ctr">
              <a:defRPr sz="1200" b="1">
                <a:solidFill>
                  <a:srgbClr val="166B68"/>
                </a:solidFill>
                <a:latin typeface="Yu Gothic"/>
                <a:ea typeface="Yu Gothic"/>
                <a:cs typeface="Yu Gothic"/>
              </a:defRPr>
            </a:pPr>
            <a:r>
              <a:rPr sz="1200" b="1">
                <a:solidFill>
                  <a:srgbClr val="166B68"/>
                </a:solidFill>
                <a:latin typeface="Yu Gothic"/>
                <a:ea typeface="Yu Gothic"/>
                <a:cs typeface="Yu Gothic"/>
              </a:rPr>
              <a:t>●</a:t>
            </a:r>
          </a:p>
        </p:txBody>
      </p:sp>
      <p:sp>
        <p:nvSpPr>
          <p:cNvPr id="9" name="">
            <a:extLst xmlns:a="http://schemas.openxmlformats.org/drawingml/2006/main">
              <a:ext uri="{FF2B5EF4-FFF2-40B4-BE49-F238E27FC236}">
                <a16:creationId xmlns:a16="http://schemas.microsoft.com/office/drawing/2014/main" id="{7DF4831C-410E-470E-A2EE-FF2973019BF0}"/>
              </a:ext>
            </a:extLst>
          </p:cNvPr>
          <p:cNvSpPr>
            <a:spLocks xmlns:a="http://schemas.openxmlformats.org/drawingml/2006/main" noGrp="1"/>
          </p:cNvSpPr>
          <p:nvPr/>
        </p:nvSpPr>
        <p:spPr>
          <a:xfrm xmlns:a="http://schemas.openxmlformats.org/drawingml/2006/main">
            <a:off x="1085850" y="5619750"/>
            <a:ext cx="10058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025" b="0">
                <a:solidFill>
                  <a:srgbClr val="182B33"/>
                </a:solidFill>
                <a:latin typeface="Yu Gothic"/>
                <a:ea typeface="Yu Gothic"/>
                <a:cs typeface="Yu Gothic"/>
              </a:defRPr>
            </a:defPPr>
            <a:lvl1pPr algn="l">
              <a:defRPr sz="2025" b="0">
                <a:solidFill>
                  <a:srgbClr val="182B33"/>
                </a:solidFill>
                <a:latin typeface="Yu Gothic"/>
                <a:ea typeface="Yu Gothic"/>
                <a:cs typeface="Yu Gothic"/>
              </a:defRPr>
            </a:lvl1pPr>
            <a:lvl2pPr algn="l">
              <a:defRPr sz="2025" b="0">
                <a:solidFill>
                  <a:srgbClr val="182B33"/>
                </a:solidFill>
                <a:latin typeface="Yu Gothic"/>
                <a:ea typeface="Yu Gothic"/>
                <a:cs typeface="Yu Gothic"/>
              </a:defRPr>
            </a:lvl2pPr>
            <a:lvl3pPr algn="l">
              <a:defRPr sz="2025" b="0">
                <a:solidFill>
                  <a:srgbClr val="182B33"/>
                </a:solidFill>
                <a:latin typeface="Yu Gothic"/>
                <a:ea typeface="Yu Gothic"/>
                <a:cs typeface="Yu Gothic"/>
              </a:defRPr>
            </a:lvl3pPr>
            <a:lvl4pPr algn="l">
              <a:defRPr sz="2025" b="0">
                <a:solidFill>
                  <a:srgbClr val="182B33"/>
                </a:solidFill>
                <a:latin typeface="Yu Gothic"/>
                <a:ea typeface="Yu Gothic"/>
                <a:cs typeface="Yu Gothic"/>
              </a:defRPr>
            </a:lvl4pPr>
            <a:lvl5pPr algn="l">
              <a:defRPr sz="2025" b="0">
                <a:solidFill>
                  <a:srgbClr val="182B33"/>
                </a:solidFill>
                <a:latin typeface="Yu Gothic"/>
                <a:ea typeface="Yu Gothic"/>
                <a:cs typeface="Yu Gothic"/>
              </a:defRPr>
            </a:lvl5pPr>
            <a:lvl6pPr algn="l">
              <a:defRPr sz="2025" b="0">
                <a:solidFill>
                  <a:srgbClr val="182B33"/>
                </a:solidFill>
                <a:latin typeface="Yu Gothic"/>
                <a:ea typeface="Yu Gothic"/>
                <a:cs typeface="Yu Gothic"/>
              </a:defRPr>
            </a:lvl6pPr>
            <a:lvl7pPr algn="l">
              <a:defRPr sz="2025" b="0">
                <a:solidFill>
                  <a:srgbClr val="182B33"/>
                </a:solidFill>
                <a:latin typeface="Yu Gothic"/>
                <a:ea typeface="Yu Gothic"/>
                <a:cs typeface="Yu Gothic"/>
              </a:defRPr>
            </a:lvl7pPr>
            <a:lvl8pPr algn="l">
              <a:defRPr sz="2025" b="0">
                <a:solidFill>
                  <a:srgbClr val="182B33"/>
                </a:solidFill>
                <a:latin typeface="Yu Gothic"/>
                <a:ea typeface="Yu Gothic"/>
                <a:cs typeface="Yu Gothic"/>
              </a:defRPr>
            </a:lvl8pPr>
            <a:lvl9pPr algn="l">
              <a:defRPr sz="2025" b="0">
                <a:solidFill>
                  <a:srgbClr val="182B33"/>
                </a:solidFill>
                <a:latin typeface="Yu Gothic"/>
                <a:ea typeface="Yu Gothic"/>
                <a:cs typeface="Yu Gothic"/>
              </a:defRPr>
            </a:lvl9pPr>
          </a:lstStyle>
          <a:p xmlns:a="http://schemas.openxmlformats.org/drawingml/2006/main">
            <a:pPr algn="l">
              <a:defRPr sz="2025" b="0">
                <a:solidFill>
                  <a:srgbClr val="182B33"/>
                </a:solidFill>
                <a:latin typeface="Yu Gothic"/>
                <a:ea typeface="Yu Gothic"/>
                <a:cs typeface="Yu Gothic"/>
              </a:defRPr>
            </a:pPr>
            <a:r>
              <a:rPr sz="2025" b="0">
                <a:solidFill>
                  <a:srgbClr val="182B33"/>
                </a:solidFill>
                <a:latin typeface="Yu Gothic"/>
                <a:ea typeface="Yu Gothic"/>
                <a:cs typeface="Yu Gothic"/>
              </a:rPr>
              <a:t>B観測の原因を確認して再測</a:t>
            </a:r>
          </a:p>
        </p:txBody>
      </p:sp>
      <p:sp>
        <p:nvSpPr>
          <p:cNvPr id="10" name="">
            <a:extLst xmlns:a="http://schemas.openxmlformats.org/drawingml/2006/main">
              <a:ext uri="{FF2B5EF4-FFF2-40B4-BE49-F238E27FC236}">
                <a16:creationId xmlns:a16="http://schemas.microsoft.com/office/drawing/2014/main" id="{085FE298-1A73-4BED-87AB-2558D5227704}"/>
              </a:ext>
            </a:extLst>
          </p:cNvPr>
          <p:cNvSpPr>
            <a:spLocks xmlns:a="http://schemas.openxmlformats.org/drawingml/2006/main" noGrp="1"/>
          </p:cNvSpPr>
          <p:nvPr/>
        </p:nvSpPr>
        <p:spPr>
          <a:xfrm xmlns:a="http://schemas.openxmlformats.org/drawingml/2006/main">
            <a:off x="762000" y="6038850"/>
            <a:ext cx="228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200" b="1">
                <a:solidFill>
                  <a:srgbClr val="166B68"/>
                </a:solidFill>
                <a:latin typeface="Yu Gothic"/>
                <a:ea typeface="Yu Gothic"/>
                <a:cs typeface="Yu Gothic"/>
              </a:defRPr>
            </a:defPPr>
            <a:lvl1pPr algn="ctr">
              <a:defRPr sz="1200" b="1">
                <a:solidFill>
                  <a:srgbClr val="166B68"/>
                </a:solidFill>
                <a:latin typeface="Yu Gothic"/>
                <a:ea typeface="Yu Gothic"/>
                <a:cs typeface="Yu Gothic"/>
              </a:defRPr>
            </a:lvl1pPr>
            <a:lvl2pPr algn="ctr">
              <a:defRPr sz="1200" b="1">
                <a:solidFill>
                  <a:srgbClr val="166B68"/>
                </a:solidFill>
                <a:latin typeface="Yu Gothic"/>
                <a:ea typeface="Yu Gothic"/>
                <a:cs typeface="Yu Gothic"/>
              </a:defRPr>
            </a:lvl2pPr>
            <a:lvl3pPr algn="ctr">
              <a:defRPr sz="1200" b="1">
                <a:solidFill>
                  <a:srgbClr val="166B68"/>
                </a:solidFill>
                <a:latin typeface="Yu Gothic"/>
                <a:ea typeface="Yu Gothic"/>
                <a:cs typeface="Yu Gothic"/>
              </a:defRPr>
            </a:lvl3pPr>
            <a:lvl4pPr algn="ctr">
              <a:defRPr sz="1200" b="1">
                <a:solidFill>
                  <a:srgbClr val="166B68"/>
                </a:solidFill>
                <a:latin typeface="Yu Gothic"/>
                <a:ea typeface="Yu Gothic"/>
                <a:cs typeface="Yu Gothic"/>
              </a:defRPr>
            </a:lvl4pPr>
            <a:lvl5pPr algn="ctr">
              <a:defRPr sz="1200" b="1">
                <a:solidFill>
                  <a:srgbClr val="166B68"/>
                </a:solidFill>
                <a:latin typeface="Yu Gothic"/>
                <a:ea typeface="Yu Gothic"/>
                <a:cs typeface="Yu Gothic"/>
              </a:defRPr>
            </a:lvl5pPr>
            <a:lvl6pPr algn="ctr">
              <a:defRPr sz="1200" b="1">
                <a:solidFill>
                  <a:srgbClr val="166B68"/>
                </a:solidFill>
                <a:latin typeface="Yu Gothic"/>
                <a:ea typeface="Yu Gothic"/>
                <a:cs typeface="Yu Gothic"/>
              </a:defRPr>
            </a:lvl6pPr>
            <a:lvl7pPr algn="ctr">
              <a:defRPr sz="1200" b="1">
                <a:solidFill>
                  <a:srgbClr val="166B68"/>
                </a:solidFill>
                <a:latin typeface="Yu Gothic"/>
                <a:ea typeface="Yu Gothic"/>
                <a:cs typeface="Yu Gothic"/>
              </a:defRPr>
            </a:lvl7pPr>
            <a:lvl8pPr algn="ctr">
              <a:defRPr sz="1200" b="1">
                <a:solidFill>
                  <a:srgbClr val="166B68"/>
                </a:solidFill>
                <a:latin typeface="Yu Gothic"/>
                <a:ea typeface="Yu Gothic"/>
                <a:cs typeface="Yu Gothic"/>
              </a:defRPr>
            </a:lvl8pPr>
            <a:lvl9pPr algn="ctr">
              <a:defRPr sz="1200" b="1">
                <a:solidFill>
                  <a:srgbClr val="166B68"/>
                </a:solidFill>
                <a:latin typeface="Yu Gothic"/>
                <a:ea typeface="Yu Gothic"/>
                <a:cs typeface="Yu Gothic"/>
              </a:defRPr>
            </a:lvl9pPr>
          </a:lstStyle>
          <a:p xmlns:a="http://schemas.openxmlformats.org/drawingml/2006/main">
            <a:pPr algn="ctr">
              <a:defRPr sz="1200" b="1">
                <a:solidFill>
                  <a:srgbClr val="166B68"/>
                </a:solidFill>
                <a:latin typeface="Yu Gothic"/>
                <a:ea typeface="Yu Gothic"/>
                <a:cs typeface="Yu Gothic"/>
              </a:defRPr>
            </a:pPr>
            <a:r>
              <a:rPr sz="1200" b="1">
                <a:solidFill>
                  <a:srgbClr val="166B68"/>
                </a:solidFill>
                <a:latin typeface="Yu Gothic"/>
                <a:ea typeface="Yu Gothic"/>
                <a:cs typeface="Yu Gothic"/>
              </a:rPr>
              <a:t>●</a:t>
            </a:r>
          </a:p>
        </p:txBody>
      </p:sp>
      <p:sp>
        <p:nvSpPr>
          <p:cNvPr id="11" name="">
            <a:extLst xmlns:a="http://schemas.openxmlformats.org/drawingml/2006/main">
              <a:ext uri="{FF2B5EF4-FFF2-40B4-BE49-F238E27FC236}">
                <a16:creationId xmlns:a16="http://schemas.microsoft.com/office/drawing/2014/main" id="{8C3DD338-3054-4B0E-A981-5C560A8C9296}"/>
              </a:ext>
            </a:extLst>
          </p:cNvPr>
          <p:cNvSpPr>
            <a:spLocks xmlns:a="http://schemas.openxmlformats.org/drawingml/2006/main" noGrp="1"/>
          </p:cNvSpPr>
          <p:nvPr/>
        </p:nvSpPr>
        <p:spPr>
          <a:xfrm xmlns:a="http://schemas.openxmlformats.org/drawingml/2006/main">
            <a:off x="1085850" y="6038850"/>
            <a:ext cx="10058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025" b="0">
                <a:solidFill>
                  <a:srgbClr val="182B33"/>
                </a:solidFill>
                <a:latin typeface="Yu Gothic"/>
                <a:ea typeface="Yu Gothic"/>
                <a:cs typeface="Yu Gothic"/>
              </a:defRPr>
            </a:defPPr>
            <a:lvl1pPr algn="l">
              <a:defRPr sz="2025" b="0">
                <a:solidFill>
                  <a:srgbClr val="182B33"/>
                </a:solidFill>
                <a:latin typeface="Yu Gothic"/>
                <a:ea typeface="Yu Gothic"/>
                <a:cs typeface="Yu Gothic"/>
              </a:defRPr>
            </a:lvl1pPr>
            <a:lvl2pPr algn="l">
              <a:defRPr sz="2025" b="0">
                <a:solidFill>
                  <a:srgbClr val="182B33"/>
                </a:solidFill>
                <a:latin typeface="Yu Gothic"/>
                <a:ea typeface="Yu Gothic"/>
                <a:cs typeface="Yu Gothic"/>
              </a:defRPr>
            </a:lvl2pPr>
            <a:lvl3pPr algn="l">
              <a:defRPr sz="2025" b="0">
                <a:solidFill>
                  <a:srgbClr val="182B33"/>
                </a:solidFill>
                <a:latin typeface="Yu Gothic"/>
                <a:ea typeface="Yu Gothic"/>
                <a:cs typeface="Yu Gothic"/>
              </a:defRPr>
            </a:lvl3pPr>
            <a:lvl4pPr algn="l">
              <a:defRPr sz="2025" b="0">
                <a:solidFill>
                  <a:srgbClr val="182B33"/>
                </a:solidFill>
                <a:latin typeface="Yu Gothic"/>
                <a:ea typeface="Yu Gothic"/>
                <a:cs typeface="Yu Gothic"/>
              </a:defRPr>
            </a:lvl4pPr>
            <a:lvl5pPr algn="l">
              <a:defRPr sz="2025" b="0">
                <a:solidFill>
                  <a:srgbClr val="182B33"/>
                </a:solidFill>
                <a:latin typeface="Yu Gothic"/>
                <a:ea typeface="Yu Gothic"/>
                <a:cs typeface="Yu Gothic"/>
              </a:defRPr>
            </a:lvl5pPr>
            <a:lvl6pPr algn="l">
              <a:defRPr sz="2025" b="0">
                <a:solidFill>
                  <a:srgbClr val="182B33"/>
                </a:solidFill>
                <a:latin typeface="Yu Gothic"/>
                <a:ea typeface="Yu Gothic"/>
                <a:cs typeface="Yu Gothic"/>
              </a:defRPr>
            </a:lvl6pPr>
            <a:lvl7pPr algn="l">
              <a:defRPr sz="2025" b="0">
                <a:solidFill>
                  <a:srgbClr val="182B33"/>
                </a:solidFill>
                <a:latin typeface="Yu Gothic"/>
                <a:ea typeface="Yu Gothic"/>
                <a:cs typeface="Yu Gothic"/>
              </a:defRPr>
            </a:lvl7pPr>
            <a:lvl8pPr algn="l">
              <a:defRPr sz="2025" b="0">
                <a:solidFill>
                  <a:srgbClr val="182B33"/>
                </a:solidFill>
                <a:latin typeface="Yu Gothic"/>
                <a:ea typeface="Yu Gothic"/>
                <a:cs typeface="Yu Gothic"/>
              </a:defRPr>
            </a:lvl8pPr>
            <a:lvl9pPr algn="l">
              <a:defRPr sz="2025" b="0">
                <a:solidFill>
                  <a:srgbClr val="182B33"/>
                </a:solidFill>
                <a:latin typeface="Yu Gothic"/>
                <a:ea typeface="Yu Gothic"/>
                <a:cs typeface="Yu Gothic"/>
              </a:defRPr>
            </a:lvl9pPr>
          </a:lstStyle>
          <a:p xmlns:a="http://schemas.openxmlformats.org/drawingml/2006/main">
            <a:pPr algn="l">
              <a:defRPr sz="2025" b="0">
                <a:solidFill>
                  <a:srgbClr val="182B33"/>
                </a:solidFill>
                <a:latin typeface="Yu Gothic"/>
                <a:ea typeface="Yu Gothic"/>
                <a:cs typeface="Yu Gothic"/>
              </a:defRPr>
            </a:pPr>
            <a:r>
              <a:rPr sz="2025" b="0">
                <a:solidFill>
                  <a:srgbClr val="182B33"/>
                </a:solidFill>
                <a:latin typeface="Yu Gothic"/>
                <a:ea typeface="Yu Gothic"/>
                <a:cs typeface="Yu Gothic"/>
              </a:rPr>
              <a:t>仮基準は公共測量の規程値ではない</a:t>
            </a:r>
          </a:p>
        </p:txBody>
      </p:sp>
    </p:spTree>
    <p:extLst>
      <p:ext uri="{BB962C8B-B14F-4D97-AF65-F5344CB8AC3E}">
        <p14:creationId xmlns:p14="http://schemas.microsoft.com/office/powerpoint/2010/main" val="2011307859"/>
      </p:ext>
    </p:extLst>
  </p:cSld>
</p:sld>
</file>

<file path=ppt/slides/slide5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9E6B1100-EB76-441A-BE7E-06D61EDD0EAF}"/>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7810447A-D4D7-4AAD-B8EB-50E6D296F11B}"/>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復習用解答</a:t>
            </a:r>
          </a:p>
        </p:txBody>
      </p:sp>
      <p:sp>
        <p:nvSpPr>
          <p:cNvPr id="3" name="">
            <a:extLst xmlns:a="http://schemas.openxmlformats.org/drawingml/2006/main">
              <a:ext uri="{FF2B5EF4-FFF2-40B4-BE49-F238E27FC236}">
                <a16:creationId xmlns:a16="http://schemas.microsoft.com/office/drawing/2014/main" id="{B7616A43-DD5C-4E61-862F-AE29187FBCD4}"/>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演習2解答：Eでの角と距離</a:t>
            </a:r>
          </a:p>
        </p:txBody>
      </p:sp>
      <p:sp>
        <p:nvSpPr>
          <p:cNvPr id="4" name="">
            <a:extLst xmlns:a="http://schemas.openxmlformats.org/drawingml/2006/main">
              <a:ext uri="{FF2B5EF4-FFF2-40B4-BE49-F238E27FC236}">
                <a16:creationId xmlns:a16="http://schemas.microsoft.com/office/drawing/2014/main" id="{8AFF1171-7B59-4624-801A-1AF83245883F}"/>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E694E00E-95A4-4E83-96AD-0B1AA86EBC9E}"/>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58</a:t>
            </a:r>
          </a:p>
        </p:txBody>
      </p:sp>
      <p:sp>
        <p:nvSpPr>
          <p:cNvPr id="6" name="">
            <a:extLst xmlns:a="http://schemas.openxmlformats.org/drawingml/2006/main">
              <a:ext uri="{FF2B5EF4-FFF2-40B4-BE49-F238E27FC236}">
                <a16:creationId xmlns:a16="http://schemas.microsoft.com/office/drawing/2014/main" id="{145482DF-2670-4370-9AFC-C8156F98A9EB}"/>
              </a:ext>
            </a:extLst>
          </p:cNvPr>
          <p:cNvSpPr>
            <a:spLocks xmlns:a="http://schemas.openxmlformats.org/drawingml/2006/main" noGrp="1"/>
          </p:cNvSpPr>
          <p:nvPr/>
        </p:nvSpPr>
        <p:spPr>
          <a:xfrm xmlns:a="http://schemas.openxmlformats.org/drawingml/2006/main">
            <a:off x="723900" y="1504950"/>
            <a:ext cx="10287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1">
                <a:solidFill>
                  <a:srgbClr val="52616A"/>
                </a:solidFill>
                <a:latin typeface="Yu Gothic"/>
                <a:ea typeface="Yu Gothic"/>
                <a:cs typeface="Yu Gothic"/>
              </a:defRPr>
            </a:defPPr>
            <a:lvl1pPr algn="l">
              <a:defRPr sz="2250" b="1">
                <a:solidFill>
                  <a:srgbClr val="52616A"/>
                </a:solidFill>
                <a:latin typeface="Yu Gothic"/>
                <a:ea typeface="Yu Gothic"/>
                <a:cs typeface="Yu Gothic"/>
              </a:defRPr>
            </a:lvl1pPr>
            <a:lvl2pPr algn="l">
              <a:defRPr sz="2250" b="1">
                <a:solidFill>
                  <a:srgbClr val="52616A"/>
                </a:solidFill>
                <a:latin typeface="Yu Gothic"/>
                <a:ea typeface="Yu Gothic"/>
                <a:cs typeface="Yu Gothic"/>
              </a:defRPr>
            </a:lvl2pPr>
            <a:lvl3pPr algn="l">
              <a:defRPr sz="2250" b="1">
                <a:solidFill>
                  <a:srgbClr val="52616A"/>
                </a:solidFill>
                <a:latin typeface="Yu Gothic"/>
                <a:ea typeface="Yu Gothic"/>
                <a:cs typeface="Yu Gothic"/>
              </a:defRPr>
            </a:lvl3pPr>
            <a:lvl4pPr algn="l">
              <a:defRPr sz="2250" b="1">
                <a:solidFill>
                  <a:srgbClr val="52616A"/>
                </a:solidFill>
                <a:latin typeface="Yu Gothic"/>
                <a:ea typeface="Yu Gothic"/>
                <a:cs typeface="Yu Gothic"/>
              </a:defRPr>
            </a:lvl4pPr>
            <a:lvl5pPr algn="l">
              <a:defRPr sz="2250" b="1">
                <a:solidFill>
                  <a:srgbClr val="52616A"/>
                </a:solidFill>
                <a:latin typeface="Yu Gothic"/>
                <a:ea typeface="Yu Gothic"/>
                <a:cs typeface="Yu Gothic"/>
              </a:defRPr>
            </a:lvl5pPr>
            <a:lvl6pPr algn="l">
              <a:defRPr sz="2250" b="1">
                <a:solidFill>
                  <a:srgbClr val="52616A"/>
                </a:solidFill>
                <a:latin typeface="Yu Gothic"/>
                <a:ea typeface="Yu Gothic"/>
                <a:cs typeface="Yu Gothic"/>
              </a:defRPr>
            </a:lvl6pPr>
            <a:lvl7pPr algn="l">
              <a:defRPr sz="2250" b="1">
                <a:solidFill>
                  <a:srgbClr val="52616A"/>
                </a:solidFill>
                <a:latin typeface="Yu Gothic"/>
                <a:ea typeface="Yu Gothic"/>
                <a:cs typeface="Yu Gothic"/>
              </a:defRPr>
            </a:lvl7pPr>
            <a:lvl8pPr algn="l">
              <a:defRPr sz="2250" b="1">
                <a:solidFill>
                  <a:srgbClr val="52616A"/>
                </a:solidFill>
                <a:latin typeface="Yu Gothic"/>
                <a:ea typeface="Yu Gothic"/>
                <a:cs typeface="Yu Gothic"/>
              </a:defRPr>
            </a:lvl8pPr>
            <a:lvl9pPr algn="l">
              <a:defRPr sz="2250" b="1">
                <a:solidFill>
                  <a:srgbClr val="52616A"/>
                </a:solidFill>
                <a:latin typeface="Yu Gothic"/>
                <a:ea typeface="Yu Gothic"/>
                <a:cs typeface="Yu Gothic"/>
              </a:defRPr>
            </a:lvl9pPr>
          </a:lstStyle>
          <a:p xmlns:a="http://schemas.openxmlformats.org/drawingml/2006/main">
            <a:pPr algn="l">
              <a:defRPr sz="2250" b="1">
                <a:solidFill>
                  <a:srgbClr val="52616A"/>
                </a:solidFill>
                <a:latin typeface="Yu Gothic"/>
                <a:ea typeface="Yu Gothic"/>
                <a:cs typeface="Yu Gothic"/>
              </a:defRPr>
            </a:pPr>
            <a:r>
              <a:rPr sz="2250" b="1">
                <a:solidFill>
                  <a:srgbClr val="52616A"/>
                </a:solidFill>
                <a:latin typeface="Yu Gothic"/>
                <a:ea typeface="Yu Gothic"/>
                <a:cs typeface="Yu Gothic"/>
              </a:rPr>
              <a:t>直角三角形から偏心位置の観測値を出す</a:t>
            </a:r>
          </a:p>
        </p:txBody>
      </p:sp>
      <p:sp>
        <p:nvSpPr>
          <p:cNvPr id="7" name="">
            <a:extLst xmlns:a="http://schemas.openxmlformats.org/drawingml/2006/main">
              <a:ext uri="{FF2B5EF4-FFF2-40B4-BE49-F238E27FC236}">
                <a16:creationId xmlns:a16="http://schemas.microsoft.com/office/drawing/2014/main" id="{AC1BC236-BA8A-4DD8-81DE-FB02256D7F97}"/>
              </a:ext>
            </a:extLst>
          </p:cNvPr>
          <p:cNvSpPr>
            <a:spLocks xmlns:a="http://schemas.openxmlformats.org/drawingml/2006/main" noGrp="1"/>
          </p:cNvSpPr>
          <p:nvPr/>
        </p:nvSpPr>
        <p:spPr>
          <a:xfrm xmlns:a="http://schemas.openxmlformats.org/drawingml/2006/main">
            <a:off x="819150" y="2143125"/>
            <a:ext cx="228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425" b="1">
                <a:solidFill>
                  <a:srgbClr val="166B68"/>
                </a:solidFill>
                <a:latin typeface="Yu Gothic"/>
                <a:ea typeface="Yu Gothic"/>
                <a:cs typeface="Yu Gothic"/>
              </a:defRPr>
            </a:defPPr>
            <a:lvl1pPr algn="ctr">
              <a:defRPr sz="1425" b="1">
                <a:solidFill>
                  <a:srgbClr val="166B68"/>
                </a:solidFill>
                <a:latin typeface="Yu Gothic"/>
                <a:ea typeface="Yu Gothic"/>
                <a:cs typeface="Yu Gothic"/>
              </a:defRPr>
            </a:lvl1pPr>
            <a:lvl2pPr algn="ctr">
              <a:defRPr sz="1425" b="1">
                <a:solidFill>
                  <a:srgbClr val="166B68"/>
                </a:solidFill>
                <a:latin typeface="Yu Gothic"/>
                <a:ea typeface="Yu Gothic"/>
                <a:cs typeface="Yu Gothic"/>
              </a:defRPr>
            </a:lvl2pPr>
            <a:lvl3pPr algn="ctr">
              <a:defRPr sz="1425" b="1">
                <a:solidFill>
                  <a:srgbClr val="166B68"/>
                </a:solidFill>
                <a:latin typeface="Yu Gothic"/>
                <a:ea typeface="Yu Gothic"/>
                <a:cs typeface="Yu Gothic"/>
              </a:defRPr>
            </a:lvl3pPr>
            <a:lvl4pPr algn="ctr">
              <a:defRPr sz="1425" b="1">
                <a:solidFill>
                  <a:srgbClr val="166B68"/>
                </a:solidFill>
                <a:latin typeface="Yu Gothic"/>
                <a:ea typeface="Yu Gothic"/>
                <a:cs typeface="Yu Gothic"/>
              </a:defRPr>
            </a:lvl4pPr>
            <a:lvl5pPr algn="ctr">
              <a:defRPr sz="1425" b="1">
                <a:solidFill>
                  <a:srgbClr val="166B68"/>
                </a:solidFill>
                <a:latin typeface="Yu Gothic"/>
                <a:ea typeface="Yu Gothic"/>
                <a:cs typeface="Yu Gothic"/>
              </a:defRPr>
            </a:lvl5pPr>
            <a:lvl6pPr algn="ctr">
              <a:defRPr sz="1425" b="1">
                <a:solidFill>
                  <a:srgbClr val="166B68"/>
                </a:solidFill>
                <a:latin typeface="Yu Gothic"/>
                <a:ea typeface="Yu Gothic"/>
                <a:cs typeface="Yu Gothic"/>
              </a:defRPr>
            </a:lvl6pPr>
            <a:lvl7pPr algn="ctr">
              <a:defRPr sz="1425" b="1">
                <a:solidFill>
                  <a:srgbClr val="166B68"/>
                </a:solidFill>
                <a:latin typeface="Yu Gothic"/>
                <a:ea typeface="Yu Gothic"/>
                <a:cs typeface="Yu Gothic"/>
              </a:defRPr>
            </a:lvl7pPr>
            <a:lvl8pPr algn="ctr">
              <a:defRPr sz="1425" b="1">
                <a:solidFill>
                  <a:srgbClr val="166B68"/>
                </a:solidFill>
                <a:latin typeface="Yu Gothic"/>
                <a:ea typeface="Yu Gothic"/>
                <a:cs typeface="Yu Gothic"/>
              </a:defRPr>
            </a:lvl8pPr>
            <a:lvl9pPr algn="ctr">
              <a:defRPr sz="1425" b="1">
                <a:solidFill>
                  <a:srgbClr val="166B68"/>
                </a:solidFill>
                <a:latin typeface="Yu Gothic"/>
                <a:ea typeface="Yu Gothic"/>
                <a:cs typeface="Yu Gothic"/>
              </a:defRPr>
            </a:lvl9pPr>
          </a:lstStyle>
          <a:p xmlns:a="http://schemas.openxmlformats.org/drawingml/2006/main">
            <a:pPr algn="ctr">
              <a:defRPr sz="1425" b="1">
                <a:solidFill>
                  <a:srgbClr val="166B68"/>
                </a:solidFill>
                <a:latin typeface="Yu Gothic"/>
                <a:ea typeface="Yu Gothic"/>
                <a:cs typeface="Yu Gothic"/>
              </a:defRPr>
            </a:pPr>
            <a:r>
              <a:rPr sz="1425" b="1">
                <a:solidFill>
                  <a:srgbClr val="166B68"/>
                </a:solidFill>
                <a:latin typeface="Yu Gothic"/>
                <a:ea typeface="Yu Gothic"/>
                <a:cs typeface="Yu Gothic"/>
              </a:rPr>
              <a:t>●</a:t>
            </a:r>
          </a:p>
        </p:txBody>
      </p:sp>
      <p:sp>
        <p:nvSpPr>
          <p:cNvPr id="8" name="">
            <a:extLst xmlns:a="http://schemas.openxmlformats.org/drawingml/2006/main">
              <a:ext uri="{FF2B5EF4-FFF2-40B4-BE49-F238E27FC236}">
                <a16:creationId xmlns:a16="http://schemas.microsoft.com/office/drawing/2014/main" id="{B3FAEEDE-C539-441F-8F18-4C09850CBF45}"/>
              </a:ext>
            </a:extLst>
          </p:cNvPr>
          <p:cNvSpPr>
            <a:spLocks xmlns:a="http://schemas.openxmlformats.org/drawingml/2006/main" noGrp="1"/>
          </p:cNvSpPr>
          <p:nvPr/>
        </p:nvSpPr>
        <p:spPr>
          <a:xfrm xmlns:a="http://schemas.openxmlformats.org/drawingml/2006/main">
            <a:off x="1143000" y="2143125"/>
            <a:ext cx="9772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δ＝tan⁻¹(1/100)≈0.572939°</a:t>
            </a:r>
          </a:p>
        </p:txBody>
      </p:sp>
      <p:sp>
        <p:nvSpPr>
          <p:cNvPr id="9" name="">
            <a:extLst xmlns:a="http://schemas.openxmlformats.org/drawingml/2006/main">
              <a:ext uri="{FF2B5EF4-FFF2-40B4-BE49-F238E27FC236}">
                <a16:creationId xmlns:a16="http://schemas.microsoft.com/office/drawing/2014/main" id="{0D7CDAAB-9270-433F-981F-FF246810BB76}"/>
              </a:ext>
            </a:extLst>
          </p:cNvPr>
          <p:cNvSpPr>
            <a:spLocks xmlns:a="http://schemas.openxmlformats.org/drawingml/2006/main" noGrp="1"/>
          </p:cNvSpPr>
          <p:nvPr/>
        </p:nvSpPr>
        <p:spPr>
          <a:xfrm xmlns:a="http://schemas.openxmlformats.org/drawingml/2006/main">
            <a:off x="819150" y="2714625"/>
            <a:ext cx="228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425" b="1">
                <a:solidFill>
                  <a:srgbClr val="166B68"/>
                </a:solidFill>
                <a:latin typeface="Yu Gothic"/>
                <a:ea typeface="Yu Gothic"/>
                <a:cs typeface="Yu Gothic"/>
              </a:defRPr>
            </a:defPPr>
            <a:lvl1pPr algn="ctr">
              <a:defRPr sz="1425" b="1">
                <a:solidFill>
                  <a:srgbClr val="166B68"/>
                </a:solidFill>
                <a:latin typeface="Yu Gothic"/>
                <a:ea typeface="Yu Gothic"/>
                <a:cs typeface="Yu Gothic"/>
              </a:defRPr>
            </a:lvl1pPr>
            <a:lvl2pPr algn="ctr">
              <a:defRPr sz="1425" b="1">
                <a:solidFill>
                  <a:srgbClr val="166B68"/>
                </a:solidFill>
                <a:latin typeface="Yu Gothic"/>
                <a:ea typeface="Yu Gothic"/>
                <a:cs typeface="Yu Gothic"/>
              </a:defRPr>
            </a:lvl2pPr>
            <a:lvl3pPr algn="ctr">
              <a:defRPr sz="1425" b="1">
                <a:solidFill>
                  <a:srgbClr val="166B68"/>
                </a:solidFill>
                <a:latin typeface="Yu Gothic"/>
                <a:ea typeface="Yu Gothic"/>
                <a:cs typeface="Yu Gothic"/>
              </a:defRPr>
            </a:lvl3pPr>
            <a:lvl4pPr algn="ctr">
              <a:defRPr sz="1425" b="1">
                <a:solidFill>
                  <a:srgbClr val="166B68"/>
                </a:solidFill>
                <a:latin typeface="Yu Gothic"/>
                <a:ea typeface="Yu Gothic"/>
                <a:cs typeface="Yu Gothic"/>
              </a:defRPr>
            </a:lvl4pPr>
            <a:lvl5pPr algn="ctr">
              <a:defRPr sz="1425" b="1">
                <a:solidFill>
                  <a:srgbClr val="166B68"/>
                </a:solidFill>
                <a:latin typeface="Yu Gothic"/>
                <a:ea typeface="Yu Gothic"/>
                <a:cs typeface="Yu Gothic"/>
              </a:defRPr>
            </a:lvl5pPr>
            <a:lvl6pPr algn="ctr">
              <a:defRPr sz="1425" b="1">
                <a:solidFill>
                  <a:srgbClr val="166B68"/>
                </a:solidFill>
                <a:latin typeface="Yu Gothic"/>
                <a:ea typeface="Yu Gothic"/>
                <a:cs typeface="Yu Gothic"/>
              </a:defRPr>
            </a:lvl6pPr>
            <a:lvl7pPr algn="ctr">
              <a:defRPr sz="1425" b="1">
                <a:solidFill>
                  <a:srgbClr val="166B68"/>
                </a:solidFill>
                <a:latin typeface="Yu Gothic"/>
                <a:ea typeface="Yu Gothic"/>
                <a:cs typeface="Yu Gothic"/>
              </a:defRPr>
            </a:lvl7pPr>
            <a:lvl8pPr algn="ctr">
              <a:defRPr sz="1425" b="1">
                <a:solidFill>
                  <a:srgbClr val="166B68"/>
                </a:solidFill>
                <a:latin typeface="Yu Gothic"/>
                <a:ea typeface="Yu Gothic"/>
                <a:cs typeface="Yu Gothic"/>
              </a:defRPr>
            </a:lvl8pPr>
            <a:lvl9pPr algn="ctr">
              <a:defRPr sz="1425" b="1">
                <a:solidFill>
                  <a:srgbClr val="166B68"/>
                </a:solidFill>
                <a:latin typeface="Yu Gothic"/>
                <a:ea typeface="Yu Gothic"/>
                <a:cs typeface="Yu Gothic"/>
              </a:defRPr>
            </a:lvl9pPr>
          </a:lstStyle>
          <a:p xmlns:a="http://schemas.openxmlformats.org/drawingml/2006/main">
            <a:pPr algn="ctr">
              <a:defRPr sz="1425" b="1">
                <a:solidFill>
                  <a:srgbClr val="166B68"/>
                </a:solidFill>
                <a:latin typeface="Yu Gothic"/>
                <a:ea typeface="Yu Gothic"/>
                <a:cs typeface="Yu Gothic"/>
              </a:defRPr>
            </a:pPr>
            <a:r>
              <a:rPr sz="1425" b="1">
                <a:solidFill>
                  <a:srgbClr val="166B68"/>
                </a:solidFill>
                <a:latin typeface="Yu Gothic"/>
                <a:ea typeface="Yu Gothic"/>
                <a:cs typeface="Yu Gothic"/>
              </a:rPr>
              <a:t>●</a:t>
            </a:r>
          </a:p>
        </p:txBody>
      </p:sp>
      <p:sp>
        <p:nvSpPr>
          <p:cNvPr id="10" name="">
            <a:extLst xmlns:a="http://schemas.openxmlformats.org/drawingml/2006/main">
              <a:ext uri="{FF2B5EF4-FFF2-40B4-BE49-F238E27FC236}">
                <a16:creationId xmlns:a16="http://schemas.microsoft.com/office/drawing/2014/main" id="{6591FA08-D24E-4643-BE72-343E79FF250E}"/>
              </a:ext>
            </a:extLst>
          </p:cNvPr>
          <p:cNvSpPr>
            <a:spLocks xmlns:a="http://schemas.openxmlformats.org/drawingml/2006/main" noGrp="1"/>
          </p:cNvSpPr>
          <p:nvPr/>
        </p:nvSpPr>
        <p:spPr>
          <a:xfrm xmlns:a="http://schemas.openxmlformats.org/drawingml/2006/main">
            <a:off x="1143000" y="2714625"/>
            <a:ext cx="9772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∠AEB＝90°＋δ≈90.572939°</a:t>
            </a:r>
          </a:p>
        </p:txBody>
      </p:sp>
      <p:sp>
        <p:nvSpPr>
          <p:cNvPr id="11" name="">
            <a:extLst xmlns:a="http://schemas.openxmlformats.org/drawingml/2006/main">
              <a:ext uri="{FF2B5EF4-FFF2-40B4-BE49-F238E27FC236}">
                <a16:creationId xmlns:a16="http://schemas.microsoft.com/office/drawing/2014/main" id="{4CA5AB46-5C21-42CA-8ADD-386CE48581AD}"/>
              </a:ext>
            </a:extLst>
          </p:cNvPr>
          <p:cNvSpPr>
            <a:spLocks xmlns:a="http://schemas.openxmlformats.org/drawingml/2006/main" noGrp="1"/>
          </p:cNvSpPr>
          <p:nvPr/>
        </p:nvSpPr>
        <p:spPr>
          <a:xfrm xmlns:a="http://schemas.openxmlformats.org/drawingml/2006/main">
            <a:off x="819150" y="3286125"/>
            <a:ext cx="228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425" b="1">
                <a:solidFill>
                  <a:srgbClr val="166B68"/>
                </a:solidFill>
                <a:latin typeface="Yu Gothic"/>
                <a:ea typeface="Yu Gothic"/>
                <a:cs typeface="Yu Gothic"/>
              </a:defRPr>
            </a:defPPr>
            <a:lvl1pPr algn="ctr">
              <a:defRPr sz="1425" b="1">
                <a:solidFill>
                  <a:srgbClr val="166B68"/>
                </a:solidFill>
                <a:latin typeface="Yu Gothic"/>
                <a:ea typeface="Yu Gothic"/>
                <a:cs typeface="Yu Gothic"/>
              </a:defRPr>
            </a:lvl1pPr>
            <a:lvl2pPr algn="ctr">
              <a:defRPr sz="1425" b="1">
                <a:solidFill>
                  <a:srgbClr val="166B68"/>
                </a:solidFill>
                <a:latin typeface="Yu Gothic"/>
                <a:ea typeface="Yu Gothic"/>
                <a:cs typeface="Yu Gothic"/>
              </a:defRPr>
            </a:lvl2pPr>
            <a:lvl3pPr algn="ctr">
              <a:defRPr sz="1425" b="1">
                <a:solidFill>
                  <a:srgbClr val="166B68"/>
                </a:solidFill>
                <a:latin typeface="Yu Gothic"/>
                <a:ea typeface="Yu Gothic"/>
                <a:cs typeface="Yu Gothic"/>
              </a:defRPr>
            </a:lvl3pPr>
            <a:lvl4pPr algn="ctr">
              <a:defRPr sz="1425" b="1">
                <a:solidFill>
                  <a:srgbClr val="166B68"/>
                </a:solidFill>
                <a:latin typeface="Yu Gothic"/>
                <a:ea typeface="Yu Gothic"/>
                <a:cs typeface="Yu Gothic"/>
              </a:defRPr>
            </a:lvl4pPr>
            <a:lvl5pPr algn="ctr">
              <a:defRPr sz="1425" b="1">
                <a:solidFill>
                  <a:srgbClr val="166B68"/>
                </a:solidFill>
                <a:latin typeface="Yu Gothic"/>
                <a:ea typeface="Yu Gothic"/>
                <a:cs typeface="Yu Gothic"/>
              </a:defRPr>
            </a:lvl5pPr>
            <a:lvl6pPr algn="ctr">
              <a:defRPr sz="1425" b="1">
                <a:solidFill>
                  <a:srgbClr val="166B68"/>
                </a:solidFill>
                <a:latin typeface="Yu Gothic"/>
                <a:ea typeface="Yu Gothic"/>
                <a:cs typeface="Yu Gothic"/>
              </a:defRPr>
            </a:lvl6pPr>
            <a:lvl7pPr algn="ctr">
              <a:defRPr sz="1425" b="1">
                <a:solidFill>
                  <a:srgbClr val="166B68"/>
                </a:solidFill>
                <a:latin typeface="Yu Gothic"/>
                <a:ea typeface="Yu Gothic"/>
                <a:cs typeface="Yu Gothic"/>
              </a:defRPr>
            </a:lvl7pPr>
            <a:lvl8pPr algn="ctr">
              <a:defRPr sz="1425" b="1">
                <a:solidFill>
                  <a:srgbClr val="166B68"/>
                </a:solidFill>
                <a:latin typeface="Yu Gothic"/>
                <a:ea typeface="Yu Gothic"/>
                <a:cs typeface="Yu Gothic"/>
              </a:defRPr>
            </a:lvl8pPr>
            <a:lvl9pPr algn="ctr">
              <a:defRPr sz="1425" b="1">
                <a:solidFill>
                  <a:srgbClr val="166B68"/>
                </a:solidFill>
                <a:latin typeface="Yu Gothic"/>
                <a:ea typeface="Yu Gothic"/>
                <a:cs typeface="Yu Gothic"/>
              </a:defRPr>
            </a:lvl9pPr>
          </a:lstStyle>
          <a:p xmlns:a="http://schemas.openxmlformats.org/drawingml/2006/main">
            <a:pPr algn="ctr">
              <a:defRPr sz="1425" b="1">
                <a:solidFill>
                  <a:srgbClr val="166B68"/>
                </a:solidFill>
                <a:latin typeface="Yu Gothic"/>
                <a:ea typeface="Yu Gothic"/>
                <a:cs typeface="Yu Gothic"/>
              </a:defRPr>
            </a:pPr>
            <a:r>
              <a:rPr sz="1425" b="1">
                <a:solidFill>
                  <a:srgbClr val="166B68"/>
                </a:solidFill>
                <a:latin typeface="Yu Gothic"/>
                <a:ea typeface="Yu Gothic"/>
                <a:cs typeface="Yu Gothic"/>
              </a:rPr>
              <a:t>●</a:t>
            </a:r>
          </a:p>
        </p:txBody>
      </p:sp>
      <p:sp>
        <p:nvSpPr>
          <p:cNvPr id="12" name="">
            <a:extLst xmlns:a="http://schemas.openxmlformats.org/drawingml/2006/main">
              <a:ext uri="{FF2B5EF4-FFF2-40B4-BE49-F238E27FC236}">
                <a16:creationId xmlns:a16="http://schemas.microsoft.com/office/drawing/2014/main" id="{0061B702-5F3B-413A-AF89-F99BF89B3C6F}"/>
              </a:ext>
            </a:extLst>
          </p:cNvPr>
          <p:cNvSpPr>
            <a:spLocks xmlns:a="http://schemas.openxmlformats.org/drawingml/2006/main" noGrp="1"/>
          </p:cNvSpPr>
          <p:nvPr/>
        </p:nvSpPr>
        <p:spPr>
          <a:xfrm xmlns:a="http://schemas.openxmlformats.org/drawingml/2006/main">
            <a:off x="1143000" y="3286125"/>
            <a:ext cx="9772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EA＝√10001≈100.0050 m</a:t>
            </a:r>
          </a:p>
        </p:txBody>
      </p:sp>
      <p:sp>
        <p:nvSpPr>
          <p:cNvPr id="13" name="">
            <a:extLst xmlns:a="http://schemas.openxmlformats.org/drawingml/2006/main">
              <a:ext uri="{FF2B5EF4-FFF2-40B4-BE49-F238E27FC236}">
                <a16:creationId xmlns:a16="http://schemas.microsoft.com/office/drawing/2014/main" id="{DC7AA073-2FFF-46E4-B485-A32F3FC9993E}"/>
              </a:ext>
            </a:extLst>
          </p:cNvPr>
          <p:cNvSpPr>
            <a:spLocks xmlns:a="http://schemas.openxmlformats.org/drawingml/2006/main" noGrp="1"/>
          </p:cNvSpPr>
          <p:nvPr/>
        </p:nvSpPr>
        <p:spPr>
          <a:xfrm xmlns:a="http://schemas.openxmlformats.org/drawingml/2006/main">
            <a:off x="819150" y="3857625"/>
            <a:ext cx="228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425" b="1">
                <a:solidFill>
                  <a:srgbClr val="166B68"/>
                </a:solidFill>
                <a:latin typeface="Yu Gothic"/>
                <a:ea typeface="Yu Gothic"/>
                <a:cs typeface="Yu Gothic"/>
              </a:defRPr>
            </a:defPPr>
            <a:lvl1pPr algn="ctr">
              <a:defRPr sz="1425" b="1">
                <a:solidFill>
                  <a:srgbClr val="166B68"/>
                </a:solidFill>
                <a:latin typeface="Yu Gothic"/>
                <a:ea typeface="Yu Gothic"/>
                <a:cs typeface="Yu Gothic"/>
              </a:defRPr>
            </a:lvl1pPr>
            <a:lvl2pPr algn="ctr">
              <a:defRPr sz="1425" b="1">
                <a:solidFill>
                  <a:srgbClr val="166B68"/>
                </a:solidFill>
                <a:latin typeface="Yu Gothic"/>
                <a:ea typeface="Yu Gothic"/>
                <a:cs typeface="Yu Gothic"/>
              </a:defRPr>
            </a:lvl2pPr>
            <a:lvl3pPr algn="ctr">
              <a:defRPr sz="1425" b="1">
                <a:solidFill>
                  <a:srgbClr val="166B68"/>
                </a:solidFill>
                <a:latin typeface="Yu Gothic"/>
                <a:ea typeface="Yu Gothic"/>
                <a:cs typeface="Yu Gothic"/>
              </a:defRPr>
            </a:lvl3pPr>
            <a:lvl4pPr algn="ctr">
              <a:defRPr sz="1425" b="1">
                <a:solidFill>
                  <a:srgbClr val="166B68"/>
                </a:solidFill>
                <a:latin typeface="Yu Gothic"/>
                <a:ea typeface="Yu Gothic"/>
                <a:cs typeface="Yu Gothic"/>
              </a:defRPr>
            </a:lvl4pPr>
            <a:lvl5pPr algn="ctr">
              <a:defRPr sz="1425" b="1">
                <a:solidFill>
                  <a:srgbClr val="166B68"/>
                </a:solidFill>
                <a:latin typeface="Yu Gothic"/>
                <a:ea typeface="Yu Gothic"/>
                <a:cs typeface="Yu Gothic"/>
              </a:defRPr>
            </a:lvl5pPr>
            <a:lvl6pPr algn="ctr">
              <a:defRPr sz="1425" b="1">
                <a:solidFill>
                  <a:srgbClr val="166B68"/>
                </a:solidFill>
                <a:latin typeface="Yu Gothic"/>
                <a:ea typeface="Yu Gothic"/>
                <a:cs typeface="Yu Gothic"/>
              </a:defRPr>
            </a:lvl6pPr>
            <a:lvl7pPr algn="ctr">
              <a:defRPr sz="1425" b="1">
                <a:solidFill>
                  <a:srgbClr val="166B68"/>
                </a:solidFill>
                <a:latin typeface="Yu Gothic"/>
                <a:ea typeface="Yu Gothic"/>
                <a:cs typeface="Yu Gothic"/>
              </a:defRPr>
            </a:lvl7pPr>
            <a:lvl8pPr algn="ctr">
              <a:defRPr sz="1425" b="1">
                <a:solidFill>
                  <a:srgbClr val="166B68"/>
                </a:solidFill>
                <a:latin typeface="Yu Gothic"/>
                <a:ea typeface="Yu Gothic"/>
                <a:cs typeface="Yu Gothic"/>
              </a:defRPr>
            </a:lvl8pPr>
            <a:lvl9pPr algn="ctr">
              <a:defRPr sz="1425" b="1">
                <a:solidFill>
                  <a:srgbClr val="166B68"/>
                </a:solidFill>
                <a:latin typeface="Yu Gothic"/>
                <a:ea typeface="Yu Gothic"/>
                <a:cs typeface="Yu Gothic"/>
              </a:defRPr>
            </a:lvl9pPr>
          </a:lstStyle>
          <a:p xmlns:a="http://schemas.openxmlformats.org/drawingml/2006/main">
            <a:pPr algn="ctr">
              <a:defRPr sz="1425" b="1">
                <a:solidFill>
                  <a:srgbClr val="166B68"/>
                </a:solidFill>
                <a:latin typeface="Yu Gothic"/>
                <a:ea typeface="Yu Gothic"/>
                <a:cs typeface="Yu Gothic"/>
              </a:defRPr>
            </a:pPr>
            <a:r>
              <a:rPr sz="1425" b="1">
                <a:solidFill>
                  <a:srgbClr val="166B68"/>
                </a:solidFill>
                <a:latin typeface="Yu Gothic"/>
                <a:ea typeface="Yu Gothic"/>
                <a:cs typeface="Yu Gothic"/>
              </a:rPr>
              <a:t>●</a:t>
            </a:r>
          </a:p>
        </p:txBody>
      </p:sp>
      <p:sp>
        <p:nvSpPr>
          <p:cNvPr id="14" name="">
            <a:extLst xmlns:a="http://schemas.openxmlformats.org/drawingml/2006/main">
              <a:ext uri="{FF2B5EF4-FFF2-40B4-BE49-F238E27FC236}">
                <a16:creationId xmlns:a16="http://schemas.microsoft.com/office/drawing/2014/main" id="{B31AB24B-AD5A-412E-A43E-18959042DBEA}"/>
              </a:ext>
            </a:extLst>
          </p:cNvPr>
          <p:cNvSpPr>
            <a:spLocks xmlns:a="http://schemas.openxmlformats.org/drawingml/2006/main" noGrp="1"/>
          </p:cNvSpPr>
          <p:nvPr/>
        </p:nvSpPr>
        <p:spPr>
          <a:xfrm xmlns:a="http://schemas.openxmlformats.org/drawingml/2006/main">
            <a:off x="1143000" y="3857625"/>
            <a:ext cx="97726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EB＝100−1＝99 m</a:t>
            </a:r>
          </a:p>
        </p:txBody>
      </p:sp>
      <p:sp>
        <p:nvSpPr>
          <p:cNvPr id="15" name="">
            <a:extLst xmlns:a="http://schemas.openxmlformats.org/drawingml/2006/main">
              <a:ext uri="{FF2B5EF4-FFF2-40B4-BE49-F238E27FC236}">
                <a16:creationId xmlns:a16="http://schemas.microsoft.com/office/drawing/2014/main" id="{67206BE5-7A02-4669-86F2-D2327D338906}"/>
              </a:ext>
            </a:extLst>
          </p:cNvPr>
          <p:cNvSpPr>
            <a:spLocks xmlns:a="http://schemas.openxmlformats.org/drawingml/2006/main" noGrp="1"/>
          </p:cNvSpPr>
          <p:nvPr/>
        </p:nvSpPr>
        <p:spPr>
          <a:xfrm xmlns:a="http://schemas.openxmlformats.org/drawingml/2006/main">
            <a:off x="781050" y="5219700"/>
            <a:ext cx="10287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625" b="1">
                <a:solidFill>
                  <a:srgbClr val="166B68"/>
                </a:solidFill>
                <a:latin typeface="Yu Gothic"/>
                <a:ea typeface="Yu Gothic"/>
                <a:cs typeface="Yu Gothic"/>
              </a:defRPr>
            </a:defPPr>
            <a:lvl1pPr algn="l">
              <a:defRPr sz="2625" b="1">
                <a:solidFill>
                  <a:srgbClr val="166B68"/>
                </a:solidFill>
                <a:latin typeface="Yu Gothic"/>
                <a:ea typeface="Yu Gothic"/>
                <a:cs typeface="Yu Gothic"/>
              </a:defRPr>
            </a:lvl1pPr>
            <a:lvl2pPr algn="l">
              <a:defRPr sz="2625" b="1">
                <a:solidFill>
                  <a:srgbClr val="166B68"/>
                </a:solidFill>
                <a:latin typeface="Yu Gothic"/>
                <a:ea typeface="Yu Gothic"/>
                <a:cs typeface="Yu Gothic"/>
              </a:defRPr>
            </a:lvl2pPr>
            <a:lvl3pPr algn="l">
              <a:defRPr sz="2625" b="1">
                <a:solidFill>
                  <a:srgbClr val="166B68"/>
                </a:solidFill>
                <a:latin typeface="Yu Gothic"/>
                <a:ea typeface="Yu Gothic"/>
                <a:cs typeface="Yu Gothic"/>
              </a:defRPr>
            </a:lvl3pPr>
            <a:lvl4pPr algn="l">
              <a:defRPr sz="2625" b="1">
                <a:solidFill>
                  <a:srgbClr val="166B68"/>
                </a:solidFill>
                <a:latin typeface="Yu Gothic"/>
                <a:ea typeface="Yu Gothic"/>
                <a:cs typeface="Yu Gothic"/>
              </a:defRPr>
            </a:lvl4pPr>
            <a:lvl5pPr algn="l">
              <a:defRPr sz="2625" b="1">
                <a:solidFill>
                  <a:srgbClr val="166B68"/>
                </a:solidFill>
                <a:latin typeface="Yu Gothic"/>
                <a:ea typeface="Yu Gothic"/>
                <a:cs typeface="Yu Gothic"/>
              </a:defRPr>
            </a:lvl5pPr>
            <a:lvl6pPr algn="l">
              <a:defRPr sz="2625" b="1">
                <a:solidFill>
                  <a:srgbClr val="166B68"/>
                </a:solidFill>
                <a:latin typeface="Yu Gothic"/>
                <a:ea typeface="Yu Gothic"/>
                <a:cs typeface="Yu Gothic"/>
              </a:defRPr>
            </a:lvl6pPr>
            <a:lvl7pPr algn="l">
              <a:defRPr sz="2625" b="1">
                <a:solidFill>
                  <a:srgbClr val="166B68"/>
                </a:solidFill>
                <a:latin typeface="Yu Gothic"/>
                <a:ea typeface="Yu Gothic"/>
                <a:cs typeface="Yu Gothic"/>
              </a:defRPr>
            </a:lvl7pPr>
            <a:lvl8pPr algn="l">
              <a:defRPr sz="2625" b="1">
                <a:solidFill>
                  <a:srgbClr val="166B68"/>
                </a:solidFill>
                <a:latin typeface="Yu Gothic"/>
                <a:ea typeface="Yu Gothic"/>
                <a:cs typeface="Yu Gothic"/>
              </a:defRPr>
            </a:lvl8pPr>
            <a:lvl9pPr algn="l">
              <a:defRPr sz="2625" b="1">
                <a:solidFill>
                  <a:srgbClr val="166B68"/>
                </a:solidFill>
                <a:latin typeface="Yu Gothic"/>
                <a:ea typeface="Yu Gothic"/>
                <a:cs typeface="Yu Gothic"/>
              </a:defRPr>
            </a:lvl9pPr>
          </a:lstStyle>
          <a:p xmlns:a="http://schemas.openxmlformats.org/drawingml/2006/main">
            <a:pPr algn="l">
              <a:defRPr sz="2625" b="1">
                <a:solidFill>
                  <a:srgbClr val="166B68"/>
                </a:solidFill>
                <a:latin typeface="Yu Gothic"/>
                <a:ea typeface="Yu Gothic"/>
                <a:cs typeface="Yu Gothic"/>
              </a:defRPr>
            </a:pPr>
            <a:r>
              <a:rPr sz="2625" b="1">
                <a:solidFill>
                  <a:srgbClr val="166B68"/>
                </a:solidFill>
                <a:latin typeface="Yu Gothic"/>
                <a:ea typeface="Yu Gothic"/>
                <a:cs typeface="Yu Gothic"/>
              </a:rPr>
              <a:t>角とA距離は増え、B距離は減る</a:t>
            </a:r>
          </a:p>
        </p:txBody>
      </p:sp>
    </p:spTree>
    <p:extLst>
      <p:ext uri="{BB962C8B-B14F-4D97-AF65-F5344CB8AC3E}">
        <p14:creationId xmlns:p14="http://schemas.microsoft.com/office/powerpoint/2010/main" val="157259512"/>
      </p:ext>
    </p:extLst>
  </p:cSld>
</p:sld>
</file>

<file path=ppt/slides/slide5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4EF7239F-F654-4B6B-A110-45C565243A3B}"/>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5D611DE1-1838-4C87-88E2-7CEF40B226A1}"/>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復習用解答</a:t>
            </a:r>
          </a:p>
        </p:txBody>
      </p:sp>
      <p:sp>
        <p:nvSpPr>
          <p:cNvPr id="3" name="">
            <a:extLst xmlns:a="http://schemas.openxmlformats.org/drawingml/2006/main">
              <a:ext uri="{FF2B5EF4-FFF2-40B4-BE49-F238E27FC236}">
                <a16:creationId xmlns:a16="http://schemas.microsoft.com/office/drawing/2014/main" id="{B4EE3C83-1634-406B-8607-E6A6EE85280B}"/>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演習2解答：Oへ戻す三つの補正</a:t>
            </a:r>
          </a:p>
        </p:txBody>
      </p:sp>
      <p:sp>
        <p:nvSpPr>
          <p:cNvPr id="4" name="">
            <a:extLst xmlns:a="http://schemas.openxmlformats.org/drawingml/2006/main">
              <a:ext uri="{FF2B5EF4-FFF2-40B4-BE49-F238E27FC236}">
                <a16:creationId xmlns:a16="http://schemas.microsoft.com/office/drawing/2014/main" id="{1B8D4469-8FF1-48EB-BE98-9BDAFEFA76C6}"/>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61227BB9-F10F-4C82-8EBB-B5420F478EF5}"/>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59</a:t>
            </a:r>
          </a:p>
        </p:txBody>
      </p:sp>
      <p:sp>
        <p:nvSpPr>
          <p:cNvPr id="6" name="">
            <a:extLst xmlns:a="http://schemas.openxmlformats.org/drawingml/2006/main">
              <a:ext uri="{FF2B5EF4-FFF2-40B4-BE49-F238E27FC236}">
                <a16:creationId xmlns:a16="http://schemas.microsoft.com/office/drawing/2014/main" id="{B93AD248-22F5-4012-9F78-D0E035414720}"/>
              </a:ext>
            </a:extLst>
          </p:cNvPr>
          <p:cNvSpPr>
            <a:spLocks xmlns:a="http://schemas.openxmlformats.org/drawingml/2006/main" noGrp="1"/>
          </p:cNvSpPr>
          <p:nvPr/>
        </p:nvSpPr>
        <p:spPr>
          <a:xfrm xmlns:a="http://schemas.openxmlformats.org/drawingml/2006/main">
            <a:off x="723900" y="1571625"/>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1">
                <a:solidFill>
                  <a:srgbClr val="52616A"/>
                </a:solidFill>
                <a:latin typeface="Yu Gothic"/>
                <a:ea typeface="Yu Gothic"/>
                <a:cs typeface="Yu Gothic"/>
              </a:defRPr>
            </a:defPPr>
            <a:lvl1pPr algn="l">
              <a:defRPr sz="2250" b="1">
                <a:solidFill>
                  <a:srgbClr val="52616A"/>
                </a:solidFill>
                <a:latin typeface="Yu Gothic"/>
                <a:ea typeface="Yu Gothic"/>
                <a:cs typeface="Yu Gothic"/>
              </a:defRPr>
            </a:lvl1pPr>
            <a:lvl2pPr algn="l">
              <a:defRPr sz="2250" b="1">
                <a:solidFill>
                  <a:srgbClr val="52616A"/>
                </a:solidFill>
                <a:latin typeface="Yu Gothic"/>
                <a:ea typeface="Yu Gothic"/>
                <a:cs typeface="Yu Gothic"/>
              </a:defRPr>
            </a:lvl2pPr>
            <a:lvl3pPr algn="l">
              <a:defRPr sz="2250" b="1">
                <a:solidFill>
                  <a:srgbClr val="52616A"/>
                </a:solidFill>
                <a:latin typeface="Yu Gothic"/>
                <a:ea typeface="Yu Gothic"/>
                <a:cs typeface="Yu Gothic"/>
              </a:defRPr>
            </a:lvl3pPr>
            <a:lvl4pPr algn="l">
              <a:defRPr sz="2250" b="1">
                <a:solidFill>
                  <a:srgbClr val="52616A"/>
                </a:solidFill>
                <a:latin typeface="Yu Gothic"/>
                <a:ea typeface="Yu Gothic"/>
                <a:cs typeface="Yu Gothic"/>
              </a:defRPr>
            </a:lvl4pPr>
            <a:lvl5pPr algn="l">
              <a:defRPr sz="2250" b="1">
                <a:solidFill>
                  <a:srgbClr val="52616A"/>
                </a:solidFill>
                <a:latin typeface="Yu Gothic"/>
                <a:ea typeface="Yu Gothic"/>
                <a:cs typeface="Yu Gothic"/>
              </a:defRPr>
            </a:lvl5pPr>
            <a:lvl6pPr algn="l">
              <a:defRPr sz="2250" b="1">
                <a:solidFill>
                  <a:srgbClr val="52616A"/>
                </a:solidFill>
                <a:latin typeface="Yu Gothic"/>
                <a:ea typeface="Yu Gothic"/>
                <a:cs typeface="Yu Gothic"/>
              </a:defRPr>
            </a:lvl6pPr>
            <a:lvl7pPr algn="l">
              <a:defRPr sz="2250" b="1">
                <a:solidFill>
                  <a:srgbClr val="52616A"/>
                </a:solidFill>
                <a:latin typeface="Yu Gothic"/>
                <a:ea typeface="Yu Gothic"/>
                <a:cs typeface="Yu Gothic"/>
              </a:defRPr>
            </a:lvl7pPr>
            <a:lvl8pPr algn="l">
              <a:defRPr sz="2250" b="1">
                <a:solidFill>
                  <a:srgbClr val="52616A"/>
                </a:solidFill>
                <a:latin typeface="Yu Gothic"/>
                <a:ea typeface="Yu Gothic"/>
                <a:cs typeface="Yu Gothic"/>
              </a:defRPr>
            </a:lvl8pPr>
            <a:lvl9pPr algn="l">
              <a:defRPr sz="2250" b="1">
                <a:solidFill>
                  <a:srgbClr val="52616A"/>
                </a:solidFill>
                <a:latin typeface="Yu Gothic"/>
                <a:ea typeface="Yu Gothic"/>
                <a:cs typeface="Yu Gothic"/>
              </a:defRPr>
            </a:lvl9pPr>
          </a:lstStyle>
          <a:p xmlns:a="http://schemas.openxmlformats.org/drawingml/2006/main">
            <a:pPr algn="l">
              <a:defRPr sz="2250" b="1">
                <a:solidFill>
                  <a:srgbClr val="52616A"/>
                </a:solidFill>
                <a:latin typeface="Yu Gothic"/>
                <a:ea typeface="Yu Gothic"/>
                <a:cs typeface="Yu Gothic"/>
              </a:defRPr>
            </a:pPr>
            <a:r>
              <a:rPr sz="2250" b="1">
                <a:solidFill>
                  <a:srgbClr val="52616A"/>
                </a:solidFill>
                <a:latin typeface="Yu Gothic"/>
                <a:ea typeface="Yu Gothic"/>
                <a:cs typeface="Yu Gothic"/>
              </a:rPr>
              <a:t>補正＝中心Oの値−偏心Eの観測値</a:t>
            </a:r>
          </a:p>
        </p:txBody>
      </p:sp>
      <p:graphicFrame>
        <p:nvGraphicFramePr>
          <p:cNvPr id="7" name="">
            <a:extLst xmlns:a="http://schemas.openxmlformats.org/drawingml/2006/main">
              <a:ext uri="{FF2B5EF4-FFF2-40B4-BE49-F238E27FC236}">
                <a16:creationId xmlns:a16="http://schemas.microsoft.com/office/drawing/2014/main" id="{C5B6D594-79BE-48EE-8B69-4F8056D463DA}"/>
              </a:ext>
            </a:extLst>
          </p:cNvPr>
          <p:cNvGraphicFramePr/>
          <p:nvPr/>
        </p:nvGraphicFramePr>
        <p:xfrm>
          <a:off xmlns:a="http://schemas.openxmlformats.org/drawingml/2006/main" x="723900" y="2381250"/>
          <a:ext xmlns:a="http://schemas.openxmlformats.org/drawingml/2006/main" cx="10744200" cy="2762250"/>
        </p:xfrm>
        <a:graphic xmlns:a="http://schemas.openxmlformats.org/drawingml/2006/main">
          <a:graphicData uri="http://schemas.openxmlformats.org/drawingml/2006/table">
            <a:tbl>
              <a:tblPr/>
              <a:tblGrid>
                <a:gridCol w="2041398"/>
                <a:gridCol w="2041398"/>
                <a:gridCol w="3330702"/>
                <a:gridCol w="3330702"/>
              </a:tblGrid>
              <a:tr h="690563">
                <a:tc>
                  <a:txBody>
                    <a:bodyPr wrap="square" lIns="57150" tIns="57150" rIns="57150" bIns="57150">
                      <a:noAutofit/>
                    </a:bodyPr>
                    <a:lstStyle/>
                    <a:p>
                      <a:pPr algn="ctr"/>
                      <a:r>
                        <a:rPr sz="1950" b="1">
                          <a:solidFill>
                            <a:srgbClr val="FFFFFF"/>
                          </a:solidFill>
                          <a:latin typeface="Yu Gothic"/>
                          <a:ea typeface="Yu Gothic"/>
                          <a:cs typeface="Yu Gothic"/>
                        </a:rPr>
                        <a:t>量</a:t>
                      </a:r>
                    </a:p>
                  </a:txBody>
                  <a:tcPr marL="91440" marR="91440" marT="45720" marB="45720" anchor="ctr">
                    <a:solidFill>
                      <a:srgbClr val="166B68"/>
                    </a:solidFill>
                  </a:tcPr>
                </a:tc>
                <a:tc>
                  <a:txBody>
                    <a:bodyPr wrap="square" lIns="57150" tIns="57150" rIns="57150" bIns="57150">
                      <a:noAutofit/>
                    </a:bodyPr>
                    <a:lstStyle/>
                    <a:p>
                      <a:pPr algn="ctr"/>
                      <a:r>
                        <a:rPr sz="1950" b="1">
                          <a:solidFill>
                            <a:srgbClr val="FFFFFF"/>
                          </a:solidFill>
                          <a:latin typeface="Yu Gothic"/>
                          <a:ea typeface="Yu Gothic"/>
                          <a:cs typeface="Yu Gothic"/>
                        </a:rPr>
                        <a:t>O中心</a:t>
                      </a:r>
                    </a:p>
                  </a:txBody>
                  <a:tcPr marL="91440" marR="91440" marT="45720" marB="45720" anchor="ctr">
                    <a:solidFill>
                      <a:srgbClr val="166B68"/>
                    </a:solidFill>
                  </a:tcPr>
                </a:tc>
                <a:tc>
                  <a:txBody>
                    <a:bodyPr wrap="square" lIns="57150" tIns="57150" rIns="57150" bIns="57150">
                      <a:noAutofit/>
                    </a:bodyPr>
                    <a:lstStyle/>
                    <a:p>
                      <a:pPr algn="ctr"/>
                      <a:r>
                        <a:rPr sz="1950" b="1">
                          <a:solidFill>
                            <a:srgbClr val="FFFFFF"/>
                          </a:solidFill>
                          <a:latin typeface="Yu Gothic"/>
                          <a:ea typeface="Yu Gothic"/>
                          <a:cs typeface="Yu Gothic"/>
                        </a:rPr>
                        <a:t>E観測</a:t>
                      </a:r>
                    </a:p>
                  </a:txBody>
                  <a:tcPr marL="91440" marR="91440" marT="45720" marB="45720" anchor="ctr">
                    <a:solidFill>
                      <a:srgbClr val="166B68"/>
                    </a:solidFill>
                  </a:tcPr>
                </a:tc>
                <a:tc>
                  <a:txBody>
                    <a:bodyPr wrap="square" lIns="57150" tIns="57150" rIns="57150" bIns="57150">
                      <a:noAutofit/>
                    </a:bodyPr>
                    <a:lstStyle/>
                    <a:p>
                      <a:pPr algn="ctr"/>
                      <a:r>
                        <a:rPr sz="1950" b="1">
                          <a:solidFill>
                            <a:srgbClr val="FFFFFF"/>
                          </a:solidFill>
                          <a:latin typeface="Yu Gothic"/>
                          <a:ea typeface="Yu Gothic"/>
                          <a:cs typeface="Yu Gothic"/>
                        </a:rPr>
                        <a:t>補正 O−E</a:t>
                      </a:r>
                    </a:p>
                  </a:txBody>
                  <a:tcPr marL="91440" marR="91440" marT="45720" marB="45720" anchor="ctr">
                    <a:solidFill>
                      <a:srgbClr val="166B68"/>
                    </a:solidFill>
                  </a:tcPr>
                </a:tc>
              </a:tr>
              <a:tr h="690563">
                <a:tc>
                  <a:txBody>
                    <a:bodyPr wrap="square" lIns="57150" tIns="57150" rIns="57150" bIns="57150">
                      <a:noAutofit/>
                    </a:bodyPr>
                    <a:lstStyle/>
                    <a:p>
                      <a:pPr algn="ctr"/>
                      <a:r>
                        <a:rPr sz="1950" b="0">
                          <a:solidFill>
                            <a:srgbClr val="182B33"/>
                          </a:solidFill>
                          <a:latin typeface="Yu Gothic"/>
                          <a:ea typeface="Yu Gothic"/>
                          <a:cs typeface="Yu Gothic"/>
                        </a:rPr>
                        <a:t>A→B角</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90°</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90.572939°</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−0.572939°</a:t>
                      </a:r>
                    </a:p>
                  </a:txBody>
                  <a:tcPr marL="91440" marR="91440" marT="45720" marB="45720" anchor="ctr"/>
                </a:tc>
              </a:tr>
              <a:tr h="690563">
                <a:tc>
                  <a:txBody>
                    <a:bodyPr wrap="square" lIns="57150" tIns="57150" rIns="57150" bIns="57150">
                      <a:noAutofit/>
                    </a:bodyPr>
                    <a:lstStyle/>
                    <a:p>
                      <a:pPr algn="ctr"/>
                      <a:r>
                        <a:rPr sz="1950" b="0">
                          <a:solidFill>
                            <a:srgbClr val="182B33"/>
                          </a:solidFill>
                          <a:latin typeface="Yu Gothic"/>
                          <a:ea typeface="Yu Gothic"/>
                          <a:cs typeface="Yu Gothic"/>
                        </a:rPr>
                        <a:t>A距離</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100 m</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100.0050 m</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−0.0050 m</a:t>
                      </a:r>
                    </a:p>
                  </a:txBody>
                  <a:tcPr marL="91440" marR="91440" marT="45720" marB="45720" anchor="ctr"/>
                </a:tc>
              </a:tr>
              <a:tr h="690563">
                <a:tc>
                  <a:txBody>
                    <a:bodyPr wrap="square" lIns="57150" tIns="57150" rIns="57150" bIns="57150">
                      <a:noAutofit/>
                    </a:bodyPr>
                    <a:lstStyle/>
                    <a:p>
                      <a:pPr algn="ctr"/>
                      <a:r>
                        <a:rPr sz="1950" b="0">
                          <a:solidFill>
                            <a:srgbClr val="182B33"/>
                          </a:solidFill>
                          <a:latin typeface="Yu Gothic"/>
                          <a:ea typeface="Yu Gothic"/>
                          <a:cs typeface="Yu Gothic"/>
                        </a:rPr>
                        <a:t>B距離</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100 m</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99 m</a:t>
                      </a:r>
                    </a:p>
                  </a:txBody>
                  <a:tcPr marL="91440" marR="91440" marT="45720" marB="45720" anchor="ctr"/>
                </a:tc>
                <a:tc>
                  <a:txBody>
                    <a:bodyPr wrap="square" lIns="57150" tIns="57150" rIns="57150" bIns="57150">
                      <a:noAutofit/>
                    </a:bodyPr>
                    <a:lstStyle/>
                    <a:p>
                      <a:pPr algn="ctr"/>
                      <a:r>
                        <a:rPr sz="1950" b="0">
                          <a:solidFill>
                            <a:srgbClr val="182B33"/>
                          </a:solidFill>
                          <a:latin typeface="Yu Gothic"/>
                          <a:ea typeface="Yu Gothic"/>
                          <a:cs typeface="Yu Gothic"/>
                        </a:rPr>
                        <a:t>＋1.0000 m</a:t>
                      </a:r>
                    </a:p>
                  </a:txBody>
                  <a:tcPr marL="91440" marR="91440" marT="45720" marB="45720" anchor="ctr"/>
                </a:tc>
              </a:tr>
            </a:tbl>
          </a:graphicData>
        </a:graphic>
      </p:graphicFrame>
      <p:sp>
        <p:nvSpPr>
          <p:cNvPr id="8" name="">
            <a:extLst xmlns:a="http://schemas.openxmlformats.org/drawingml/2006/main">
              <a:ext uri="{FF2B5EF4-FFF2-40B4-BE49-F238E27FC236}">
                <a16:creationId xmlns:a16="http://schemas.microsoft.com/office/drawing/2014/main" id="{478530D8-245E-4EFF-9888-9D077BAFDC7A}"/>
              </a:ext>
            </a:extLst>
          </p:cNvPr>
          <p:cNvSpPr>
            <a:spLocks xmlns:a="http://schemas.openxmlformats.org/drawingml/2006/main" noGrp="1"/>
          </p:cNvSpPr>
          <p:nvPr/>
        </p:nvSpPr>
        <p:spPr>
          <a:xfrm xmlns:a="http://schemas.openxmlformats.org/drawingml/2006/main">
            <a:off x="762000" y="5619750"/>
            <a:ext cx="228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200" b="1">
                <a:solidFill>
                  <a:srgbClr val="166B68"/>
                </a:solidFill>
                <a:latin typeface="Yu Gothic"/>
                <a:ea typeface="Yu Gothic"/>
                <a:cs typeface="Yu Gothic"/>
              </a:defRPr>
            </a:defPPr>
            <a:lvl1pPr algn="ctr">
              <a:defRPr sz="1200" b="1">
                <a:solidFill>
                  <a:srgbClr val="166B68"/>
                </a:solidFill>
                <a:latin typeface="Yu Gothic"/>
                <a:ea typeface="Yu Gothic"/>
                <a:cs typeface="Yu Gothic"/>
              </a:defRPr>
            </a:lvl1pPr>
            <a:lvl2pPr algn="ctr">
              <a:defRPr sz="1200" b="1">
                <a:solidFill>
                  <a:srgbClr val="166B68"/>
                </a:solidFill>
                <a:latin typeface="Yu Gothic"/>
                <a:ea typeface="Yu Gothic"/>
                <a:cs typeface="Yu Gothic"/>
              </a:defRPr>
            </a:lvl2pPr>
            <a:lvl3pPr algn="ctr">
              <a:defRPr sz="1200" b="1">
                <a:solidFill>
                  <a:srgbClr val="166B68"/>
                </a:solidFill>
                <a:latin typeface="Yu Gothic"/>
                <a:ea typeface="Yu Gothic"/>
                <a:cs typeface="Yu Gothic"/>
              </a:defRPr>
            </a:lvl3pPr>
            <a:lvl4pPr algn="ctr">
              <a:defRPr sz="1200" b="1">
                <a:solidFill>
                  <a:srgbClr val="166B68"/>
                </a:solidFill>
                <a:latin typeface="Yu Gothic"/>
                <a:ea typeface="Yu Gothic"/>
                <a:cs typeface="Yu Gothic"/>
              </a:defRPr>
            </a:lvl4pPr>
            <a:lvl5pPr algn="ctr">
              <a:defRPr sz="1200" b="1">
                <a:solidFill>
                  <a:srgbClr val="166B68"/>
                </a:solidFill>
                <a:latin typeface="Yu Gothic"/>
                <a:ea typeface="Yu Gothic"/>
                <a:cs typeface="Yu Gothic"/>
              </a:defRPr>
            </a:lvl5pPr>
            <a:lvl6pPr algn="ctr">
              <a:defRPr sz="1200" b="1">
                <a:solidFill>
                  <a:srgbClr val="166B68"/>
                </a:solidFill>
                <a:latin typeface="Yu Gothic"/>
                <a:ea typeface="Yu Gothic"/>
                <a:cs typeface="Yu Gothic"/>
              </a:defRPr>
            </a:lvl6pPr>
            <a:lvl7pPr algn="ctr">
              <a:defRPr sz="1200" b="1">
                <a:solidFill>
                  <a:srgbClr val="166B68"/>
                </a:solidFill>
                <a:latin typeface="Yu Gothic"/>
                <a:ea typeface="Yu Gothic"/>
                <a:cs typeface="Yu Gothic"/>
              </a:defRPr>
            </a:lvl7pPr>
            <a:lvl8pPr algn="ctr">
              <a:defRPr sz="1200" b="1">
                <a:solidFill>
                  <a:srgbClr val="166B68"/>
                </a:solidFill>
                <a:latin typeface="Yu Gothic"/>
                <a:ea typeface="Yu Gothic"/>
                <a:cs typeface="Yu Gothic"/>
              </a:defRPr>
            </a:lvl8pPr>
            <a:lvl9pPr algn="ctr">
              <a:defRPr sz="1200" b="1">
                <a:solidFill>
                  <a:srgbClr val="166B68"/>
                </a:solidFill>
                <a:latin typeface="Yu Gothic"/>
                <a:ea typeface="Yu Gothic"/>
                <a:cs typeface="Yu Gothic"/>
              </a:defRPr>
            </a:lvl9pPr>
          </a:lstStyle>
          <a:p xmlns:a="http://schemas.openxmlformats.org/drawingml/2006/main">
            <a:pPr algn="ctr">
              <a:defRPr sz="1200" b="1">
                <a:solidFill>
                  <a:srgbClr val="166B68"/>
                </a:solidFill>
                <a:latin typeface="Yu Gothic"/>
                <a:ea typeface="Yu Gothic"/>
                <a:cs typeface="Yu Gothic"/>
              </a:defRPr>
            </a:pPr>
            <a:r>
              <a:rPr sz="1200" b="1">
                <a:solidFill>
                  <a:srgbClr val="166B68"/>
                </a:solidFill>
                <a:latin typeface="Yu Gothic"/>
                <a:ea typeface="Yu Gothic"/>
                <a:cs typeface="Yu Gothic"/>
              </a:rPr>
              <a:t>●</a:t>
            </a:r>
          </a:p>
        </p:txBody>
      </p:sp>
      <p:sp>
        <p:nvSpPr>
          <p:cNvPr id="9" name="">
            <a:extLst xmlns:a="http://schemas.openxmlformats.org/drawingml/2006/main">
              <a:ext uri="{FF2B5EF4-FFF2-40B4-BE49-F238E27FC236}">
                <a16:creationId xmlns:a16="http://schemas.microsoft.com/office/drawing/2014/main" id="{62CD665F-F8D6-4F46-BF5C-C2CFDD0531AD}"/>
              </a:ext>
            </a:extLst>
          </p:cNvPr>
          <p:cNvSpPr>
            <a:spLocks xmlns:a="http://schemas.openxmlformats.org/drawingml/2006/main" noGrp="1"/>
          </p:cNvSpPr>
          <p:nvPr/>
        </p:nvSpPr>
        <p:spPr>
          <a:xfrm xmlns:a="http://schemas.openxmlformats.org/drawingml/2006/main">
            <a:off x="1085850" y="5619750"/>
            <a:ext cx="10058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025" b="0">
                <a:solidFill>
                  <a:srgbClr val="182B33"/>
                </a:solidFill>
                <a:latin typeface="Yu Gothic"/>
                <a:ea typeface="Yu Gothic"/>
                <a:cs typeface="Yu Gothic"/>
              </a:defRPr>
            </a:defPPr>
            <a:lvl1pPr algn="l">
              <a:defRPr sz="2025" b="0">
                <a:solidFill>
                  <a:srgbClr val="182B33"/>
                </a:solidFill>
                <a:latin typeface="Yu Gothic"/>
                <a:ea typeface="Yu Gothic"/>
                <a:cs typeface="Yu Gothic"/>
              </a:defRPr>
            </a:lvl1pPr>
            <a:lvl2pPr algn="l">
              <a:defRPr sz="2025" b="0">
                <a:solidFill>
                  <a:srgbClr val="182B33"/>
                </a:solidFill>
                <a:latin typeface="Yu Gothic"/>
                <a:ea typeface="Yu Gothic"/>
                <a:cs typeface="Yu Gothic"/>
              </a:defRPr>
            </a:lvl2pPr>
            <a:lvl3pPr algn="l">
              <a:defRPr sz="2025" b="0">
                <a:solidFill>
                  <a:srgbClr val="182B33"/>
                </a:solidFill>
                <a:latin typeface="Yu Gothic"/>
                <a:ea typeface="Yu Gothic"/>
                <a:cs typeface="Yu Gothic"/>
              </a:defRPr>
            </a:lvl3pPr>
            <a:lvl4pPr algn="l">
              <a:defRPr sz="2025" b="0">
                <a:solidFill>
                  <a:srgbClr val="182B33"/>
                </a:solidFill>
                <a:latin typeface="Yu Gothic"/>
                <a:ea typeface="Yu Gothic"/>
                <a:cs typeface="Yu Gothic"/>
              </a:defRPr>
            </a:lvl4pPr>
            <a:lvl5pPr algn="l">
              <a:defRPr sz="2025" b="0">
                <a:solidFill>
                  <a:srgbClr val="182B33"/>
                </a:solidFill>
                <a:latin typeface="Yu Gothic"/>
                <a:ea typeface="Yu Gothic"/>
                <a:cs typeface="Yu Gothic"/>
              </a:defRPr>
            </a:lvl5pPr>
            <a:lvl6pPr algn="l">
              <a:defRPr sz="2025" b="0">
                <a:solidFill>
                  <a:srgbClr val="182B33"/>
                </a:solidFill>
                <a:latin typeface="Yu Gothic"/>
                <a:ea typeface="Yu Gothic"/>
                <a:cs typeface="Yu Gothic"/>
              </a:defRPr>
            </a:lvl6pPr>
            <a:lvl7pPr algn="l">
              <a:defRPr sz="2025" b="0">
                <a:solidFill>
                  <a:srgbClr val="182B33"/>
                </a:solidFill>
                <a:latin typeface="Yu Gothic"/>
                <a:ea typeface="Yu Gothic"/>
                <a:cs typeface="Yu Gothic"/>
              </a:defRPr>
            </a:lvl7pPr>
            <a:lvl8pPr algn="l">
              <a:defRPr sz="2025" b="0">
                <a:solidFill>
                  <a:srgbClr val="182B33"/>
                </a:solidFill>
                <a:latin typeface="Yu Gothic"/>
                <a:ea typeface="Yu Gothic"/>
                <a:cs typeface="Yu Gothic"/>
              </a:defRPr>
            </a:lvl8pPr>
            <a:lvl9pPr algn="l">
              <a:defRPr sz="2025" b="0">
                <a:solidFill>
                  <a:srgbClr val="182B33"/>
                </a:solidFill>
                <a:latin typeface="Yu Gothic"/>
                <a:ea typeface="Yu Gothic"/>
                <a:cs typeface="Yu Gothic"/>
              </a:defRPr>
            </a:lvl9pPr>
          </a:lstStyle>
          <a:p xmlns:a="http://schemas.openxmlformats.org/drawingml/2006/main">
            <a:pPr algn="l">
              <a:defRPr sz="2025" b="0">
                <a:solidFill>
                  <a:srgbClr val="182B33"/>
                </a:solidFill>
                <a:latin typeface="Yu Gothic"/>
                <a:ea typeface="Yu Gothic"/>
                <a:cs typeface="Yu Gothic"/>
              </a:defRPr>
            </a:pPr>
            <a:r>
              <a:rPr sz="2025" b="0">
                <a:solidFill>
                  <a:srgbClr val="182B33"/>
                </a:solidFill>
                <a:latin typeface="Yu Gothic"/>
                <a:ea typeface="Yu Gothic"/>
                <a:cs typeface="Yu Gothic"/>
              </a:rPr>
              <a:t>角−、A距離−、B距離＋</a:t>
            </a:r>
          </a:p>
        </p:txBody>
      </p:sp>
      <p:sp>
        <p:nvSpPr>
          <p:cNvPr id="10" name="">
            <a:extLst xmlns:a="http://schemas.openxmlformats.org/drawingml/2006/main">
              <a:ext uri="{FF2B5EF4-FFF2-40B4-BE49-F238E27FC236}">
                <a16:creationId xmlns:a16="http://schemas.microsoft.com/office/drawing/2014/main" id="{486B6473-4DE2-4678-AA07-9FD5F9CFCA8A}"/>
              </a:ext>
            </a:extLst>
          </p:cNvPr>
          <p:cNvSpPr>
            <a:spLocks xmlns:a="http://schemas.openxmlformats.org/drawingml/2006/main" noGrp="1"/>
          </p:cNvSpPr>
          <p:nvPr/>
        </p:nvSpPr>
        <p:spPr>
          <a:xfrm xmlns:a="http://schemas.openxmlformats.org/drawingml/2006/main">
            <a:off x="762000" y="6038850"/>
            <a:ext cx="228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200" b="1">
                <a:solidFill>
                  <a:srgbClr val="166B68"/>
                </a:solidFill>
                <a:latin typeface="Yu Gothic"/>
                <a:ea typeface="Yu Gothic"/>
                <a:cs typeface="Yu Gothic"/>
              </a:defRPr>
            </a:defPPr>
            <a:lvl1pPr algn="ctr">
              <a:defRPr sz="1200" b="1">
                <a:solidFill>
                  <a:srgbClr val="166B68"/>
                </a:solidFill>
                <a:latin typeface="Yu Gothic"/>
                <a:ea typeface="Yu Gothic"/>
                <a:cs typeface="Yu Gothic"/>
              </a:defRPr>
            </a:lvl1pPr>
            <a:lvl2pPr algn="ctr">
              <a:defRPr sz="1200" b="1">
                <a:solidFill>
                  <a:srgbClr val="166B68"/>
                </a:solidFill>
                <a:latin typeface="Yu Gothic"/>
                <a:ea typeface="Yu Gothic"/>
                <a:cs typeface="Yu Gothic"/>
              </a:defRPr>
            </a:lvl2pPr>
            <a:lvl3pPr algn="ctr">
              <a:defRPr sz="1200" b="1">
                <a:solidFill>
                  <a:srgbClr val="166B68"/>
                </a:solidFill>
                <a:latin typeface="Yu Gothic"/>
                <a:ea typeface="Yu Gothic"/>
                <a:cs typeface="Yu Gothic"/>
              </a:defRPr>
            </a:lvl3pPr>
            <a:lvl4pPr algn="ctr">
              <a:defRPr sz="1200" b="1">
                <a:solidFill>
                  <a:srgbClr val="166B68"/>
                </a:solidFill>
                <a:latin typeface="Yu Gothic"/>
                <a:ea typeface="Yu Gothic"/>
                <a:cs typeface="Yu Gothic"/>
              </a:defRPr>
            </a:lvl4pPr>
            <a:lvl5pPr algn="ctr">
              <a:defRPr sz="1200" b="1">
                <a:solidFill>
                  <a:srgbClr val="166B68"/>
                </a:solidFill>
                <a:latin typeface="Yu Gothic"/>
                <a:ea typeface="Yu Gothic"/>
                <a:cs typeface="Yu Gothic"/>
              </a:defRPr>
            </a:lvl5pPr>
            <a:lvl6pPr algn="ctr">
              <a:defRPr sz="1200" b="1">
                <a:solidFill>
                  <a:srgbClr val="166B68"/>
                </a:solidFill>
                <a:latin typeface="Yu Gothic"/>
                <a:ea typeface="Yu Gothic"/>
                <a:cs typeface="Yu Gothic"/>
              </a:defRPr>
            </a:lvl6pPr>
            <a:lvl7pPr algn="ctr">
              <a:defRPr sz="1200" b="1">
                <a:solidFill>
                  <a:srgbClr val="166B68"/>
                </a:solidFill>
                <a:latin typeface="Yu Gothic"/>
                <a:ea typeface="Yu Gothic"/>
                <a:cs typeface="Yu Gothic"/>
              </a:defRPr>
            </a:lvl7pPr>
            <a:lvl8pPr algn="ctr">
              <a:defRPr sz="1200" b="1">
                <a:solidFill>
                  <a:srgbClr val="166B68"/>
                </a:solidFill>
                <a:latin typeface="Yu Gothic"/>
                <a:ea typeface="Yu Gothic"/>
                <a:cs typeface="Yu Gothic"/>
              </a:defRPr>
            </a:lvl8pPr>
            <a:lvl9pPr algn="ctr">
              <a:defRPr sz="1200" b="1">
                <a:solidFill>
                  <a:srgbClr val="166B68"/>
                </a:solidFill>
                <a:latin typeface="Yu Gothic"/>
                <a:ea typeface="Yu Gothic"/>
                <a:cs typeface="Yu Gothic"/>
              </a:defRPr>
            </a:lvl9pPr>
          </a:lstStyle>
          <a:p xmlns:a="http://schemas.openxmlformats.org/drawingml/2006/main">
            <a:pPr algn="ctr">
              <a:defRPr sz="1200" b="1">
                <a:solidFill>
                  <a:srgbClr val="166B68"/>
                </a:solidFill>
                <a:latin typeface="Yu Gothic"/>
                <a:ea typeface="Yu Gothic"/>
                <a:cs typeface="Yu Gothic"/>
              </a:defRPr>
            </a:pPr>
            <a:r>
              <a:rPr sz="1200" b="1">
                <a:solidFill>
                  <a:srgbClr val="166B68"/>
                </a:solidFill>
                <a:latin typeface="Yu Gothic"/>
                <a:ea typeface="Yu Gothic"/>
                <a:cs typeface="Yu Gothic"/>
              </a:rPr>
              <a:t>●</a:t>
            </a:r>
          </a:p>
        </p:txBody>
      </p:sp>
      <p:sp>
        <p:nvSpPr>
          <p:cNvPr id="11" name="">
            <a:extLst xmlns:a="http://schemas.openxmlformats.org/drawingml/2006/main">
              <a:ext uri="{FF2B5EF4-FFF2-40B4-BE49-F238E27FC236}">
                <a16:creationId xmlns:a16="http://schemas.microsoft.com/office/drawing/2014/main" id="{51AC16AD-7717-4967-AB88-550DAB876005}"/>
              </a:ext>
            </a:extLst>
          </p:cNvPr>
          <p:cNvSpPr>
            <a:spLocks xmlns:a="http://schemas.openxmlformats.org/drawingml/2006/main" noGrp="1"/>
          </p:cNvSpPr>
          <p:nvPr/>
        </p:nvSpPr>
        <p:spPr>
          <a:xfrm xmlns:a="http://schemas.openxmlformats.org/drawingml/2006/main">
            <a:off x="1085850" y="6038850"/>
            <a:ext cx="10058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025" b="0">
                <a:solidFill>
                  <a:srgbClr val="182B33"/>
                </a:solidFill>
                <a:latin typeface="Yu Gothic"/>
                <a:ea typeface="Yu Gothic"/>
                <a:cs typeface="Yu Gothic"/>
              </a:defRPr>
            </a:defPPr>
            <a:lvl1pPr algn="l">
              <a:defRPr sz="2025" b="0">
                <a:solidFill>
                  <a:srgbClr val="182B33"/>
                </a:solidFill>
                <a:latin typeface="Yu Gothic"/>
                <a:ea typeface="Yu Gothic"/>
                <a:cs typeface="Yu Gothic"/>
              </a:defRPr>
            </a:lvl1pPr>
            <a:lvl2pPr algn="l">
              <a:defRPr sz="2025" b="0">
                <a:solidFill>
                  <a:srgbClr val="182B33"/>
                </a:solidFill>
                <a:latin typeface="Yu Gothic"/>
                <a:ea typeface="Yu Gothic"/>
                <a:cs typeface="Yu Gothic"/>
              </a:defRPr>
            </a:lvl2pPr>
            <a:lvl3pPr algn="l">
              <a:defRPr sz="2025" b="0">
                <a:solidFill>
                  <a:srgbClr val="182B33"/>
                </a:solidFill>
                <a:latin typeface="Yu Gothic"/>
                <a:ea typeface="Yu Gothic"/>
                <a:cs typeface="Yu Gothic"/>
              </a:defRPr>
            </a:lvl3pPr>
            <a:lvl4pPr algn="l">
              <a:defRPr sz="2025" b="0">
                <a:solidFill>
                  <a:srgbClr val="182B33"/>
                </a:solidFill>
                <a:latin typeface="Yu Gothic"/>
                <a:ea typeface="Yu Gothic"/>
                <a:cs typeface="Yu Gothic"/>
              </a:defRPr>
            </a:lvl4pPr>
            <a:lvl5pPr algn="l">
              <a:defRPr sz="2025" b="0">
                <a:solidFill>
                  <a:srgbClr val="182B33"/>
                </a:solidFill>
                <a:latin typeface="Yu Gothic"/>
                <a:ea typeface="Yu Gothic"/>
                <a:cs typeface="Yu Gothic"/>
              </a:defRPr>
            </a:lvl5pPr>
            <a:lvl6pPr algn="l">
              <a:defRPr sz="2025" b="0">
                <a:solidFill>
                  <a:srgbClr val="182B33"/>
                </a:solidFill>
                <a:latin typeface="Yu Gothic"/>
                <a:ea typeface="Yu Gothic"/>
                <a:cs typeface="Yu Gothic"/>
              </a:defRPr>
            </a:lvl6pPr>
            <a:lvl7pPr algn="l">
              <a:defRPr sz="2025" b="0">
                <a:solidFill>
                  <a:srgbClr val="182B33"/>
                </a:solidFill>
                <a:latin typeface="Yu Gothic"/>
                <a:ea typeface="Yu Gothic"/>
                <a:cs typeface="Yu Gothic"/>
              </a:defRPr>
            </a:lvl7pPr>
            <a:lvl8pPr algn="l">
              <a:defRPr sz="2025" b="0">
                <a:solidFill>
                  <a:srgbClr val="182B33"/>
                </a:solidFill>
                <a:latin typeface="Yu Gothic"/>
                <a:ea typeface="Yu Gothic"/>
                <a:cs typeface="Yu Gothic"/>
              </a:defRPr>
            </a:lvl8pPr>
            <a:lvl9pPr algn="l">
              <a:defRPr sz="2025" b="0">
                <a:solidFill>
                  <a:srgbClr val="182B33"/>
                </a:solidFill>
                <a:latin typeface="Yu Gothic"/>
                <a:ea typeface="Yu Gothic"/>
                <a:cs typeface="Yu Gothic"/>
              </a:defRPr>
            </a:lvl9pPr>
          </a:lstStyle>
          <a:p xmlns:a="http://schemas.openxmlformats.org/drawingml/2006/main">
            <a:pPr algn="l">
              <a:defRPr sz="2025" b="0">
                <a:solidFill>
                  <a:srgbClr val="182B33"/>
                </a:solidFill>
                <a:latin typeface="Yu Gothic"/>
                <a:ea typeface="Yu Gothic"/>
                <a:cs typeface="Yu Gothic"/>
              </a:defRPr>
            </a:pPr>
            <a:r>
              <a:rPr sz="2025" b="0">
                <a:solidFill>
                  <a:srgbClr val="182B33"/>
                </a:solidFill>
                <a:latin typeface="Yu Gothic"/>
                <a:ea typeface="Yu Gothic"/>
                <a:cs typeface="Yu Gothic"/>
              </a:rPr>
              <a:t>観測値に補正を加えて中心値へ</a:t>
            </a:r>
          </a:p>
        </p:txBody>
      </p:sp>
    </p:spTree>
    <p:extLst>
      <p:ext uri="{BB962C8B-B14F-4D97-AF65-F5344CB8AC3E}">
        <p14:creationId xmlns:p14="http://schemas.microsoft.com/office/powerpoint/2010/main" val="411127500"/>
      </p:ext>
    </p:extLst>
  </p:cSld>
</p:sld>
</file>

<file path=ppt/slides/slide6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8E3C09D2-0D3E-4DFC-A6E7-EF86A5FEA5F7}"/>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6B68"/>
          </a:solidFill>
          <a:ln xmlns:a="http://schemas.openxmlformats.org/drawingml/2006/main" w="0">
            <a:solidFill>
              <a:srgbClr val="166B68"/>
            </a:solidFill>
            <a:prstDash val="solid"/>
          </a:ln>
        </p:spPr>
      </p:sp>
      <p:sp>
        <p:nvSpPr>
          <p:cNvPr id="2" name="">
            <a:extLst xmlns:a="http://schemas.openxmlformats.org/drawingml/2006/main">
              <a:ext uri="{FF2B5EF4-FFF2-40B4-BE49-F238E27FC236}">
                <a16:creationId xmlns:a16="http://schemas.microsoft.com/office/drawing/2014/main" id="{8CA8BAEA-3B2D-4824-9510-C403EA13173B}"/>
              </a:ext>
            </a:extLst>
          </p:cNvPr>
          <p:cNvSpPr>
            <a:spLocks xmlns:a="http://schemas.openxmlformats.org/drawingml/2006/main" noGrp="1"/>
          </p:cNvSpPr>
          <p:nvPr/>
        </p:nvSpPr>
        <p:spPr>
          <a:xfrm xmlns:a="http://schemas.openxmlformats.org/drawingml/2006/main">
            <a:off x="628650" y="247650"/>
            <a:ext cx="857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166B68"/>
                </a:solidFill>
                <a:latin typeface="Yu Gothic"/>
                <a:ea typeface="Yu Gothic"/>
                <a:cs typeface="Yu Gothic"/>
              </a:defRPr>
            </a:defPPr>
            <a:lvl1pPr algn="l">
              <a:defRPr sz="1275" b="1">
                <a:solidFill>
                  <a:srgbClr val="166B68"/>
                </a:solidFill>
                <a:latin typeface="Yu Gothic"/>
                <a:ea typeface="Yu Gothic"/>
                <a:cs typeface="Yu Gothic"/>
              </a:defRPr>
            </a:lvl1pPr>
            <a:lvl2pPr algn="l">
              <a:defRPr sz="1275" b="1">
                <a:solidFill>
                  <a:srgbClr val="166B68"/>
                </a:solidFill>
                <a:latin typeface="Yu Gothic"/>
                <a:ea typeface="Yu Gothic"/>
                <a:cs typeface="Yu Gothic"/>
              </a:defRPr>
            </a:lvl2pPr>
            <a:lvl3pPr algn="l">
              <a:defRPr sz="1275" b="1">
                <a:solidFill>
                  <a:srgbClr val="166B68"/>
                </a:solidFill>
                <a:latin typeface="Yu Gothic"/>
                <a:ea typeface="Yu Gothic"/>
                <a:cs typeface="Yu Gothic"/>
              </a:defRPr>
            </a:lvl3pPr>
            <a:lvl4pPr algn="l">
              <a:defRPr sz="1275" b="1">
                <a:solidFill>
                  <a:srgbClr val="166B68"/>
                </a:solidFill>
                <a:latin typeface="Yu Gothic"/>
                <a:ea typeface="Yu Gothic"/>
                <a:cs typeface="Yu Gothic"/>
              </a:defRPr>
            </a:lvl4pPr>
            <a:lvl5pPr algn="l">
              <a:defRPr sz="1275" b="1">
                <a:solidFill>
                  <a:srgbClr val="166B68"/>
                </a:solidFill>
                <a:latin typeface="Yu Gothic"/>
                <a:ea typeface="Yu Gothic"/>
                <a:cs typeface="Yu Gothic"/>
              </a:defRPr>
            </a:lvl5pPr>
            <a:lvl6pPr algn="l">
              <a:defRPr sz="1275" b="1">
                <a:solidFill>
                  <a:srgbClr val="166B68"/>
                </a:solidFill>
                <a:latin typeface="Yu Gothic"/>
                <a:ea typeface="Yu Gothic"/>
                <a:cs typeface="Yu Gothic"/>
              </a:defRPr>
            </a:lvl6pPr>
            <a:lvl7pPr algn="l">
              <a:defRPr sz="1275" b="1">
                <a:solidFill>
                  <a:srgbClr val="166B68"/>
                </a:solidFill>
                <a:latin typeface="Yu Gothic"/>
                <a:ea typeface="Yu Gothic"/>
                <a:cs typeface="Yu Gothic"/>
              </a:defRPr>
            </a:lvl7pPr>
            <a:lvl8pPr algn="l">
              <a:defRPr sz="1275" b="1">
                <a:solidFill>
                  <a:srgbClr val="166B68"/>
                </a:solidFill>
                <a:latin typeface="Yu Gothic"/>
                <a:ea typeface="Yu Gothic"/>
                <a:cs typeface="Yu Gothic"/>
              </a:defRPr>
            </a:lvl8pPr>
            <a:lvl9pPr algn="l">
              <a:defRPr sz="1275" b="1">
                <a:solidFill>
                  <a:srgbClr val="166B68"/>
                </a:solidFill>
                <a:latin typeface="Yu Gothic"/>
                <a:ea typeface="Yu Gothic"/>
                <a:cs typeface="Yu Gothic"/>
              </a:defRPr>
            </a:lvl9pPr>
          </a:lstStyle>
          <a:p xmlns:a="http://schemas.openxmlformats.org/drawingml/2006/main">
            <a:pPr algn="l">
              <a:defRPr sz="1275" b="1">
                <a:solidFill>
                  <a:srgbClr val="166B68"/>
                </a:solidFill>
                <a:latin typeface="Yu Gothic"/>
                <a:ea typeface="Yu Gothic"/>
                <a:cs typeface="Yu Gothic"/>
              </a:defRPr>
            </a:pPr>
            <a:r>
              <a:rPr sz="1275" b="1">
                <a:solidFill>
                  <a:srgbClr val="166B68"/>
                </a:solidFill>
                <a:latin typeface="Yu Gothic"/>
                <a:ea typeface="Yu Gothic"/>
                <a:cs typeface="Yu Gothic"/>
              </a:rPr>
              <a:t>復習用解答</a:t>
            </a:r>
          </a:p>
        </p:txBody>
      </p:sp>
      <p:sp>
        <p:nvSpPr>
          <p:cNvPr id="3" name="">
            <a:extLst xmlns:a="http://schemas.openxmlformats.org/drawingml/2006/main">
              <a:ext uri="{FF2B5EF4-FFF2-40B4-BE49-F238E27FC236}">
                <a16:creationId xmlns:a16="http://schemas.microsoft.com/office/drawing/2014/main" id="{1970975F-390D-4586-B040-A91C261CF347}"/>
              </a:ext>
            </a:extLst>
          </p:cNvPr>
          <p:cNvSpPr>
            <a:spLocks xmlns:a="http://schemas.openxmlformats.org/drawingml/2006/main" noGrp="1"/>
          </p:cNvSpPr>
          <p:nvPr/>
        </p:nvSpPr>
        <p:spPr>
          <a:xfrm xmlns:a="http://schemas.openxmlformats.org/drawingml/2006/main">
            <a:off x="628650" y="5524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82B33"/>
                </a:solidFill>
                <a:latin typeface="Yu Gothic"/>
                <a:ea typeface="Yu Gothic"/>
                <a:cs typeface="Yu Gothic"/>
              </a:defRPr>
            </a:defPPr>
            <a:lvl1pPr algn="l">
              <a:defRPr sz="3150" b="1">
                <a:solidFill>
                  <a:srgbClr val="182B33"/>
                </a:solidFill>
                <a:latin typeface="Yu Gothic"/>
                <a:ea typeface="Yu Gothic"/>
                <a:cs typeface="Yu Gothic"/>
              </a:defRPr>
            </a:lvl1pPr>
            <a:lvl2pPr algn="l">
              <a:defRPr sz="3150" b="1">
                <a:solidFill>
                  <a:srgbClr val="182B33"/>
                </a:solidFill>
                <a:latin typeface="Yu Gothic"/>
                <a:ea typeface="Yu Gothic"/>
                <a:cs typeface="Yu Gothic"/>
              </a:defRPr>
            </a:lvl2pPr>
            <a:lvl3pPr algn="l">
              <a:defRPr sz="3150" b="1">
                <a:solidFill>
                  <a:srgbClr val="182B33"/>
                </a:solidFill>
                <a:latin typeface="Yu Gothic"/>
                <a:ea typeface="Yu Gothic"/>
                <a:cs typeface="Yu Gothic"/>
              </a:defRPr>
            </a:lvl3pPr>
            <a:lvl4pPr algn="l">
              <a:defRPr sz="3150" b="1">
                <a:solidFill>
                  <a:srgbClr val="182B33"/>
                </a:solidFill>
                <a:latin typeface="Yu Gothic"/>
                <a:ea typeface="Yu Gothic"/>
                <a:cs typeface="Yu Gothic"/>
              </a:defRPr>
            </a:lvl4pPr>
            <a:lvl5pPr algn="l">
              <a:defRPr sz="3150" b="1">
                <a:solidFill>
                  <a:srgbClr val="182B33"/>
                </a:solidFill>
                <a:latin typeface="Yu Gothic"/>
                <a:ea typeface="Yu Gothic"/>
                <a:cs typeface="Yu Gothic"/>
              </a:defRPr>
            </a:lvl5pPr>
            <a:lvl6pPr algn="l">
              <a:defRPr sz="3150" b="1">
                <a:solidFill>
                  <a:srgbClr val="182B33"/>
                </a:solidFill>
                <a:latin typeface="Yu Gothic"/>
                <a:ea typeface="Yu Gothic"/>
                <a:cs typeface="Yu Gothic"/>
              </a:defRPr>
            </a:lvl6pPr>
            <a:lvl7pPr algn="l">
              <a:defRPr sz="3150" b="1">
                <a:solidFill>
                  <a:srgbClr val="182B33"/>
                </a:solidFill>
                <a:latin typeface="Yu Gothic"/>
                <a:ea typeface="Yu Gothic"/>
                <a:cs typeface="Yu Gothic"/>
              </a:defRPr>
            </a:lvl7pPr>
            <a:lvl8pPr algn="l">
              <a:defRPr sz="3150" b="1">
                <a:solidFill>
                  <a:srgbClr val="182B33"/>
                </a:solidFill>
                <a:latin typeface="Yu Gothic"/>
                <a:ea typeface="Yu Gothic"/>
                <a:cs typeface="Yu Gothic"/>
              </a:defRPr>
            </a:lvl8pPr>
            <a:lvl9pPr algn="l">
              <a:defRPr sz="3150" b="1">
                <a:solidFill>
                  <a:srgbClr val="182B33"/>
                </a:solidFill>
                <a:latin typeface="Yu Gothic"/>
                <a:ea typeface="Yu Gothic"/>
                <a:cs typeface="Yu Gothic"/>
              </a:defRPr>
            </a:lvl9pPr>
          </a:lstStyle>
          <a:p xmlns:a="http://schemas.openxmlformats.org/drawingml/2006/main">
            <a:pPr algn="l">
              <a:defRPr sz="3150" b="1">
                <a:solidFill>
                  <a:srgbClr val="182B33"/>
                </a:solidFill>
                <a:latin typeface="Yu Gothic"/>
                <a:ea typeface="Yu Gothic"/>
                <a:cs typeface="Yu Gothic"/>
              </a:defRPr>
            </a:pPr>
            <a:r>
              <a:rPr sz="3150" b="1">
                <a:solidFill>
                  <a:srgbClr val="182B33"/>
                </a:solidFill>
                <a:latin typeface="Yu Gothic"/>
                <a:ea typeface="Yu Gothic"/>
                <a:cs typeface="Yu Gothic"/>
              </a:rPr>
              <a:t>出口問題解答：判断までが観測</a:t>
            </a:r>
          </a:p>
        </p:txBody>
      </p:sp>
      <p:sp>
        <p:nvSpPr>
          <p:cNvPr id="4" name="">
            <a:extLst xmlns:a="http://schemas.openxmlformats.org/drawingml/2006/main">
              <a:ext uri="{FF2B5EF4-FFF2-40B4-BE49-F238E27FC236}">
                <a16:creationId xmlns:a16="http://schemas.microsoft.com/office/drawing/2014/main" id="{80CEEBBA-FE5E-4A16-BA37-9EB2626A88CB}"/>
              </a:ext>
            </a:extLst>
          </p:cNvPr>
          <p:cNvSpPr>
            <a:spLocks xmlns:a="http://schemas.openxmlformats.org/drawingml/2006/main" noGrp="1"/>
          </p:cNvSpPr>
          <p:nvPr/>
        </p:nvSpPr>
        <p:spPr>
          <a:xfrm xmlns:a="http://schemas.openxmlformats.org/drawingml/2006/main">
            <a:off x="628650" y="1333500"/>
            <a:ext cx="10934700" cy="0"/>
          </a:xfrm>
          <a:prstGeom xmlns:a="http://schemas.openxmlformats.org/drawingml/2006/main" prst="line">
            <a:avLst/>
          </a:prstGeom>
          <a:noFill xmlns:a="http://schemas.openxmlformats.org/drawingml/2006/main"/>
          <a:ln xmlns:a="http://schemas.openxmlformats.org/drawingml/2006/main" w="19050">
            <a:solidFill>
              <a:srgbClr val="CFD9DD"/>
            </a:solidFill>
            <a:prstDash val="solid"/>
          </a:ln>
        </p:spPr>
      </p:sp>
      <p:sp>
        <p:nvSpPr>
          <p:cNvPr id="5" name="">
            <a:extLst xmlns:a="http://schemas.openxmlformats.org/drawingml/2006/main">
              <a:ext uri="{FF2B5EF4-FFF2-40B4-BE49-F238E27FC236}">
                <a16:creationId xmlns:a16="http://schemas.microsoft.com/office/drawing/2014/main" id="{7AAC3E33-0B4C-449E-BBF4-442F1EF8C8AD}"/>
              </a:ext>
            </a:extLst>
          </p:cNvPr>
          <p:cNvSpPr>
            <a:spLocks xmlns:a="http://schemas.openxmlformats.org/drawingml/2006/main" noGrp="1"/>
          </p:cNvSpPr>
          <p:nvPr/>
        </p:nvSpPr>
        <p:spPr>
          <a:xfrm xmlns:a="http://schemas.openxmlformats.org/drawingml/2006/main">
            <a:off x="10810875" y="634365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00" b="0">
                <a:solidFill>
                  <a:srgbClr val="52616A"/>
                </a:solidFill>
                <a:latin typeface="Yu Gothic"/>
                <a:ea typeface="Yu Gothic"/>
                <a:cs typeface="Yu Gothic"/>
              </a:defRPr>
            </a:defPPr>
            <a:lvl1pPr algn="r">
              <a:defRPr sz="1200" b="0">
                <a:solidFill>
                  <a:srgbClr val="52616A"/>
                </a:solidFill>
                <a:latin typeface="Yu Gothic"/>
                <a:ea typeface="Yu Gothic"/>
                <a:cs typeface="Yu Gothic"/>
              </a:defRPr>
            </a:lvl1pPr>
            <a:lvl2pPr algn="r">
              <a:defRPr sz="1200" b="0">
                <a:solidFill>
                  <a:srgbClr val="52616A"/>
                </a:solidFill>
                <a:latin typeface="Yu Gothic"/>
                <a:ea typeface="Yu Gothic"/>
                <a:cs typeface="Yu Gothic"/>
              </a:defRPr>
            </a:lvl2pPr>
            <a:lvl3pPr algn="r">
              <a:defRPr sz="1200" b="0">
                <a:solidFill>
                  <a:srgbClr val="52616A"/>
                </a:solidFill>
                <a:latin typeface="Yu Gothic"/>
                <a:ea typeface="Yu Gothic"/>
                <a:cs typeface="Yu Gothic"/>
              </a:defRPr>
            </a:lvl3pPr>
            <a:lvl4pPr algn="r">
              <a:defRPr sz="1200" b="0">
                <a:solidFill>
                  <a:srgbClr val="52616A"/>
                </a:solidFill>
                <a:latin typeface="Yu Gothic"/>
                <a:ea typeface="Yu Gothic"/>
                <a:cs typeface="Yu Gothic"/>
              </a:defRPr>
            </a:lvl4pPr>
            <a:lvl5pPr algn="r">
              <a:defRPr sz="1200" b="0">
                <a:solidFill>
                  <a:srgbClr val="52616A"/>
                </a:solidFill>
                <a:latin typeface="Yu Gothic"/>
                <a:ea typeface="Yu Gothic"/>
                <a:cs typeface="Yu Gothic"/>
              </a:defRPr>
            </a:lvl5pPr>
            <a:lvl6pPr algn="r">
              <a:defRPr sz="1200" b="0">
                <a:solidFill>
                  <a:srgbClr val="52616A"/>
                </a:solidFill>
                <a:latin typeface="Yu Gothic"/>
                <a:ea typeface="Yu Gothic"/>
                <a:cs typeface="Yu Gothic"/>
              </a:defRPr>
            </a:lvl6pPr>
            <a:lvl7pPr algn="r">
              <a:defRPr sz="1200" b="0">
                <a:solidFill>
                  <a:srgbClr val="52616A"/>
                </a:solidFill>
                <a:latin typeface="Yu Gothic"/>
                <a:ea typeface="Yu Gothic"/>
                <a:cs typeface="Yu Gothic"/>
              </a:defRPr>
            </a:lvl7pPr>
            <a:lvl8pPr algn="r">
              <a:defRPr sz="1200" b="0">
                <a:solidFill>
                  <a:srgbClr val="52616A"/>
                </a:solidFill>
                <a:latin typeface="Yu Gothic"/>
                <a:ea typeface="Yu Gothic"/>
                <a:cs typeface="Yu Gothic"/>
              </a:defRPr>
            </a:lvl8pPr>
            <a:lvl9pPr algn="r">
              <a:defRPr sz="1200" b="0">
                <a:solidFill>
                  <a:srgbClr val="52616A"/>
                </a:solidFill>
                <a:latin typeface="Yu Gothic"/>
                <a:ea typeface="Yu Gothic"/>
                <a:cs typeface="Yu Gothic"/>
              </a:defRPr>
            </a:lvl9pPr>
          </a:lstStyle>
          <a:p xmlns:a="http://schemas.openxmlformats.org/drawingml/2006/main">
            <a:pPr algn="r">
              <a:defRPr sz="1200" b="0">
                <a:solidFill>
                  <a:srgbClr val="52616A"/>
                </a:solidFill>
                <a:latin typeface="Yu Gothic"/>
                <a:ea typeface="Yu Gothic"/>
                <a:cs typeface="Yu Gothic"/>
              </a:defRPr>
            </a:pPr>
            <a:r>
              <a:rPr sz="1200" b="0">
                <a:solidFill>
                  <a:srgbClr val="52616A"/>
                </a:solidFill>
                <a:latin typeface="Yu Gothic"/>
                <a:ea typeface="Yu Gothic"/>
                <a:cs typeface="Yu Gothic"/>
              </a:rPr>
              <a:t>60</a:t>
            </a:r>
          </a:p>
        </p:txBody>
      </p:sp>
      <p:sp>
        <p:nvSpPr>
          <p:cNvPr id="6" name="">
            <a:extLst xmlns:a="http://schemas.openxmlformats.org/drawingml/2006/main">
              <a:ext uri="{FF2B5EF4-FFF2-40B4-BE49-F238E27FC236}">
                <a16:creationId xmlns:a16="http://schemas.microsoft.com/office/drawing/2014/main" id="{B7BEDB7D-B85D-4937-8720-6311E5587EFD}"/>
              </a:ext>
            </a:extLst>
          </p:cNvPr>
          <p:cNvSpPr>
            <a:spLocks xmlns:a="http://schemas.openxmlformats.org/drawingml/2006/main" noGrp="1"/>
          </p:cNvSpPr>
          <p:nvPr/>
        </p:nvSpPr>
        <p:spPr>
          <a:xfrm xmlns:a="http://schemas.openxmlformats.org/drawingml/2006/main">
            <a:off x="857250" y="1809750"/>
            <a:ext cx="61912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225" b="1">
                <a:solidFill>
                  <a:srgbClr val="182B33"/>
                </a:solidFill>
                <a:latin typeface="Yu Gothic"/>
                <a:ea typeface="Yu Gothic"/>
                <a:cs typeface="Yu Gothic"/>
              </a:defRPr>
            </a:defPPr>
            <a:lvl1pPr algn="l">
              <a:defRPr sz="3225" b="1">
                <a:solidFill>
                  <a:srgbClr val="182B33"/>
                </a:solidFill>
                <a:latin typeface="Yu Gothic"/>
                <a:ea typeface="Yu Gothic"/>
                <a:cs typeface="Yu Gothic"/>
              </a:defRPr>
            </a:lvl1pPr>
            <a:lvl2pPr algn="l">
              <a:defRPr sz="3225" b="1">
                <a:solidFill>
                  <a:srgbClr val="182B33"/>
                </a:solidFill>
                <a:latin typeface="Yu Gothic"/>
                <a:ea typeface="Yu Gothic"/>
                <a:cs typeface="Yu Gothic"/>
              </a:defRPr>
            </a:lvl2pPr>
            <a:lvl3pPr algn="l">
              <a:defRPr sz="3225" b="1">
                <a:solidFill>
                  <a:srgbClr val="182B33"/>
                </a:solidFill>
                <a:latin typeface="Yu Gothic"/>
                <a:ea typeface="Yu Gothic"/>
                <a:cs typeface="Yu Gothic"/>
              </a:defRPr>
            </a:lvl3pPr>
            <a:lvl4pPr algn="l">
              <a:defRPr sz="3225" b="1">
                <a:solidFill>
                  <a:srgbClr val="182B33"/>
                </a:solidFill>
                <a:latin typeface="Yu Gothic"/>
                <a:ea typeface="Yu Gothic"/>
                <a:cs typeface="Yu Gothic"/>
              </a:defRPr>
            </a:lvl4pPr>
            <a:lvl5pPr algn="l">
              <a:defRPr sz="3225" b="1">
                <a:solidFill>
                  <a:srgbClr val="182B33"/>
                </a:solidFill>
                <a:latin typeface="Yu Gothic"/>
                <a:ea typeface="Yu Gothic"/>
                <a:cs typeface="Yu Gothic"/>
              </a:defRPr>
            </a:lvl5pPr>
            <a:lvl6pPr algn="l">
              <a:defRPr sz="3225" b="1">
                <a:solidFill>
                  <a:srgbClr val="182B33"/>
                </a:solidFill>
                <a:latin typeface="Yu Gothic"/>
                <a:ea typeface="Yu Gothic"/>
                <a:cs typeface="Yu Gothic"/>
              </a:defRPr>
            </a:lvl6pPr>
            <a:lvl7pPr algn="l">
              <a:defRPr sz="3225" b="1">
                <a:solidFill>
                  <a:srgbClr val="182B33"/>
                </a:solidFill>
                <a:latin typeface="Yu Gothic"/>
                <a:ea typeface="Yu Gothic"/>
                <a:cs typeface="Yu Gothic"/>
              </a:defRPr>
            </a:lvl7pPr>
            <a:lvl8pPr algn="l">
              <a:defRPr sz="3225" b="1">
                <a:solidFill>
                  <a:srgbClr val="182B33"/>
                </a:solidFill>
                <a:latin typeface="Yu Gothic"/>
                <a:ea typeface="Yu Gothic"/>
                <a:cs typeface="Yu Gothic"/>
              </a:defRPr>
            </a:lvl8pPr>
            <a:lvl9pPr algn="l">
              <a:defRPr sz="3225" b="1">
                <a:solidFill>
                  <a:srgbClr val="182B33"/>
                </a:solidFill>
                <a:latin typeface="Yu Gothic"/>
                <a:ea typeface="Yu Gothic"/>
                <a:cs typeface="Yu Gothic"/>
              </a:defRPr>
            </a:lvl9pPr>
          </a:lstStyle>
          <a:p xmlns:a="http://schemas.openxmlformats.org/drawingml/2006/main">
            <a:pPr algn="l">
              <a:defRPr sz="3225" b="1">
                <a:solidFill>
                  <a:srgbClr val="182B33"/>
                </a:solidFill>
                <a:latin typeface="Yu Gothic"/>
                <a:ea typeface="Yu Gothic"/>
                <a:cs typeface="Yu Gothic"/>
              </a:defRPr>
            </a:pPr>
            <a:r>
              <a:rPr sz="3225" b="1">
                <a:solidFill>
                  <a:srgbClr val="182B33"/>
                </a:solidFill>
                <a:latin typeface="Yu Gothic"/>
                <a:ea typeface="Yu Gothic"/>
                <a:cs typeface="Yu Gothic"/>
              </a:rPr>
              <a:t>数値の意味と点検手順を説明できたか</a:t>
            </a:r>
          </a:p>
        </p:txBody>
      </p:sp>
      <p:sp>
        <p:nvSpPr>
          <p:cNvPr id="7" name="">
            <a:extLst xmlns:a="http://schemas.openxmlformats.org/drawingml/2006/main">
              <a:ext uri="{FF2B5EF4-FFF2-40B4-BE49-F238E27FC236}">
                <a16:creationId xmlns:a16="http://schemas.microsoft.com/office/drawing/2014/main" id="{F3CEE01C-03CE-483B-9CF3-0FF43F60967D}"/>
              </a:ext>
            </a:extLst>
          </p:cNvPr>
          <p:cNvSpPr>
            <a:spLocks xmlns:a="http://schemas.openxmlformats.org/drawingml/2006/main" noGrp="1"/>
          </p:cNvSpPr>
          <p:nvPr/>
        </p:nvSpPr>
        <p:spPr>
          <a:xfrm xmlns:a="http://schemas.openxmlformats.org/drawingml/2006/main">
            <a:off x="895350" y="2952750"/>
            <a:ext cx="6096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1">
                <a:solidFill>
                  <a:srgbClr val="52616A"/>
                </a:solidFill>
                <a:latin typeface="Yu Gothic"/>
                <a:ea typeface="Yu Gothic"/>
                <a:cs typeface="Yu Gothic"/>
              </a:defRPr>
            </a:defPPr>
            <a:lvl1pPr algn="l">
              <a:defRPr sz="2250" b="1">
                <a:solidFill>
                  <a:srgbClr val="52616A"/>
                </a:solidFill>
                <a:latin typeface="Yu Gothic"/>
                <a:ea typeface="Yu Gothic"/>
                <a:cs typeface="Yu Gothic"/>
              </a:defRPr>
            </a:lvl1pPr>
            <a:lvl2pPr algn="l">
              <a:defRPr sz="2250" b="1">
                <a:solidFill>
                  <a:srgbClr val="52616A"/>
                </a:solidFill>
                <a:latin typeface="Yu Gothic"/>
                <a:ea typeface="Yu Gothic"/>
                <a:cs typeface="Yu Gothic"/>
              </a:defRPr>
            </a:lvl2pPr>
            <a:lvl3pPr algn="l">
              <a:defRPr sz="2250" b="1">
                <a:solidFill>
                  <a:srgbClr val="52616A"/>
                </a:solidFill>
                <a:latin typeface="Yu Gothic"/>
                <a:ea typeface="Yu Gothic"/>
                <a:cs typeface="Yu Gothic"/>
              </a:defRPr>
            </a:lvl3pPr>
            <a:lvl4pPr algn="l">
              <a:defRPr sz="2250" b="1">
                <a:solidFill>
                  <a:srgbClr val="52616A"/>
                </a:solidFill>
                <a:latin typeface="Yu Gothic"/>
                <a:ea typeface="Yu Gothic"/>
                <a:cs typeface="Yu Gothic"/>
              </a:defRPr>
            </a:lvl4pPr>
            <a:lvl5pPr algn="l">
              <a:defRPr sz="2250" b="1">
                <a:solidFill>
                  <a:srgbClr val="52616A"/>
                </a:solidFill>
                <a:latin typeface="Yu Gothic"/>
                <a:ea typeface="Yu Gothic"/>
                <a:cs typeface="Yu Gothic"/>
              </a:defRPr>
            </a:lvl5pPr>
            <a:lvl6pPr algn="l">
              <a:defRPr sz="2250" b="1">
                <a:solidFill>
                  <a:srgbClr val="52616A"/>
                </a:solidFill>
                <a:latin typeface="Yu Gothic"/>
                <a:ea typeface="Yu Gothic"/>
                <a:cs typeface="Yu Gothic"/>
              </a:defRPr>
            </a:lvl6pPr>
            <a:lvl7pPr algn="l">
              <a:defRPr sz="2250" b="1">
                <a:solidFill>
                  <a:srgbClr val="52616A"/>
                </a:solidFill>
                <a:latin typeface="Yu Gothic"/>
                <a:ea typeface="Yu Gothic"/>
                <a:cs typeface="Yu Gothic"/>
              </a:defRPr>
            </a:lvl7pPr>
            <a:lvl8pPr algn="l">
              <a:defRPr sz="2250" b="1">
                <a:solidFill>
                  <a:srgbClr val="52616A"/>
                </a:solidFill>
                <a:latin typeface="Yu Gothic"/>
                <a:ea typeface="Yu Gothic"/>
                <a:cs typeface="Yu Gothic"/>
              </a:defRPr>
            </a:lvl8pPr>
            <a:lvl9pPr algn="l">
              <a:defRPr sz="2250" b="1">
                <a:solidFill>
                  <a:srgbClr val="52616A"/>
                </a:solidFill>
                <a:latin typeface="Yu Gothic"/>
                <a:ea typeface="Yu Gothic"/>
                <a:cs typeface="Yu Gothic"/>
              </a:defRPr>
            </a:lvl9pPr>
          </a:lstStyle>
          <a:p xmlns:a="http://schemas.openxmlformats.org/drawingml/2006/main">
            <a:pPr algn="l">
              <a:defRPr sz="2250" b="1">
                <a:solidFill>
                  <a:srgbClr val="52616A"/>
                </a:solidFill>
                <a:latin typeface="Yu Gothic"/>
                <a:ea typeface="Yu Gothic"/>
                <a:cs typeface="Yu Gothic"/>
              </a:defRPr>
            </a:pPr>
            <a:r>
              <a:rPr sz="2250" b="1">
                <a:solidFill>
                  <a:srgbClr val="52616A"/>
                </a:solidFill>
                <a:latin typeface="Yu Gothic"/>
                <a:ea typeface="Yu Gothic"/>
                <a:cs typeface="Yu Gothic"/>
              </a:rPr>
              <a:t>答えを次回の座標計算へつなぐ</a:t>
            </a:r>
          </a:p>
        </p:txBody>
      </p:sp>
      <p:sp>
        <p:nvSpPr>
          <p:cNvPr id="8" name="">
            <a:extLst xmlns:a="http://schemas.openxmlformats.org/drawingml/2006/main">
              <a:ext uri="{FF2B5EF4-FFF2-40B4-BE49-F238E27FC236}">
                <a16:creationId xmlns:a16="http://schemas.microsoft.com/office/drawing/2014/main" id="{7CC547B3-0BB7-4B2A-B81A-47351412ADCA}"/>
              </a:ext>
            </a:extLst>
          </p:cNvPr>
          <p:cNvSpPr>
            <a:spLocks xmlns:a="http://schemas.openxmlformats.org/drawingml/2006/main" noGrp="1"/>
          </p:cNvSpPr>
          <p:nvPr/>
        </p:nvSpPr>
        <p:spPr>
          <a:xfrm xmlns:a="http://schemas.openxmlformats.org/drawingml/2006/main">
            <a:off x="904875" y="3714750"/>
            <a:ext cx="228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425" b="1">
                <a:solidFill>
                  <a:srgbClr val="166B68"/>
                </a:solidFill>
                <a:latin typeface="Yu Gothic"/>
                <a:ea typeface="Yu Gothic"/>
                <a:cs typeface="Yu Gothic"/>
              </a:defRPr>
            </a:defPPr>
            <a:lvl1pPr algn="ctr">
              <a:defRPr sz="1425" b="1">
                <a:solidFill>
                  <a:srgbClr val="166B68"/>
                </a:solidFill>
                <a:latin typeface="Yu Gothic"/>
                <a:ea typeface="Yu Gothic"/>
                <a:cs typeface="Yu Gothic"/>
              </a:defRPr>
            </a:lvl1pPr>
            <a:lvl2pPr algn="ctr">
              <a:defRPr sz="1425" b="1">
                <a:solidFill>
                  <a:srgbClr val="166B68"/>
                </a:solidFill>
                <a:latin typeface="Yu Gothic"/>
                <a:ea typeface="Yu Gothic"/>
                <a:cs typeface="Yu Gothic"/>
              </a:defRPr>
            </a:lvl2pPr>
            <a:lvl3pPr algn="ctr">
              <a:defRPr sz="1425" b="1">
                <a:solidFill>
                  <a:srgbClr val="166B68"/>
                </a:solidFill>
                <a:latin typeface="Yu Gothic"/>
                <a:ea typeface="Yu Gothic"/>
                <a:cs typeface="Yu Gothic"/>
              </a:defRPr>
            </a:lvl3pPr>
            <a:lvl4pPr algn="ctr">
              <a:defRPr sz="1425" b="1">
                <a:solidFill>
                  <a:srgbClr val="166B68"/>
                </a:solidFill>
                <a:latin typeface="Yu Gothic"/>
                <a:ea typeface="Yu Gothic"/>
                <a:cs typeface="Yu Gothic"/>
              </a:defRPr>
            </a:lvl4pPr>
            <a:lvl5pPr algn="ctr">
              <a:defRPr sz="1425" b="1">
                <a:solidFill>
                  <a:srgbClr val="166B68"/>
                </a:solidFill>
                <a:latin typeface="Yu Gothic"/>
                <a:ea typeface="Yu Gothic"/>
                <a:cs typeface="Yu Gothic"/>
              </a:defRPr>
            </a:lvl5pPr>
            <a:lvl6pPr algn="ctr">
              <a:defRPr sz="1425" b="1">
                <a:solidFill>
                  <a:srgbClr val="166B68"/>
                </a:solidFill>
                <a:latin typeface="Yu Gothic"/>
                <a:ea typeface="Yu Gothic"/>
                <a:cs typeface="Yu Gothic"/>
              </a:defRPr>
            </a:lvl6pPr>
            <a:lvl7pPr algn="ctr">
              <a:defRPr sz="1425" b="1">
                <a:solidFill>
                  <a:srgbClr val="166B68"/>
                </a:solidFill>
                <a:latin typeface="Yu Gothic"/>
                <a:ea typeface="Yu Gothic"/>
                <a:cs typeface="Yu Gothic"/>
              </a:defRPr>
            </a:lvl7pPr>
            <a:lvl8pPr algn="ctr">
              <a:defRPr sz="1425" b="1">
                <a:solidFill>
                  <a:srgbClr val="166B68"/>
                </a:solidFill>
                <a:latin typeface="Yu Gothic"/>
                <a:ea typeface="Yu Gothic"/>
                <a:cs typeface="Yu Gothic"/>
              </a:defRPr>
            </a:lvl8pPr>
            <a:lvl9pPr algn="ctr">
              <a:defRPr sz="1425" b="1">
                <a:solidFill>
                  <a:srgbClr val="166B68"/>
                </a:solidFill>
                <a:latin typeface="Yu Gothic"/>
                <a:ea typeface="Yu Gothic"/>
                <a:cs typeface="Yu Gothic"/>
              </a:defRPr>
            </a:lvl9pPr>
          </a:lstStyle>
          <a:p xmlns:a="http://schemas.openxmlformats.org/drawingml/2006/main">
            <a:pPr algn="ctr">
              <a:defRPr sz="1425" b="1">
                <a:solidFill>
                  <a:srgbClr val="166B68"/>
                </a:solidFill>
                <a:latin typeface="Yu Gothic"/>
                <a:ea typeface="Yu Gothic"/>
                <a:cs typeface="Yu Gothic"/>
              </a:defRPr>
            </a:pPr>
            <a:r>
              <a:rPr sz="1425" b="1">
                <a:solidFill>
                  <a:srgbClr val="166B68"/>
                </a:solidFill>
                <a:latin typeface="Yu Gothic"/>
                <a:ea typeface="Yu Gothic"/>
                <a:cs typeface="Yu Gothic"/>
              </a:rPr>
              <a:t>●</a:t>
            </a:r>
          </a:p>
        </p:txBody>
      </p:sp>
      <p:sp>
        <p:nvSpPr>
          <p:cNvPr id="9" name="">
            <a:extLst xmlns:a="http://schemas.openxmlformats.org/drawingml/2006/main">
              <a:ext uri="{FF2B5EF4-FFF2-40B4-BE49-F238E27FC236}">
                <a16:creationId xmlns:a16="http://schemas.microsoft.com/office/drawing/2014/main" id="{AF998BB9-804F-4E6E-B62F-A5A60EFB78BD}"/>
              </a:ext>
            </a:extLst>
          </p:cNvPr>
          <p:cNvSpPr>
            <a:spLocks xmlns:a="http://schemas.openxmlformats.org/drawingml/2006/main" noGrp="1"/>
          </p:cNvSpPr>
          <p:nvPr/>
        </p:nvSpPr>
        <p:spPr>
          <a:xfrm xmlns:a="http://schemas.openxmlformats.org/drawingml/2006/main">
            <a:off x="1228725" y="3714750"/>
            <a:ext cx="5867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350°→20°は30°</a:t>
            </a:r>
          </a:p>
        </p:txBody>
      </p:sp>
      <p:sp>
        <p:nvSpPr>
          <p:cNvPr id="10" name="">
            <a:extLst xmlns:a="http://schemas.openxmlformats.org/drawingml/2006/main">
              <a:ext uri="{FF2B5EF4-FFF2-40B4-BE49-F238E27FC236}">
                <a16:creationId xmlns:a16="http://schemas.microsoft.com/office/drawing/2014/main" id="{80BBEC5A-B00A-41A3-A7B3-29BA37FE9FAE}"/>
              </a:ext>
            </a:extLst>
          </p:cNvPr>
          <p:cNvSpPr>
            <a:spLocks xmlns:a="http://schemas.openxmlformats.org/drawingml/2006/main" noGrp="1"/>
          </p:cNvSpPr>
          <p:nvPr/>
        </p:nvSpPr>
        <p:spPr>
          <a:xfrm xmlns:a="http://schemas.openxmlformats.org/drawingml/2006/main">
            <a:off x="904875" y="4267200"/>
            <a:ext cx="228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425" b="1">
                <a:solidFill>
                  <a:srgbClr val="166B68"/>
                </a:solidFill>
                <a:latin typeface="Yu Gothic"/>
                <a:ea typeface="Yu Gothic"/>
                <a:cs typeface="Yu Gothic"/>
              </a:defRPr>
            </a:defPPr>
            <a:lvl1pPr algn="ctr">
              <a:defRPr sz="1425" b="1">
                <a:solidFill>
                  <a:srgbClr val="166B68"/>
                </a:solidFill>
                <a:latin typeface="Yu Gothic"/>
                <a:ea typeface="Yu Gothic"/>
                <a:cs typeface="Yu Gothic"/>
              </a:defRPr>
            </a:lvl1pPr>
            <a:lvl2pPr algn="ctr">
              <a:defRPr sz="1425" b="1">
                <a:solidFill>
                  <a:srgbClr val="166B68"/>
                </a:solidFill>
                <a:latin typeface="Yu Gothic"/>
                <a:ea typeface="Yu Gothic"/>
                <a:cs typeface="Yu Gothic"/>
              </a:defRPr>
            </a:lvl2pPr>
            <a:lvl3pPr algn="ctr">
              <a:defRPr sz="1425" b="1">
                <a:solidFill>
                  <a:srgbClr val="166B68"/>
                </a:solidFill>
                <a:latin typeface="Yu Gothic"/>
                <a:ea typeface="Yu Gothic"/>
                <a:cs typeface="Yu Gothic"/>
              </a:defRPr>
            </a:lvl3pPr>
            <a:lvl4pPr algn="ctr">
              <a:defRPr sz="1425" b="1">
                <a:solidFill>
                  <a:srgbClr val="166B68"/>
                </a:solidFill>
                <a:latin typeface="Yu Gothic"/>
                <a:ea typeface="Yu Gothic"/>
                <a:cs typeface="Yu Gothic"/>
              </a:defRPr>
            </a:lvl4pPr>
            <a:lvl5pPr algn="ctr">
              <a:defRPr sz="1425" b="1">
                <a:solidFill>
                  <a:srgbClr val="166B68"/>
                </a:solidFill>
                <a:latin typeface="Yu Gothic"/>
                <a:ea typeface="Yu Gothic"/>
                <a:cs typeface="Yu Gothic"/>
              </a:defRPr>
            </a:lvl5pPr>
            <a:lvl6pPr algn="ctr">
              <a:defRPr sz="1425" b="1">
                <a:solidFill>
                  <a:srgbClr val="166B68"/>
                </a:solidFill>
                <a:latin typeface="Yu Gothic"/>
                <a:ea typeface="Yu Gothic"/>
                <a:cs typeface="Yu Gothic"/>
              </a:defRPr>
            </a:lvl6pPr>
            <a:lvl7pPr algn="ctr">
              <a:defRPr sz="1425" b="1">
                <a:solidFill>
                  <a:srgbClr val="166B68"/>
                </a:solidFill>
                <a:latin typeface="Yu Gothic"/>
                <a:ea typeface="Yu Gothic"/>
                <a:cs typeface="Yu Gothic"/>
              </a:defRPr>
            </a:lvl7pPr>
            <a:lvl8pPr algn="ctr">
              <a:defRPr sz="1425" b="1">
                <a:solidFill>
                  <a:srgbClr val="166B68"/>
                </a:solidFill>
                <a:latin typeface="Yu Gothic"/>
                <a:ea typeface="Yu Gothic"/>
                <a:cs typeface="Yu Gothic"/>
              </a:defRPr>
            </a:lvl8pPr>
            <a:lvl9pPr algn="ctr">
              <a:defRPr sz="1425" b="1">
                <a:solidFill>
                  <a:srgbClr val="166B68"/>
                </a:solidFill>
                <a:latin typeface="Yu Gothic"/>
                <a:ea typeface="Yu Gothic"/>
                <a:cs typeface="Yu Gothic"/>
              </a:defRPr>
            </a:lvl9pPr>
          </a:lstStyle>
          <a:p xmlns:a="http://schemas.openxmlformats.org/drawingml/2006/main">
            <a:pPr algn="ctr">
              <a:defRPr sz="1425" b="1">
                <a:solidFill>
                  <a:srgbClr val="166B68"/>
                </a:solidFill>
                <a:latin typeface="Yu Gothic"/>
                <a:ea typeface="Yu Gothic"/>
                <a:cs typeface="Yu Gothic"/>
              </a:defRPr>
            </a:pPr>
            <a:r>
              <a:rPr sz="1425" b="1">
                <a:solidFill>
                  <a:srgbClr val="166B68"/>
                </a:solidFill>
                <a:latin typeface="Yu Gothic"/>
                <a:ea typeface="Yu Gothic"/>
                <a:cs typeface="Yu Gothic"/>
              </a:rPr>
              <a:t>●</a:t>
            </a:r>
          </a:p>
        </p:txBody>
      </p:sp>
      <p:sp>
        <p:nvSpPr>
          <p:cNvPr id="11" name="">
            <a:extLst xmlns:a="http://schemas.openxmlformats.org/drawingml/2006/main">
              <a:ext uri="{FF2B5EF4-FFF2-40B4-BE49-F238E27FC236}">
                <a16:creationId xmlns:a16="http://schemas.microsoft.com/office/drawing/2014/main" id="{493CC131-1972-4BA1-9349-38F548A53D64}"/>
              </a:ext>
            </a:extLst>
          </p:cNvPr>
          <p:cNvSpPr>
            <a:spLocks xmlns:a="http://schemas.openxmlformats.org/drawingml/2006/main" noGrp="1"/>
          </p:cNvSpPr>
          <p:nvPr/>
        </p:nvSpPr>
        <p:spPr>
          <a:xfrm xmlns:a="http://schemas.openxmlformats.org/drawingml/2006/main">
            <a:off x="1228725" y="4267200"/>
            <a:ext cx="5867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鉛直軸の傾きは正反で消えない</a:t>
            </a:r>
          </a:p>
        </p:txBody>
      </p:sp>
      <p:sp>
        <p:nvSpPr>
          <p:cNvPr id="12" name="">
            <a:extLst xmlns:a="http://schemas.openxmlformats.org/drawingml/2006/main">
              <a:ext uri="{FF2B5EF4-FFF2-40B4-BE49-F238E27FC236}">
                <a16:creationId xmlns:a16="http://schemas.microsoft.com/office/drawing/2014/main" id="{F6F88A92-9218-407D-BCED-2DCBC9B43997}"/>
              </a:ext>
            </a:extLst>
          </p:cNvPr>
          <p:cNvSpPr>
            <a:spLocks xmlns:a="http://schemas.openxmlformats.org/drawingml/2006/main" noGrp="1"/>
          </p:cNvSpPr>
          <p:nvPr/>
        </p:nvSpPr>
        <p:spPr>
          <a:xfrm xmlns:a="http://schemas.openxmlformats.org/drawingml/2006/main">
            <a:off x="904875" y="4819650"/>
            <a:ext cx="228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425" b="1">
                <a:solidFill>
                  <a:srgbClr val="166B68"/>
                </a:solidFill>
                <a:latin typeface="Yu Gothic"/>
                <a:ea typeface="Yu Gothic"/>
                <a:cs typeface="Yu Gothic"/>
              </a:defRPr>
            </a:defPPr>
            <a:lvl1pPr algn="ctr">
              <a:defRPr sz="1425" b="1">
                <a:solidFill>
                  <a:srgbClr val="166B68"/>
                </a:solidFill>
                <a:latin typeface="Yu Gothic"/>
                <a:ea typeface="Yu Gothic"/>
                <a:cs typeface="Yu Gothic"/>
              </a:defRPr>
            </a:lvl1pPr>
            <a:lvl2pPr algn="ctr">
              <a:defRPr sz="1425" b="1">
                <a:solidFill>
                  <a:srgbClr val="166B68"/>
                </a:solidFill>
                <a:latin typeface="Yu Gothic"/>
                <a:ea typeface="Yu Gothic"/>
                <a:cs typeface="Yu Gothic"/>
              </a:defRPr>
            </a:lvl2pPr>
            <a:lvl3pPr algn="ctr">
              <a:defRPr sz="1425" b="1">
                <a:solidFill>
                  <a:srgbClr val="166B68"/>
                </a:solidFill>
                <a:latin typeface="Yu Gothic"/>
                <a:ea typeface="Yu Gothic"/>
                <a:cs typeface="Yu Gothic"/>
              </a:defRPr>
            </a:lvl3pPr>
            <a:lvl4pPr algn="ctr">
              <a:defRPr sz="1425" b="1">
                <a:solidFill>
                  <a:srgbClr val="166B68"/>
                </a:solidFill>
                <a:latin typeface="Yu Gothic"/>
                <a:ea typeface="Yu Gothic"/>
                <a:cs typeface="Yu Gothic"/>
              </a:defRPr>
            </a:lvl4pPr>
            <a:lvl5pPr algn="ctr">
              <a:defRPr sz="1425" b="1">
                <a:solidFill>
                  <a:srgbClr val="166B68"/>
                </a:solidFill>
                <a:latin typeface="Yu Gothic"/>
                <a:ea typeface="Yu Gothic"/>
                <a:cs typeface="Yu Gothic"/>
              </a:defRPr>
            </a:lvl5pPr>
            <a:lvl6pPr algn="ctr">
              <a:defRPr sz="1425" b="1">
                <a:solidFill>
                  <a:srgbClr val="166B68"/>
                </a:solidFill>
                <a:latin typeface="Yu Gothic"/>
                <a:ea typeface="Yu Gothic"/>
                <a:cs typeface="Yu Gothic"/>
              </a:defRPr>
            </a:lvl6pPr>
            <a:lvl7pPr algn="ctr">
              <a:defRPr sz="1425" b="1">
                <a:solidFill>
                  <a:srgbClr val="166B68"/>
                </a:solidFill>
                <a:latin typeface="Yu Gothic"/>
                <a:ea typeface="Yu Gothic"/>
                <a:cs typeface="Yu Gothic"/>
              </a:defRPr>
            </a:lvl7pPr>
            <a:lvl8pPr algn="ctr">
              <a:defRPr sz="1425" b="1">
                <a:solidFill>
                  <a:srgbClr val="166B68"/>
                </a:solidFill>
                <a:latin typeface="Yu Gothic"/>
                <a:ea typeface="Yu Gothic"/>
                <a:cs typeface="Yu Gothic"/>
              </a:defRPr>
            </a:lvl8pPr>
            <a:lvl9pPr algn="ctr">
              <a:defRPr sz="1425" b="1">
                <a:solidFill>
                  <a:srgbClr val="166B68"/>
                </a:solidFill>
                <a:latin typeface="Yu Gothic"/>
                <a:ea typeface="Yu Gothic"/>
                <a:cs typeface="Yu Gothic"/>
              </a:defRPr>
            </a:lvl9pPr>
          </a:lstStyle>
          <a:p xmlns:a="http://schemas.openxmlformats.org/drawingml/2006/main">
            <a:pPr algn="ctr">
              <a:defRPr sz="1425" b="1">
                <a:solidFill>
                  <a:srgbClr val="166B68"/>
                </a:solidFill>
                <a:latin typeface="Yu Gothic"/>
                <a:ea typeface="Yu Gothic"/>
                <a:cs typeface="Yu Gothic"/>
              </a:defRPr>
            </a:pPr>
            <a:r>
              <a:rPr sz="1425" b="1">
                <a:solidFill>
                  <a:srgbClr val="166B68"/>
                </a:solidFill>
                <a:latin typeface="Yu Gothic"/>
                <a:ea typeface="Yu Gothic"/>
                <a:cs typeface="Yu Gothic"/>
              </a:rPr>
              <a:t>●</a:t>
            </a:r>
          </a:p>
        </p:txBody>
      </p:sp>
      <p:sp>
        <p:nvSpPr>
          <p:cNvPr id="13" name="">
            <a:extLst xmlns:a="http://schemas.openxmlformats.org/drawingml/2006/main">
              <a:ext uri="{FF2B5EF4-FFF2-40B4-BE49-F238E27FC236}">
                <a16:creationId xmlns:a16="http://schemas.microsoft.com/office/drawing/2014/main" id="{FDC25089-F28B-4884-9587-52A164F2A8AB}"/>
              </a:ext>
            </a:extLst>
          </p:cNvPr>
          <p:cNvSpPr>
            <a:spLocks xmlns:a="http://schemas.openxmlformats.org/drawingml/2006/main" noGrp="1"/>
          </p:cNvSpPr>
          <p:nvPr/>
        </p:nvSpPr>
        <p:spPr>
          <a:xfrm xmlns:a="http://schemas.openxmlformats.org/drawingml/2006/main">
            <a:off x="1228725" y="4819650"/>
            <a:ext cx="5867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0">
                <a:solidFill>
                  <a:srgbClr val="182B33"/>
                </a:solidFill>
                <a:latin typeface="Yu Gothic"/>
                <a:ea typeface="Yu Gothic"/>
                <a:cs typeface="Yu Gothic"/>
              </a:defRPr>
            </a:defPPr>
            <a:lvl1pPr algn="l">
              <a:defRPr sz="2250" b="0">
                <a:solidFill>
                  <a:srgbClr val="182B33"/>
                </a:solidFill>
                <a:latin typeface="Yu Gothic"/>
                <a:ea typeface="Yu Gothic"/>
                <a:cs typeface="Yu Gothic"/>
              </a:defRPr>
            </a:lvl1pPr>
            <a:lvl2pPr algn="l">
              <a:defRPr sz="2250" b="0">
                <a:solidFill>
                  <a:srgbClr val="182B33"/>
                </a:solidFill>
                <a:latin typeface="Yu Gothic"/>
                <a:ea typeface="Yu Gothic"/>
                <a:cs typeface="Yu Gothic"/>
              </a:defRPr>
            </a:lvl2pPr>
            <a:lvl3pPr algn="l">
              <a:defRPr sz="2250" b="0">
                <a:solidFill>
                  <a:srgbClr val="182B33"/>
                </a:solidFill>
                <a:latin typeface="Yu Gothic"/>
                <a:ea typeface="Yu Gothic"/>
                <a:cs typeface="Yu Gothic"/>
              </a:defRPr>
            </a:lvl3pPr>
            <a:lvl4pPr algn="l">
              <a:defRPr sz="2250" b="0">
                <a:solidFill>
                  <a:srgbClr val="182B33"/>
                </a:solidFill>
                <a:latin typeface="Yu Gothic"/>
                <a:ea typeface="Yu Gothic"/>
                <a:cs typeface="Yu Gothic"/>
              </a:defRPr>
            </a:lvl4pPr>
            <a:lvl5pPr algn="l">
              <a:defRPr sz="2250" b="0">
                <a:solidFill>
                  <a:srgbClr val="182B33"/>
                </a:solidFill>
                <a:latin typeface="Yu Gothic"/>
                <a:ea typeface="Yu Gothic"/>
                <a:cs typeface="Yu Gothic"/>
              </a:defRPr>
            </a:lvl5pPr>
            <a:lvl6pPr algn="l">
              <a:defRPr sz="2250" b="0">
                <a:solidFill>
                  <a:srgbClr val="182B33"/>
                </a:solidFill>
                <a:latin typeface="Yu Gothic"/>
                <a:ea typeface="Yu Gothic"/>
                <a:cs typeface="Yu Gothic"/>
              </a:defRPr>
            </a:lvl6pPr>
            <a:lvl7pPr algn="l">
              <a:defRPr sz="2250" b="0">
                <a:solidFill>
                  <a:srgbClr val="182B33"/>
                </a:solidFill>
                <a:latin typeface="Yu Gothic"/>
                <a:ea typeface="Yu Gothic"/>
                <a:cs typeface="Yu Gothic"/>
              </a:defRPr>
            </a:lvl7pPr>
            <a:lvl8pPr algn="l">
              <a:defRPr sz="2250" b="0">
                <a:solidFill>
                  <a:srgbClr val="182B33"/>
                </a:solidFill>
                <a:latin typeface="Yu Gothic"/>
                <a:ea typeface="Yu Gothic"/>
                <a:cs typeface="Yu Gothic"/>
              </a:defRPr>
            </a:lvl8pPr>
            <a:lvl9pPr algn="l">
              <a:defRPr sz="2250" b="0">
                <a:solidFill>
                  <a:srgbClr val="182B33"/>
                </a:solidFill>
                <a:latin typeface="Yu Gothic"/>
                <a:ea typeface="Yu Gothic"/>
                <a:cs typeface="Yu Gothic"/>
              </a:defRPr>
            </a:lvl9pPr>
          </a:lstStyle>
          <a:p xmlns:a="http://schemas.openxmlformats.org/drawingml/2006/main">
            <a:pPr algn="l">
              <a:defRPr sz="2250" b="0">
                <a:solidFill>
                  <a:srgbClr val="182B33"/>
                </a:solidFill>
                <a:latin typeface="Yu Gothic"/>
                <a:ea typeface="Yu Gothic"/>
                <a:cs typeface="Yu Gothic"/>
              </a:defRPr>
            </a:pPr>
            <a:r>
              <a:rPr sz="2250" b="0">
                <a:solidFill>
                  <a:srgbClr val="182B33"/>
                </a:solidFill>
                <a:latin typeface="Yu Gothic"/>
                <a:ea typeface="Yu Gothic"/>
                <a:cs typeface="Yu Gothic"/>
              </a:rPr>
              <a:t>α＝90°−Z。超過なら原因確認・再測</a:t>
            </a:r>
          </a:p>
        </p:txBody>
      </p:sp>
      <p:sp>
        <p:nvSpPr>
          <p:cNvPr id="14" name="">
            <a:extLst xmlns:a="http://schemas.openxmlformats.org/drawingml/2006/main">
              <a:ext uri="{FF2B5EF4-FFF2-40B4-BE49-F238E27FC236}">
                <a16:creationId xmlns:a16="http://schemas.microsoft.com/office/drawing/2014/main" id="{5DCFA5F8-C1A9-4CF9-AA4A-28B9CA98F1FC}"/>
              </a:ext>
            </a:extLst>
          </p:cNvPr>
          <p:cNvSpPr>
            <a:spLocks xmlns:a="http://schemas.openxmlformats.org/drawingml/2006/main" noGrp="1"/>
          </p:cNvSpPr>
          <p:nvPr/>
        </p:nvSpPr>
        <p:spPr>
          <a:xfrm xmlns:a="http://schemas.openxmlformats.org/drawingml/2006/main">
            <a:off x="7646670" y="3585210"/>
            <a:ext cx="741998" cy="1228725"/>
          </a:xfrm>
          <a:custGeom xmlns:a="http://schemas.openxmlformats.org/drawingml/2006/main">
            <a:pathLst>
              <a:path w="741998" h="1228725">
                <a:moveTo>
                  <a:pt x="0" y="1228725"/>
                </a:moveTo>
                <a:lnTo>
                  <a:pt x="741998" y="0"/>
                </a:lnTo>
              </a:path>
            </a:pathLst>
          </a:custGeom>
          <a:noFill xmlns:a="http://schemas.openxmlformats.org/drawingml/2006/main"/>
          <a:ln xmlns:a="http://schemas.openxmlformats.org/drawingml/2006/main" w="38100">
            <a:solidFill>
              <a:srgbClr val="166B68"/>
            </a:solidFill>
            <a:prstDash val="solid"/>
          </a:ln>
        </p:spPr>
      </p:sp>
      <p:sp>
        <p:nvSpPr>
          <p:cNvPr id="15" name="">
            <a:extLst xmlns:a="http://schemas.openxmlformats.org/drawingml/2006/main">
              <a:ext uri="{FF2B5EF4-FFF2-40B4-BE49-F238E27FC236}">
                <a16:creationId xmlns:a16="http://schemas.microsoft.com/office/drawing/2014/main" id="{F951AE8A-B235-4CA1-AA4A-EEB8F364CC98}"/>
              </a:ext>
            </a:extLst>
          </p:cNvPr>
          <p:cNvSpPr>
            <a:spLocks xmlns:a="http://schemas.openxmlformats.org/drawingml/2006/main" noGrp="1"/>
          </p:cNvSpPr>
          <p:nvPr/>
        </p:nvSpPr>
        <p:spPr>
          <a:xfrm xmlns:a="http://schemas.openxmlformats.org/drawingml/2006/main">
            <a:off x="8304073" y="3585210"/>
            <a:ext cx="85236" cy="95248"/>
          </a:xfrm>
          <a:custGeom xmlns:a="http://schemas.openxmlformats.org/drawingml/2006/main">
            <a:pathLst>
              <a:path w="85236" h="95248">
                <a:moveTo>
                  <a:pt x="85236" y="95248"/>
                </a:moveTo>
                <a:lnTo>
                  <a:pt x="84595" y="0"/>
                </a:lnTo>
                <a:lnTo>
                  <a:pt x="0" y="43776"/>
                </a:lnTo>
              </a:path>
            </a:pathLst>
          </a:custGeom>
          <a:noFill xmlns:a="http://schemas.openxmlformats.org/drawingml/2006/main"/>
          <a:ln xmlns:a="http://schemas.openxmlformats.org/drawingml/2006/main" w="38100">
            <a:solidFill>
              <a:srgbClr val="166B68"/>
            </a:solidFill>
            <a:prstDash val="solid"/>
          </a:ln>
        </p:spPr>
      </p:sp>
      <p:sp>
        <p:nvSpPr>
          <p:cNvPr id="16" name="">
            <a:extLst xmlns:a="http://schemas.openxmlformats.org/drawingml/2006/main">
              <a:ext uri="{FF2B5EF4-FFF2-40B4-BE49-F238E27FC236}">
                <a16:creationId xmlns:a16="http://schemas.microsoft.com/office/drawing/2014/main" id="{798C128C-1BD2-4AD9-9B57-C3C6E764A82B}"/>
              </a:ext>
            </a:extLst>
          </p:cNvPr>
          <p:cNvSpPr>
            <a:spLocks xmlns:a="http://schemas.openxmlformats.org/drawingml/2006/main" noGrp="1"/>
          </p:cNvSpPr>
          <p:nvPr/>
        </p:nvSpPr>
        <p:spPr>
          <a:xfrm xmlns:a="http://schemas.openxmlformats.org/drawingml/2006/main">
            <a:off x="8388668" y="3585210"/>
            <a:ext cx="820102" cy="737235"/>
          </a:xfrm>
          <a:custGeom xmlns:a="http://schemas.openxmlformats.org/drawingml/2006/main">
            <a:pathLst>
              <a:path w="820102" h="737235">
                <a:moveTo>
                  <a:pt x="0" y="0"/>
                </a:moveTo>
                <a:lnTo>
                  <a:pt x="820102" y="737235"/>
                </a:lnTo>
              </a:path>
            </a:pathLst>
          </a:custGeom>
          <a:noFill xmlns:a="http://schemas.openxmlformats.org/drawingml/2006/main"/>
          <a:ln xmlns:a="http://schemas.openxmlformats.org/drawingml/2006/main" w="38100">
            <a:solidFill>
              <a:srgbClr val="166B68"/>
            </a:solidFill>
            <a:prstDash val="solid"/>
          </a:ln>
        </p:spPr>
      </p:sp>
      <p:sp>
        <p:nvSpPr>
          <p:cNvPr id="17" name="">
            <a:extLst xmlns:a="http://schemas.openxmlformats.org/drawingml/2006/main">
              <a:ext uri="{FF2B5EF4-FFF2-40B4-BE49-F238E27FC236}">
                <a16:creationId xmlns:a16="http://schemas.microsoft.com/office/drawing/2014/main" id="{F31D7136-BE28-4880-B3E9-13219FA59ECF}"/>
              </a:ext>
            </a:extLst>
          </p:cNvPr>
          <p:cNvSpPr>
            <a:spLocks xmlns:a="http://schemas.openxmlformats.org/drawingml/2006/main" noGrp="1"/>
          </p:cNvSpPr>
          <p:nvPr/>
        </p:nvSpPr>
        <p:spPr>
          <a:xfrm xmlns:a="http://schemas.openxmlformats.org/drawingml/2006/main">
            <a:off x="9115097" y="4231133"/>
            <a:ext cx="93673" cy="91312"/>
          </a:xfrm>
          <a:custGeom xmlns:a="http://schemas.openxmlformats.org/drawingml/2006/main">
            <a:pathLst>
              <a:path w="93673" h="91312">
                <a:moveTo>
                  <a:pt x="0" y="74050"/>
                </a:moveTo>
                <a:lnTo>
                  <a:pt x="93673" y="91312"/>
                </a:lnTo>
                <a:lnTo>
                  <a:pt x="66567" y="0"/>
                </a:lnTo>
              </a:path>
            </a:pathLst>
          </a:custGeom>
          <a:noFill xmlns:a="http://schemas.openxmlformats.org/drawingml/2006/main"/>
          <a:ln xmlns:a="http://schemas.openxmlformats.org/drawingml/2006/main" w="38100">
            <a:solidFill>
              <a:srgbClr val="166B68"/>
            </a:solidFill>
            <a:prstDash val="solid"/>
          </a:ln>
        </p:spPr>
      </p:sp>
      <p:sp>
        <p:nvSpPr>
          <p:cNvPr id="18" name="">
            <a:extLst xmlns:a="http://schemas.openxmlformats.org/drawingml/2006/main">
              <a:ext uri="{FF2B5EF4-FFF2-40B4-BE49-F238E27FC236}">
                <a16:creationId xmlns:a16="http://schemas.microsoft.com/office/drawing/2014/main" id="{192FBFB2-3FD0-4608-8238-7DB6881FA759}"/>
              </a:ext>
            </a:extLst>
          </p:cNvPr>
          <p:cNvSpPr>
            <a:spLocks xmlns:a="http://schemas.openxmlformats.org/drawingml/2006/main" noGrp="1"/>
          </p:cNvSpPr>
          <p:nvPr/>
        </p:nvSpPr>
        <p:spPr>
          <a:xfrm xmlns:a="http://schemas.openxmlformats.org/drawingml/2006/main">
            <a:off x="9208770" y="2888933"/>
            <a:ext cx="820103" cy="1433513"/>
          </a:xfrm>
          <a:custGeom xmlns:a="http://schemas.openxmlformats.org/drawingml/2006/main">
            <a:pathLst>
              <a:path w="820103" h="1433513">
                <a:moveTo>
                  <a:pt x="0" y="1433513"/>
                </a:moveTo>
                <a:lnTo>
                  <a:pt x="820103" y="0"/>
                </a:lnTo>
              </a:path>
            </a:pathLst>
          </a:custGeom>
          <a:noFill xmlns:a="http://schemas.openxmlformats.org/drawingml/2006/main"/>
          <a:ln xmlns:a="http://schemas.openxmlformats.org/drawingml/2006/main" w="38100">
            <a:solidFill>
              <a:srgbClr val="166B68"/>
            </a:solidFill>
            <a:prstDash val="solid"/>
          </a:ln>
        </p:spPr>
      </p:sp>
      <p:sp>
        <p:nvSpPr>
          <p:cNvPr id="19" name="">
            <a:extLst xmlns:a="http://schemas.openxmlformats.org/drawingml/2006/main">
              <a:ext uri="{FF2B5EF4-FFF2-40B4-BE49-F238E27FC236}">
                <a16:creationId xmlns:a16="http://schemas.microsoft.com/office/drawing/2014/main" id="{445E2C01-6308-48F0-AE79-28A0428DAB22}"/>
              </a:ext>
            </a:extLst>
          </p:cNvPr>
          <p:cNvSpPr>
            <a:spLocks xmlns:a="http://schemas.openxmlformats.org/drawingml/2006/main" noGrp="1"/>
          </p:cNvSpPr>
          <p:nvPr/>
        </p:nvSpPr>
        <p:spPr>
          <a:xfrm xmlns:a="http://schemas.openxmlformats.org/drawingml/2006/main">
            <a:off x="9945335" y="2888933"/>
            <a:ext cx="86428" cy="95206"/>
          </a:xfrm>
          <a:custGeom xmlns:a="http://schemas.openxmlformats.org/drawingml/2006/main">
            <a:pathLst>
              <a:path w="86428" h="95206">
                <a:moveTo>
                  <a:pt x="86428" y="95206"/>
                </a:moveTo>
                <a:lnTo>
                  <a:pt x="83537" y="0"/>
                </a:lnTo>
                <a:lnTo>
                  <a:pt x="0" y="45761"/>
                </a:lnTo>
              </a:path>
            </a:pathLst>
          </a:custGeom>
          <a:noFill xmlns:a="http://schemas.openxmlformats.org/drawingml/2006/main"/>
          <a:ln xmlns:a="http://schemas.openxmlformats.org/drawingml/2006/main" w="38100">
            <a:solidFill>
              <a:srgbClr val="166B68"/>
            </a:solidFill>
            <a:prstDash val="solid"/>
          </a:ln>
        </p:spPr>
      </p:sp>
      <p:sp>
        <p:nvSpPr>
          <p:cNvPr id="20" name="">
            <a:extLst xmlns:a="http://schemas.openxmlformats.org/drawingml/2006/main">
              <a:ext uri="{FF2B5EF4-FFF2-40B4-BE49-F238E27FC236}">
                <a16:creationId xmlns:a16="http://schemas.microsoft.com/office/drawing/2014/main" id="{0D79B3EA-F81B-45EA-BFE3-3A6494535510}"/>
              </a:ext>
            </a:extLst>
          </p:cNvPr>
          <p:cNvSpPr>
            <a:spLocks xmlns:a="http://schemas.openxmlformats.org/drawingml/2006/main" noGrp="1"/>
          </p:cNvSpPr>
          <p:nvPr/>
        </p:nvSpPr>
        <p:spPr>
          <a:xfrm xmlns:a="http://schemas.openxmlformats.org/drawingml/2006/main">
            <a:off x="10028873" y="2274570"/>
            <a:ext cx="859155" cy="614363"/>
          </a:xfrm>
          <a:custGeom xmlns:a="http://schemas.openxmlformats.org/drawingml/2006/main">
            <a:pathLst>
              <a:path w="859155" h="614363">
                <a:moveTo>
                  <a:pt x="0" y="614363"/>
                </a:moveTo>
                <a:lnTo>
                  <a:pt x="859155" y="0"/>
                </a:lnTo>
              </a:path>
            </a:pathLst>
          </a:custGeom>
          <a:noFill xmlns:a="http://schemas.openxmlformats.org/drawingml/2006/main"/>
          <a:ln xmlns:a="http://schemas.openxmlformats.org/drawingml/2006/main" w="38100">
            <a:solidFill>
              <a:srgbClr val="166B68"/>
            </a:solidFill>
            <a:prstDash val="solid"/>
          </a:ln>
        </p:spPr>
      </p:sp>
      <p:sp>
        <p:nvSpPr>
          <p:cNvPr id="21" name="">
            <a:extLst xmlns:a="http://schemas.openxmlformats.org/drawingml/2006/main">
              <a:ext uri="{FF2B5EF4-FFF2-40B4-BE49-F238E27FC236}">
                <a16:creationId xmlns:a16="http://schemas.microsoft.com/office/drawing/2014/main" id="{E6ED38E3-D43D-407A-BD8C-479F23B4A211}"/>
              </a:ext>
            </a:extLst>
          </p:cNvPr>
          <p:cNvSpPr>
            <a:spLocks xmlns:a="http://schemas.openxmlformats.org/drawingml/2006/main" noGrp="1"/>
          </p:cNvSpPr>
          <p:nvPr/>
        </p:nvSpPr>
        <p:spPr>
          <a:xfrm xmlns:a="http://schemas.openxmlformats.org/drawingml/2006/main">
            <a:off x="10793016" y="2274570"/>
            <a:ext cx="95012" cy="87730"/>
          </a:xfrm>
          <a:custGeom xmlns:a="http://schemas.openxmlformats.org/drawingml/2006/main">
            <a:pathLst>
              <a:path w="95012" h="87730">
                <a:moveTo>
                  <a:pt x="57917" y="87730"/>
                </a:moveTo>
                <a:lnTo>
                  <a:pt x="95012" y="0"/>
                </a:lnTo>
                <a:lnTo>
                  <a:pt x="0" y="6736"/>
                </a:lnTo>
              </a:path>
            </a:pathLst>
          </a:custGeom>
          <a:noFill xmlns:a="http://schemas.openxmlformats.org/drawingml/2006/main"/>
          <a:ln xmlns:a="http://schemas.openxmlformats.org/drawingml/2006/main" w="38100">
            <a:solidFill>
              <a:srgbClr val="166B68"/>
            </a:solidFill>
            <a:prstDash val="solid"/>
          </a:ln>
        </p:spPr>
      </p:sp>
      <p:sp>
        <p:nvSpPr>
          <p:cNvPr id="22" name="">
            <a:extLst xmlns:a="http://schemas.openxmlformats.org/drawingml/2006/main">
              <a:ext uri="{FF2B5EF4-FFF2-40B4-BE49-F238E27FC236}">
                <a16:creationId xmlns:a16="http://schemas.microsoft.com/office/drawing/2014/main" id="{4B9265EA-3F18-4F21-9B25-20642B9B408A}"/>
              </a:ext>
            </a:extLst>
          </p:cNvPr>
          <p:cNvSpPr>
            <a:spLocks xmlns:a="http://schemas.openxmlformats.org/drawingml/2006/main" noGrp="1"/>
          </p:cNvSpPr>
          <p:nvPr/>
        </p:nvSpPr>
        <p:spPr>
          <a:xfrm xmlns:a="http://schemas.openxmlformats.org/drawingml/2006/main">
            <a:off x="7589520" y="4756785"/>
            <a:ext cx="114300" cy="114300"/>
          </a:xfrm>
          <a:prstGeom xmlns:a="http://schemas.openxmlformats.org/drawingml/2006/main" prst="ellipse">
            <a:avLst/>
          </a:prstGeom>
          <a:solidFill xmlns:a="http://schemas.openxmlformats.org/drawingml/2006/main">
            <a:srgbClr val="166B68"/>
          </a:solidFill>
          <a:ln xmlns:a="http://schemas.openxmlformats.org/drawingml/2006/main" w="9525">
            <a:solidFill>
              <a:srgbClr val="166B68"/>
            </a:solidFill>
          </a:ln>
        </p:spPr>
      </p:sp>
      <p:sp>
        <p:nvSpPr>
          <p:cNvPr id="23" name="">
            <a:extLst xmlns:a="http://schemas.openxmlformats.org/drawingml/2006/main">
              <a:ext uri="{FF2B5EF4-FFF2-40B4-BE49-F238E27FC236}">
                <a16:creationId xmlns:a16="http://schemas.microsoft.com/office/drawing/2014/main" id="{7938A510-F173-4F6A-B53B-DF121D465988}"/>
              </a:ext>
            </a:extLst>
          </p:cNvPr>
          <p:cNvSpPr>
            <a:spLocks xmlns:a="http://schemas.openxmlformats.org/drawingml/2006/main" noGrp="1"/>
          </p:cNvSpPr>
          <p:nvPr/>
        </p:nvSpPr>
        <p:spPr>
          <a:xfrm xmlns:a="http://schemas.openxmlformats.org/drawingml/2006/main">
            <a:off x="7722870" y="4871085"/>
            <a:ext cx="7048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182B33"/>
                </a:solidFill>
                <a:latin typeface="Yu Gothic"/>
                <a:ea typeface="Yu Gothic"/>
                <a:cs typeface="Yu Gothic"/>
              </a:defRPr>
            </a:defPPr>
            <a:lvl1pPr algn="l">
              <a:defRPr sz="1650" b="1">
                <a:solidFill>
                  <a:srgbClr val="182B33"/>
                </a:solidFill>
                <a:latin typeface="Yu Gothic"/>
                <a:ea typeface="Yu Gothic"/>
                <a:cs typeface="Yu Gothic"/>
              </a:defRPr>
            </a:lvl1pPr>
            <a:lvl2pPr algn="l">
              <a:defRPr sz="1650" b="1">
                <a:solidFill>
                  <a:srgbClr val="182B33"/>
                </a:solidFill>
                <a:latin typeface="Yu Gothic"/>
                <a:ea typeface="Yu Gothic"/>
                <a:cs typeface="Yu Gothic"/>
              </a:defRPr>
            </a:lvl2pPr>
            <a:lvl3pPr algn="l">
              <a:defRPr sz="1650" b="1">
                <a:solidFill>
                  <a:srgbClr val="182B33"/>
                </a:solidFill>
                <a:latin typeface="Yu Gothic"/>
                <a:ea typeface="Yu Gothic"/>
                <a:cs typeface="Yu Gothic"/>
              </a:defRPr>
            </a:lvl3pPr>
            <a:lvl4pPr algn="l">
              <a:defRPr sz="1650" b="1">
                <a:solidFill>
                  <a:srgbClr val="182B33"/>
                </a:solidFill>
                <a:latin typeface="Yu Gothic"/>
                <a:ea typeface="Yu Gothic"/>
                <a:cs typeface="Yu Gothic"/>
              </a:defRPr>
            </a:lvl4pPr>
            <a:lvl5pPr algn="l">
              <a:defRPr sz="1650" b="1">
                <a:solidFill>
                  <a:srgbClr val="182B33"/>
                </a:solidFill>
                <a:latin typeface="Yu Gothic"/>
                <a:ea typeface="Yu Gothic"/>
                <a:cs typeface="Yu Gothic"/>
              </a:defRPr>
            </a:lvl5pPr>
            <a:lvl6pPr algn="l">
              <a:defRPr sz="1650" b="1">
                <a:solidFill>
                  <a:srgbClr val="182B33"/>
                </a:solidFill>
                <a:latin typeface="Yu Gothic"/>
                <a:ea typeface="Yu Gothic"/>
                <a:cs typeface="Yu Gothic"/>
              </a:defRPr>
            </a:lvl6pPr>
            <a:lvl7pPr algn="l">
              <a:defRPr sz="1650" b="1">
                <a:solidFill>
                  <a:srgbClr val="182B33"/>
                </a:solidFill>
                <a:latin typeface="Yu Gothic"/>
                <a:ea typeface="Yu Gothic"/>
                <a:cs typeface="Yu Gothic"/>
              </a:defRPr>
            </a:lvl7pPr>
            <a:lvl8pPr algn="l">
              <a:defRPr sz="1650" b="1">
                <a:solidFill>
                  <a:srgbClr val="182B33"/>
                </a:solidFill>
                <a:latin typeface="Yu Gothic"/>
                <a:ea typeface="Yu Gothic"/>
                <a:cs typeface="Yu Gothic"/>
              </a:defRPr>
            </a:lvl8pPr>
            <a:lvl9pPr algn="l">
              <a:defRPr sz="1650" b="1">
                <a:solidFill>
                  <a:srgbClr val="182B33"/>
                </a:solidFill>
                <a:latin typeface="Yu Gothic"/>
                <a:ea typeface="Yu Gothic"/>
                <a:cs typeface="Yu Gothic"/>
              </a:defRPr>
            </a:lvl9pPr>
          </a:lstStyle>
          <a:p xmlns:a="http://schemas.openxmlformats.org/drawingml/2006/main">
            <a:pPr algn="l">
              <a:defRPr sz="1650" b="1">
                <a:solidFill>
                  <a:srgbClr val="182B33"/>
                </a:solidFill>
                <a:latin typeface="Yu Gothic"/>
                <a:ea typeface="Yu Gothic"/>
                <a:cs typeface="Yu Gothic"/>
              </a:defRPr>
            </a:pPr>
            <a:r>
              <a:rPr sz="1650" b="1">
                <a:solidFill>
                  <a:srgbClr val="182B33"/>
                </a:solidFill>
                <a:latin typeface="Yu Gothic"/>
                <a:ea typeface="Yu Gothic"/>
                <a:cs typeface="Yu Gothic"/>
              </a:rPr>
              <a:t>A</a:t>
            </a:r>
          </a:p>
        </p:txBody>
      </p:sp>
      <p:sp>
        <p:nvSpPr>
          <p:cNvPr id="24" name="">
            <a:extLst xmlns:a="http://schemas.openxmlformats.org/drawingml/2006/main">
              <a:ext uri="{FF2B5EF4-FFF2-40B4-BE49-F238E27FC236}">
                <a16:creationId xmlns:a16="http://schemas.microsoft.com/office/drawing/2014/main" id="{B29580D7-8F13-497C-9F22-6E40B23905C6}"/>
              </a:ext>
            </a:extLst>
          </p:cNvPr>
          <p:cNvSpPr>
            <a:spLocks xmlns:a="http://schemas.openxmlformats.org/drawingml/2006/main" noGrp="1"/>
          </p:cNvSpPr>
          <p:nvPr/>
        </p:nvSpPr>
        <p:spPr>
          <a:xfrm xmlns:a="http://schemas.openxmlformats.org/drawingml/2006/main">
            <a:off x="8331518" y="3528060"/>
            <a:ext cx="114300" cy="114300"/>
          </a:xfrm>
          <a:prstGeom xmlns:a="http://schemas.openxmlformats.org/drawingml/2006/main" prst="ellipse">
            <a:avLst/>
          </a:prstGeom>
          <a:solidFill xmlns:a="http://schemas.openxmlformats.org/drawingml/2006/main">
            <a:srgbClr val="166B68"/>
          </a:solidFill>
          <a:ln xmlns:a="http://schemas.openxmlformats.org/drawingml/2006/main" w="9525">
            <a:solidFill>
              <a:srgbClr val="166B68"/>
            </a:solidFill>
          </a:ln>
        </p:spPr>
      </p:sp>
      <p:sp>
        <p:nvSpPr>
          <p:cNvPr id="25" name="">
            <a:extLst xmlns:a="http://schemas.openxmlformats.org/drawingml/2006/main">
              <a:ext uri="{FF2B5EF4-FFF2-40B4-BE49-F238E27FC236}">
                <a16:creationId xmlns:a16="http://schemas.microsoft.com/office/drawing/2014/main" id="{20DC8108-F442-42CD-AAA6-3232F22D666B}"/>
              </a:ext>
            </a:extLst>
          </p:cNvPr>
          <p:cNvSpPr>
            <a:spLocks xmlns:a="http://schemas.openxmlformats.org/drawingml/2006/main" noGrp="1"/>
          </p:cNvSpPr>
          <p:nvPr/>
        </p:nvSpPr>
        <p:spPr>
          <a:xfrm xmlns:a="http://schemas.openxmlformats.org/drawingml/2006/main">
            <a:off x="8464868" y="3318510"/>
            <a:ext cx="7048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182B33"/>
                </a:solidFill>
                <a:latin typeface="Yu Gothic"/>
                <a:ea typeface="Yu Gothic"/>
                <a:cs typeface="Yu Gothic"/>
              </a:defRPr>
            </a:defPPr>
            <a:lvl1pPr algn="l">
              <a:defRPr sz="1650" b="1">
                <a:solidFill>
                  <a:srgbClr val="182B33"/>
                </a:solidFill>
                <a:latin typeface="Yu Gothic"/>
                <a:ea typeface="Yu Gothic"/>
                <a:cs typeface="Yu Gothic"/>
              </a:defRPr>
            </a:lvl1pPr>
            <a:lvl2pPr algn="l">
              <a:defRPr sz="1650" b="1">
                <a:solidFill>
                  <a:srgbClr val="182B33"/>
                </a:solidFill>
                <a:latin typeface="Yu Gothic"/>
                <a:ea typeface="Yu Gothic"/>
                <a:cs typeface="Yu Gothic"/>
              </a:defRPr>
            </a:lvl2pPr>
            <a:lvl3pPr algn="l">
              <a:defRPr sz="1650" b="1">
                <a:solidFill>
                  <a:srgbClr val="182B33"/>
                </a:solidFill>
                <a:latin typeface="Yu Gothic"/>
                <a:ea typeface="Yu Gothic"/>
                <a:cs typeface="Yu Gothic"/>
              </a:defRPr>
            </a:lvl3pPr>
            <a:lvl4pPr algn="l">
              <a:defRPr sz="1650" b="1">
                <a:solidFill>
                  <a:srgbClr val="182B33"/>
                </a:solidFill>
                <a:latin typeface="Yu Gothic"/>
                <a:ea typeface="Yu Gothic"/>
                <a:cs typeface="Yu Gothic"/>
              </a:defRPr>
            </a:lvl4pPr>
            <a:lvl5pPr algn="l">
              <a:defRPr sz="1650" b="1">
                <a:solidFill>
                  <a:srgbClr val="182B33"/>
                </a:solidFill>
                <a:latin typeface="Yu Gothic"/>
                <a:ea typeface="Yu Gothic"/>
                <a:cs typeface="Yu Gothic"/>
              </a:defRPr>
            </a:lvl5pPr>
            <a:lvl6pPr algn="l">
              <a:defRPr sz="1650" b="1">
                <a:solidFill>
                  <a:srgbClr val="182B33"/>
                </a:solidFill>
                <a:latin typeface="Yu Gothic"/>
                <a:ea typeface="Yu Gothic"/>
                <a:cs typeface="Yu Gothic"/>
              </a:defRPr>
            </a:lvl6pPr>
            <a:lvl7pPr algn="l">
              <a:defRPr sz="1650" b="1">
                <a:solidFill>
                  <a:srgbClr val="182B33"/>
                </a:solidFill>
                <a:latin typeface="Yu Gothic"/>
                <a:ea typeface="Yu Gothic"/>
                <a:cs typeface="Yu Gothic"/>
              </a:defRPr>
            </a:lvl7pPr>
            <a:lvl8pPr algn="l">
              <a:defRPr sz="1650" b="1">
                <a:solidFill>
                  <a:srgbClr val="182B33"/>
                </a:solidFill>
                <a:latin typeface="Yu Gothic"/>
                <a:ea typeface="Yu Gothic"/>
                <a:cs typeface="Yu Gothic"/>
              </a:defRPr>
            </a:lvl8pPr>
            <a:lvl9pPr algn="l">
              <a:defRPr sz="1650" b="1">
                <a:solidFill>
                  <a:srgbClr val="182B33"/>
                </a:solidFill>
                <a:latin typeface="Yu Gothic"/>
                <a:ea typeface="Yu Gothic"/>
                <a:cs typeface="Yu Gothic"/>
              </a:defRPr>
            </a:lvl9pPr>
          </a:lstStyle>
          <a:p xmlns:a="http://schemas.openxmlformats.org/drawingml/2006/main">
            <a:pPr algn="l">
              <a:defRPr sz="1650" b="1">
                <a:solidFill>
                  <a:srgbClr val="182B33"/>
                </a:solidFill>
                <a:latin typeface="Yu Gothic"/>
                <a:ea typeface="Yu Gothic"/>
                <a:cs typeface="Yu Gothic"/>
              </a:defRPr>
            </a:pPr>
            <a:r>
              <a:rPr sz="1650" b="1">
                <a:solidFill>
                  <a:srgbClr val="182B33"/>
                </a:solidFill>
                <a:latin typeface="Yu Gothic"/>
                <a:ea typeface="Yu Gothic"/>
                <a:cs typeface="Yu Gothic"/>
              </a:rPr>
              <a:t>B</a:t>
            </a:r>
          </a:p>
        </p:txBody>
      </p:sp>
      <p:sp>
        <p:nvSpPr>
          <p:cNvPr id="26" name="">
            <a:extLst xmlns:a="http://schemas.openxmlformats.org/drawingml/2006/main">
              <a:ext uri="{FF2B5EF4-FFF2-40B4-BE49-F238E27FC236}">
                <a16:creationId xmlns:a16="http://schemas.microsoft.com/office/drawing/2014/main" id="{9B8C17B8-7C6B-4ACB-B779-EEA444D1FA1A}"/>
              </a:ext>
            </a:extLst>
          </p:cNvPr>
          <p:cNvSpPr>
            <a:spLocks xmlns:a="http://schemas.openxmlformats.org/drawingml/2006/main" noGrp="1"/>
          </p:cNvSpPr>
          <p:nvPr/>
        </p:nvSpPr>
        <p:spPr>
          <a:xfrm xmlns:a="http://schemas.openxmlformats.org/drawingml/2006/main">
            <a:off x="9151620" y="4265295"/>
            <a:ext cx="114300" cy="114300"/>
          </a:xfrm>
          <a:prstGeom xmlns:a="http://schemas.openxmlformats.org/drawingml/2006/main" prst="ellipse">
            <a:avLst/>
          </a:prstGeom>
          <a:solidFill xmlns:a="http://schemas.openxmlformats.org/drawingml/2006/main">
            <a:srgbClr val="166B68"/>
          </a:solidFill>
          <a:ln xmlns:a="http://schemas.openxmlformats.org/drawingml/2006/main" w="9525">
            <a:solidFill>
              <a:srgbClr val="166B68"/>
            </a:solidFill>
          </a:ln>
        </p:spPr>
      </p:sp>
      <p:sp>
        <p:nvSpPr>
          <p:cNvPr id="27" name="">
            <a:extLst xmlns:a="http://schemas.openxmlformats.org/drawingml/2006/main">
              <a:ext uri="{FF2B5EF4-FFF2-40B4-BE49-F238E27FC236}">
                <a16:creationId xmlns:a16="http://schemas.microsoft.com/office/drawing/2014/main" id="{D361FC6F-8F30-420F-B639-CD8A01F9913A}"/>
              </a:ext>
            </a:extLst>
          </p:cNvPr>
          <p:cNvSpPr>
            <a:spLocks xmlns:a="http://schemas.openxmlformats.org/drawingml/2006/main" noGrp="1"/>
          </p:cNvSpPr>
          <p:nvPr/>
        </p:nvSpPr>
        <p:spPr>
          <a:xfrm xmlns:a="http://schemas.openxmlformats.org/drawingml/2006/main">
            <a:off x="9284970" y="4055745"/>
            <a:ext cx="7048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182B33"/>
                </a:solidFill>
                <a:latin typeface="Yu Gothic"/>
                <a:ea typeface="Yu Gothic"/>
                <a:cs typeface="Yu Gothic"/>
              </a:defRPr>
            </a:defPPr>
            <a:lvl1pPr algn="l">
              <a:defRPr sz="1650" b="1">
                <a:solidFill>
                  <a:srgbClr val="182B33"/>
                </a:solidFill>
                <a:latin typeface="Yu Gothic"/>
                <a:ea typeface="Yu Gothic"/>
                <a:cs typeface="Yu Gothic"/>
              </a:defRPr>
            </a:lvl1pPr>
            <a:lvl2pPr algn="l">
              <a:defRPr sz="1650" b="1">
                <a:solidFill>
                  <a:srgbClr val="182B33"/>
                </a:solidFill>
                <a:latin typeface="Yu Gothic"/>
                <a:ea typeface="Yu Gothic"/>
                <a:cs typeface="Yu Gothic"/>
              </a:defRPr>
            </a:lvl2pPr>
            <a:lvl3pPr algn="l">
              <a:defRPr sz="1650" b="1">
                <a:solidFill>
                  <a:srgbClr val="182B33"/>
                </a:solidFill>
                <a:latin typeface="Yu Gothic"/>
                <a:ea typeface="Yu Gothic"/>
                <a:cs typeface="Yu Gothic"/>
              </a:defRPr>
            </a:lvl3pPr>
            <a:lvl4pPr algn="l">
              <a:defRPr sz="1650" b="1">
                <a:solidFill>
                  <a:srgbClr val="182B33"/>
                </a:solidFill>
                <a:latin typeface="Yu Gothic"/>
                <a:ea typeface="Yu Gothic"/>
                <a:cs typeface="Yu Gothic"/>
              </a:defRPr>
            </a:lvl4pPr>
            <a:lvl5pPr algn="l">
              <a:defRPr sz="1650" b="1">
                <a:solidFill>
                  <a:srgbClr val="182B33"/>
                </a:solidFill>
                <a:latin typeface="Yu Gothic"/>
                <a:ea typeface="Yu Gothic"/>
                <a:cs typeface="Yu Gothic"/>
              </a:defRPr>
            </a:lvl5pPr>
            <a:lvl6pPr algn="l">
              <a:defRPr sz="1650" b="1">
                <a:solidFill>
                  <a:srgbClr val="182B33"/>
                </a:solidFill>
                <a:latin typeface="Yu Gothic"/>
                <a:ea typeface="Yu Gothic"/>
                <a:cs typeface="Yu Gothic"/>
              </a:defRPr>
            </a:lvl6pPr>
            <a:lvl7pPr algn="l">
              <a:defRPr sz="1650" b="1">
                <a:solidFill>
                  <a:srgbClr val="182B33"/>
                </a:solidFill>
                <a:latin typeface="Yu Gothic"/>
                <a:ea typeface="Yu Gothic"/>
                <a:cs typeface="Yu Gothic"/>
              </a:defRPr>
            </a:lvl7pPr>
            <a:lvl8pPr algn="l">
              <a:defRPr sz="1650" b="1">
                <a:solidFill>
                  <a:srgbClr val="182B33"/>
                </a:solidFill>
                <a:latin typeface="Yu Gothic"/>
                <a:ea typeface="Yu Gothic"/>
                <a:cs typeface="Yu Gothic"/>
              </a:defRPr>
            </a:lvl8pPr>
            <a:lvl9pPr algn="l">
              <a:defRPr sz="1650" b="1">
                <a:solidFill>
                  <a:srgbClr val="182B33"/>
                </a:solidFill>
                <a:latin typeface="Yu Gothic"/>
                <a:ea typeface="Yu Gothic"/>
                <a:cs typeface="Yu Gothic"/>
              </a:defRPr>
            </a:lvl9pPr>
          </a:lstStyle>
          <a:p xmlns:a="http://schemas.openxmlformats.org/drawingml/2006/main">
            <a:pPr algn="l">
              <a:defRPr sz="1650" b="1">
                <a:solidFill>
                  <a:srgbClr val="182B33"/>
                </a:solidFill>
                <a:latin typeface="Yu Gothic"/>
                <a:ea typeface="Yu Gothic"/>
                <a:cs typeface="Yu Gothic"/>
              </a:defRPr>
            </a:pPr>
            <a:r>
              <a:rPr sz="1650" b="1">
                <a:solidFill>
                  <a:srgbClr val="182B33"/>
                </a:solidFill>
                <a:latin typeface="Yu Gothic"/>
                <a:ea typeface="Yu Gothic"/>
                <a:cs typeface="Yu Gothic"/>
              </a:rPr>
              <a:t>C</a:t>
            </a:r>
          </a:p>
        </p:txBody>
      </p:sp>
      <p:sp>
        <p:nvSpPr>
          <p:cNvPr id="28" name="">
            <a:extLst xmlns:a="http://schemas.openxmlformats.org/drawingml/2006/main">
              <a:ext uri="{FF2B5EF4-FFF2-40B4-BE49-F238E27FC236}">
                <a16:creationId xmlns:a16="http://schemas.microsoft.com/office/drawing/2014/main" id="{2CB9C53F-1D46-4E5B-8D0D-DD3A64ABF4D9}"/>
              </a:ext>
            </a:extLst>
          </p:cNvPr>
          <p:cNvSpPr>
            <a:spLocks xmlns:a="http://schemas.openxmlformats.org/drawingml/2006/main" noGrp="1"/>
          </p:cNvSpPr>
          <p:nvPr/>
        </p:nvSpPr>
        <p:spPr>
          <a:xfrm xmlns:a="http://schemas.openxmlformats.org/drawingml/2006/main">
            <a:off x="9971723" y="2831783"/>
            <a:ext cx="114300" cy="114300"/>
          </a:xfrm>
          <a:prstGeom xmlns:a="http://schemas.openxmlformats.org/drawingml/2006/main" prst="ellipse">
            <a:avLst/>
          </a:prstGeom>
          <a:solidFill xmlns:a="http://schemas.openxmlformats.org/drawingml/2006/main">
            <a:srgbClr val="166B68"/>
          </a:solidFill>
          <a:ln xmlns:a="http://schemas.openxmlformats.org/drawingml/2006/main" w="9525">
            <a:solidFill>
              <a:srgbClr val="166B68"/>
            </a:solidFill>
          </a:ln>
        </p:spPr>
      </p:sp>
      <p:sp>
        <p:nvSpPr>
          <p:cNvPr id="29" name="">
            <a:extLst xmlns:a="http://schemas.openxmlformats.org/drawingml/2006/main">
              <a:ext uri="{FF2B5EF4-FFF2-40B4-BE49-F238E27FC236}">
                <a16:creationId xmlns:a16="http://schemas.microsoft.com/office/drawing/2014/main" id="{5A9B8EFB-E758-4717-8B78-DC1C6E54A28C}"/>
              </a:ext>
            </a:extLst>
          </p:cNvPr>
          <p:cNvSpPr>
            <a:spLocks xmlns:a="http://schemas.openxmlformats.org/drawingml/2006/main" noGrp="1"/>
          </p:cNvSpPr>
          <p:nvPr/>
        </p:nvSpPr>
        <p:spPr>
          <a:xfrm xmlns:a="http://schemas.openxmlformats.org/drawingml/2006/main">
            <a:off x="10105073" y="2622233"/>
            <a:ext cx="7048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182B33"/>
                </a:solidFill>
                <a:latin typeface="Yu Gothic"/>
                <a:ea typeface="Yu Gothic"/>
                <a:cs typeface="Yu Gothic"/>
              </a:defRPr>
            </a:defPPr>
            <a:lvl1pPr algn="l">
              <a:defRPr sz="1650" b="1">
                <a:solidFill>
                  <a:srgbClr val="182B33"/>
                </a:solidFill>
                <a:latin typeface="Yu Gothic"/>
                <a:ea typeface="Yu Gothic"/>
                <a:cs typeface="Yu Gothic"/>
              </a:defRPr>
            </a:lvl1pPr>
            <a:lvl2pPr algn="l">
              <a:defRPr sz="1650" b="1">
                <a:solidFill>
                  <a:srgbClr val="182B33"/>
                </a:solidFill>
                <a:latin typeface="Yu Gothic"/>
                <a:ea typeface="Yu Gothic"/>
                <a:cs typeface="Yu Gothic"/>
              </a:defRPr>
            </a:lvl2pPr>
            <a:lvl3pPr algn="l">
              <a:defRPr sz="1650" b="1">
                <a:solidFill>
                  <a:srgbClr val="182B33"/>
                </a:solidFill>
                <a:latin typeface="Yu Gothic"/>
                <a:ea typeface="Yu Gothic"/>
                <a:cs typeface="Yu Gothic"/>
              </a:defRPr>
            </a:lvl3pPr>
            <a:lvl4pPr algn="l">
              <a:defRPr sz="1650" b="1">
                <a:solidFill>
                  <a:srgbClr val="182B33"/>
                </a:solidFill>
                <a:latin typeface="Yu Gothic"/>
                <a:ea typeface="Yu Gothic"/>
                <a:cs typeface="Yu Gothic"/>
              </a:defRPr>
            </a:lvl4pPr>
            <a:lvl5pPr algn="l">
              <a:defRPr sz="1650" b="1">
                <a:solidFill>
                  <a:srgbClr val="182B33"/>
                </a:solidFill>
                <a:latin typeface="Yu Gothic"/>
                <a:ea typeface="Yu Gothic"/>
                <a:cs typeface="Yu Gothic"/>
              </a:defRPr>
            </a:lvl5pPr>
            <a:lvl6pPr algn="l">
              <a:defRPr sz="1650" b="1">
                <a:solidFill>
                  <a:srgbClr val="182B33"/>
                </a:solidFill>
                <a:latin typeface="Yu Gothic"/>
                <a:ea typeface="Yu Gothic"/>
                <a:cs typeface="Yu Gothic"/>
              </a:defRPr>
            </a:lvl6pPr>
            <a:lvl7pPr algn="l">
              <a:defRPr sz="1650" b="1">
                <a:solidFill>
                  <a:srgbClr val="182B33"/>
                </a:solidFill>
                <a:latin typeface="Yu Gothic"/>
                <a:ea typeface="Yu Gothic"/>
                <a:cs typeface="Yu Gothic"/>
              </a:defRPr>
            </a:lvl7pPr>
            <a:lvl8pPr algn="l">
              <a:defRPr sz="1650" b="1">
                <a:solidFill>
                  <a:srgbClr val="182B33"/>
                </a:solidFill>
                <a:latin typeface="Yu Gothic"/>
                <a:ea typeface="Yu Gothic"/>
                <a:cs typeface="Yu Gothic"/>
              </a:defRPr>
            </a:lvl8pPr>
            <a:lvl9pPr algn="l">
              <a:defRPr sz="1650" b="1">
                <a:solidFill>
                  <a:srgbClr val="182B33"/>
                </a:solidFill>
                <a:latin typeface="Yu Gothic"/>
                <a:ea typeface="Yu Gothic"/>
                <a:cs typeface="Yu Gothic"/>
              </a:defRPr>
            </a:lvl9pPr>
          </a:lstStyle>
          <a:p xmlns:a="http://schemas.openxmlformats.org/drawingml/2006/main">
            <a:pPr algn="l">
              <a:defRPr sz="1650" b="1">
                <a:solidFill>
                  <a:srgbClr val="182B33"/>
                </a:solidFill>
                <a:latin typeface="Yu Gothic"/>
                <a:ea typeface="Yu Gothic"/>
                <a:cs typeface="Yu Gothic"/>
              </a:defRPr>
            </a:pPr>
            <a:r>
              <a:rPr sz="1650" b="1">
                <a:solidFill>
                  <a:srgbClr val="182B33"/>
                </a:solidFill>
                <a:latin typeface="Yu Gothic"/>
                <a:ea typeface="Yu Gothic"/>
                <a:cs typeface="Yu Gothic"/>
              </a:rPr>
              <a:t>D</a:t>
            </a:r>
          </a:p>
        </p:txBody>
      </p:sp>
      <p:sp>
        <p:nvSpPr>
          <p:cNvPr id="30" name="">
            <a:extLst xmlns:a="http://schemas.openxmlformats.org/drawingml/2006/main">
              <a:ext uri="{FF2B5EF4-FFF2-40B4-BE49-F238E27FC236}">
                <a16:creationId xmlns:a16="http://schemas.microsoft.com/office/drawing/2014/main" id="{318900E6-28F0-4895-AD64-CE0E0E2005F4}"/>
              </a:ext>
            </a:extLst>
          </p:cNvPr>
          <p:cNvSpPr>
            <a:spLocks xmlns:a="http://schemas.openxmlformats.org/drawingml/2006/main" noGrp="1"/>
          </p:cNvSpPr>
          <p:nvPr/>
        </p:nvSpPr>
        <p:spPr>
          <a:xfrm xmlns:a="http://schemas.openxmlformats.org/drawingml/2006/main">
            <a:off x="10830878" y="2217420"/>
            <a:ext cx="114300" cy="114300"/>
          </a:xfrm>
          <a:prstGeom xmlns:a="http://schemas.openxmlformats.org/drawingml/2006/main" prst="ellipse">
            <a:avLst/>
          </a:prstGeom>
          <a:solidFill xmlns:a="http://schemas.openxmlformats.org/drawingml/2006/main">
            <a:srgbClr val="166B68"/>
          </a:solidFill>
          <a:ln xmlns:a="http://schemas.openxmlformats.org/drawingml/2006/main" w="9525">
            <a:solidFill>
              <a:srgbClr val="166B68"/>
            </a:solidFill>
          </a:ln>
        </p:spPr>
      </p:sp>
      <p:sp>
        <p:nvSpPr>
          <p:cNvPr id="31" name="">
            <a:extLst xmlns:a="http://schemas.openxmlformats.org/drawingml/2006/main">
              <a:ext uri="{FF2B5EF4-FFF2-40B4-BE49-F238E27FC236}">
                <a16:creationId xmlns:a16="http://schemas.microsoft.com/office/drawing/2014/main" id="{33E78AB8-3B45-4A8C-A0D6-F91A9EF95CE3}"/>
              </a:ext>
            </a:extLst>
          </p:cNvPr>
          <p:cNvSpPr>
            <a:spLocks xmlns:a="http://schemas.openxmlformats.org/drawingml/2006/main" noGrp="1"/>
          </p:cNvSpPr>
          <p:nvPr/>
        </p:nvSpPr>
        <p:spPr>
          <a:xfrm xmlns:a="http://schemas.openxmlformats.org/drawingml/2006/main">
            <a:off x="10649903" y="2007870"/>
            <a:ext cx="7048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182B33"/>
                </a:solidFill>
                <a:latin typeface="Yu Gothic"/>
                <a:ea typeface="Yu Gothic"/>
                <a:cs typeface="Yu Gothic"/>
              </a:defRPr>
            </a:defPPr>
            <a:lvl1pPr algn="l">
              <a:defRPr sz="1650" b="1">
                <a:solidFill>
                  <a:srgbClr val="182B33"/>
                </a:solidFill>
                <a:latin typeface="Yu Gothic"/>
                <a:ea typeface="Yu Gothic"/>
                <a:cs typeface="Yu Gothic"/>
              </a:defRPr>
            </a:lvl1pPr>
            <a:lvl2pPr algn="l">
              <a:defRPr sz="1650" b="1">
                <a:solidFill>
                  <a:srgbClr val="182B33"/>
                </a:solidFill>
                <a:latin typeface="Yu Gothic"/>
                <a:ea typeface="Yu Gothic"/>
                <a:cs typeface="Yu Gothic"/>
              </a:defRPr>
            </a:lvl2pPr>
            <a:lvl3pPr algn="l">
              <a:defRPr sz="1650" b="1">
                <a:solidFill>
                  <a:srgbClr val="182B33"/>
                </a:solidFill>
                <a:latin typeface="Yu Gothic"/>
                <a:ea typeface="Yu Gothic"/>
                <a:cs typeface="Yu Gothic"/>
              </a:defRPr>
            </a:lvl3pPr>
            <a:lvl4pPr algn="l">
              <a:defRPr sz="1650" b="1">
                <a:solidFill>
                  <a:srgbClr val="182B33"/>
                </a:solidFill>
                <a:latin typeface="Yu Gothic"/>
                <a:ea typeface="Yu Gothic"/>
                <a:cs typeface="Yu Gothic"/>
              </a:defRPr>
            </a:lvl4pPr>
            <a:lvl5pPr algn="l">
              <a:defRPr sz="1650" b="1">
                <a:solidFill>
                  <a:srgbClr val="182B33"/>
                </a:solidFill>
                <a:latin typeface="Yu Gothic"/>
                <a:ea typeface="Yu Gothic"/>
                <a:cs typeface="Yu Gothic"/>
              </a:defRPr>
            </a:lvl5pPr>
            <a:lvl6pPr algn="l">
              <a:defRPr sz="1650" b="1">
                <a:solidFill>
                  <a:srgbClr val="182B33"/>
                </a:solidFill>
                <a:latin typeface="Yu Gothic"/>
                <a:ea typeface="Yu Gothic"/>
                <a:cs typeface="Yu Gothic"/>
              </a:defRPr>
            </a:lvl6pPr>
            <a:lvl7pPr algn="l">
              <a:defRPr sz="1650" b="1">
                <a:solidFill>
                  <a:srgbClr val="182B33"/>
                </a:solidFill>
                <a:latin typeface="Yu Gothic"/>
                <a:ea typeface="Yu Gothic"/>
                <a:cs typeface="Yu Gothic"/>
              </a:defRPr>
            </a:lvl7pPr>
            <a:lvl8pPr algn="l">
              <a:defRPr sz="1650" b="1">
                <a:solidFill>
                  <a:srgbClr val="182B33"/>
                </a:solidFill>
                <a:latin typeface="Yu Gothic"/>
                <a:ea typeface="Yu Gothic"/>
                <a:cs typeface="Yu Gothic"/>
              </a:defRPr>
            </a:lvl8pPr>
            <a:lvl9pPr algn="l">
              <a:defRPr sz="1650" b="1">
                <a:solidFill>
                  <a:srgbClr val="182B33"/>
                </a:solidFill>
                <a:latin typeface="Yu Gothic"/>
                <a:ea typeface="Yu Gothic"/>
                <a:cs typeface="Yu Gothic"/>
              </a:defRPr>
            </a:lvl9pPr>
          </a:lstStyle>
          <a:p xmlns:a="http://schemas.openxmlformats.org/drawingml/2006/main">
            <a:pPr algn="l">
              <a:defRPr sz="1650" b="1">
                <a:solidFill>
                  <a:srgbClr val="182B33"/>
                </a:solidFill>
                <a:latin typeface="Yu Gothic"/>
                <a:ea typeface="Yu Gothic"/>
                <a:cs typeface="Yu Gothic"/>
              </a:defRPr>
            </a:pPr>
            <a:r>
              <a:rPr sz="1650" b="1">
                <a:solidFill>
                  <a:srgbClr val="182B33"/>
                </a:solidFill>
                <a:latin typeface="Yu Gothic"/>
                <a:ea typeface="Yu Gothic"/>
                <a:cs typeface="Yu Gothic"/>
              </a:rPr>
              <a:t>E</a:t>
            </a:r>
          </a:p>
        </p:txBody>
      </p:sp>
      <p:sp>
        <p:nvSpPr>
          <p:cNvPr id="32" name="">
            <a:extLst xmlns:a="http://schemas.openxmlformats.org/drawingml/2006/main">
              <a:ext uri="{FF2B5EF4-FFF2-40B4-BE49-F238E27FC236}">
                <a16:creationId xmlns:a16="http://schemas.microsoft.com/office/drawing/2014/main" id="{3631B2B5-CD62-4FEB-BE0F-A4E2DF0CA4B4}"/>
              </a:ext>
            </a:extLst>
          </p:cNvPr>
          <p:cNvSpPr>
            <a:spLocks xmlns:a="http://schemas.openxmlformats.org/drawingml/2006/main" noGrp="1"/>
          </p:cNvSpPr>
          <p:nvPr/>
        </p:nvSpPr>
        <p:spPr>
          <a:xfrm xmlns:a="http://schemas.openxmlformats.org/drawingml/2006/main">
            <a:off x="7391400" y="1638300"/>
            <a:ext cx="37909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1">
                <a:solidFill>
                  <a:srgbClr val="52616A"/>
                </a:solidFill>
                <a:latin typeface="Yu Gothic"/>
                <a:ea typeface="Yu Gothic"/>
                <a:cs typeface="Yu Gothic"/>
              </a:defRPr>
            </a:defPPr>
            <a:lvl1pPr algn="ctr">
              <a:defRPr sz="1650" b="1">
                <a:solidFill>
                  <a:srgbClr val="52616A"/>
                </a:solidFill>
                <a:latin typeface="Yu Gothic"/>
                <a:ea typeface="Yu Gothic"/>
                <a:cs typeface="Yu Gothic"/>
              </a:defRPr>
            </a:lvl1pPr>
            <a:lvl2pPr algn="ctr">
              <a:defRPr sz="1650" b="1">
                <a:solidFill>
                  <a:srgbClr val="52616A"/>
                </a:solidFill>
                <a:latin typeface="Yu Gothic"/>
                <a:ea typeface="Yu Gothic"/>
                <a:cs typeface="Yu Gothic"/>
              </a:defRPr>
            </a:lvl2pPr>
            <a:lvl3pPr algn="ctr">
              <a:defRPr sz="1650" b="1">
                <a:solidFill>
                  <a:srgbClr val="52616A"/>
                </a:solidFill>
                <a:latin typeface="Yu Gothic"/>
                <a:ea typeface="Yu Gothic"/>
                <a:cs typeface="Yu Gothic"/>
              </a:defRPr>
            </a:lvl3pPr>
            <a:lvl4pPr algn="ctr">
              <a:defRPr sz="1650" b="1">
                <a:solidFill>
                  <a:srgbClr val="52616A"/>
                </a:solidFill>
                <a:latin typeface="Yu Gothic"/>
                <a:ea typeface="Yu Gothic"/>
                <a:cs typeface="Yu Gothic"/>
              </a:defRPr>
            </a:lvl4pPr>
            <a:lvl5pPr algn="ctr">
              <a:defRPr sz="1650" b="1">
                <a:solidFill>
                  <a:srgbClr val="52616A"/>
                </a:solidFill>
                <a:latin typeface="Yu Gothic"/>
                <a:ea typeface="Yu Gothic"/>
                <a:cs typeface="Yu Gothic"/>
              </a:defRPr>
            </a:lvl5pPr>
            <a:lvl6pPr algn="ctr">
              <a:defRPr sz="1650" b="1">
                <a:solidFill>
                  <a:srgbClr val="52616A"/>
                </a:solidFill>
                <a:latin typeface="Yu Gothic"/>
                <a:ea typeface="Yu Gothic"/>
                <a:cs typeface="Yu Gothic"/>
              </a:defRPr>
            </a:lvl6pPr>
            <a:lvl7pPr algn="ctr">
              <a:defRPr sz="1650" b="1">
                <a:solidFill>
                  <a:srgbClr val="52616A"/>
                </a:solidFill>
                <a:latin typeface="Yu Gothic"/>
                <a:ea typeface="Yu Gothic"/>
                <a:cs typeface="Yu Gothic"/>
              </a:defRPr>
            </a:lvl7pPr>
            <a:lvl8pPr algn="ctr">
              <a:defRPr sz="1650" b="1">
                <a:solidFill>
                  <a:srgbClr val="52616A"/>
                </a:solidFill>
                <a:latin typeface="Yu Gothic"/>
                <a:ea typeface="Yu Gothic"/>
                <a:cs typeface="Yu Gothic"/>
              </a:defRPr>
            </a:lvl8pPr>
            <a:lvl9pPr algn="ctr">
              <a:defRPr sz="1650" b="1">
                <a:solidFill>
                  <a:srgbClr val="52616A"/>
                </a:solidFill>
                <a:latin typeface="Yu Gothic"/>
                <a:ea typeface="Yu Gothic"/>
                <a:cs typeface="Yu Gothic"/>
              </a:defRPr>
            </a:lvl9pPr>
          </a:lstStyle>
          <a:p xmlns:a="http://schemas.openxmlformats.org/drawingml/2006/main">
            <a:pPr algn="ctr">
              <a:defRPr sz="1650" b="1">
                <a:solidFill>
                  <a:srgbClr val="52616A"/>
                </a:solidFill>
                <a:latin typeface="Yu Gothic"/>
                <a:ea typeface="Yu Gothic"/>
                <a:cs typeface="Yu Gothic"/>
              </a:defRPr>
            </a:pPr>
            <a:r>
              <a:rPr sz="1650" b="1">
                <a:solidFill>
                  <a:srgbClr val="52616A"/>
                </a:solidFill>
                <a:latin typeface="Yu Gothic"/>
                <a:ea typeface="Yu Gothic"/>
                <a:cs typeface="Yu Gothic"/>
              </a:rPr>
              <a:t>角度で方向、距離で次点</a:t>
            </a:r>
          </a:p>
        </p:txBody>
      </p:sp>
    </p:spTree>
    <p:extLst>
      <p:ext uri="{BB962C8B-B14F-4D97-AF65-F5344CB8AC3E}">
        <p14:creationId xmlns:p14="http://schemas.microsoft.com/office/powerpoint/2010/main" val="146540711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2026-10-26T15:56:32.3530000Z</dcterms:created>
  <dcterms:modified xsi:type="dcterms:W3CDTF">2026-10-26T15:56:32.3530000Z</dcterms:modified>
</coreProperties>
</file>