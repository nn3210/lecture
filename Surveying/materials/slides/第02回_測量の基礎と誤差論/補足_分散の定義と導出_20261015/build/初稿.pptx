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bbf969926249d2" /><Relationship Type="http://schemas.openxmlformats.org/officeDocument/2006/relationships/extended-properties" Target="/docProps/app.xml" Id="Rfcc57a3b2c27475f" /><Relationship Type="http://schemas.openxmlformats.org/officeDocument/2006/relationships/officeDocument" Target="/ppt/presentation.xml" Id="R67e4a82699a142fd" /></Relationships>
</file>

<file path=ppt/presentation.xml><?xml version="1.0" encoding="utf-8"?>
<p:presentation xmlns:p="http://schemas.openxmlformats.org/presentationml/2006/main">
  <p:sldMasterIdLst>
    <p:sldMasterId xmlns:r="http://schemas.openxmlformats.org/officeDocument/2006/relationships" id="2147483648" r:id="Rea0c063fc37e4998"/>
  </p:sldMasterIdLst>
  <p:notesMasterIdLst>
    <p:notesMasterId xmlns:r="http://schemas.openxmlformats.org/officeDocument/2006/relationships" r:id="R8bdf44479e084e14"/>
  </p:notesMasterIdLst>
  <p:sldIdLst>
    <p:sldId xmlns:r="http://schemas.openxmlformats.org/officeDocument/2006/relationships" id="256" r:id="Re35028f4acdd4428"/>
    <p:sldId xmlns:r="http://schemas.openxmlformats.org/officeDocument/2006/relationships" id="257" r:id="Rcb7250ee9ad24934"/>
    <p:sldId xmlns:r="http://schemas.openxmlformats.org/officeDocument/2006/relationships" id="258" r:id="R9e9ff6137ac24522"/>
    <p:sldId xmlns:r="http://schemas.openxmlformats.org/officeDocument/2006/relationships" id="259" r:id="R34b2a1214b6b4fbd"/>
    <p:sldId xmlns:r="http://schemas.openxmlformats.org/officeDocument/2006/relationships" id="260" r:id="Rf1033a9f16d24f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3fd1d0bcd24f2e" /><Relationship Type="http://schemas.openxmlformats.org/officeDocument/2006/relationships/slideMaster" Target="/ppt/slideMasters/slideMaster1.xml" Id="Rea0c063fc37e4998" /><Relationship Type="http://schemas.openxmlformats.org/officeDocument/2006/relationships/notesMaster" Target="/ppt/notesMasters/notesMaster1.xml" Id="R8bdf44479e084e14" /><Relationship Type="http://schemas.openxmlformats.org/officeDocument/2006/relationships/presProps" Target="/ppt/presProps.xml" Id="R3a70173107a04e49" /><Relationship Type="http://schemas.openxmlformats.org/officeDocument/2006/relationships/tableStyles" Target="/ppt/tableStyles.xml" Id="R0ba021c846ec4bd8" /><Relationship Type="http://schemas.openxmlformats.org/officeDocument/2006/relationships/slide" Target="/ppt/slides/slide1.xml" Id="Re35028f4acdd4428" /><Relationship Type="http://schemas.openxmlformats.org/officeDocument/2006/relationships/slide" Target="/ppt/slides/slide2.xml" Id="Rcb7250ee9ad24934" /><Relationship Type="http://schemas.openxmlformats.org/officeDocument/2006/relationships/slide" Target="/ppt/slides/slide3.xml" Id="R9e9ff6137ac24522" /><Relationship Type="http://schemas.openxmlformats.org/officeDocument/2006/relationships/slide" Target="/ppt/slides/slide4.xml" Id="R34b2a1214b6b4fbd" /><Relationship Type="http://schemas.openxmlformats.org/officeDocument/2006/relationships/slide" Target="/ppt/slides/slide5.xml" Id="Rf1033a9f16d24f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8216387bb441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bcb8529a54155" /><Relationship Type="http://schemas.openxmlformats.org/officeDocument/2006/relationships/notesMaster" Target="/ppt/notesMasters/notesMaster1.xml" Id="Re2995267935e41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f8f3b902784be6" /><Relationship Type="http://schemas.openxmlformats.org/officeDocument/2006/relationships/notesMaster" Target="/ppt/notesMasters/notesMaster1.xml" Id="Rbeebafe118704a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d8e092d09448da" /><Relationship Type="http://schemas.openxmlformats.org/officeDocument/2006/relationships/notesMaster" Target="/ppt/notesMasters/notesMaster1.xml" Id="R0175246d4a8a49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94046023164dc4" /><Relationship Type="http://schemas.openxmlformats.org/officeDocument/2006/relationships/notesMaster" Target="/ppt/notesMasters/notesMaster1.xml" Id="Race610057cdd46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da8a0dfda34340" /><Relationship Type="http://schemas.openxmlformats.org/officeDocument/2006/relationships/notesMaster" Target="/ppt/notesMasters/notesMaster1.xml" Id="R37bfdaf4a90142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のeᵢは観測前には値が定まらない確率変数として扱う。EはExpectationの記号であり、誤差eとは別の役割を持つ。E[eᵢ]=0は、プラスとマイナスがあるだけで自動的に成り立つ性質ではなく、偏りのない観測モデルの仮定である。有限回の実測誤差の平均が必ず0になるという意味でも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期待値は、取りうる値にそれぞれの確率を掛けて足したもの。4つの等確率な場合を−2、0、0、＋2 mmと並べた平均でも同じ数値になる。E[eᵢ²]=2 mm²だが、E[eᵢ]²=0 mm²であり、二乗と平均の順番は交換できない。これは全事象と確率を定めた仮想モデルで、実測の4回分を示しているわけではない。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τ²はこの観測モデルの母分散、τは母標準偏差であり、観測データから推定するσとは区別する。分散の定義そのものは二乗偏差の期待値で、二乗する方法が数学的に唯一のばらつきの測り方という意味ではない。絶対偏差という別の指標もあるが、分散は和や定数倍の計算を扱いやすい。ここではE[eᵢ²]が有限であることを仮定し、単位はτ²がmm²、τがmmと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ᵢ−μₑ)²=eᵢ²−2μₑeᵢ+μₑ²を展開してから期待値を取る。期待値の線形性によりE[A+B]=E[A]+E[B]、定数cに対してE[cA]=cE[A]、E[c]=cを使い、さらにE[eᵢ]=μₑを代入する。独立性は複数の誤差の分散を足し合わせるときに別途使う条件で、ここで1つの誤差の分散を表すためには必要ない。正規性・分布の対称性・各回の同精度も、この恒等式には不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E[eᵢ²]=1×1/4+9×1/2+25×1/4=11 mm²。真値からの誤差の二乗平均は、平均まわりのばらつき2 mm²と偏りの二乗9 mm²を含む。一般には√E[eᵢ²]は二乗平均平方根誤差（RMSE）であり、偏りが0のときに母標準偏差τと一致する。真値が未知の実データではeᵢを直接計算できないので残差から母分散を推定するが、そのn−1の導出は別の段階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67c411bf3443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bb68f0a8854d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47fa8316b646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1377de1d4446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80e9291aed43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e5a7a27b1b4f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2AAA3A-269C-4135-A47E-A3E73F3060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B28054-5416-4DE0-9FCF-07707CE97D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116BEC-C205-4ABB-A1FF-E6A186B3B9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77DB69-33DB-4BF5-BCDB-1142D372E3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4FF482-7D6C-486C-88DE-8F67A3BDC1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012119-C5CA-4765-A40B-36427815A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EEA836-02B0-4B39-B4D5-586673AB36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68850E-9010-4EB8-89AD-FFACDA253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812CC0-82F0-4382-ACFF-EF0C59EB2A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BA427F-46E2-4A27-AB63-DA52F7C1ED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5aa29e76a040d2" /><Relationship Type="http://schemas.openxmlformats.org/officeDocument/2006/relationships/slideLayout" Target="/ppt/slideLayouts/slideLayout1.xml" Id="R2bf6f98bdf194436" /><Relationship Type="http://schemas.openxmlformats.org/officeDocument/2006/relationships/slideLayout" Target="/ppt/slideLayouts/slideLayout2.xml" Id="Rf7733288d9924849" /><Relationship Type="http://schemas.openxmlformats.org/officeDocument/2006/relationships/slideLayout" Target="/ppt/slideLayouts/slideLayout3.xml" Id="Rd16f71bde3014cd6" /><Relationship Type="http://schemas.openxmlformats.org/officeDocument/2006/relationships/slideLayout" Target="/ppt/slideLayouts/slideLayout4.xml" Id="Re84af2e67f514efa" /><Relationship Type="http://schemas.openxmlformats.org/officeDocument/2006/relationships/slideLayout" Target="/ppt/slideLayouts/slideLayout5.xml" Id="R1d3062886958483b" /><Relationship Type="http://schemas.openxmlformats.org/officeDocument/2006/relationships/slideLayout" Target="/ppt/slideLayouts/slideLayout6.xml" Id="Rb4aec593532640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f6f98bdf194436"/>
    <p:sldLayoutId xmlns:r="http://schemas.openxmlformats.org/officeDocument/2006/relationships" id="2147483650" r:id="Rf7733288d9924849"/>
    <p:sldLayoutId xmlns:r="http://schemas.openxmlformats.org/officeDocument/2006/relationships" id="2147483651" r:id="Rd16f71bde3014cd6"/>
    <p:sldLayoutId xmlns:r="http://schemas.openxmlformats.org/officeDocument/2006/relationships" id="2147483652" r:id="Re84af2e67f514efa"/>
    <p:sldLayoutId xmlns:r="http://schemas.openxmlformats.org/officeDocument/2006/relationships" id="2147483653" r:id="R1d3062886958483b"/>
    <p:sldLayoutId xmlns:r="http://schemas.openxmlformats.org/officeDocument/2006/relationships" id="2147483654" r:id="Rb4aec593532640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8cfa9e48164210" /><Relationship Type="http://schemas.openxmlformats.org/officeDocument/2006/relationships/notesSlide" Target="/ppt/notesSlides/notesSlide1.xml" Id="R9602fe6a312c41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03aa8bbebe41ab" /><Relationship Type="http://schemas.openxmlformats.org/officeDocument/2006/relationships/notesSlide" Target="/ppt/notesSlides/notesSlide2.xml" Id="R250b8e42d9f946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0ea91a8f63470a" /><Relationship Type="http://schemas.openxmlformats.org/officeDocument/2006/relationships/notesSlide" Target="/ppt/notesSlides/notesSlide3.xml" Id="Rd1acb222253743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3c1f000bba401c" /><Relationship Type="http://schemas.openxmlformats.org/officeDocument/2006/relationships/notesSlide" Target="/ppt/notesSlides/notesSlide4.xml" Id="Rb9109da2b5544f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146ed8e0284b87" /><Relationship Type="http://schemas.openxmlformats.org/officeDocument/2006/relationships/notesSlide" Target="/ppt/notesSlides/notesSlide5.xml" Id="Rb3f9d923ed364dc1" /></Relationships>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1 誤差の e と、期待値の E">
            <a:extLst xmlns:a="http://schemas.openxmlformats.org/drawingml/2006/main">
              <a:ext uri="{FF2B5EF4-FFF2-40B4-BE49-F238E27FC236}">
                <a16:creationId xmlns:a16="http://schemas.microsoft.com/office/drawing/2014/main" id="{11FA2F80-216C-4C7C-B8E8-20D9185E331B}"/>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補足05-1 誤差の e と、期待値の E</a:t>
            </a:r>
          </a:p>
        </p:txBody>
      </p:sp>
      <p:sp>
        <p:nvSpPr>
          <p:cNvPr id="2" name="1 / 5">
            <a:extLst xmlns:a="http://schemas.openxmlformats.org/drawingml/2006/main">
              <a:ext uri="{FF2B5EF4-FFF2-40B4-BE49-F238E27FC236}">
                <a16:creationId xmlns:a16="http://schemas.microsoft.com/office/drawing/2014/main" id="{1F744A27-EEF3-4FAC-BFE2-30E3183595E0}"/>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1 / 5</a:t>
            </a:r>
          </a:p>
        </p:txBody>
      </p:sp>
      <p:sp>
        <p:nvSpPr>
          <p:cNvPr id="3" name="同じ量を繰り返し測る。真値 X は固定し、観測値は毎回変わる。">
            <a:extLst xmlns:a="http://schemas.openxmlformats.org/drawingml/2006/main">
              <a:ext uri="{FF2B5EF4-FFF2-40B4-BE49-F238E27FC236}">
                <a16:creationId xmlns:a16="http://schemas.microsoft.com/office/drawing/2014/main" id="{0F51F106-8DC2-4247-8219-0F4EDD3EDF5D}"/>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同じ量を繰り返し測る。真値 X は固定し、観測値は毎回変わる。</a:t>
            </a:r>
          </a:p>
        </p:txBody>
      </p:sp>
      <mc:AlternateContent xmlns:mc="http://schemas.openxmlformats.org/markup-compatibility/2006" xmlns:a14="http://schemas.microsoft.com/office/drawing/2010/main">
        <mc:Choice Requires="a14">
          <p:sp>
            <p:nvSpPr>
              <p:cNvPr id="4" name="EQM00000">
                <a:extLst xmlns:a="http://schemas.openxmlformats.org/drawingml/2006/main">
                  <a:ext uri="{FF2B5EF4-FFF2-40B4-BE49-F238E27FC236}">
                    <a16:creationId xmlns:a16="http://schemas.microsoft.com/office/drawing/2014/main" id="{08928859-60CD-40E4-9FEC-FCF7511E69FC}"/>
                  </a:ext>
                </a:extLst>
              </p:cNvPr>
              <p:cNvSpPr>
                <a:spLocks xmlns:a="http://schemas.openxmlformats.org/drawingml/2006/main" noGrp="1"/>
              </p:cNvSpPr>
              <p:nvPr/>
            </p:nvSpPr>
            <p:spPr>
              <a:xfrm xmlns:a="http://schemas.openxmlformats.org/drawingml/2006/main">
                <a:off x="762000" y="219789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x</m:t>
                          </m:r>
                        </m:e>
                        <m:sub>
                          <m:r>
                            <a:rPr sz="2775" b="0" lang="en-US">
                              <a:solidFill>
                                <a:srgbClr val="183E50"/>
                              </a:solidFill>
                              <a:latin typeface="Cambria Math"/>
                              <a:ea typeface="Meiryo"/>
                            </a:rPr>
                            <m:t>i</m:t>
                          </m:r>
                        </m:sub>
                      </m:sSub>
                      <m:r>
                        <a:rPr sz="2775" b="0" lang="en-US">
                          <a:solidFill>
                            <a:srgbClr val="183E50"/>
                          </a:solidFill>
                          <a:latin typeface="Cambria Math"/>
                          <a:ea typeface="Meiryo"/>
                        </a:rPr>
                        <m:t>=X+</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nor/>
                        </m:rPr>
                        <a:rPr sz="2775" b="0" lang="en-US">
                          <a:solidFill>
                            <a:srgbClr val="183E50"/>
                          </a:solidFill>
                          <a:latin typeface="Cambria Math"/>
                          <a:ea typeface="Meiryo"/>
                        </a:rPr>
                        <m:t>  </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x</m:t>
                          </m:r>
                        </m:e>
                        <m:sub>
                          <m:r>
                            <a:rPr sz="2775" b="0" lang="en-US">
                              <a:solidFill>
                                <a:srgbClr val="183E50"/>
                              </a:solidFill>
                              <a:latin typeface="Cambria Math"/>
                              <a:ea typeface="Meiryo"/>
                            </a:rPr>
                            <m:t>i</m:t>
                          </m:r>
                        </m:sub>
                      </m:sSub>
                      <m:r>
                        <a:rPr sz="2775" b="0" lang="en-US">
                          <a:solidFill>
                            <a:srgbClr val="183E50"/>
                          </a:solidFill>
                          <a:latin typeface="Cambria Math"/>
                          <a:ea typeface="Meiryo"/>
                        </a:rPr>
                        <m:t>−X</m:t>
                      </m:r>
                    </m:oMath>
                  </m:oMathPara>
                </a14:m>
              </a:p>
            </p:txBody>
          </p:sp>
        </mc:Choice>
        <mc:Fallback>
          <p:sp>
            <p:nvSpPr>
              <p:cNvPr id="4" name="EQM00000">
                <a:extLst xmlns:a="http://schemas.openxmlformats.org/drawingml/2006/main">
                  <a:ext uri="{FF2B5EF4-FFF2-40B4-BE49-F238E27FC236}">
                    <a16:creationId xmlns:a16="http://schemas.microsoft.com/office/drawing/2014/main" id="{08928859-60CD-40E4-9FEC-FCF7511E69FC}"/>
                  </a:ext>
                </a:extLst>
              </p:cNvPr>
              <p:cNvSpPr>
                <a:spLocks xmlns:a="http://schemas.openxmlformats.org/drawingml/2006/main" noGrp="1"/>
              </p:cNvSpPr>
              <p:nvPr/>
            </p:nvSpPr>
            <p:spPr>
              <a:xfrm xmlns:a="http://schemas.openxmlformats.org/drawingml/2006/main">
                <a:off x="762000" y="219789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x_i=X+e_i,\qquad e_i=x_i-X</a:t>
                </a:r>
              </a:p>
            </p:txBody>
          </p:sp>
        </mc:Fallback>
      </mc:AlternateContent>
      <p:sp>
        <p:nvSpPr>
          <p:cNvPr id="5" name="小文字の eᵢ は誤差。大文字の E[ ] は「中の量の理論上の平均」。">
            <a:extLst xmlns:a="http://schemas.openxmlformats.org/drawingml/2006/main">
              <a:ext uri="{FF2B5EF4-FFF2-40B4-BE49-F238E27FC236}">
                <a16:creationId xmlns:a16="http://schemas.microsoft.com/office/drawing/2014/main" id="{47A241A5-5AC1-42F8-B638-39287F1962AE}"/>
              </a:ext>
            </a:extLst>
          </p:cNvPr>
          <p:cNvSpPr>
            <a:spLocks xmlns:a="http://schemas.openxmlformats.org/drawingml/2006/main" noGrp="1"/>
          </p:cNvSpPr>
          <p:nvPr/>
        </p:nvSpPr>
        <p:spPr>
          <a:xfrm xmlns:a="http://schemas.openxmlformats.org/drawingml/2006/main">
            <a:off x="762000" y="3319463"/>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小文字の eᵢ は誤差。大文字の E[ ] は「中の量の理論上の平均」。</a:t>
            </a:r>
          </a:p>
        </p:txBody>
      </p:sp>
      <p:sp>
        <p:nvSpPr>
          <p:cNvPr id="6" name="ここでは系統的な偏りを補正し、次の仮定を置く。">
            <a:extLst xmlns:a="http://schemas.openxmlformats.org/drawingml/2006/main">
              <a:ext uri="{FF2B5EF4-FFF2-40B4-BE49-F238E27FC236}">
                <a16:creationId xmlns:a16="http://schemas.microsoft.com/office/drawing/2014/main" id="{B74CC113-3DA9-455F-8521-D5B4F25C46B5}"/>
              </a:ext>
            </a:extLst>
          </p:cNvPr>
          <p:cNvSpPr>
            <a:spLocks xmlns:a="http://schemas.openxmlformats.org/drawingml/2006/main" noGrp="1"/>
          </p:cNvSpPr>
          <p:nvPr/>
        </p:nvSpPr>
        <p:spPr>
          <a:xfrm xmlns:a="http://schemas.openxmlformats.org/drawingml/2006/main">
            <a:off x="762000" y="4126706"/>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ここでは系統的な偏りを補正し、次の仮定を置く。</a:t>
            </a:r>
          </a:p>
        </p:txBody>
      </p:sp>
      <mc:AlternateContent xmlns:mc="http://schemas.openxmlformats.org/markup-compatibility/2006" xmlns:a14="http://schemas.microsoft.com/office/drawing/2010/main">
        <mc:Choice Requires="a14">
          <p:sp>
            <p:nvSpPr>
              <p:cNvPr id="7" name="EQM00001">
                <a:extLst xmlns:a="http://schemas.openxmlformats.org/drawingml/2006/main">
                  <a:ext uri="{FF2B5EF4-FFF2-40B4-BE49-F238E27FC236}">
                    <a16:creationId xmlns:a16="http://schemas.microsoft.com/office/drawing/2014/main" id="{E05C6BA9-B650-4C8A-879D-A6DCB569E978}"/>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]=0</m:t>
                      </m:r>
                    </m:oMath>
                  </m:oMathPara>
                </a14:m>
              </a:p>
            </p:txBody>
          </p:sp>
        </mc:Choice>
        <mc:Fallback>
          <p:sp>
            <p:nvSpPr>
              <p:cNvPr id="7" name="EQM00001">
                <a:extLst xmlns:a="http://schemas.openxmlformats.org/drawingml/2006/main">
                  <a:ext uri="{FF2B5EF4-FFF2-40B4-BE49-F238E27FC236}">
                    <a16:creationId xmlns:a16="http://schemas.microsoft.com/office/drawing/2014/main" id="{E05C6BA9-B650-4C8A-879D-A6DCB569E978}"/>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\mathrm{E}[e_i]=0</a:t>
                </a:r>
              </a:p>
            </p:txBody>
          </p:sp>
        </mc:Fallback>
      </mc:AlternateContent>
      <p:sp>
        <p:nvSpPr>
          <p:cNvPr id="8" name="誤差の平均が0という仮定が、後の式を簡単にする。">
            <a:extLst xmlns:a="http://schemas.openxmlformats.org/drawingml/2006/main">
              <a:ext uri="{FF2B5EF4-FFF2-40B4-BE49-F238E27FC236}">
                <a16:creationId xmlns:a16="http://schemas.microsoft.com/office/drawing/2014/main" id="{03DD7D70-8A9D-460A-94DC-7DF5256B595E}"/>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誤差の平均が0という仮定が、後の式を簡単にする。</a:t>
            </a:r>
          </a:p>
        </p:txBody>
      </p:sp>
    </p:spTree>
    <p:extLst>
      <p:ext uri="{BB962C8B-B14F-4D97-AF65-F5344CB8AC3E}">
        <p14:creationId xmlns:p14="http://schemas.microsoft.com/office/powerpoint/2010/main" val="187479820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2 E は、確率を重みとした平均">
            <a:extLst xmlns:a="http://schemas.openxmlformats.org/drawingml/2006/main">
              <a:ext uri="{FF2B5EF4-FFF2-40B4-BE49-F238E27FC236}">
                <a16:creationId xmlns:a16="http://schemas.microsoft.com/office/drawing/2014/main" id="{820CE2DA-5231-48B3-8E6F-06A11CD42FBD}"/>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補足05-2 E は、確率を重みとした平均</a:t>
            </a:r>
          </a:p>
        </p:txBody>
      </p:sp>
      <p:sp>
        <p:nvSpPr>
          <p:cNvPr id="2" name="2 / 5">
            <a:extLst xmlns:a="http://schemas.openxmlformats.org/drawingml/2006/main">
              <a:ext uri="{FF2B5EF4-FFF2-40B4-BE49-F238E27FC236}">
                <a16:creationId xmlns:a16="http://schemas.microsoft.com/office/drawing/2014/main" id="{E6A353FE-5482-4B18-B168-CCE105DC0639}"/>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2 / 5</a:t>
            </a:r>
          </a:p>
        </p:txBody>
      </p:sp>
      <p:sp>
        <p:nvSpPr>
          <p:cNvPr id="3" name="説明用のモデル：誤差が −2、0、＋2 mm のいずれかを取る。">
            <a:extLst xmlns:a="http://schemas.openxmlformats.org/drawingml/2006/main">
              <a:ext uri="{FF2B5EF4-FFF2-40B4-BE49-F238E27FC236}">
                <a16:creationId xmlns:a16="http://schemas.microsoft.com/office/drawing/2014/main" id="{041A1E78-CA5F-4C05-91B5-F0DFDF157C5C}"/>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説明用のモデル：誤差が −2、0、＋2 mm のいずれかを取る。</a:t>
            </a:r>
          </a:p>
        </p:txBody>
      </p:sp>
      <p:graphicFrame>
        <p:nvGraphicFramePr>
          <p:cNvPr id="4" name="">
            <a:extLst xmlns:a="http://schemas.openxmlformats.org/drawingml/2006/main">
              <a:ext uri="{FF2B5EF4-FFF2-40B4-BE49-F238E27FC236}">
                <a16:creationId xmlns:a16="http://schemas.microsoft.com/office/drawing/2014/main" id="{F3A96026-7480-400E-AB06-C2B2832B6FAF}"/>
              </a:ext>
            </a:extLst>
          </p:cNvPr>
          <p:cNvGraphicFramePr/>
          <p:nvPr/>
        </p:nvGraphicFramePr>
        <p:xfrm>
          <a:off xmlns:a="http://schemas.openxmlformats.org/drawingml/2006/main" x="762000" y="20955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0</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誤差の二乗（mm²）</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mc:AlternateContent xmlns:mc="http://schemas.openxmlformats.org/markup-compatibility/2006" xmlns:a14="http://schemas.microsoft.com/office/drawing/2010/main">
        <mc:Choice Requires="a14">
          <p:sp>
            <p:nvSpPr>
              <p:cNvPr id="5" name="EQM00002">
                <a:extLst xmlns:a="http://schemas.openxmlformats.org/drawingml/2006/main">
                  <a:ext uri="{FF2B5EF4-FFF2-40B4-BE49-F238E27FC236}">
                    <a16:creationId xmlns:a16="http://schemas.microsoft.com/office/drawing/2014/main" id="{87157EBA-371F-4E29-8501-CC7983002688}"/>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]=(−2)</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2</m:t>
                          </m:r>
                        </m:den>
                      </m:f>
                      <m:r>
                        <a:rPr sz="2775" b="0" lang="en-US">
                          <a:solidFill>
                            <a:srgbClr val="183E50"/>
                          </a:solidFill>
                          <a:latin typeface="Cambria Math"/>
                          <a:ea typeface="Meiryo"/>
                        </a:rPr>
                        <m:t>+2</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mm</m:t>
                      </m:r>
                    </m:oMath>
                  </m:oMathPara>
                </a14:m>
              </a:p>
            </p:txBody>
          </p:sp>
        </mc:Choice>
        <mc:Fallback>
          <p:sp>
            <p:nvSpPr>
              <p:cNvPr id="5" name="EQM00002">
                <a:extLst xmlns:a="http://schemas.openxmlformats.org/drawingml/2006/main">
                  <a:ext uri="{FF2B5EF4-FFF2-40B4-BE49-F238E27FC236}">
                    <a16:creationId xmlns:a16="http://schemas.microsoft.com/office/drawing/2014/main" id="{87157EBA-371F-4E29-8501-CC7983002688}"/>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\mathrm{E}[e_i]=(-2)\frac14+0\frac12+2\frac14=0\,\mathrm{mm}</a:t>
                </a:r>
              </a:p>
            </p:txBody>
          </p:sp>
        </mc:Fallback>
      </mc:AlternateContent>
      <mc:AlternateContent xmlns:mc="http://schemas.openxmlformats.org/markup-compatibility/2006" xmlns:a14="http://schemas.microsoft.com/office/drawing/2010/main">
        <mc:Choice Requires="a14">
          <p:sp>
            <p:nvSpPr>
              <p:cNvPr id="6" name="EQM00003">
                <a:extLst xmlns:a="http://schemas.openxmlformats.org/drawingml/2006/main">
                  <a:ext uri="{FF2B5EF4-FFF2-40B4-BE49-F238E27FC236}">
                    <a16:creationId xmlns:a16="http://schemas.microsoft.com/office/drawing/2014/main" id="{36A5E4B3-83A5-4551-966B-B10A7FD1BC63}"/>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]=4</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2</m:t>
                          </m:r>
                        </m:den>
                      </m:f>
                      <m:r>
                        <a:rPr sz="2775" b="0" lang="en-US">
                          <a:solidFill>
                            <a:srgbClr val="183E50"/>
                          </a:solidFill>
                          <a:latin typeface="Cambria Math"/>
                          <a:ea typeface="Meiryo"/>
                        </a:rPr>
                        <m:t>+4</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=2</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6" name="EQM00003">
                <a:extLst xmlns:a="http://schemas.openxmlformats.org/drawingml/2006/main">
                  <a:ext uri="{FF2B5EF4-FFF2-40B4-BE49-F238E27FC236}">
                    <a16:creationId xmlns:a16="http://schemas.microsoft.com/office/drawing/2014/main" id="{36A5E4B3-83A5-4551-966B-B10A7FD1BC63}"/>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\mathrm{E}[e_i^2]=4\frac14+0\frac12+4\frac14=2\,\mathrm{mm}^2</a:t>
                </a:r>
              </a:p>
            </p:txBody>
          </p:sp>
        </mc:Fallback>
      </mc:AlternateContent>
      <p:sp>
        <p:nvSpPr>
          <p:cNvPr id="7" name="E[eᵢ²] は、二乗した誤差の平均。E[eᵢ]² とは異なる。">
            <a:extLst xmlns:a="http://schemas.openxmlformats.org/drawingml/2006/main">
              <a:ext uri="{FF2B5EF4-FFF2-40B4-BE49-F238E27FC236}">
                <a16:creationId xmlns:a16="http://schemas.microsoft.com/office/drawing/2014/main" id="{6A6CE79E-DD18-465D-B38E-61178CCEC2D3}"/>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は、二乗した誤差の平均。E[eᵢ]² とは異なる。</a:t>
            </a:r>
          </a:p>
        </p:txBody>
      </p:sp>
    </p:spTree>
    <p:extLst>
      <p:ext uri="{BB962C8B-B14F-4D97-AF65-F5344CB8AC3E}">
        <p14:creationId xmlns:p14="http://schemas.microsoft.com/office/powerpoint/2010/main" val="276418891"/>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3 分散の定義と、平均0の代入">
            <a:extLst xmlns:a="http://schemas.openxmlformats.org/drawingml/2006/main">
              <a:ext uri="{FF2B5EF4-FFF2-40B4-BE49-F238E27FC236}">
                <a16:creationId xmlns:a16="http://schemas.microsoft.com/office/drawing/2014/main" id="{3BB316B2-6992-4750-89F5-7ADAD40741AF}"/>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補足05-3 分散の定義と、平均0の代入</a:t>
            </a:r>
          </a:p>
        </p:txBody>
      </p:sp>
      <p:sp>
        <p:nvSpPr>
          <p:cNvPr id="2" name="3 / 5">
            <a:extLst xmlns:a="http://schemas.openxmlformats.org/drawingml/2006/main">
              <a:ext uri="{FF2B5EF4-FFF2-40B4-BE49-F238E27FC236}">
                <a16:creationId xmlns:a16="http://schemas.microsoft.com/office/drawing/2014/main" id="{33BF20BF-A991-4E90-9853-646F8C752962}"/>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3 / 5</a:t>
            </a:r>
          </a:p>
        </p:txBody>
      </p:sp>
      <p:sp>
        <p:nvSpPr>
          <p:cNvPr id="3" name="分散は「その量の平均からのずれ」を二乗して平均したもの。">
            <a:extLst xmlns:a="http://schemas.openxmlformats.org/drawingml/2006/main">
              <a:ext uri="{FF2B5EF4-FFF2-40B4-BE49-F238E27FC236}">
                <a16:creationId xmlns:a16="http://schemas.microsoft.com/office/drawing/2014/main" id="{54C0344F-0382-4F55-822E-E252D51336A6}"/>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分散は「その量の平均からのずれ」を二乗して平均したもの。</a:t>
            </a:r>
          </a:p>
        </p:txBody>
      </p:sp>
      <mc:AlternateContent xmlns:mc="http://schemas.openxmlformats.org/markup-compatibility/2006" xmlns:a14="http://schemas.microsoft.com/office/drawing/2010/main">
        <mc:Choice Requires="a14">
          <p:sp>
            <p:nvSpPr>
              <p:cNvPr id="4" name="EQM00004">
                <a:extLst xmlns:a="http://schemas.openxmlformats.org/drawingml/2006/main">
                  <a:ext uri="{FF2B5EF4-FFF2-40B4-BE49-F238E27FC236}">
                    <a16:creationId xmlns:a16="http://schemas.microsoft.com/office/drawing/2014/main" id="{2989042A-09AA-4C81-96CF-5A012265436A}"/>
                  </a:ext>
                </a:extLst>
              </p:cNvPr>
              <p:cNvSpPr>
                <a:spLocks xmlns:a="http://schemas.openxmlformats.org/drawingml/2006/main" noGrp="1"/>
              </p:cNvSpPr>
              <p:nvPr/>
            </p:nvSpPr>
            <p:spPr>
              <a:xfrm xmlns:a="http://schemas.openxmlformats.org/drawingml/2006/main">
                <a:off x="762000" y="2119313"/>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oMath>
                  </m:oMathPara>
                </a14:m>
              </a:p>
            </p:txBody>
          </p:sp>
        </mc:Choice>
        <mc:Fallback>
          <p:sp>
            <p:nvSpPr>
              <p:cNvPr id="4" name="EQM00004">
                <a:extLst xmlns:a="http://schemas.openxmlformats.org/drawingml/2006/main">
                  <a:ext uri="{FF2B5EF4-FFF2-40B4-BE49-F238E27FC236}">
                    <a16:creationId xmlns:a16="http://schemas.microsoft.com/office/drawing/2014/main" id="{2989042A-09AA-4C81-96CF-5A012265436A}"/>
                  </a:ext>
                </a:extLst>
              </p:cNvPr>
              <p:cNvSpPr>
                <a:spLocks xmlns:a="http://schemas.openxmlformats.org/drawingml/2006/main" noGrp="1"/>
              </p:cNvSpPr>
              <p:nvPr/>
            </p:nvSpPr>
            <p:spPr>
              <a:xfrm xmlns:a="http://schemas.openxmlformats.org/drawingml/2006/main">
                <a:off x="762000" y="2119313"/>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\mu_e=\mathrm{E}[e_i],\qquad \operatorname{Var}(e_i)=\mathrm{E}[(e_i-\mu_e)^2]</a:t>
                </a:r>
              </a:p>
            </p:txBody>
          </p:sp>
        </mc:Fallback>
      </mc:AlternateContent>
      <p:sp>
        <p:nvSpPr>
          <p:cNvPr id="5" name="平均0の仮定を代入すると、元のスライドの式になる。">
            <a:extLst xmlns:a="http://schemas.openxmlformats.org/drawingml/2006/main">
              <a:ext uri="{FF2B5EF4-FFF2-40B4-BE49-F238E27FC236}">
                <a16:creationId xmlns:a16="http://schemas.microsoft.com/office/drawing/2014/main" id="{63D20D96-9AF1-4E06-9292-C503F425B6FD}"/>
              </a:ext>
            </a:extLst>
          </p:cNvPr>
          <p:cNvSpPr>
            <a:spLocks xmlns:a="http://schemas.openxmlformats.org/drawingml/2006/main" noGrp="1"/>
          </p:cNvSpPr>
          <p:nvPr/>
        </p:nvSpPr>
        <p:spPr>
          <a:xfrm xmlns:a="http://schemas.openxmlformats.org/drawingml/2006/main">
            <a:off x="762000" y="31623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平均0の仮定を代入すると、元のスライドの式になる。</a:t>
            </a:r>
          </a:p>
        </p:txBody>
      </p:sp>
      <mc:AlternateContent xmlns:mc="http://schemas.openxmlformats.org/markup-compatibility/2006" xmlns:a14="http://schemas.microsoft.com/office/drawing/2010/main">
        <mc:Choice Requires="a14">
          <p:sp>
            <p:nvSpPr>
              <p:cNvPr id="6" name="EQM00005">
                <a:extLst xmlns:a="http://schemas.openxmlformats.org/drawingml/2006/main">
                  <a:ext uri="{FF2B5EF4-FFF2-40B4-BE49-F238E27FC236}">
                    <a16:creationId xmlns:a16="http://schemas.microsoft.com/office/drawing/2014/main" id="{3E4BA694-F080-451B-AA76-1B3705C8764B}"/>
                  </a:ext>
                </a:extLst>
              </p:cNvPr>
              <p:cNvSpPr>
                <a:spLocks xmlns:a="http://schemas.openxmlformats.org/drawingml/2006/main" noGrp="1"/>
              </p:cNvSpPr>
              <p:nvPr/>
            </p:nvSpPr>
            <p:spPr>
              <a:xfrm xmlns:a="http://schemas.openxmlformats.org/drawingml/2006/main">
                <a:off x="762000" y="3890963"/>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=0:</m:t>
                      </m:r>
                      <m:r>
                        <m:rPr>
                          <m:nor/>
                        </m:rPr>
                        <a:rPr sz="2775" b="0" lang="en-US">
                          <a:solidFill>
                            <a:srgbClr val="183E50"/>
                          </a:solidFill>
                          <a:latin typeface="Cambria Math"/>
                          <a:ea typeface="Meiryo"/>
                        </a:rPr>
                        <m:t>  </m:t>
                      </m:r>
                      <m:sSup>
                        <m:e>
                          <m:r>
                            <a:rPr sz="2775" b="0" lang="en-US">
                              <a:solidFill>
                                <a:srgbClr val="183E50"/>
                              </a:solidFill>
                              <a:latin typeface="Cambria Math"/>
                              <a:ea typeface="Meiryo"/>
                            </a:rPr>
                            <m:t>τ</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−0</m:t>
                      </m:r>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oMath>
                  </m:oMathPara>
                </a14:m>
              </a:p>
            </p:txBody>
          </p:sp>
        </mc:Choice>
        <mc:Fallback>
          <p:sp>
            <p:nvSpPr>
              <p:cNvPr id="6" name="EQM00005">
                <a:extLst xmlns:a="http://schemas.openxmlformats.org/drawingml/2006/main">
                  <a:ext uri="{FF2B5EF4-FFF2-40B4-BE49-F238E27FC236}">
                    <a16:creationId xmlns:a16="http://schemas.microsoft.com/office/drawing/2014/main" id="{3E4BA694-F080-451B-AA76-1B3705C8764B}"/>
                  </a:ext>
                </a:extLst>
              </p:cNvPr>
              <p:cNvSpPr>
                <a:spLocks xmlns:a="http://schemas.openxmlformats.org/drawingml/2006/main" noGrp="1"/>
              </p:cNvSpPr>
              <p:nvPr/>
            </p:nvSpPr>
            <p:spPr>
              <a:xfrm xmlns:a="http://schemas.openxmlformats.org/drawingml/2006/main">
                <a:off x="762000" y="3890963"/>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\mu_e=0:\qquad\tau^2=\operatorname{Var}(e_i)=\mathrm{E}[(e_i-0)^2]=\mathrm{E}[e_i^2]</a:t>
                </a:r>
              </a:p>
            </p:txBody>
          </p:sp>
        </mc:Fallback>
      </mc:AlternateContent>
      <mc:AlternateContent xmlns:mc="http://schemas.openxmlformats.org/markup-compatibility/2006" xmlns:a14="http://schemas.microsoft.com/office/drawing/2010/main">
        <mc:Choice Requires="a14">
          <p:sp>
            <p:nvSpPr>
              <p:cNvPr id="7" name="EQM00006">
                <a:extLst xmlns:a="http://schemas.openxmlformats.org/drawingml/2006/main">
                  <a:ext uri="{FF2B5EF4-FFF2-40B4-BE49-F238E27FC236}">
                    <a16:creationId xmlns:a16="http://schemas.microsoft.com/office/drawing/2014/main" id="{F739576E-C221-44F2-8F53-D7A1009DE195}"/>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τ=</m:t>
                      </m:r>
                      <m:rad>
                        <m:radPr>
                          <m:degHide m:val="on"/>
                        </m:radPr>
                        <m:deg/>
                        <m:e>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e>
                      </m:rad>
                    </m:oMath>
                  </m:oMathPara>
                </a14:m>
              </a:p>
            </p:txBody>
          </p:sp>
        </mc:Choice>
        <mc:Fallback>
          <p:sp>
            <p:nvSpPr>
              <p:cNvPr id="7" name="EQM00006">
                <a:extLst xmlns:a="http://schemas.openxmlformats.org/drawingml/2006/main">
                  <a:ext uri="{FF2B5EF4-FFF2-40B4-BE49-F238E27FC236}">
                    <a16:creationId xmlns:a16="http://schemas.microsoft.com/office/drawing/2014/main" id="{F739576E-C221-44F2-8F53-D7A1009DE195}"/>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\tau=\sqrt{\mathrm{E}[e_i^2]}</a:t>
                </a:r>
              </a:p>
            </p:txBody>
          </p:sp>
        </mc:Fallback>
      </mc:AlternateContent>
      <p:sp>
        <p:nvSpPr>
          <p:cNvPr id="8" name="二乗で正負の打ち消しを防ぐ。平方根で元の単位に戻す。">
            <a:extLst xmlns:a="http://schemas.openxmlformats.org/drawingml/2006/main">
              <a:ext uri="{FF2B5EF4-FFF2-40B4-BE49-F238E27FC236}">
                <a16:creationId xmlns:a16="http://schemas.microsoft.com/office/drawing/2014/main" id="{BACC5142-40DE-42DD-822D-92813C206DFB}"/>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二乗で正負の打ち消しを防ぐ。平方根で元の単位に戻す。</a:t>
            </a:r>
          </a:p>
        </p:txBody>
      </p:sp>
    </p:spTree>
    <p:extLst>
      <p:ext uri="{BB962C8B-B14F-4D97-AF65-F5344CB8AC3E}">
        <p14:creationId xmlns:p14="http://schemas.microsoft.com/office/powerpoint/2010/main" val="278125278"/>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4 定義を展開すると、仮定の役割が分かる">
            <a:extLst xmlns:a="http://schemas.openxmlformats.org/drawingml/2006/main">
              <a:ext uri="{FF2B5EF4-FFF2-40B4-BE49-F238E27FC236}">
                <a16:creationId xmlns:a16="http://schemas.microsoft.com/office/drawing/2014/main" id="{B00E0AA9-1EB9-4330-B89E-FB412944C6FC}"/>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補足05-4 定義を展開すると、仮定の役割が分かる</a:t>
            </a:r>
          </a:p>
        </p:txBody>
      </p:sp>
      <p:sp>
        <p:nvSpPr>
          <p:cNvPr id="2" name="4 / 5">
            <a:extLst xmlns:a="http://schemas.openxmlformats.org/drawingml/2006/main">
              <a:ext uri="{FF2B5EF4-FFF2-40B4-BE49-F238E27FC236}">
                <a16:creationId xmlns:a16="http://schemas.microsoft.com/office/drawing/2014/main" id="{64D41CBB-6178-4063-95AC-5E47CB101159}"/>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4 / 5</a:t>
            </a:r>
          </a:p>
        </p:txBody>
      </p:sp>
      <p:sp>
        <p:nvSpPr>
          <p:cNvPr id="3" name="誤差の平均 μₑ は、期待値の計算では一定の数。">
            <a:extLst xmlns:a="http://schemas.openxmlformats.org/drawingml/2006/main">
              <a:ext uri="{FF2B5EF4-FFF2-40B4-BE49-F238E27FC236}">
                <a16:creationId xmlns:a16="http://schemas.microsoft.com/office/drawing/2014/main" id="{E7D7F242-2D3F-4B91-93F0-B7B4B4A6332F}"/>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誤差の平均 μₑ は、期待値の計算では一定の数。</a:t>
            </a:r>
          </a:p>
        </p:txBody>
      </p:sp>
      <mc:AlternateContent xmlns:mc="http://schemas.openxmlformats.org/markup-compatibility/2006" xmlns:a14="http://schemas.microsoft.com/office/drawing/2010/main">
        <mc:Choice Requires="a14">
          <p:sp>
            <p:nvSpPr>
              <p:cNvPr id="4" name="EQM00007">
                <a:extLst xmlns:a="http://schemas.openxmlformats.org/drawingml/2006/main">
                  <a:ext uri="{FF2B5EF4-FFF2-40B4-BE49-F238E27FC236}">
                    <a16:creationId xmlns:a16="http://schemas.microsoft.com/office/drawing/2014/main" id="{4308F5FB-4FAB-49F5-BAB7-6B3B9588E880}"/>
                  </a:ext>
                </a:extLst>
              </p:cNvPr>
              <p:cNvSpPr>
                <a:spLocks xmlns:a="http://schemas.openxmlformats.org/drawingml/2006/main" noGrp="1"/>
              </p:cNvSpPr>
              <p:nvPr/>
            </p:nvSpPr>
            <p:spPr>
              <a:xfrm xmlns:a="http://schemas.openxmlformats.org/drawingml/2006/main">
                <a:off x="762000" y="2040731"/>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oMath>
                  </m:oMathPara>
                </a14:m>
              </a:p>
            </p:txBody>
          </p:sp>
        </mc:Choice>
        <mc:Fallback>
          <p:sp>
            <p:nvSpPr>
              <p:cNvPr id="4" name="EQM00007">
                <a:extLst xmlns:a="http://schemas.openxmlformats.org/drawingml/2006/main">
                  <a:ext uri="{FF2B5EF4-FFF2-40B4-BE49-F238E27FC236}">
                    <a16:creationId xmlns:a16="http://schemas.microsoft.com/office/drawing/2014/main" id="{4308F5FB-4FAB-49F5-BAB7-6B3B9588E880}"/>
                  </a:ext>
                </a:extLst>
              </p:cNvPr>
              <p:cNvSpPr>
                <a:spLocks xmlns:a="http://schemas.openxmlformats.org/drawingml/2006/main" noGrp="1"/>
              </p:cNvSpPr>
              <p:nvPr/>
            </p:nvSpPr>
            <p:spPr>
              <a:xfrm xmlns:a="http://schemas.openxmlformats.org/drawingml/2006/main">
                <a:off x="762000" y="2040731"/>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\operatorname{Var}(e_i)=\mathrm{E}[(e_i-\mu_e)^2]</a:t>
                </a:r>
              </a:p>
            </p:txBody>
          </p:sp>
        </mc:Fallback>
      </mc:AlternateContent>
      <mc:AlternateContent xmlns:mc="http://schemas.openxmlformats.org/markup-compatibility/2006" xmlns:a14="http://schemas.microsoft.com/office/drawing/2010/main">
        <mc:Choice Requires="a14">
          <p:sp>
            <p:nvSpPr>
              <p:cNvPr id="5" name="EQM00008">
                <a:extLst xmlns:a="http://schemas.openxmlformats.org/drawingml/2006/main">
                  <a:ext uri="{FF2B5EF4-FFF2-40B4-BE49-F238E27FC236}">
                    <a16:creationId xmlns:a16="http://schemas.microsoft.com/office/drawing/2014/main" id="{3A990098-192F-44DD-B04C-B51E6B790DDD}"/>
                  </a:ext>
                </a:extLst>
              </p:cNvPr>
              <p:cNvSpPr>
                <a:spLocks xmlns:a="http://schemas.openxmlformats.org/drawingml/2006/main" noGrp="1"/>
              </p:cNvSpPr>
              <p:nvPr/>
            </p:nvSpPr>
            <p:spPr>
              <a:xfrm xmlns:a="http://schemas.openxmlformats.org/drawingml/2006/main">
                <a:off x="762000" y="3005138"/>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]−2</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oMath>
                  </m:oMathPara>
                </a14:m>
              </a:p>
            </p:txBody>
          </p:sp>
        </mc:Choice>
        <mc:Fallback>
          <p:sp>
            <p:nvSpPr>
              <p:cNvPr id="5" name="EQM00008">
                <a:extLst xmlns:a="http://schemas.openxmlformats.org/drawingml/2006/main">
                  <a:ext uri="{FF2B5EF4-FFF2-40B4-BE49-F238E27FC236}">
                    <a16:creationId xmlns:a16="http://schemas.microsoft.com/office/drawing/2014/main" id="{3A990098-192F-44DD-B04C-B51E6B790DDD}"/>
                  </a:ext>
                </a:extLst>
              </p:cNvPr>
              <p:cNvSpPr>
                <a:spLocks xmlns:a="http://schemas.openxmlformats.org/drawingml/2006/main" noGrp="1"/>
              </p:cNvSpPr>
              <p:nvPr/>
            </p:nvSpPr>
            <p:spPr>
              <a:xfrm xmlns:a="http://schemas.openxmlformats.org/drawingml/2006/main">
                <a:off x="762000" y="3005138"/>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=\mathrm{E}[e_i^2]-2\mu_e\mathrm{E}[e_i]+\mu_e^2</a:t>
                </a:r>
              </a:p>
            </p:txBody>
          </p:sp>
        </mc:Fallback>
      </mc:AlternateContent>
      <mc:AlternateContent xmlns:mc="http://schemas.openxmlformats.org/markup-compatibility/2006" xmlns:a14="http://schemas.microsoft.com/office/drawing/2010/main">
        <mc:Choice Requires="a14">
          <p:sp>
            <p:nvSpPr>
              <p:cNvPr id="6" name="EQM00009">
                <a:extLst xmlns:a="http://schemas.openxmlformats.org/drawingml/2006/main">
                  <a:ext uri="{FF2B5EF4-FFF2-40B4-BE49-F238E27FC236}">
                    <a16:creationId xmlns:a16="http://schemas.microsoft.com/office/drawing/2014/main" id="{45504DD7-ED6E-4BEA-A8E7-B214F1379617}"/>
                  </a:ext>
                </a:extLst>
              </p:cNvPr>
              <p:cNvSpPr>
                <a:spLocks xmlns:a="http://schemas.openxmlformats.org/drawingml/2006/main" noGrp="1"/>
              </p:cNvSpPr>
              <p:nvPr/>
            </p:nvSpPr>
            <p:spPr>
              <a:xfrm xmlns:a="http://schemas.openxmlformats.org/drawingml/2006/main">
                <a:off x="762000" y="396954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]−2</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oMath>
                  </m:oMathPara>
                </a14:m>
              </a:p>
            </p:txBody>
          </p:sp>
        </mc:Choice>
        <mc:Fallback>
          <p:sp>
            <p:nvSpPr>
              <p:cNvPr id="6" name="EQM00009">
                <a:extLst xmlns:a="http://schemas.openxmlformats.org/drawingml/2006/main">
                  <a:ext uri="{FF2B5EF4-FFF2-40B4-BE49-F238E27FC236}">
                    <a16:creationId xmlns:a16="http://schemas.microsoft.com/office/drawing/2014/main" id="{45504DD7-ED6E-4BEA-A8E7-B214F1379617}"/>
                  </a:ext>
                </a:extLst>
              </p:cNvPr>
              <p:cNvSpPr>
                <a:spLocks xmlns:a="http://schemas.openxmlformats.org/drawingml/2006/main" noGrp="1"/>
              </p:cNvSpPr>
              <p:nvPr/>
            </p:nvSpPr>
            <p:spPr>
              <a:xfrm xmlns:a="http://schemas.openxmlformats.org/drawingml/2006/main">
                <a:off x="762000" y="396954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=\mathrm{E}[e_i^2]-2\mu_e^2+\mu_e^2=\mathrm{E}[e_i^2]-\mu_e^2</a:t>
                </a:r>
              </a:p>
            </p:txBody>
          </p:sp>
        </mc:Fallback>
      </mc:AlternateContent>
      <mc:AlternateContent xmlns:mc="http://schemas.openxmlformats.org/markup-compatibility/2006" xmlns:a14="http://schemas.microsoft.com/office/drawing/2010/main">
        <mc:Choice Requires="a14">
          <p:sp>
            <p:nvSpPr>
              <p:cNvPr id="7" name="EQM00010">
                <a:extLst xmlns:a="http://schemas.openxmlformats.org/drawingml/2006/main">
                  <a:ext uri="{FF2B5EF4-FFF2-40B4-BE49-F238E27FC236}">
                    <a16:creationId xmlns:a16="http://schemas.microsoft.com/office/drawing/2014/main" id="{A734D343-5218-47A8-BABF-0D3BB2D8B7A1}"/>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=0</m:t>
                      </m:r>
                      <m:r>
                        <m:rPr>
                          <m:nor/>
                        </m:rPr>
                        <a:rPr sz="2775" b="0" lang="en-US">
                          <a:solidFill>
                            <a:srgbClr val="183E50"/>
                          </a:solidFill>
                          <a:latin typeface="Cambria Math"/>
                          <a:ea typeface="Meiryo"/>
                        </a:rPr>
                        <m:t> </m:t>
                      </m:r>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oMath>
                  </m:oMathPara>
                </a14:m>
              </a:p>
            </p:txBody>
          </p:sp>
        </mc:Choice>
        <mc:Fallback>
          <p:sp>
            <p:nvSpPr>
              <p:cNvPr id="7" name="EQM00010">
                <a:extLst xmlns:a="http://schemas.openxmlformats.org/drawingml/2006/main">
                  <a:ext uri="{FF2B5EF4-FFF2-40B4-BE49-F238E27FC236}">
                    <a16:creationId xmlns:a16="http://schemas.microsoft.com/office/drawing/2014/main" id="{A734D343-5218-47A8-BABF-0D3BB2D8B7A1}"/>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\mu_e=0\quad\Longrightarrow\quad\operatorname{Var}(e_i)=\mathrm{E}[e_i^2]</a:t>
                </a:r>
              </a:p>
            </p:txBody>
          </p:sp>
        </mc:Fallback>
      </mc:AlternateContent>
      <p:sp>
        <p:nvSpPr>
          <p:cNvPr id="8" name="有限の二乗期待値と平均0が前提。独立性や正規分布は不要。">
            <a:extLst xmlns:a="http://schemas.openxmlformats.org/drawingml/2006/main">
              <a:ext uri="{FF2B5EF4-FFF2-40B4-BE49-F238E27FC236}">
                <a16:creationId xmlns:a16="http://schemas.microsoft.com/office/drawing/2014/main" id="{50963C6E-70C3-44FC-A18C-9E432FA82AC8}"/>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有限の二乗期待値と平均0が前提。独立性や正規分布は不要。</a:t>
            </a:r>
          </a:p>
        </p:txBody>
      </p:sp>
    </p:spTree>
    <p:extLst>
      <p:ext uri="{BB962C8B-B14F-4D97-AF65-F5344CB8AC3E}">
        <p14:creationId xmlns:p14="http://schemas.microsoft.com/office/powerpoint/2010/main" val="598178886"/>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5 偏りが残ると、二乗平均には偏りも入る">
            <a:extLst xmlns:a="http://schemas.openxmlformats.org/drawingml/2006/main">
              <a:ext uri="{FF2B5EF4-FFF2-40B4-BE49-F238E27FC236}">
                <a16:creationId xmlns:a16="http://schemas.microsoft.com/office/drawing/2014/main" id="{CFA220BA-40C0-451E-B227-8FADF0E72F5A}"/>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補足05-5 偏りが残ると、二乗平均には偏りも入る</a:t>
            </a:r>
          </a:p>
        </p:txBody>
      </p:sp>
      <p:sp>
        <p:nvSpPr>
          <p:cNvPr id="2" name="5 / 5">
            <a:extLst xmlns:a="http://schemas.openxmlformats.org/drawingml/2006/main">
              <a:ext uri="{FF2B5EF4-FFF2-40B4-BE49-F238E27FC236}">
                <a16:creationId xmlns:a16="http://schemas.microsoft.com/office/drawing/2014/main" id="{9415F986-23E4-4D60-AA01-74B509DC046C}"/>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5 / 5</a:t>
            </a:r>
          </a:p>
        </p:txBody>
      </p:sp>
      <p:sp>
        <p:nvSpPr>
          <p:cNvPr id="3" name="前の誤差に ＋3 mm の偏りを加えると、次のモデルになる。">
            <a:extLst xmlns:a="http://schemas.openxmlformats.org/drawingml/2006/main">
              <a:ext uri="{FF2B5EF4-FFF2-40B4-BE49-F238E27FC236}">
                <a16:creationId xmlns:a16="http://schemas.microsoft.com/office/drawing/2014/main" id="{EE6D7469-F776-4F4F-B625-9D99BFD10DB3}"/>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前の誤差に ＋3 mm の偏りを加えると、次のモデルになる。</a:t>
            </a:r>
          </a:p>
        </p:txBody>
      </p:sp>
      <p:graphicFrame>
        <p:nvGraphicFramePr>
          <p:cNvPr id="4" name="">
            <a:extLst xmlns:a="http://schemas.openxmlformats.org/drawingml/2006/main">
              <a:ext uri="{FF2B5EF4-FFF2-40B4-BE49-F238E27FC236}">
                <a16:creationId xmlns:a16="http://schemas.microsoft.com/office/drawing/2014/main" id="{43A1412C-90E1-426D-B3EC-A599C40D6C9C}"/>
              </a:ext>
            </a:extLst>
          </p:cNvPr>
          <p:cNvGraphicFramePr/>
          <p:nvPr/>
        </p:nvGraphicFramePr>
        <p:xfrm>
          <a:off xmlns:a="http://schemas.openxmlformats.org/drawingml/2006/main" x="762000" y="20955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＋1</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＋3</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＋5</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平均3からのずれ（mm）</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mc:AlternateContent xmlns:mc="http://schemas.openxmlformats.org/markup-compatibility/2006" xmlns:a14="http://schemas.microsoft.com/office/drawing/2010/main">
        <mc:Choice Requires="a14">
          <p:sp>
            <p:nvSpPr>
              <p:cNvPr id="5" name="EQM00011">
                <a:extLst xmlns:a="http://schemas.openxmlformats.org/drawingml/2006/main">
                  <a:ext uri="{FF2B5EF4-FFF2-40B4-BE49-F238E27FC236}">
                    <a16:creationId xmlns:a16="http://schemas.microsoft.com/office/drawing/2014/main" id="{645D6E13-E42C-4B2F-9727-7781042E513D}"/>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]=3</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mm</m:t>
                      </m:r>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)=2</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5" name="EQM00011">
                <a:extLst xmlns:a="http://schemas.openxmlformats.org/drawingml/2006/main">
                  <a:ext uri="{FF2B5EF4-FFF2-40B4-BE49-F238E27FC236}">
                    <a16:creationId xmlns:a16="http://schemas.microsoft.com/office/drawing/2014/main" id="{645D6E13-E42C-4B2F-9727-7781042E513D}"/>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\mathrm{E}[e_i]=3\,\mathrm{mm},\qquad\operatorname{Var}(e_i)=2\,\mathrm{mm}^2</a:t>
                </a:r>
              </a:p>
            </p:txBody>
          </p:sp>
        </mc:Fallback>
      </mc:AlternateContent>
      <mc:AlternateContent xmlns:mc="http://schemas.openxmlformats.org/markup-compatibility/2006" xmlns:a14="http://schemas.microsoft.com/office/drawing/2010/main">
        <mc:Choice Requires="a14">
          <p:sp>
            <p:nvSpPr>
              <p:cNvPr id="6" name="EQM00012">
                <a:extLst xmlns:a="http://schemas.openxmlformats.org/drawingml/2006/main">
                  <a:ext uri="{FF2B5EF4-FFF2-40B4-BE49-F238E27FC236}">
                    <a16:creationId xmlns:a16="http://schemas.microsoft.com/office/drawing/2014/main" id="{1646090C-E15F-45BB-AC7C-48712F27CECD}"/>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=2+9=11</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6" name="EQM00012">
                <a:extLst xmlns:a="http://schemas.openxmlformats.org/drawingml/2006/main">
                  <a:ext uri="{FF2B5EF4-FFF2-40B4-BE49-F238E27FC236}">
                    <a16:creationId xmlns:a16="http://schemas.microsoft.com/office/drawing/2014/main" id="{1646090C-E15F-45BB-AC7C-48712F27CECD}"/>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\mathrm{E}[e_i^2]=\operatorname{Var}(e_i)+\{\mathrm{E}[e_i]\}^2=2+9=11\,\mathrm{mm}^2</a:t>
                </a:r>
              </a:p>
            </p:txBody>
          </p:sp>
        </mc:Fallback>
      </mc:AlternateContent>
      <p:sp>
        <p:nvSpPr>
          <p:cNvPr id="7" name="E[eᵢ²] が分散と等しくなるのは、偏り E[eᵢ] が0のとき。">
            <a:extLst xmlns:a="http://schemas.openxmlformats.org/drawingml/2006/main">
              <a:ext uri="{FF2B5EF4-FFF2-40B4-BE49-F238E27FC236}">
                <a16:creationId xmlns:a16="http://schemas.microsoft.com/office/drawing/2014/main" id="{E119EAB8-0B1E-4940-9B7A-5C1A64155552}"/>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が分散と等しくなるのは、偏り E[eᵢ] が0のとき。</a:t>
            </a:r>
          </a:p>
        </p:txBody>
      </p:sp>
    </p:spTree>
    <p:extLst>
      <p:ext uri="{BB962C8B-B14F-4D97-AF65-F5344CB8AC3E}">
        <p14:creationId xmlns:p14="http://schemas.microsoft.com/office/powerpoint/2010/main" val="1973311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2026-10-15T04:34:11.1120000Z</dcterms:created>
  <dcterms:modified xsi:type="dcterms:W3CDTF">2026-10-15T04:34:11.1130000Z</dcterms:modified>
</coreProperties>
</file>