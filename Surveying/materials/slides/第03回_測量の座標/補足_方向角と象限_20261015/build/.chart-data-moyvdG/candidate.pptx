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1ad3f437744bb" /><Relationship Type="http://schemas.openxmlformats.org/officeDocument/2006/relationships/extended-properties" Target="/docProps/app.xml" Id="R802417710b60408a" /><Relationship Type="http://schemas.openxmlformats.org/officeDocument/2006/relationships/officeDocument" Target="/ppt/presentation.xml" Id="R4538fb097c98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d1414d3e8e4474"/>
  </p:sldMasterIdLst>
  <p:notesMasterIdLst>
    <p:notesMasterId xmlns:r="http://schemas.openxmlformats.org/officeDocument/2006/relationships" r:id="Rb379d7df70a64050"/>
  </p:notesMasterIdLst>
  <p:sldIdLst>
    <p:sldId xmlns:r="http://schemas.openxmlformats.org/officeDocument/2006/relationships" id="256" r:id="Re3102c15991f465e"/>
    <p:sldId xmlns:r="http://schemas.openxmlformats.org/officeDocument/2006/relationships" id="257" r:id="R09edc268bcd447cc"/>
    <p:sldId xmlns:r="http://schemas.openxmlformats.org/officeDocument/2006/relationships" id="258" r:id="Rb224fbd8f83e4f97"/>
    <p:sldId xmlns:r="http://schemas.openxmlformats.org/officeDocument/2006/relationships" id="259" r:id="Ra9a258001ed3462f"/>
    <p:sldId xmlns:r="http://schemas.openxmlformats.org/officeDocument/2006/relationships" id="260" r:id="R6a2c2b9f210e4f67"/>
    <p:sldId xmlns:r="http://schemas.openxmlformats.org/officeDocument/2006/relationships" id="261" r:id="R6b6a8803d8e14eb0"/>
    <p:sldId xmlns:r="http://schemas.openxmlformats.org/officeDocument/2006/relationships" id="262" r:id="R072ae64219134ff1"/>
    <p:sldId xmlns:r="http://schemas.openxmlformats.org/officeDocument/2006/relationships" id="263" r:id="Ra296ee1ead03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6d418f159e415f" /><Relationship Type="http://schemas.openxmlformats.org/officeDocument/2006/relationships/slideMaster" Target="/ppt/slideMasters/slideMaster1.xml" Id="R92d1414d3e8e4474" /><Relationship Type="http://schemas.openxmlformats.org/officeDocument/2006/relationships/notesMaster" Target="/ppt/notesMasters/notesMaster1.xml" Id="Rb379d7df70a64050" /><Relationship Type="http://schemas.openxmlformats.org/officeDocument/2006/relationships/presProps" Target="/ppt/presProps.xml" Id="R36b721ffb15747e9" /><Relationship Type="http://schemas.openxmlformats.org/officeDocument/2006/relationships/tableStyles" Target="/ppt/tableStyles.xml" Id="Raa6788af1e9d4b61" /><Relationship Type="http://schemas.openxmlformats.org/officeDocument/2006/relationships/slide" Target="/ppt/slides/slide1.xml" Id="Re3102c15991f465e" /><Relationship Type="http://schemas.openxmlformats.org/officeDocument/2006/relationships/slide" Target="/ppt/slides/slide2.xml" Id="R09edc268bcd447cc" /><Relationship Type="http://schemas.openxmlformats.org/officeDocument/2006/relationships/slide" Target="/ppt/slides/slide3.xml" Id="Rb224fbd8f83e4f97" /><Relationship Type="http://schemas.openxmlformats.org/officeDocument/2006/relationships/slide" Target="/ppt/slides/slide4.xml" Id="Ra9a258001ed3462f" /><Relationship Type="http://schemas.openxmlformats.org/officeDocument/2006/relationships/slide" Target="/ppt/slides/slide5.xml" Id="R6a2c2b9f210e4f67" /><Relationship Type="http://schemas.openxmlformats.org/officeDocument/2006/relationships/slide" Target="/ppt/slides/slide6.xml" Id="R6b6a8803d8e14eb0" /><Relationship Type="http://schemas.openxmlformats.org/officeDocument/2006/relationships/slide" Target="/ppt/slides/slide7.xml" Id="R072ae64219134ff1" /><Relationship Type="http://schemas.openxmlformats.org/officeDocument/2006/relationships/slide" Target="/ppt/slides/slide8.xml" Id="Ra296ee1ead03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750de52784e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38cc0aae514a3b" /><Relationship Type="http://schemas.openxmlformats.org/officeDocument/2006/relationships/notesMaster" Target="/ppt/notesMasters/notesMaster1.xml" Id="R4532bbce0d87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68ad4e3ed44c28" /><Relationship Type="http://schemas.openxmlformats.org/officeDocument/2006/relationships/notesMaster" Target="/ppt/notesMasters/notesMaster1.xml" Id="R7c55e55b83ac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b0c657af24a47" /><Relationship Type="http://schemas.openxmlformats.org/officeDocument/2006/relationships/notesMaster" Target="/ppt/notesMasters/notesMaster1.xml" Id="Re7da732b17c6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881e1d7c2342be" /><Relationship Type="http://schemas.openxmlformats.org/officeDocument/2006/relationships/notesMaster" Target="/ppt/notesMasters/notesMaster1.xml" Id="Ref91d6cd9927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b0ce47d4a74485" /><Relationship Type="http://schemas.openxmlformats.org/officeDocument/2006/relationships/notesMaster" Target="/ppt/notesMasters/notesMaster1.xml" Id="R09d3bdbc8dd5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5962faecb4421" /><Relationship Type="http://schemas.openxmlformats.org/officeDocument/2006/relationships/notesMaster" Target="/ppt/notesMasters/notesMaster1.xml" Id="R6d1a53490eda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419dba9318486c" /><Relationship Type="http://schemas.openxmlformats.org/officeDocument/2006/relationships/notesMaster" Target="/ppt/notesMasters/notesMaster1.xml" Id="R15250579234841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ab9a614eb44527" /><Relationship Type="http://schemas.openxmlformats.org/officeDocument/2006/relationships/notesMaster" Target="/ppt/notesMasters/notesMaster1.xml" Id="Rbe75e4f3e575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c26c8744f4d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92e5385044d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d41dd62bc4c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5ffdf06c544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b8d5a980f4e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2126f3345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90A4F-476D-4518-BA97-40DA78B95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468400-5EFC-4812-A218-3F362177FA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CE24E6-8B86-4E8E-8C0A-3471A11C3A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86CC8D-D8BE-4F98-BEA4-CFA57729D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C505AB-86F1-442B-8ADB-858BFD070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D1AAC8-46F5-4E43-8896-A2835B468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2425F5-4BEA-439A-80A8-2B24FD36A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690D3D-DA15-4B47-9525-988482536C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21B945-C168-4733-AE33-6823B00C8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9E58CE-0EB5-4347-BD41-997852A31E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fbfb8b4ceb4b1d" /><Relationship Type="http://schemas.openxmlformats.org/officeDocument/2006/relationships/slideLayout" Target="/ppt/slideLayouts/slideLayout1.xml" Id="Rf7e42dca24914f04" /><Relationship Type="http://schemas.openxmlformats.org/officeDocument/2006/relationships/slideLayout" Target="/ppt/slideLayouts/slideLayout2.xml" Id="Rcaba838af0e84d28" /><Relationship Type="http://schemas.openxmlformats.org/officeDocument/2006/relationships/slideLayout" Target="/ppt/slideLayouts/slideLayout3.xml" Id="R31b0c095f9ec4d11" /><Relationship Type="http://schemas.openxmlformats.org/officeDocument/2006/relationships/slideLayout" Target="/ppt/slideLayouts/slideLayout4.xml" Id="R16ec3810375b4816" /><Relationship Type="http://schemas.openxmlformats.org/officeDocument/2006/relationships/slideLayout" Target="/ppt/slideLayouts/slideLayout5.xml" Id="Rca5ec4ed6e2741eb" /><Relationship Type="http://schemas.openxmlformats.org/officeDocument/2006/relationships/slideLayout" Target="/ppt/slideLayouts/slideLayout6.xml" Id="R77f570063317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e42dca24914f04"/>
    <p:sldLayoutId xmlns:r="http://schemas.openxmlformats.org/officeDocument/2006/relationships" id="2147483650" r:id="Rcaba838af0e84d28"/>
    <p:sldLayoutId xmlns:r="http://schemas.openxmlformats.org/officeDocument/2006/relationships" id="2147483651" r:id="R31b0c095f9ec4d11"/>
    <p:sldLayoutId xmlns:r="http://schemas.openxmlformats.org/officeDocument/2006/relationships" id="2147483652" r:id="R16ec3810375b4816"/>
    <p:sldLayoutId xmlns:r="http://schemas.openxmlformats.org/officeDocument/2006/relationships" id="2147483653" r:id="Rca5ec4ed6e2741eb"/>
    <p:sldLayoutId xmlns:r="http://schemas.openxmlformats.org/officeDocument/2006/relationships" id="2147483654" r:id="R77f570063317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1415c2afa485a" /><Relationship Type="http://schemas.openxmlformats.org/officeDocument/2006/relationships/chart" Target="/ppt/slides/charts/chart1.xml" Id="R8639b6f14d2d4da1" /><Relationship Type="http://schemas.openxmlformats.org/officeDocument/2006/relationships/notesSlide" Target="/ppt/notesSlides/notesSlide1.xml" Id="R1dcc79d92bca42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69bc65a224ea5" /><Relationship Type="http://schemas.openxmlformats.org/officeDocument/2006/relationships/chart" Target="/ppt/slides/charts/chart2.xml" Id="R511a99fce0df4148" /><Relationship Type="http://schemas.openxmlformats.org/officeDocument/2006/relationships/notesSlide" Target="/ppt/notesSlides/notesSlide2.xml" Id="R6bb85401a9a5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0cb35bdbd4ef3" /><Relationship Type="http://schemas.openxmlformats.org/officeDocument/2006/relationships/notesSlide" Target="/ppt/notesSlides/notesSlide3.xml" Id="R81bf6c72039548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22087b0bf4691" /><Relationship Type="http://schemas.openxmlformats.org/officeDocument/2006/relationships/notesSlide" Target="/ppt/notesSlides/notesSlide4.xml" Id="Rcd7e67071c9d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aec418598478e" /><Relationship Type="http://schemas.openxmlformats.org/officeDocument/2006/relationships/chart" Target="/ppt/slides/charts/chart3.xml" Id="R9a0675e2a90540af" /><Relationship Type="http://schemas.openxmlformats.org/officeDocument/2006/relationships/notesSlide" Target="/ppt/notesSlides/notesSlide5.xml" Id="Rd82c0246a9af43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d7fc99a254f01" /><Relationship Type="http://schemas.openxmlformats.org/officeDocument/2006/relationships/notesSlide" Target="/ppt/notesSlides/notesSlide6.xml" Id="R7d4428ffb63a4c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46aefc7634cf7" /><Relationship Type="http://schemas.openxmlformats.org/officeDocument/2006/relationships/notesSlide" Target="/ppt/notesSlides/notesSlide7.xml" Id="Rf46a41be302645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84f8c2eb14391" /><Relationship Type="http://schemas.openxmlformats.org/officeDocument/2006/relationships/notesSlide" Target="/ppt/notesSlides/notesSlide8.xml" Id="R4d3c76c8264c45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北 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東 90°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南 180°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西 270°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l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A 45°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B 225°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A 南東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-30</c:v>
                </c:pt>
              </c:numCache>
            </c:numRef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B 北西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-40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9A9C11A7-C304-4621-85DD-AA83297B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4952D716-3F97-4518-A005-22A17FCB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561E2940-CBBE-4207-A66F-A448D57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07BA255-7D6C-463C-A20A-268EFD98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F08C505F-91B1-4FA1-86A2-D6F3F6C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5BB4E7A4-D5CC-45E1-AD8C-ABEA22A0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8090039C-8C60-4B1C-8087-E92B9D4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0914B8C5-1EBF-4A66-AED1-DF4A7B4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A839FEF9-4BD8-4D91-99CA-086B9D4F8564}"/>
              </a:ext>
            </a:extLst>
          </p:cNvPr>
          <p:cNvGraphicFramePr/>
          <p:nvPr/>
        </p:nvGraphicFramePr>
        <p:xfrm>
          <a:off xmlns:a="http://schemas.openxmlformats.org/drawingml/2006/main" x="6381750" y="1971675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39b6f14d2d4da1"/>
          </a:graphicData>
        </a:graphic>
      </p:graphicFrame>
      <p:sp>
        <p:nvSpPr>
          <p:cNvPr id="10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359F3D80-DFDE-4803-80C7-C31F412E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459108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28AB6AA3-47FE-4273-95D1-E970E998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E073D277-D5DC-4BF3-8B6C-D1A55CF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E0FF3E10-A35B-4BA2-AA00-7A4DF023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F27E26D4-7E3C-4107-926A-09CF467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87D45D5-D223-49E9-9C03-2EE23CC5FA7E}"/>
              </a:ext>
            </a:extLst>
          </p:cNvPr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5238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1a99fce0df4148"/>
          </a:graphicData>
        </a:graphic>
      </p:graphicFrame>
      <p:sp>
        <p:nvSpPr>
          <p:cNvPr id="6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F324DBFD-2AFB-423E-A0E1-274813C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7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2A0FF16E-C2D7-4CD7-AAB2-A6876E26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8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AE0CBF02-3770-4A40-BBA2-2B70406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9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959504A9-9673-4DD1-BCF6-563DD7F4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0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543AD743-FCBA-49EB-8BC2-3B77F7D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2013400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9E29CF82-8A85-4CED-AF0A-419F9A4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D4D32E90-5394-454B-ABA3-7A8CF53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A618A41E-F022-4D6E-8B54-949D9FFC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FECA9DA5-5311-4151-BD4A-C06E8F8D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50EB4C0E-EE2E-4F32-911C-7842DEAA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CDDD6C66-EE37-4C42-AAA2-DB4DF05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F4935-1EA3-41A4-B190-94833DA33492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292B37D3-2434-42C5-9EDB-A833719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737941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7D403ECC-907D-4166-BC27-CDE2ACF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24DC3BC8-359C-4AF5-9453-A85901A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2C94CF4D-C424-495D-8CEF-8DEC7C81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2A991251-ACC4-433E-83F3-52B2B0DA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F7A9F-DFC0-4763-8085-3E47D8E7AF3B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380FC4D1-5E7C-4EF3-9CC4-3F9A484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57888C63-FD77-4DD7-A8B5-8A8E6BB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46929C04-1883-497E-BFB8-36BFB69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1882834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888FA651-C58B-4706-93BC-922771B4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5EF9E926-B265-4B1C-92D2-DBDFEF5F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1B238079-D204-4818-A4A7-29B4CBA4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08E746E-3A87-4FAA-A90D-68E9412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CB6C077B-F085-42AE-BAF4-E793F69C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7BE069C0-5E88-42D1-83A3-BBE21D9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4954C9B8-90C4-4FA7-928F-060B8FD2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4A032C22-7723-4206-AE90-1B313CF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C0E04CF9-A1F8-46C3-AECB-0F52EAF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1157E18-E533-4159-B895-BF869CA96F79}"/>
              </a:ext>
            </a:extLst>
          </p:cNvPr>
          <p:cNvGraphicFramePr/>
          <p:nvPr/>
        </p:nvGraphicFramePr>
        <p:xfrm>
          <a:off xmlns:a="http://schemas.openxmlformats.org/drawingml/2006/main" x="7000875" y="2000250"/>
          <a:ext xmlns:a="http://schemas.openxmlformats.org/drawingml/2006/main" cx="4524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0675e2a90540af"/>
          </a:graphicData>
        </a:graphic>
      </p:graphicFrame>
      <p:sp>
        <p:nvSpPr>
          <p:cNvPr id="11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6A15F29D-F3D7-41AF-903E-8B8EBFB0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399169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276274C5-EDF1-42F6-86CB-AA0FA411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6762D5A8-7780-4913-963D-3ACF1B62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B6EADCBA-0AB8-4A72-B69C-42FE4178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123368AA-B1E7-41C1-BEB2-0C8D22DF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479CD469-3131-437D-9B12-A5203D19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E7F358EC-0F35-43FE-921C-86B44EA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DCA1A34E-CA1B-4545-9B16-D0D7AC16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47C614CF-EEC1-4656-8729-0C81E934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FF3EB2DB-23AA-4917-BA23-24CD0D36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8C369C5E-772D-4DA4-8662-EC1C9003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DAE9AB56-DF43-48AD-9FCB-7C472083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DCE01CBF-C9D1-4B4E-B153-9A7542A2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6390D26E-8E75-4E86-BE22-7C4470C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180° または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D4F262DE-DA4B-430E-92AF-E758003F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 または360°を加える。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B3E5FCD2-9FED-4B5B-9B28-5476B71D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9842432B-F586-4D10-B19A-4AFCBD2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1536267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C2859BB9-DEC2-425C-A6C4-14B77E6B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AE734179-7AB9-4B68-9AF6-18B37F25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C2048682-FD1B-4055-8F6F-DE24F1C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A5182DC6-B71A-49E1-AA13-BB8DE53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3086E33A-DC81-49F0-B35F-89DB0D7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1D54E39D-856A-403C-92F9-F957BDE5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63FEFA29-46AA-487E-8153-AF6F741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FB39E-23FF-41DA-A018-4EA532E6DBFC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B941A0BC-ADFC-4B4F-996E-8C63788F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1728217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1607DF84-CD56-42C2-9140-9C2EC1D3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88132C97-BF89-4663-B9FA-7C8E5E1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4BF41B55-2029-4CFC-B233-EB47D48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5CD25B53-1E0A-4AD3-AAF8-99E5A215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15549-C848-4FE4-BEAD-3BC83F4A861C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CE069059-CC6A-4710-8EDB-37AF3C20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B858D529-3DB2-42FD-8930-4568B17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279605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2026-10-15T02:58:13.4510000Z</dcterms:created>
  <dcterms:modified xsi:type="dcterms:W3CDTF">2026-10-15T02:58:13.4510000Z</dcterms:modified>
</coreProperties>
</file>