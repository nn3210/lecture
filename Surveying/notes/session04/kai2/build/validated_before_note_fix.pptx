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457b7d31810448a" /><Relationship Type="http://schemas.openxmlformats.org/officeDocument/2006/relationships/extended-properties" Target="/docProps/app.xml" Id="Rc9c1bed4e31f4758" /><Relationship Type="http://schemas.openxmlformats.org/officeDocument/2006/relationships/officeDocument" Target="/ppt/presentation.xml" Id="R20489d728237476e" /></Relationships>
</file>

<file path=ppt/presentation.xml><?xml version="1.0" encoding="utf-8"?>
<p:presentation xmlns:p="http://schemas.openxmlformats.org/presentationml/2006/main">
  <p:sldMasterIdLst>
    <p:sldMasterId xmlns:r="http://schemas.openxmlformats.org/officeDocument/2006/relationships" id="2147483648" r:id="R6a17e901165e468d"/>
  </p:sldMasterIdLst>
  <p:notesMasterIdLst>
    <p:notesMasterId xmlns:r="http://schemas.openxmlformats.org/officeDocument/2006/relationships" r:id="R0709270aa775438b"/>
  </p:notesMasterIdLst>
  <p:sldIdLst>
    <p:sldId xmlns:r="http://schemas.openxmlformats.org/officeDocument/2006/relationships" id="256" r:id="R36b0055c67564f35"/>
    <p:sldId xmlns:r="http://schemas.openxmlformats.org/officeDocument/2006/relationships" id="257" r:id="R821e3490b6364fd6"/>
    <p:sldId xmlns:r="http://schemas.openxmlformats.org/officeDocument/2006/relationships" id="258" r:id="R77e9cf82aec84628"/>
    <p:sldId xmlns:r="http://schemas.openxmlformats.org/officeDocument/2006/relationships" id="259" r:id="R5d61e59c71ee456f"/>
    <p:sldId xmlns:r="http://schemas.openxmlformats.org/officeDocument/2006/relationships" id="260" r:id="R107f98efe86f41a3"/>
    <p:sldId xmlns:r="http://schemas.openxmlformats.org/officeDocument/2006/relationships" id="261" r:id="R6fa2a1abfd9b4323"/>
    <p:sldId xmlns:r="http://schemas.openxmlformats.org/officeDocument/2006/relationships" id="262" r:id="R27ad11cf6a8248a9"/>
    <p:sldId xmlns:r="http://schemas.openxmlformats.org/officeDocument/2006/relationships" id="263" r:id="R68700ec30db74c8e"/>
    <p:sldId xmlns:r="http://schemas.openxmlformats.org/officeDocument/2006/relationships" id="264" r:id="R4c05c51635d74d1e"/>
    <p:sldId xmlns:r="http://schemas.openxmlformats.org/officeDocument/2006/relationships" id="265" r:id="R020f8d05d35548f9"/>
    <p:sldId xmlns:r="http://schemas.openxmlformats.org/officeDocument/2006/relationships" id="266" r:id="R0601c0b251114c66"/>
    <p:sldId xmlns:r="http://schemas.openxmlformats.org/officeDocument/2006/relationships" id="267" r:id="Rb7ac225cdf9c4628"/>
    <p:sldId xmlns:r="http://schemas.openxmlformats.org/officeDocument/2006/relationships" id="268" r:id="Rf03a304c25564e22"/>
    <p:sldId xmlns:r="http://schemas.openxmlformats.org/officeDocument/2006/relationships" id="269" r:id="R6d777ef3d90e4376"/>
    <p:sldId xmlns:r="http://schemas.openxmlformats.org/officeDocument/2006/relationships" id="270" r:id="R5fa47a51ed494ffa"/>
    <p:sldId xmlns:r="http://schemas.openxmlformats.org/officeDocument/2006/relationships" id="271" r:id="R1ebd161984de4da9"/>
    <p:sldId xmlns:r="http://schemas.openxmlformats.org/officeDocument/2006/relationships" id="272" r:id="R3a3867797b0a4753"/>
    <p:sldId xmlns:r="http://schemas.openxmlformats.org/officeDocument/2006/relationships" id="273" r:id="R1046160700e1470e"/>
    <p:sldId xmlns:r="http://schemas.openxmlformats.org/officeDocument/2006/relationships" id="274" r:id="R3a3f08c85e0a454c"/>
    <p:sldId xmlns:r="http://schemas.openxmlformats.org/officeDocument/2006/relationships" id="275" r:id="Rbbe7c5a277f249b5"/>
    <p:sldId xmlns:r="http://schemas.openxmlformats.org/officeDocument/2006/relationships" id="276" r:id="Rf3cfdb33bd084c9e"/>
    <p:sldId xmlns:r="http://schemas.openxmlformats.org/officeDocument/2006/relationships" id="277" r:id="R27e3363d79894db0"/>
    <p:sldId xmlns:r="http://schemas.openxmlformats.org/officeDocument/2006/relationships" id="278" r:id="R8eb427202ac44a86"/>
    <p:sldId xmlns:r="http://schemas.openxmlformats.org/officeDocument/2006/relationships" id="279" r:id="R9526b11147dc43d2"/>
    <p:sldId xmlns:r="http://schemas.openxmlformats.org/officeDocument/2006/relationships" id="280" r:id="Rc1c4a6e2926c4d74"/>
    <p:sldId xmlns:r="http://schemas.openxmlformats.org/officeDocument/2006/relationships" id="281" r:id="R47961616b9ea4516"/>
    <p:sldId xmlns:r="http://schemas.openxmlformats.org/officeDocument/2006/relationships" id="282" r:id="R702b938bdd4b4944"/>
    <p:sldId xmlns:r="http://schemas.openxmlformats.org/officeDocument/2006/relationships" id="283" r:id="R77530af8ab0e459c"/>
    <p:sldId xmlns:r="http://schemas.openxmlformats.org/officeDocument/2006/relationships" id="284" r:id="R894c33d57fac4384"/>
    <p:sldId xmlns:r="http://schemas.openxmlformats.org/officeDocument/2006/relationships" id="285" r:id="R042795f3478f423d"/>
    <p:sldId xmlns:r="http://schemas.openxmlformats.org/officeDocument/2006/relationships" id="286" r:id="Rda82ba183c15405d"/>
    <p:sldId xmlns:r="http://schemas.openxmlformats.org/officeDocument/2006/relationships" id="287" r:id="Ra9d44395096241c4"/>
    <p:sldId xmlns:r="http://schemas.openxmlformats.org/officeDocument/2006/relationships" id="288" r:id="R7c319e33094a41b7"/>
    <p:sldId xmlns:r="http://schemas.openxmlformats.org/officeDocument/2006/relationships" id="289" r:id="Rd0bac2e7095040b0"/>
    <p:sldId xmlns:r="http://schemas.openxmlformats.org/officeDocument/2006/relationships" id="290" r:id="R8c7d43b015e74501"/>
    <p:sldId xmlns:r="http://schemas.openxmlformats.org/officeDocument/2006/relationships" id="291" r:id="Rc897aca5f7d14427"/>
    <p:sldId xmlns:r="http://schemas.openxmlformats.org/officeDocument/2006/relationships" id="292" r:id="R2bf672322d0e4fad"/>
    <p:sldId xmlns:r="http://schemas.openxmlformats.org/officeDocument/2006/relationships" id="293" r:id="Rd7dce9602fd14895"/>
    <p:sldId xmlns:r="http://schemas.openxmlformats.org/officeDocument/2006/relationships" id="294" r:id="R78f516b99db441db"/>
    <p:sldId xmlns:r="http://schemas.openxmlformats.org/officeDocument/2006/relationships" id="295" r:id="R5a74dfb2904c421d"/>
    <p:sldId xmlns:r="http://schemas.openxmlformats.org/officeDocument/2006/relationships" id="296" r:id="Rce35ea5e9df74ede"/>
    <p:sldId xmlns:r="http://schemas.openxmlformats.org/officeDocument/2006/relationships" id="297" r:id="Rbf121a9897c94d80"/>
    <p:sldId xmlns:r="http://schemas.openxmlformats.org/officeDocument/2006/relationships" id="298" r:id="R289c5b300cf648c8"/>
    <p:sldId xmlns:r="http://schemas.openxmlformats.org/officeDocument/2006/relationships" id="299" r:id="R23c6139159cc4cb7"/>
    <p:sldId xmlns:r="http://schemas.openxmlformats.org/officeDocument/2006/relationships" id="300" r:id="Ra939e452b98b43c5"/>
    <p:sldId xmlns:r="http://schemas.openxmlformats.org/officeDocument/2006/relationships" id="301" r:id="R9b16bd6cffa94c86"/>
    <p:sldId xmlns:r="http://schemas.openxmlformats.org/officeDocument/2006/relationships" id="302" r:id="Rb629d0bd8594445b"/>
    <p:sldId xmlns:r="http://schemas.openxmlformats.org/officeDocument/2006/relationships" id="303" r:id="R1db6980cc2a84a79"/>
    <p:sldId xmlns:r="http://schemas.openxmlformats.org/officeDocument/2006/relationships" id="304" r:id="R79f1ed05fdca41ef"/>
    <p:sldId xmlns:r="http://schemas.openxmlformats.org/officeDocument/2006/relationships" id="305" r:id="Rff6b92b9a7ae4574"/>
    <p:sldId xmlns:r="http://schemas.openxmlformats.org/officeDocument/2006/relationships" id="306" r:id="R87cc169e7929415e"/>
    <p:sldId xmlns:r="http://schemas.openxmlformats.org/officeDocument/2006/relationships" id="307" r:id="R65bb5ac769cf4418"/>
    <p:sldId xmlns:r="http://schemas.openxmlformats.org/officeDocument/2006/relationships" id="308" r:id="R056d12f8b1f947f1"/>
    <p:sldId xmlns:r="http://schemas.openxmlformats.org/officeDocument/2006/relationships" id="309" r:id="R59e0847dd43e462d"/>
    <p:sldId xmlns:r="http://schemas.openxmlformats.org/officeDocument/2006/relationships" id="310" r:id="Rcf56e482901140b3"/>
    <p:sldId xmlns:r="http://schemas.openxmlformats.org/officeDocument/2006/relationships" id="311" r:id="R0e4cb61b66674b06"/>
    <p:sldId xmlns:r="http://schemas.openxmlformats.org/officeDocument/2006/relationships" id="312" r:id="R69dd0f6993b74b86"/>
    <p:sldId xmlns:r="http://schemas.openxmlformats.org/officeDocument/2006/relationships" id="313" r:id="R60230bfe33d34bc3"/>
    <p:sldId xmlns:r="http://schemas.openxmlformats.org/officeDocument/2006/relationships" id="314" r:id="R59d40304732a4107"/>
    <p:sldId xmlns:r="http://schemas.openxmlformats.org/officeDocument/2006/relationships" id="315" r:id="R2ee952fe117b47c7"/>
    <p:sldId xmlns:r="http://schemas.openxmlformats.org/officeDocument/2006/relationships" id="316" r:id="Ra866e677a4804f4c"/>
    <p:sldId xmlns:r="http://schemas.openxmlformats.org/officeDocument/2006/relationships" id="317" r:id="R097bf6009e524a56"/>
    <p:sldId xmlns:r="http://schemas.openxmlformats.org/officeDocument/2006/relationships" id="318" r:id="R3ad2cdaa1b29484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ddb138fee7c4119" /><Relationship Type="http://schemas.openxmlformats.org/officeDocument/2006/relationships/slideMaster" Target="/ppt/slideMasters/slideMaster1.xml" Id="R6a17e901165e468d" /><Relationship Type="http://schemas.openxmlformats.org/officeDocument/2006/relationships/notesMaster" Target="/ppt/notesMasters/notesMaster1.xml" Id="R0709270aa775438b" /><Relationship Type="http://schemas.openxmlformats.org/officeDocument/2006/relationships/presProps" Target="/ppt/presProps.xml" Id="R441fd94270e04da0" /><Relationship Type="http://schemas.openxmlformats.org/officeDocument/2006/relationships/tableStyles" Target="/ppt/tableStyles.xml" Id="R6e04e173aa794a3f" /><Relationship Type="http://schemas.openxmlformats.org/officeDocument/2006/relationships/slide" Target="/ppt/slides/slide1.xml" Id="R36b0055c67564f35" /><Relationship Type="http://schemas.openxmlformats.org/officeDocument/2006/relationships/slide" Target="/ppt/slides/slide2.xml" Id="R821e3490b6364fd6" /><Relationship Type="http://schemas.openxmlformats.org/officeDocument/2006/relationships/slide" Target="/ppt/slides/slide3.xml" Id="R77e9cf82aec84628" /><Relationship Type="http://schemas.openxmlformats.org/officeDocument/2006/relationships/slide" Target="/ppt/slides/slide4.xml" Id="R5d61e59c71ee456f" /><Relationship Type="http://schemas.openxmlformats.org/officeDocument/2006/relationships/slide" Target="/ppt/slides/slide5.xml" Id="R107f98efe86f41a3" /><Relationship Type="http://schemas.openxmlformats.org/officeDocument/2006/relationships/slide" Target="/ppt/slides/slide6.xml" Id="R6fa2a1abfd9b4323" /><Relationship Type="http://schemas.openxmlformats.org/officeDocument/2006/relationships/slide" Target="/ppt/slides/slide7.xml" Id="R27ad11cf6a8248a9" /><Relationship Type="http://schemas.openxmlformats.org/officeDocument/2006/relationships/slide" Target="/ppt/slides/slide8.xml" Id="R68700ec30db74c8e" /><Relationship Type="http://schemas.openxmlformats.org/officeDocument/2006/relationships/slide" Target="/ppt/slides/slide9.xml" Id="R4c05c51635d74d1e" /><Relationship Type="http://schemas.openxmlformats.org/officeDocument/2006/relationships/slide" Target="/ppt/slides/slide10.xml" Id="R020f8d05d35548f9" /><Relationship Type="http://schemas.openxmlformats.org/officeDocument/2006/relationships/slide" Target="/ppt/slides/slide11.xml" Id="R0601c0b251114c66" /><Relationship Type="http://schemas.openxmlformats.org/officeDocument/2006/relationships/slide" Target="/ppt/slides/slide12.xml" Id="Rb7ac225cdf9c4628" /><Relationship Type="http://schemas.openxmlformats.org/officeDocument/2006/relationships/slide" Target="/ppt/slides/slide13.xml" Id="Rf03a304c25564e22" /><Relationship Type="http://schemas.openxmlformats.org/officeDocument/2006/relationships/slide" Target="/ppt/slides/slide14.xml" Id="R6d777ef3d90e4376" /><Relationship Type="http://schemas.openxmlformats.org/officeDocument/2006/relationships/slide" Target="/ppt/slides/slide15.xml" Id="R5fa47a51ed494ffa" /><Relationship Type="http://schemas.openxmlformats.org/officeDocument/2006/relationships/slide" Target="/ppt/slides/slide16.xml" Id="R1ebd161984de4da9" /><Relationship Type="http://schemas.openxmlformats.org/officeDocument/2006/relationships/slide" Target="/ppt/slides/slide17.xml" Id="R3a3867797b0a4753" /><Relationship Type="http://schemas.openxmlformats.org/officeDocument/2006/relationships/slide" Target="/ppt/slides/slide18.xml" Id="R1046160700e1470e" /><Relationship Type="http://schemas.openxmlformats.org/officeDocument/2006/relationships/slide" Target="/ppt/slides/slide19.xml" Id="R3a3f08c85e0a454c" /><Relationship Type="http://schemas.openxmlformats.org/officeDocument/2006/relationships/slide" Target="/ppt/slides/slide20.xml" Id="Rbbe7c5a277f249b5" /><Relationship Type="http://schemas.openxmlformats.org/officeDocument/2006/relationships/slide" Target="/ppt/slides/slide21.xml" Id="Rf3cfdb33bd084c9e" /><Relationship Type="http://schemas.openxmlformats.org/officeDocument/2006/relationships/slide" Target="/ppt/slides/slide22.xml" Id="R27e3363d79894db0" /><Relationship Type="http://schemas.openxmlformats.org/officeDocument/2006/relationships/slide" Target="/ppt/slides/slide23.xml" Id="R8eb427202ac44a86" /><Relationship Type="http://schemas.openxmlformats.org/officeDocument/2006/relationships/slide" Target="/ppt/slides/slide24.xml" Id="R9526b11147dc43d2" /><Relationship Type="http://schemas.openxmlformats.org/officeDocument/2006/relationships/slide" Target="/ppt/slides/slide25.xml" Id="Rc1c4a6e2926c4d74" /><Relationship Type="http://schemas.openxmlformats.org/officeDocument/2006/relationships/slide" Target="/ppt/slides/slide26.xml" Id="R47961616b9ea4516" /><Relationship Type="http://schemas.openxmlformats.org/officeDocument/2006/relationships/slide" Target="/ppt/slides/slide27.xml" Id="R702b938bdd4b4944" /><Relationship Type="http://schemas.openxmlformats.org/officeDocument/2006/relationships/slide" Target="/ppt/slides/slide28.xml" Id="R77530af8ab0e459c" /><Relationship Type="http://schemas.openxmlformats.org/officeDocument/2006/relationships/slide" Target="/ppt/slides/slide29.xml" Id="R894c33d57fac4384" /><Relationship Type="http://schemas.openxmlformats.org/officeDocument/2006/relationships/slide" Target="/ppt/slides/slide30.xml" Id="R042795f3478f423d" /><Relationship Type="http://schemas.openxmlformats.org/officeDocument/2006/relationships/slide" Target="/ppt/slides/slide31.xml" Id="Rda82ba183c15405d" /><Relationship Type="http://schemas.openxmlformats.org/officeDocument/2006/relationships/slide" Target="/ppt/slides/slide32.xml" Id="Ra9d44395096241c4" /><Relationship Type="http://schemas.openxmlformats.org/officeDocument/2006/relationships/slide" Target="/ppt/slides/slide33.xml" Id="R7c319e33094a41b7" /><Relationship Type="http://schemas.openxmlformats.org/officeDocument/2006/relationships/slide" Target="/ppt/slides/slide34.xml" Id="Rd0bac2e7095040b0" /><Relationship Type="http://schemas.openxmlformats.org/officeDocument/2006/relationships/slide" Target="/ppt/slides/slide35.xml" Id="R8c7d43b015e74501" /><Relationship Type="http://schemas.openxmlformats.org/officeDocument/2006/relationships/slide" Target="/ppt/slides/slide36.xml" Id="Rc897aca5f7d14427" /><Relationship Type="http://schemas.openxmlformats.org/officeDocument/2006/relationships/slide" Target="/ppt/slides/slide37.xml" Id="R2bf672322d0e4fad" /><Relationship Type="http://schemas.openxmlformats.org/officeDocument/2006/relationships/slide" Target="/ppt/slides/slide38.xml" Id="Rd7dce9602fd14895" /><Relationship Type="http://schemas.openxmlformats.org/officeDocument/2006/relationships/slide" Target="/ppt/slides/slide39.xml" Id="R78f516b99db441db" /><Relationship Type="http://schemas.openxmlformats.org/officeDocument/2006/relationships/slide" Target="/ppt/slides/slide40.xml" Id="R5a74dfb2904c421d" /><Relationship Type="http://schemas.openxmlformats.org/officeDocument/2006/relationships/slide" Target="/ppt/slides/slide41.xml" Id="Rce35ea5e9df74ede" /><Relationship Type="http://schemas.openxmlformats.org/officeDocument/2006/relationships/slide" Target="/ppt/slides/slide42.xml" Id="Rbf121a9897c94d80" /><Relationship Type="http://schemas.openxmlformats.org/officeDocument/2006/relationships/slide" Target="/ppt/slides/slide43.xml" Id="R289c5b300cf648c8" /><Relationship Type="http://schemas.openxmlformats.org/officeDocument/2006/relationships/slide" Target="/ppt/slides/slide44.xml" Id="R23c6139159cc4cb7" /><Relationship Type="http://schemas.openxmlformats.org/officeDocument/2006/relationships/slide" Target="/ppt/slides/slide45.xml" Id="Ra939e452b98b43c5" /><Relationship Type="http://schemas.openxmlformats.org/officeDocument/2006/relationships/slide" Target="/ppt/slides/slide46.xml" Id="R9b16bd6cffa94c86" /><Relationship Type="http://schemas.openxmlformats.org/officeDocument/2006/relationships/slide" Target="/ppt/slides/slide47.xml" Id="Rb629d0bd8594445b" /><Relationship Type="http://schemas.openxmlformats.org/officeDocument/2006/relationships/slide" Target="/ppt/slides/slide48.xml" Id="R1db6980cc2a84a79" /><Relationship Type="http://schemas.openxmlformats.org/officeDocument/2006/relationships/slide" Target="/ppt/slides/slide49.xml" Id="R79f1ed05fdca41ef" /><Relationship Type="http://schemas.openxmlformats.org/officeDocument/2006/relationships/slide" Target="/ppt/slides/slide50.xml" Id="Rff6b92b9a7ae4574" /><Relationship Type="http://schemas.openxmlformats.org/officeDocument/2006/relationships/slide" Target="/ppt/slides/slide51.xml" Id="R87cc169e7929415e" /><Relationship Type="http://schemas.openxmlformats.org/officeDocument/2006/relationships/slide" Target="/ppt/slides/slide52.xml" Id="R65bb5ac769cf4418" /><Relationship Type="http://schemas.openxmlformats.org/officeDocument/2006/relationships/slide" Target="/ppt/slides/slide53.xml" Id="R056d12f8b1f947f1" /><Relationship Type="http://schemas.openxmlformats.org/officeDocument/2006/relationships/slide" Target="/ppt/slides/slide54.xml" Id="R59e0847dd43e462d" /><Relationship Type="http://schemas.openxmlformats.org/officeDocument/2006/relationships/slide" Target="/ppt/slides/slide55.xml" Id="Rcf56e482901140b3" /><Relationship Type="http://schemas.openxmlformats.org/officeDocument/2006/relationships/slide" Target="/ppt/slides/slide56.xml" Id="R0e4cb61b66674b06" /><Relationship Type="http://schemas.openxmlformats.org/officeDocument/2006/relationships/slide" Target="/ppt/slides/slide57.xml" Id="R69dd0f6993b74b86" /><Relationship Type="http://schemas.openxmlformats.org/officeDocument/2006/relationships/slide" Target="/ppt/slides/slide58.xml" Id="R60230bfe33d34bc3" /><Relationship Type="http://schemas.openxmlformats.org/officeDocument/2006/relationships/slide" Target="/ppt/slides/slide59.xml" Id="R59d40304732a4107" /><Relationship Type="http://schemas.openxmlformats.org/officeDocument/2006/relationships/slide" Target="/ppt/slides/slide60.xml" Id="R2ee952fe117b47c7" /><Relationship Type="http://schemas.openxmlformats.org/officeDocument/2006/relationships/slide" Target="/ppt/slides/slide61.xml" Id="Ra866e677a4804f4c" /><Relationship Type="http://schemas.openxmlformats.org/officeDocument/2006/relationships/slide" Target="/ppt/slides/slide62.xml" Id="R097bf6009e524a56" /><Relationship Type="http://schemas.openxmlformats.org/officeDocument/2006/relationships/slide" Target="/ppt/slides/slide63.xml" Id="R3ad2cdaa1b29484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79393da0f4d4af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20eb304e1ce473a" /><Relationship Type="http://schemas.openxmlformats.org/officeDocument/2006/relationships/notesMaster" Target="/ppt/notesMasters/notesMaster1.xml" Id="Rab8d8efd09134e60" /></Relationships>
</file>

<file path=ppt/notesSlides/_rels/notesSlide2.xml.rels>&#65279;<?xml version="1.0" encoding="utf-8"?><Relationships xmlns="http://schemas.openxmlformats.org/package/2006/relationships"><Relationship Type="http://schemas.openxmlformats.org/officeDocument/2006/relationships/slide" Target="/ppt/slides/slide2.xml" Id="R454392166a4b45dc" /><Relationship Type="http://schemas.openxmlformats.org/officeDocument/2006/relationships/notesMaster" Target="/ppt/notesMasters/notesMaster1.xml" Id="R9d95ac816b984280" /></Relationships>
</file>

<file path=ppt/notesSlides/_rels/notesSlide3.xml.rels>&#65279;<?xml version="1.0" encoding="utf-8"?><Relationships xmlns="http://schemas.openxmlformats.org/package/2006/relationships"><Relationship Type="http://schemas.openxmlformats.org/officeDocument/2006/relationships/slide" Target="/ppt/slides/slide3.xml" Id="Rf54b5fb15b26450e" /><Relationship Type="http://schemas.openxmlformats.org/officeDocument/2006/relationships/notesMaster" Target="/ppt/notesMasters/notesMaster1.xml" Id="Re78d08a0a25245ac" /></Relationships>
</file>

<file path=ppt/notesSlides/_rels/notesSlide4.xml.rels>&#65279;<?xml version="1.0" encoding="utf-8"?><Relationships xmlns="http://schemas.openxmlformats.org/package/2006/relationships"><Relationship Type="http://schemas.openxmlformats.org/officeDocument/2006/relationships/slide" Target="/ppt/slides/slide4.xml" Id="R2617f266893b4646" /><Relationship Type="http://schemas.openxmlformats.org/officeDocument/2006/relationships/notesMaster" Target="/ppt/notesMasters/notesMaster1.xml" Id="R21029dc0b3454b17" /></Relationships>
</file>

<file path=ppt/notesSlides/_rels/notesSlide5.xml.rels>&#65279;<?xml version="1.0" encoding="utf-8"?><Relationships xmlns="http://schemas.openxmlformats.org/package/2006/relationships"><Relationship Type="http://schemas.openxmlformats.org/officeDocument/2006/relationships/slide" Target="/ppt/slides/slide5.xml" Id="R79923bc545714f8f" /><Relationship Type="http://schemas.openxmlformats.org/officeDocument/2006/relationships/notesMaster" Target="/ppt/notesMasters/notesMaster1.xml" Id="R1207a28e7f744c62" /></Relationships>
</file>

<file path=ppt/notesSlides/_rels/notesSlide6.xml.rels>&#65279;<?xml version="1.0" encoding="utf-8"?><Relationships xmlns="http://schemas.openxmlformats.org/package/2006/relationships"><Relationship Type="http://schemas.openxmlformats.org/officeDocument/2006/relationships/slide" Target="/ppt/slides/slide6.xml" Id="R0426223122974ea1" /><Relationship Type="http://schemas.openxmlformats.org/officeDocument/2006/relationships/notesMaster" Target="/ppt/notesMasters/notesMaster1.xml" Id="R54b430b0b82a442b" /></Relationships>
</file>

<file path=ppt/notesSlides/_rels/notesSlide7.xml.rels>&#65279;<?xml version="1.0" encoding="utf-8"?><Relationships xmlns="http://schemas.openxmlformats.org/package/2006/relationships"><Relationship Type="http://schemas.openxmlformats.org/officeDocument/2006/relationships/slide" Target="/ppt/slides/slide7.xml" Id="R32cc1490b9584786" /><Relationship Type="http://schemas.openxmlformats.org/officeDocument/2006/relationships/notesMaster" Target="/ppt/notesMasters/notesMaster1.xml" Id="Rbafcd02b023d4a80" /></Relationships>
</file>

<file path=ppt/notesSlides/_rels/notesSlide8.xml.rels>&#65279;<?xml version="1.0" encoding="utf-8"?><Relationships xmlns="http://schemas.openxmlformats.org/package/2006/relationships"><Relationship Type="http://schemas.openxmlformats.org/officeDocument/2006/relationships/slide" Target="/ppt/slides/slide8.xml" Id="Re6a0cbeec14a40d3" /><Relationship Type="http://schemas.openxmlformats.org/officeDocument/2006/relationships/notesMaster" Target="/ppt/notesMasters/notesMaster1.xml" Id="Rf2cc1f61e7e9428a" /></Relationships>
</file>

<file path=ppt/notesSlides/_rels/notesSlide9.xml.rels>&#65279;<?xml version="1.0" encoding="utf-8"?><Relationships xmlns="http://schemas.openxmlformats.org/package/2006/relationships"><Relationship Type="http://schemas.openxmlformats.org/officeDocument/2006/relationships/slide" Target="/ppt/slides/slide9.xml" Id="Rcab124376d3b4e24" /><Relationship Type="http://schemas.openxmlformats.org/officeDocument/2006/relationships/notesMaster" Target="/ppt/notesMasters/notesMaster1.xml" Id="R3a540ef7a41540f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2a7c859f8ce427f" /><Relationship Type="http://schemas.openxmlformats.org/officeDocument/2006/relationships/notesMaster" Target="/ppt/notesMasters/notesMaster1.xml" Id="R37cfb35f1af44eb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07eb68188a04356" /><Relationship Type="http://schemas.openxmlformats.org/officeDocument/2006/relationships/notesMaster" Target="/ppt/notesMasters/notesMaster1.xml" Id="R986ec16a6a4f48f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337241dea2b4b8d" /><Relationship Type="http://schemas.openxmlformats.org/officeDocument/2006/relationships/notesMaster" Target="/ppt/notesMasters/notesMaster1.xml" Id="R3bde7b161e0d43e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a02fcbc8a354901" /><Relationship Type="http://schemas.openxmlformats.org/officeDocument/2006/relationships/notesMaster" Target="/ppt/notesMasters/notesMaster1.xml" Id="R24ade7fca38b491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dd777ae93c44405" /><Relationship Type="http://schemas.openxmlformats.org/officeDocument/2006/relationships/notesMaster" Target="/ppt/notesMasters/notesMaster1.xml" Id="R465c04963c3248f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9822f6660b841f7" /><Relationship Type="http://schemas.openxmlformats.org/officeDocument/2006/relationships/notesMaster" Target="/ppt/notesMasters/notesMaster1.xml" Id="R25c326b68f5a497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6fb06b5e5364c64" /><Relationship Type="http://schemas.openxmlformats.org/officeDocument/2006/relationships/notesMaster" Target="/ppt/notesMasters/notesMaster1.xml" Id="R1c29fa3d578a49d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f441871edd44654" /><Relationship Type="http://schemas.openxmlformats.org/officeDocument/2006/relationships/notesMaster" Target="/ppt/notesMasters/notesMaster1.xml" Id="R10eecd2e428840e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bfebcccf1d144d4" /><Relationship Type="http://schemas.openxmlformats.org/officeDocument/2006/relationships/notesMaster" Target="/ppt/notesMasters/notesMaster1.xml" Id="R552e9ff37a8048c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fcecdaf57a047ad" /><Relationship Type="http://schemas.openxmlformats.org/officeDocument/2006/relationships/notesMaster" Target="/ppt/notesMasters/notesMaster1.xml" Id="R542ce133424e48f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ad7b8a589154e6b" /><Relationship Type="http://schemas.openxmlformats.org/officeDocument/2006/relationships/notesMaster" Target="/ppt/notesMasters/notesMaster1.xml" Id="Rcfcbc731a4c9426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10e804d9ea44f35" /><Relationship Type="http://schemas.openxmlformats.org/officeDocument/2006/relationships/notesMaster" Target="/ppt/notesMasters/notesMaster1.xml" Id="Re5482232211b409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ebbecbf19bf43ad" /><Relationship Type="http://schemas.openxmlformats.org/officeDocument/2006/relationships/notesMaster" Target="/ppt/notesMasters/notesMaster1.xml" Id="R5738e40568b34e4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b43c5e6d6ee4e0c" /><Relationship Type="http://schemas.openxmlformats.org/officeDocument/2006/relationships/notesMaster" Target="/ppt/notesMasters/notesMaster1.xml" Id="R5ac1e83453fa45e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be73ea684d047f7" /><Relationship Type="http://schemas.openxmlformats.org/officeDocument/2006/relationships/notesMaster" Target="/ppt/notesMasters/notesMaster1.xml" Id="R7d2287ea20144e5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a89f87155fc4447" /><Relationship Type="http://schemas.openxmlformats.org/officeDocument/2006/relationships/notesMaster" Target="/ppt/notesMasters/notesMaster1.xml" Id="Ree01904b1a1e4c5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948f16d55c04764" /><Relationship Type="http://schemas.openxmlformats.org/officeDocument/2006/relationships/notesMaster" Target="/ppt/notesMasters/notesMaster1.xml" Id="R4397362355954c5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a10cb08dae646c0" /><Relationship Type="http://schemas.openxmlformats.org/officeDocument/2006/relationships/notesMaster" Target="/ppt/notesMasters/notesMaster1.xml" Id="R5d8f28b799ab467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5270b1e30074c93" /><Relationship Type="http://schemas.openxmlformats.org/officeDocument/2006/relationships/notesMaster" Target="/ppt/notesMasters/notesMaster1.xml" Id="Rb8df4b8f407c4122"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88a252dbe8a74c46" /><Relationship Type="http://schemas.openxmlformats.org/officeDocument/2006/relationships/notesMaster" Target="/ppt/notesMasters/notesMaster1.xml" Id="Raad36710bbb44dd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f7d43a313fc94093" /><Relationship Type="http://schemas.openxmlformats.org/officeDocument/2006/relationships/notesMaster" Target="/ppt/notesMasters/notesMaster1.xml" Id="Ra3d72b12229d45b4"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53ed1029be40499f" /><Relationship Type="http://schemas.openxmlformats.org/officeDocument/2006/relationships/notesMaster" Target="/ppt/notesMasters/notesMaster1.xml" Id="Re7db1445d34943f2"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e1d2ffe80e4744ae" /><Relationship Type="http://schemas.openxmlformats.org/officeDocument/2006/relationships/notesMaster" Target="/ppt/notesMasters/notesMaster1.xml" Id="Rd60bb61fd4fc4c0e"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759ea11aa3c24a78" /><Relationship Type="http://schemas.openxmlformats.org/officeDocument/2006/relationships/notesMaster" Target="/ppt/notesMasters/notesMaster1.xml" Id="Rb51b897a46a6456a"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e082710f7a284c8a" /><Relationship Type="http://schemas.openxmlformats.org/officeDocument/2006/relationships/notesMaster" Target="/ppt/notesMasters/notesMaster1.xml" Id="Rea5740303f5044f1"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5495b9e65e9a41d9" /><Relationship Type="http://schemas.openxmlformats.org/officeDocument/2006/relationships/notesMaster" Target="/ppt/notesMasters/notesMaster1.xml" Id="R82af2824e1be4d89"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bdff08e2b3964c53" /><Relationship Type="http://schemas.openxmlformats.org/officeDocument/2006/relationships/notesMaster" Target="/ppt/notesMasters/notesMaster1.xml" Id="R0fd840c595c647c8"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bed6bd93a3bb43d9" /><Relationship Type="http://schemas.openxmlformats.org/officeDocument/2006/relationships/notesMaster" Target="/ppt/notesMasters/notesMaster1.xml" Id="R670bbd3038024a97"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2bfdc39c805b4b65" /><Relationship Type="http://schemas.openxmlformats.org/officeDocument/2006/relationships/notesMaster" Target="/ppt/notesMasters/notesMaster1.xml" Id="Rd50820b43c9a43c2"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46c977336f8f4f28" /><Relationship Type="http://schemas.openxmlformats.org/officeDocument/2006/relationships/notesMaster" Target="/ppt/notesMasters/notesMaster1.xml" Id="R1fce7f542b184206"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4582f84e789f4c49" /><Relationship Type="http://schemas.openxmlformats.org/officeDocument/2006/relationships/notesMaster" Target="/ppt/notesMasters/notesMaster1.xml" Id="Rea3976264d854232"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aaf223db28d74a98" /><Relationship Type="http://schemas.openxmlformats.org/officeDocument/2006/relationships/notesMaster" Target="/ppt/notesMasters/notesMaster1.xml" Id="R7ce66d730ca749be"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c1e9a889cd324519" /><Relationship Type="http://schemas.openxmlformats.org/officeDocument/2006/relationships/notesMaster" Target="/ppt/notesMasters/notesMaster1.xml" Id="Rd8434c8b2fd74ef4"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af886c066b904254" /><Relationship Type="http://schemas.openxmlformats.org/officeDocument/2006/relationships/notesMaster" Target="/ppt/notesMasters/notesMaster1.xml" Id="R48800d67d805468d"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bc682d1265d54f95" /><Relationship Type="http://schemas.openxmlformats.org/officeDocument/2006/relationships/notesMaster" Target="/ppt/notesMasters/notesMaster1.xml" Id="R0ce48a40696f4d7a"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b194b700ba64418d" /><Relationship Type="http://schemas.openxmlformats.org/officeDocument/2006/relationships/notesMaster" Target="/ppt/notesMasters/notesMaster1.xml" Id="R8ebe513d2a074aeb"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e478180613464e7f" /><Relationship Type="http://schemas.openxmlformats.org/officeDocument/2006/relationships/notesMaster" Target="/ppt/notesMasters/notesMaster1.xml" Id="R2dd93ff3fbf24a8e"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1d33b8ba1f9a4061" /><Relationship Type="http://schemas.openxmlformats.org/officeDocument/2006/relationships/notesMaster" Target="/ppt/notesMasters/notesMaster1.xml" Id="Rb981c7d0b5e84034"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9dfb14a77ac9442e" /><Relationship Type="http://schemas.openxmlformats.org/officeDocument/2006/relationships/notesMaster" Target="/ppt/notesMasters/notesMaster1.xml" Id="Rf0dad8072ed14a5e"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47facf9525e04405" /><Relationship Type="http://schemas.openxmlformats.org/officeDocument/2006/relationships/notesMaster" Target="/ppt/notesMasters/notesMaster1.xml" Id="R83383cfcfd714b40"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d46610f1416f472d" /><Relationship Type="http://schemas.openxmlformats.org/officeDocument/2006/relationships/notesMaster" Target="/ppt/notesMasters/notesMaster1.xml" Id="R3ecd2acd1b3c4e13"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5ca9c989d5644f0a" /><Relationship Type="http://schemas.openxmlformats.org/officeDocument/2006/relationships/notesMaster" Target="/ppt/notesMasters/notesMaster1.xml" Id="R370f5b2f925a4f0f"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1ad176d4ee8f480a" /><Relationship Type="http://schemas.openxmlformats.org/officeDocument/2006/relationships/notesMaster" Target="/ppt/notesMasters/notesMaster1.xml" Id="R2ab8aa63146d4419"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84094144fb284d80" /><Relationship Type="http://schemas.openxmlformats.org/officeDocument/2006/relationships/notesMaster" Target="/ppt/notesMasters/notesMaster1.xml" Id="R65cf25024e284204"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17f3329a78504414" /><Relationship Type="http://schemas.openxmlformats.org/officeDocument/2006/relationships/notesMaster" Target="/ppt/notesMasters/notesMaster1.xml" Id="Ra155e0e69a6d49ba"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38b0a475a15c4c19" /><Relationship Type="http://schemas.openxmlformats.org/officeDocument/2006/relationships/notesMaster" Target="/ppt/notesMasters/notesMaster1.xml" Id="R8d4d35bb8b044896"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3ae3565440ab4e00" /><Relationship Type="http://schemas.openxmlformats.org/officeDocument/2006/relationships/notesMaster" Target="/ppt/notesMasters/notesMaster1.xml" Id="R84597bb31608431a"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8ddeaa316aba497d" /><Relationship Type="http://schemas.openxmlformats.org/officeDocument/2006/relationships/notesMaster" Target="/ppt/notesMasters/notesMaster1.xml" Id="R74eef80044744a4d"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5ec2c50a8cd2469b" /><Relationship Type="http://schemas.openxmlformats.org/officeDocument/2006/relationships/notesMaster" Target="/ppt/notesMasters/notesMaster1.xml" Id="Rd78be6b964504b0a"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a981dd2c04f740e3" /><Relationship Type="http://schemas.openxmlformats.org/officeDocument/2006/relationships/notesMaster" Target="/ppt/notesMasters/notesMaster1.xml" Id="R2fe9bf16eb674833"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e2dbf305a50f4f5f" /><Relationship Type="http://schemas.openxmlformats.org/officeDocument/2006/relationships/notesMaster" Target="/ppt/notesMasters/notesMaster1.xml" Id="R7f5e4711b2fb4fb5"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b5680c8381964ed0" /><Relationship Type="http://schemas.openxmlformats.org/officeDocument/2006/relationships/notesMaster" Target="/ppt/notesMasters/notesMaster1.xml" Id="Rb98204f6eb924eac"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ff091ea636804102" /><Relationship Type="http://schemas.openxmlformats.org/officeDocument/2006/relationships/notesMaster" Target="/ppt/notesMasters/notesMaster1.xml" Id="Ra0856560860e4082"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6fe2e29cfcc34ad7" /><Relationship Type="http://schemas.openxmlformats.org/officeDocument/2006/relationships/notesMaster" Target="/ppt/notesMasters/notesMaster1.xml" Id="Rdfbf6b87dfad4ef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本時は同じ2本の杭の角をどう採用するかを考えます。1つの値を読むことから、採用できる観測かを判断することへ進みます。導入全体は5分です。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第3回の問1を1分で振り返ります。方向角は座標北から時計回りであり、電卓の53°をそのまま使うと北東になってしまいます。順計算はX_C=1373.205 m、Y_C=900.000 mでした。</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第3回問2の値と換算の順だけを1分で確認します。斜距離500.020 m、高低差4.500 m、標高200 m、R=6370 km、縮尺係数0.9999の設定です。ここで距離観測の追加講義はしません。</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まだ答えを確定せず、学生に選ぶか平均するかを短く考えてもらいます。この2つだけでは反の結果と点検基準がなく採否を決められません。最後に同じ問いへ戻ります。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読む、据える、正反で誤差を減らす、点検する、中心へ戻すの順に進みます。演習では方向法の採否と偏心の復元を自分で判断します。各節の右上に今いる段階を示します。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時計の文字盤を回しても2本の針の間の角は変わりません。同様に器械の初期目盛と北方向を区別します。図のOAは北を意味せず、基準方向です。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2つの読みの差に注目させます。異なる初期目盛で同じ角が得られることが、対回の目盛変更を理解する土台になります。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秒を先に繰り上げ、その1分を分の列へ加えます。100進法の小数として計算しないよう確認し、困ったら全て角秒に直す方法をノートで補います。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A350°から0°まで10°、さらにB20°まで20°と図で追います。角の向きを右回りに統一し、負の値のままにしません。</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同じ器械点Oから見た方向同士だから足せます。方向角の基準は座標北、水平角の基準はOAです。器械点を移す場合との違いを最後に扱います。</a:t>
            </a:r>
            <a:br/>
            <a:r>
              <a:t>教材の例と許容値は授業用の架空設定。 360°以上になったら360°を引き、0°以上360°未満に直します。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20秒考えてもらい、30°と答え合わせします。誤答が多ければ円を指でたどり、差が負なら1周を足す操作を再確認します。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視準軸は望遠鏡が見る線、水平軸は望遠鏡を上下に回す軸、鉛直軸は器械を左右に回す軸です。図は3次元の投影なので見かけの角が90°でなくても、空間での直交を示しています。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正常と求心ずれを比較します。器械を水平にしただけでは測点の真上にならず、位置の確認が必要です。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求心との違いを学生に言ってもらいます。位置と傾きは互いに調整で変わり得るので、どちらも再確認します。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十字線と目標像の両方が同じ焦点面にあるかを確認します。単に目標が鮮明に見えるだけで終えず、目を少し動かして視差を検出します。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求心ずれと鉛直軸の傾きを区別できるか確かめます。「後の計算で絶対に直せない」とは言わず、「正反平均では消えない」と限定します。既知の偏心や作動範囲内の傾き補正を後で扱います。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左右は同じ器械点の異なる姿勢を並べた図です。反の読みがおよそ180°違うのは姿勢の違いです。方向法では正反別に零方向を引くので、主計算で別途180°換算を重ねません。</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図の角を誇張しています。ここでは正反で符号が反転する成分だけのモデルを示しており、器械の全ての誤差を一つのcで代表していません。</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反は180°を直した同一方向の説明用モデルです。これは方向法野帳の結果p・qの較差を器械誤差と同一視する説明ではありません。HTMLでは共通のずれを変えて確かめられます。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R4測量士補No.5の記述を参照しています。水平目盛盤の偏心は求心ずれとは異なり、対向読み・正反観測で軽減できる成分です。</a:t>
            </a:r>
            <a:br/>
            <a:r>
              <a:t>教材の例と許容値は授業用の架空設定。</a:t>
            </a:r>
          </a:p>
          <a:p xmlns:a="http://schemas.openxmlformats.org/drawingml/2006/main">
            <a:r>
              <a:t>出典:</a:t>
            </a:r>
          </a:p>
          <a:p xmlns:a="http://schemas.openxmlformats.org/drawingml/2006/main">
            <a:r>
              <a:t>https://www.gsi.go.jp/common/000240138.pdf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2つの中心が器械内部でずれる場合を図で示します。地面の測点から器械がずれる求心誤差と区別します。鉛直軸の傾きは姿勢を反転しても重力方向へ戻りません。</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答えは鉛直軸の傾きです。R4No.5の内容に基づく確認で、問題全文の転載ではありません。理由を姿勢の反転と傾きの違いから説明します。</a:t>
            </a:r>
            <a:br/>
            <a:r>
              <a:t>教材の例と許容値は授業用の架空設定。</a:t>
            </a:r>
          </a:p>
          <a:p xmlns:a="http://schemas.openxmlformats.org/drawingml/2006/main">
            <a:r>
              <a:t>出典:</a:t>
            </a:r>
          </a:p>
          <a:p xmlns:a="http://schemas.openxmlformats.org/drawingml/2006/main">
            <a:r>
              <a:t>https://www.gsi.go.jp/common/000240138.pdf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共通成分があれば平均にも残ると答えます。以降の点検は観測の整合性を調べるもので、真値への近さを全て証明するものではありません。</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図は目標の配置を示します。今回の簡略野帳では帰零の列は省略し、実務で不要だとは言いません。観測順と記録方法は適用する方法に従います。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正と反のAを別々に指で示します。表は同じ目標を横に並べたもので、実際の時系列とは限りません。読定値を後から都合よく書き換えないことも確認します。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生読定r/lと零方向差引き後の結果p/qを区別します。両方に含まれる180°はこの引き算で消え、負になったときだけ360°を加えます。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p=73°25′15″、q=73°25′11″を使います。半分にした角を先に丸めず、倍角と較差を保持して点検へ進みます。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反例は正A10°00′05″・B70°00′05″、反A189°59′55″・B249°59′55″です。正反の結果はともに60°で較差0″になります。較差は2目標間の誤差成分の違いを含む量で、絶対的な器械誤差そのものではありません。</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正の結果は73°25′09″、反の結果は73°25′11″です。第1対回との比較で正だけを見るのではなく、両方から倍角と較差を計算します。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倍角差は26−20=6″、観測差は(+4)−(−2)=6″です。較差Cそのものではなく、同じ方向のCの最大最小の差を求めます。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各対回の角は73°25′13″と73°25′10″、平均は73°25′11.5″です。これは計算上の桁で、器械の読定分解能が上がったわけではありません。超過した場合は採用せず原因確認と再測です。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R2No.5型の方向法野帳で使う計算の要点です。この97°46′02″の表記は繰り下がりの説明例であり、講義Bの値ではありません。Dの差とD/2の差を取り違えないよう確認します。</a:t>
            </a:r>
            <a:br/>
            <a:r>
              <a:t>教材の例と許容値は授業用の架空設定。</a:t>
            </a:r>
          </a:p>
          <a:p xmlns:a="http://schemas.openxmlformats.org/drawingml/2006/main">
            <a:r>
              <a:t>出典:</a:t>
            </a:r>
          </a:p>
          <a:p xmlns:a="http://schemas.openxmlformats.org/drawingml/2006/main">
            <a:r>
              <a:t>https://www.kinomise.com/sokuryo/shiho/jyuuyou/kijyun/kijyun08-houkou.pdf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正答は8″です。最大−最小であり平均ではないことを確認します。超過時は原因を確認して必要な関連観測を含め所定の範囲を再測し、数値の書換えはしません。</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同じ目標を2つの基準から表すだけです。天頂角が90°より小さいなら目標は水平より上なので、αが正になると図で確かめます。</a:t>
            </a:r>
            <a:br/>
            <a:r>
              <a:t>教材の例と許容値は授業用の架空設定。 高度角は高低角とも呼びます。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鉛直の読定はz正とz反で示し、水平の結果p/qと混ぜません。この教材のKは和のずれ全体です。対称な指標誤差モデルで各面に現れる成分はK/2ですが、K自体を勝手に半分にしません。</a:t>
            </a:r>
            <a:br/>
            <a:r>
              <a:t>教材の例と許容値は授業用の架空設定。</a:t>
            </a:r>
          </a:p>
          <a:p xmlns:a="http://schemas.openxmlformats.org/drawingml/2006/main">
            <a:r>
              <a:t>出典:</a:t>
            </a:r>
          </a:p>
          <a:p xmlns:a="http://schemas.openxmlformats.org/drawingml/2006/main">
            <a:r>
              <a:t>https://www.jsurvey.jp/20220705P59-2.pdf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Kの較差は6″です。ここでは較差という点検量を学びますが、Kそのものの器械点検・調整が不要という意味ではありません。実際の許容値は適用規程に従います。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正答はK10″、Z85°10′15″、α4°49′45″です。計算が止まる場合はz正−z反＋360°＝170°20′30″を先に出し、2で割ります。高度定数Kを半分の値として報告することとは区別します。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どちらも知らないずれを正反平均で取り除くものではありません。主説明では器械点の偏心を直角三角形で扱い、一般の標点偏心は補足へ分けます。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この図はOが直角です。Oの北にA、東にEとBがあり、EからAは北より少し左へ見えるので時計回りのA→B角が大きくなります。OEは誇張しています。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tan⁻¹は1/tanではありません。0.5729386977×60=34.376321862分、その小数部分×60=22.57931172秒です。最後に0.1秒へ丸めます。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デモでは中心の角もOAも既知なので、補正の向きが図から分かります。演習は直角の場所を変えるため、ここで覚えた負号をそのまま写さないよう予告します。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正答は約2倍、約半分、EAです。厳密には逆正接の関係であり、比例はe/Sが小さいときの感覚だと補います。ラジアンやρの換算はここへ追加せず補足へ送ります。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自動機能は視準や微小傾きの補正を助けます。補正範囲や機能は機種に依存するため取扱説明書に従い、特定機種の数値を一般化しません。</a:t>
            </a:r>
            <a:br/>
            <a:r>
              <a:t>教材の例と許容値は授業用の架空設定。</a:t>
            </a:r>
          </a:p>
          <a:p xmlns:a="http://schemas.openxmlformats.org/drawingml/2006/main">
            <a:r>
              <a:t>出典:</a:t>
            </a:r>
          </a:p>
          <a:p xmlns:a="http://schemas.openxmlformats.org/drawingml/2006/main">
            <a:r>
              <a:t>https://help.fieldsystems.trimble.com/siteworks/en/measuring-total-station-leveling.htm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表示された数値を採用できるかを判断するところまでが観測です。58分で説明を終え、58–60分は遅れの吸収と演習準備に使います。60分から演習25分を確保してください。</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問1は6点です。配布の第1対回Bは記入例なので、第2対回BとCの各対回を計算します。5分経過時にp/qを出せているか確認し、停滞している学生にはAを各面で別々に引くところだけ支援します。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基準ちょうどは範囲内です。Cの反は43°32′44″−275°00′16″に360°を加える必要があります。採用できない方向について平均を成果にせず、理由と再測を答えさせます。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演習ではEが直角で中心Oの角は未知です。時計回りA→BのE観測角は90°。電卓がなければtan⁻¹(1/100)=0.5729386977°を板書し、90°から引くことと三平方の定理は学生自身に判断させます。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1.5分で式の役割だけを整理します。p/qは正反の結果で、生読定r/lではないと確認します。倍角差と観測差、Kの較差は何を比較するかを思い出させ、追加公式をここで展開しません。</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1.5分で次回へ橋渡しします。40+100=140°ではなく、今いるBからAを振り返った方向220°に足すのが要点です。繰り返しの座標計算は第5回で行います。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分で回答を聞きます。正答は反の結果、観測条件、許容値が必要です。講義の反の結果はいずれも73°25′11″で、倍角差6″・観測差6″が仮基準内なので平均73°25′11.5″を採用します。本編はここで終わり、付録は通常非表示で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第2対回反Cは43°32′44″+360°−275°00′16″=128°32′28″です。ここを一周足さずに処理すると以降の点検が崩れるので、途中式を確認します。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第1対回Cでは分が64分になるので257°04′36″へ繰り上げます。第2対回Cの較差は−4″であり、符号を残して観測差を計算します。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Cの観測差8″は境界内ですが、倍角差16″が超過します。Cの平均を採用せず、零方向など必要な関連観測も含め適用方法に従って再測します。B平均は62°14′15.5″です。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OからAへの方向はEからAより右へ傾くので、Aから東向きBへの開きは小さくなります。角補正は−0°34′22.6″です。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デモではEAが斜辺で、演習ではOAが斜辺です。符号を暗記せず、どちらが長いかを図から判断できたかを評価します。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詳細は別紙解答を使います。問1はp/q2点、D/C1点、点検量1点、B平均0.5点、B/Cの判断1.5点。問2は中心角1.5点、OA1点、補正の符号と量1.5点です。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実際の数値を式から検算しています。角度と距離の役割をつなげる補足であり、授業が遅れたときに本編へ追加しません。</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同じ目標方向を見たまま初期目盛を変える意味を示します。目盛盤の偏心と分画誤差を混同せず、正反平均と対回の目盛変更の目的を分けます。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同じ倍角という語でも、計算欄の名称と観測方法の名称は別です。本時の演習は方向法であり、倍角法の操作実習まで要求しません。</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ρ″は1radを角秒に直す係数です。e/Sは無次元ですがラジアンの数値として使う小角近似で、度の数値とそのまま混ぜてはいけません。ρ″は問題文の指定に従います。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S=OE、e=EAです。このφの定義なら補正の符号はsinφと同じです。厳密な方向差はatan2(e sinφ,S+e cosφ)であり、近似式と区別します。異なる配置の器械点偏心の式を無条件に流用しません。</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前ページの標点偏心の設定を使った架空の宿題です。正答は補正−900″=−15′、T83°05′30″。206265″なら近似補正−928.1925″で異なります。指定の一次近似の答えと厳密幾何の答えは区別します。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図は差を誇張した模式図で、実際の差角は場所によります。本時の方向角は座標北から時計回りに測ると改めて確認します。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d0b1f9f1b9a43f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a34ac16f08c408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079e174ddae436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3ff1531be0b48a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50c02fa53ca412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a18771d90d344f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E1044A2-1C36-486D-B946-6E92D5446D9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E490991-6D74-4C36-A6F9-982063CF2A9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D6AAB32-99D6-4AF8-9315-67D5DA70DB3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4ECC2C9-4323-4398-BFF5-AB91DD076A1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0BAF6C6-D268-475D-ABA6-2629DCA2E8E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28E1350-4434-42B0-B2B9-10EA0FF238A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E915F3D-2AB2-46D4-9F3B-047DCE1AF5D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091C4F4-57B1-4DE2-969C-B0322374975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5DDB3FD-819B-4C4C-A740-4165C0E06F3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2F8D36D-2FF4-415D-94BC-957CCC71BA3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06d1df33ac44724" /><Relationship Type="http://schemas.openxmlformats.org/officeDocument/2006/relationships/slideLayout" Target="/ppt/slideLayouts/slideLayout1.xml" Id="R637631abb0f749c8" /><Relationship Type="http://schemas.openxmlformats.org/officeDocument/2006/relationships/slideLayout" Target="/ppt/slideLayouts/slideLayout2.xml" Id="Rcfda9c8be2454fff" /><Relationship Type="http://schemas.openxmlformats.org/officeDocument/2006/relationships/slideLayout" Target="/ppt/slideLayouts/slideLayout3.xml" Id="R31ddfd99dfd34358" /><Relationship Type="http://schemas.openxmlformats.org/officeDocument/2006/relationships/slideLayout" Target="/ppt/slideLayouts/slideLayout4.xml" Id="R3ba4bc5fcde946a8" /><Relationship Type="http://schemas.openxmlformats.org/officeDocument/2006/relationships/slideLayout" Target="/ppt/slideLayouts/slideLayout5.xml" Id="R21741b6105dd4e9f" /><Relationship Type="http://schemas.openxmlformats.org/officeDocument/2006/relationships/slideLayout" Target="/ppt/slideLayouts/slideLayout6.xml" Id="R918c6ae3f4c0440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37631abb0f749c8"/>
    <p:sldLayoutId xmlns:r="http://schemas.openxmlformats.org/officeDocument/2006/relationships" id="2147483650" r:id="Rcfda9c8be2454fff"/>
    <p:sldLayoutId xmlns:r="http://schemas.openxmlformats.org/officeDocument/2006/relationships" id="2147483651" r:id="R31ddfd99dfd34358"/>
    <p:sldLayoutId xmlns:r="http://schemas.openxmlformats.org/officeDocument/2006/relationships" id="2147483652" r:id="R3ba4bc5fcde946a8"/>
    <p:sldLayoutId xmlns:r="http://schemas.openxmlformats.org/officeDocument/2006/relationships" id="2147483653" r:id="R21741b6105dd4e9f"/>
    <p:sldLayoutId xmlns:r="http://schemas.openxmlformats.org/officeDocument/2006/relationships" id="2147483654" r:id="R918c6ae3f4c0440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dcbad0e3a1b43d3" /><Relationship Type="http://schemas.openxmlformats.org/officeDocument/2006/relationships/notesSlide" Target="/ppt/notesSlides/notesSlide1.xml" Id="Rb4aee9b4f2f04e2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71462a8d32c4d5a" /><Relationship Type="http://schemas.openxmlformats.org/officeDocument/2006/relationships/notesSlide" Target="/ppt/notesSlides/notesSlide2.xml" Id="R261ff2bf0ce248a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efe60ec0baf4589" /><Relationship Type="http://schemas.openxmlformats.org/officeDocument/2006/relationships/notesSlide" Target="/ppt/notesSlides/notesSlide3.xml" Id="R4b758b769db5489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5f921a46310424a" /><Relationship Type="http://schemas.openxmlformats.org/officeDocument/2006/relationships/notesSlide" Target="/ppt/notesSlides/notesSlide4.xml" Id="R96adbbf3ddec49c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88a2b85943d4b75" /><Relationship Type="http://schemas.openxmlformats.org/officeDocument/2006/relationships/notesSlide" Target="/ppt/notesSlides/notesSlide5.xml" Id="R055c9d5523ba4a4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3313dcdbcfb4967" /><Relationship Type="http://schemas.openxmlformats.org/officeDocument/2006/relationships/notesSlide" Target="/ppt/notesSlides/notesSlide6.xml" Id="Rb859313be5524d2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5598da3a56c4582" /><Relationship Type="http://schemas.openxmlformats.org/officeDocument/2006/relationships/notesSlide" Target="/ppt/notesSlides/notesSlide7.xml" Id="Rfc37acbf4e634e7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b6836fb86394827" /><Relationship Type="http://schemas.openxmlformats.org/officeDocument/2006/relationships/notesSlide" Target="/ppt/notesSlides/notesSlide8.xml" Id="R6df7d142d4c74df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deaab09736a4508" /><Relationship Type="http://schemas.openxmlformats.org/officeDocument/2006/relationships/notesSlide" Target="/ppt/notesSlides/notesSlide9.xml" Id="Rd73099ce2571498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e47c4c8d09f40be" /><Relationship Type="http://schemas.openxmlformats.org/officeDocument/2006/relationships/notesSlide" Target="/ppt/notesSlides/notesSlide10.xml" Id="R12f55a5ea2f7424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ca69a9996684e72" /><Relationship Type="http://schemas.openxmlformats.org/officeDocument/2006/relationships/notesSlide" Target="/ppt/notesSlides/notesSlide11.xml" Id="R5517b397d2cd4be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ecd6176ec244749" /><Relationship Type="http://schemas.openxmlformats.org/officeDocument/2006/relationships/notesSlide" Target="/ppt/notesSlides/notesSlide12.xml" Id="R5241ca659061452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d860d2645484d2b" /><Relationship Type="http://schemas.openxmlformats.org/officeDocument/2006/relationships/notesSlide" Target="/ppt/notesSlides/notesSlide13.xml" Id="R5efc437b6abc4de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1d184be14154bc1" /><Relationship Type="http://schemas.openxmlformats.org/officeDocument/2006/relationships/notesSlide" Target="/ppt/notesSlides/notesSlide14.xml" Id="R4a6bd5bc9a8f48a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fb6f166182c423b" /><Relationship Type="http://schemas.openxmlformats.org/officeDocument/2006/relationships/notesSlide" Target="/ppt/notesSlides/notesSlide15.xml" Id="Rc1bc8f54425c439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34b1ba084fe74a57" /><Relationship Type="http://schemas.openxmlformats.org/officeDocument/2006/relationships/notesSlide" Target="/ppt/notesSlides/notesSlide16.xml" Id="R5acaf3551a0e471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1fd61265d53741db" /><Relationship Type="http://schemas.openxmlformats.org/officeDocument/2006/relationships/notesSlide" Target="/ppt/notesSlides/notesSlide17.xml" Id="R88db1dab422e407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ffcf4fe67b4c4553" /><Relationship Type="http://schemas.openxmlformats.org/officeDocument/2006/relationships/notesSlide" Target="/ppt/notesSlides/notesSlide18.xml" Id="Ra9a5f78016634fb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49e73a547bc94262" /><Relationship Type="http://schemas.openxmlformats.org/officeDocument/2006/relationships/notesSlide" Target="/ppt/notesSlides/notesSlide19.xml" Id="Re800cc508f9f47e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9c352b18b1c44113" /><Relationship Type="http://schemas.openxmlformats.org/officeDocument/2006/relationships/notesSlide" Target="/ppt/notesSlides/notesSlide20.xml" Id="Rc9994b3a5651450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64d0e784b368465f" /><Relationship Type="http://schemas.openxmlformats.org/officeDocument/2006/relationships/notesSlide" Target="/ppt/notesSlides/notesSlide21.xml" Id="R35ac8f20ea7349a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546803500dcc4990" /><Relationship Type="http://schemas.openxmlformats.org/officeDocument/2006/relationships/notesSlide" Target="/ppt/notesSlides/notesSlide22.xml" Id="R4685bf7bda8542c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2ea1c6b8444f4f83" /><Relationship Type="http://schemas.openxmlformats.org/officeDocument/2006/relationships/notesSlide" Target="/ppt/notesSlides/notesSlide23.xml" Id="Rc547b520d7d5439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9534537f73e24510" /><Relationship Type="http://schemas.openxmlformats.org/officeDocument/2006/relationships/notesSlide" Target="/ppt/notesSlides/notesSlide24.xml" Id="R4ae5440055bb464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e6ff0c0cf49a4197" /><Relationship Type="http://schemas.openxmlformats.org/officeDocument/2006/relationships/notesSlide" Target="/ppt/notesSlides/notesSlide25.xml" Id="R29d81a85c6c8403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fd957ba3c17243f8" /><Relationship Type="http://schemas.openxmlformats.org/officeDocument/2006/relationships/notesSlide" Target="/ppt/notesSlides/notesSlide26.xml" Id="Re860218beb054d7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0a6eda00c822430a" /><Relationship Type="http://schemas.openxmlformats.org/officeDocument/2006/relationships/notesSlide" Target="/ppt/notesSlides/notesSlide27.xml" Id="R71e0a0414c034a86"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4299092b0bd840b2" /><Relationship Type="http://schemas.openxmlformats.org/officeDocument/2006/relationships/notesSlide" Target="/ppt/notesSlides/notesSlide28.xml" Id="R6ebbd03e42dd4fc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6aaa4da078064f73" /><Relationship Type="http://schemas.openxmlformats.org/officeDocument/2006/relationships/notesSlide" Target="/ppt/notesSlides/notesSlide29.xml" Id="R71d6b57f603649c7"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b0f572d4695646a8" /><Relationship Type="http://schemas.openxmlformats.org/officeDocument/2006/relationships/notesSlide" Target="/ppt/notesSlides/notesSlide30.xml" Id="R396403225de94db4"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ffa7bad6a8ac4b37" /><Relationship Type="http://schemas.openxmlformats.org/officeDocument/2006/relationships/notesSlide" Target="/ppt/notesSlides/notesSlide31.xml" Id="Ref2015c0b7324ffd"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a5ee9c06802142d9" /><Relationship Type="http://schemas.openxmlformats.org/officeDocument/2006/relationships/notesSlide" Target="/ppt/notesSlides/notesSlide32.xml" Id="R3a39751d2aa540c4"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bd0a820ed0f149af" /><Relationship Type="http://schemas.openxmlformats.org/officeDocument/2006/relationships/notesSlide" Target="/ppt/notesSlides/notesSlide33.xml" Id="Re83b95f15f93416f"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17112fee7bfe4e05" /><Relationship Type="http://schemas.openxmlformats.org/officeDocument/2006/relationships/notesSlide" Target="/ppt/notesSlides/notesSlide34.xml" Id="R5034f8103a484bb4"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75d8a5d923c84e7b" /><Relationship Type="http://schemas.openxmlformats.org/officeDocument/2006/relationships/notesSlide" Target="/ppt/notesSlides/notesSlide35.xml" Id="Rfc4172f276284886"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6a549604f74f48fc" /><Relationship Type="http://schemas.openxmlformats.org/officeDocument/2006/relationships/notesSlide" Target="/ppt/notesSlides/notesSlide36.xml" Id="R17138334cb57401c"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cab07482a676427b" /><Relationship Type="http://schemas.openxmlformats.org/officeDocument/2006/relationships/notesSlide" Target="/ppt/notesSlides/notesSlide37.xml" Id="R96641da25962420d"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116ced98ee204f20" /><Relationship Type="http://schemas.openxmlformats.org/officeDocument/2006/relationships/notesSlide" Target="/ppt/notesSlides/notesSlide38.xml" Id="R2c0404da9c654990"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abbbc7955f44446a" /><Relationship Type="http://schemas.openxmlformats.org/officeDocument/2006/relationships/notesSlide" Target="/ppt/notesSlides/notesSlide39.xml" Id="R92caf8cb559842d4"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fe88a5f7760f4847" /><Relationship Type="http://schemas.openxmlformats.org/officeDocument/2006/relationships/notesSlide" Target="/ppt/notesSlides/notesSlide40.xml" Id="Rc93b91a55cef4334"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6c0e4d41b4f44293" /><Relationship Type="http://schemas.openxmlformats.org/officeDocument/2006/relationships/notesSlide" Target="/ppt/notesSlides/notesSlide41.xml" Id="Rc27c2afe2c294848"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a297e785a885488e" /><Relationship Type="http://schemas.openxmlformats.org/officeDocument/2006/relationships/notesSlide" Target="/ppt/notesSlides/notesSlide42.xml" Id="R8474fafff53442f0"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4edb2e028009465a" /><Relationship Type="http://schemas.openxmlformats.org/officeDocument/2006/relationships/notesSlide" Target="/ppt/notesSlides/notesSlide43.xml" Id="Ra96a3dbe660349fb"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a23631d29492433b" /><Relationship Type="http://schemas.openxmlformats.org/officeDocument/2006/relationships/notesSlide" Target="/ppt/notesSlides/notesSlide44.xml" Id="R90417a92d5c74d5c"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a2771c13653947c4" /><Relationship Type="http://schemas.openxmlformats.org/officeDocument/2006/relationships/notesSlide" Target="/ppt/notesSlides/notesSlide45.xml" Id="R4d9d5f4d81c84a9d"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f783b9e17f8d4916" /><Relationship Type="http://schemas.openxmlformats.org/officeDocument/2006/relationships/notesSlide" Target="/ppt/notesSlides/notesSlide46.xml" Id="R753920a47b71410d"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ab831af1f13a4687" /><Relationship Type="http://schemas.openxmlformats.org/officeDocument/2006/relationships/notesSlide" Target="/ppt/notesSlides/notesSlide47.xml" Id="R556bd3240bad4de1"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3e4dbbc529744cd1" /><Relationship Type="http://schemas.openxmlformats.org/officeDocument/2006/relationships/notesSlide" Target="/ppt/notesSlides/notesSlide48.xml" Id="R9f481604af114dc7"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d54177750ca440f5" /><Relationship Type="http://schemas.openxmlformats.org/officeDocument/2006/relationships/notesSlide" Target="/ppt/notesSlides/notesSlide49.xml" Id="R705b423abe254790"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b77af3c93a024c70" /><Relationship Type="http://schemas.openxmlformats.org/officeDocument/2006/relationships/notesSlide" Target="/ppt/notesSlides/notesSlide50.xml" Id="R8308a88c97344741"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557102d3cdbc43e6" /><Relationship Type="http://schemas.openxmlformats.org/officeDocument/2006/relationships/notesSlide" Target="/ppt/notesSlides/notesSlide51.xml" Id="R7dbbea8940f34182"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74bccc3b4f4944f2" /><Relationship Type="http://schemas.openxmlformats.org/officeDocument/2006/relationships/notesSlide" Target="/ppt/notesSlides/notesSlide52.xml" Id="Ra5e0b5d2366d4a9d"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132eb821a8dc4dd0" /><Relationship Type="http://schemas.openxmlformats.org/officeDocument/2006/relationships/notesSlide" Target="/ppt/notesSlides/notesSlide53.xml" Id="R7da2012cea6846d1"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0191a5d42d474d3e" /><Relationship Type="http://schemas.openxmlformats.org/officeDocument/2006/relationships/notesSlide" Target="/ppt/notesSlides/notesSlide54.xml" Id="Rb3cec3b35b254edd"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bf7bc6f6eee547cd" /><Relationship Type="http://schemas.openxmlformats.org/officeDocument/2006/relationships/notesSlide" Target="/ppt/notesSlides/notesSlide55.xml" Id="R98c45da02eda4218"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a10267e150644681" /><Relationship Type="http://schemas.openxmlformats.org/officeDocument/2006/relationships/notesSlide" Target="/ppt/notesSlides/notesSlide56.xml" Id="Rbaceea0914534a57" /></Relationships>
</file>

<file path=ppt/slides/_rels/slide57.xml.rels>&#65279;<?xml version="1.0" encoding="utf-8"?><Relationships xmlns="http://schemas.openxmlformats.org/package/2006/relationships"><Relationship Type="http://schemas.openxmlformats.org/officeDocument/2006/relationships/slideLayout" Target="/ppt/slideLayouts/slideLayout6.xml" Id="Rd4e43d6ee0084155" /><Relationship Type="http://schemas.openxmlformats.org/officeDocument/2006/relationships/notesSlide" Target="/ppt/notesSlides/notesSlide57.xml" Id="R6eb8d7912f8347e4" /></Relationships>
</file>

<file path=ppt/slides/_rels/slide58.xml.rels>&#65279;<?xml version="1.0" encoding="utf-8"?><Relationships xmlns="http://schemas.openxmlformats.org/package/2006/relationships"><Relationship Type="http://schemas.openxmlformats.org/officeDocument/2006/relationships/slideLayout" Target="/ppt/slideLayouts/slideLayout6.xml" Id="R98ee2f1e162a43c5" /><Relationship Type="http://schemas.openxmlformats.org/officeDocument/2006/relationships/notesSlide" Target="/ppt/notesSlides/notesSlide58.xml" Id="Rc1e4234bf3b34868" /></Relationships>
</file>

<file path=ppt/slides/_rels/slide59.xml.rels>&#65279;<?xml version="1.0" encoding="utf-8"?><Relationships xmlns="http://schemas.openxmlformats.org/package/2006/relationships"><Relationship Type="http://schemas.openxmlformats.org/officeDocument/2006/relationships/slideLayout" Target="/ppt/slideLayouts/slideLayout6.xml" Id="Rbef4c7a62f794769" /><Relationship Type="http://schemas.openxmlformats.org/officeDocument/2006/relationships/notesSlide" Target="/ppt/notesSlides/notesSlide59.xml" Id="Ra7ebcdd9a44a4467" /></Relationships>
</file>

<file path=ppt/slides/_rels/slide60.xml.rels>&#65279;<?xml version="1.0" encoding="utf-8"?><Relationships xmlns="http://schemas.openxmlformats.org/package/2006/relationships"><Relationship Type="http://schemas.openxmlformats.org/officeDocument/2006/relationships/slideLayout" Target="/ppt/slideLayouts/slideLayout6.xml" Id="Rd2b309c459104967" /><Relationship Type="http://schemas.openxmlformats.org/officeDocument/2006/relationships/notesSlide" Target="/ppt/notesSlides/notesSlide60.xml" Id="R03478edd03f542c4" /></Relationships>
</file>

<file path=ppt/slides/_rels/slide61.xml.rels>&#65279;<?xml version="1.0" encoding="utf-8"?><Relationships xmlns="http://schemas.openxmlformats.org/package/2006/relationships"><Relationship Type="http://schemas.openxmlformats.org/officeDocument/2006/relationships/slideLayout" Target="/ppt/slideLayouts/slideLayout6.xml" Id="Rc582d4ade9e94887" /><Relationship Type="http://schemas.openxmlformats.org/officeDocument/2006/relationships/notesSlide" Target="/ppt/notesSlides/notesSlide61.xml" Id="R2d0ec55f036944cf" /></Relationships>
</file>

<file path=ppt/slides/_rels/slide62.xml.rels>&#65279;<?xml version="1.0" encoding="utf-8"?><Relationships xmlns="http://schemas.openxmlformats.org/package/2006/relationships"><Relationship Type="http://schemas.openxmlformats.org/officeDocument/2006/relationships/slideLayout" Target="/ppt/slideLayouts/slideLayout6.xml" Id="R1b34c8366eb34728" /><Relationship Type="http://schemas.openxmlformats.org/officeDocument/2006/relationships/notesSlide" Target="/ppt/notesSlides/notesSlide62.xml" Id="R9fc5cd6c36294d3c" /></Relationships>
</file>

<file path=ppt/slides/_rels/slide63.xml.rels>&#65279;<?xml version="1.0" encoding="utf-8"?><Relationships xmlns="http://schemas.openxmlformats.org/package/2006/relationships"><Relationship Type="http://schemas.openxmlformats.org/officeDocument/2006/relationships/slideLayout" Target="/ppt/slideLayouts/slideLayout6.xml" Id="Rf387a9b2e1c14d01" /><Relationship Type="http://schemas.openxmlformats.org/officeDocument/2006/relationships/notesSlide" Target="/ppt/notesSlides/notesSlide63.xml" Id="Re79b689698f143f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3ECC1C3F-7BC2-4832-BA11-05D80021229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F6601C67-B2F7-4876-92CC-5FF09AD5C672}"/>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4-0 導入｜0–5分</a:t>
            </a:r>
          </a:p>
        </p:txBody>
      </p:sp>
      <p:sp>
        <p:nvSpPr>
          <p:cNvPr id="3" name="">
            <a:extLst xmlns:a="http://schemas.openxmlformats.org/drawingml/2006/main">
              <a:ext uri="{FF2B5EF4-FFF2-40B4-BE49-F238E27FC236}">
                <a16:creationId xmlns:a16="http://schemas.microsoft.com/office/drawing/2014/main" id="{23A69A19-1B20-4D4C-8600-75EBD2D159D3}"/>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4" name="">
            <a:extLst xmlns:a="http://schemas.openxmlformats.org/drawingml/2006/main">
              <a:ext uri="{FF2B5EF4-FFF2-40B4-BE49-F238E27FC236}">
                <a16:creationId xmlns:a16="http://schemas.microsoft.com/office/drawing/2014/main" id="{9F54E1A7-1807-4708-88DF-A0F788B126BD}"/>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01</a:t>
            </a:r>
          </a:p>
        </p:txBody>
      </p:sp>
      <p:sp>
        <p:nvSpPr>
          <p:cNvPr id="5" name="">
            <a:extLst xmlns:a="http://schemas.openxmlformats.org/drawingml/2006/main">
              <a:ext uri="{FF2B5EF4-FFF2-40B4-BE49-F238E27FC236}">
                <a16:creationId xmlns:a16="http://schemas.microsoft.com/office/drawing/2014/main" id="{505EDC9F-BFB4-4363-900D-9B31D617A5BB}"/>
              </a:ext>
            </a:extLst>
          </p:cNvPr>
          <p:cNvSpPr>
            <a:spLocks xmlns:a="http://schemas.openxmlformats.org/drawingml/2006/main" noGrp="1"/>
          </p:cNvSpPr>
          <p:nvPr/>
        </p:nvSpPr>
        <p:spPr>
          <a:xfrm xmlns:a="http://schemas.openxmlformats.org/drawingml/2006/main">
            <a:off x="781050" y="1381125"/>
            <a:ext cx="6191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4050" b="1">
                <a:solidFill>
                  <a:srgbClr val="182B33"/>
                </a:solidFill>
                <a:latin typeface="Yu Gothic"/>
                <a:ea typeface="Yu Gothic"/>
                <a:cs typeface="Yu Gothic"/>
              </a:defRPr>
            </a:defPPr>
            <a:lvl1pPr algn="l">
              <a:defRPr sz="4050" b="1">
                <a:solidFill>
                  <a:srgbClr val="182B33"/>
                </a:solidFill>
                <a:latin typeface="Yu Gothic"/>
                <a:ea typeface="Yu Gothic"/>
                <a:cs typeface="Yu Gothic"/>
              </a:defRPr>
            </a:lvl1pPr>
            <a:lvl2pPr algn="l">
              <a:defRPr sz="4050" b="1">
                <a:solidFill>
                  <a:srgbClr val="182B33"/>
                </a:solidFill>
                <a:latin typeface="Yu Gothic"/>
                <a:ea typeface="Yu Gothic"/>
                <a:cs typeface="Yu Gothic"/>
              </a:defRPr>
            </a:lvl2pPr>
            <a:lvl3pPr algn="l">
              <a:defRPr sz="4050" b="1">
                <a:solidFill>
                  <a:srgbClr val="182B33"/>
                </a:solidFill>
                <a:latin typeface="Yu Gothic"/>
                <a:ea typeface="Yu Gothic"/>
                <a:cs typeface="Yu Gothic"/>
              </a:defRPr>
            </a:lvl3pPr>
            <a:lvl4pPr algn="l">
              <a:defRPr sz="4050" b="1">
                <a:solidFill>
                  <a:srgbClr val="182B33"/>
                </a:solidFill>
                <a:latin typeface="Yu Gothic"/>
                <a:ea typeface="Yu Gothic"/>
                <a:cs typeface="Yu Gothic"/>
              </a:defRPr>
            </a:lvl4pPr>
            <a:lvl5pPr algn="l">
              <a:defRPr sz="4050" b="1">
                <a:solidFill>
                  <a:srgbClr val="182B33"/>
                </a:solidFill>
                <a:latin typeface="Yu Gothic"/>
                <a:ea typeface="Yu Gothic"/>
                <a:cs typeface="Yu Gothic"/>
              </a:defRPr>
            </a:lvl5pPr>
            <a:lvl6pPr algn="l">
              <a:defRPr sz="4050" b="1">
                <a:solidFill>
                  <a:srgbClr val="182B33"/>
                </a:solidFill>
                <a:latin typeface="Yu Gothic"/>
                <a:ea typeface="Yu Gothic"/>
                <a:cs typeface="Yu Gothic"/>
              </a:defRPr>
            </a:lvl6pPr>
            <a:lvl7pPr algn="l">
              <a:defRPr sz="4050" b="1">
                <a:solidFill>
                  <a:srgbClr val="182B33"/>
                </a:solidFill>
                <a:latin typeface="Yu Gothic"/>
                <a:ea typeface="Yu Gothic"/>
                <a:cs typeface="Yu Gothic"/>
              </a:defRPr>
            </a:lvl7pPr>
            <a:lvl8pPr algn="l">
              <a:defRPr sz="4050" b="1">
                <a:solidFill>
                  <a:srgbClr val="182B33"/>
                </a:solidFill>
                <a:latin typeface="Yu Gothic"/>
                <a:ea typeface="Yu Gothic"/>
                <a:cs typeface="Yu Gothic"/>
              </a:defRPr>
            </a:lvl8pPr>
            <a:lvl9pPr algn="l">
              <a:defRPr sz="4050" b="1">
                <a:solidFill>
                  <a:srgbClr val="182B33"/>
                </a:solidFill>
                <a:latin typeface="Yu Gothic"/>
                <a:ea typeface="Yu Gothic"/>
                <a:cs typeface="Yu Gothic"/>
              </a:defRPr>
            </a:lvl9pPr>
          </a:lstStyle>
          <a:p xmlns:a="http://schemas.openxmlformats.org/drawingml/2006/main">
            <a:pPr algn="l">
              <a:defRPr sz="4050" b="1">
                <a:solidFill>
                  <a:srgbClr val="182B33"/>
                </a:solidFill>
                <a:latin typeface="Yu Gothic"/>
                <a:ea typeface="Yu Gothic"/>
                <a:cs typeface="Yu Gothic"/>
              </a:defRPr>
            </a:pPr>
            <a:r>
              <a:rPr sz="4050" b="1">
                <a:solidFill>
                  <a:srgbClr val="182B33"/>
                </a:solidFill>
                <a:latin typeface="Yu Gothic"/>
                <a:ea typeface="Yu Gothic"/>
                <a:cs typeface="Yu Gothic"/>
              </a:rPr>
              <a:t>角測量</a:t>
            </a:r>
          </a:p>
        </p:txBody>
      </p:sp>
      <p:sp>
        <p:nvSpPr>
          <p:cNvPr id="6" name="">
            <a:extLst xmlns:a="http://schemas.openxmlformats.org/drawingml/2006/main">
              <a:ext uri="{FF2B5EF4-FFF2-40B4-BE49-F238E27FC236}">
                <a16:creationId xmlns:a16="http://schemas.microsoft.com/office/drawing/2014/main" id="{EF47553E-56F9-4D86-B732-8DB36D6EB985}"/>
              </a:ext>
            </a:extLst>
          </p:cNvPr>
          <p:cNvSpPr>
            <a:spLocks xmlns:a="http://schemas.openxmlformats.org/drawingml/2006/main" noGrp="1"/>
          </p:cNvSpPr>
          <p:nvPr/>
        </p:nvSpPr>
        <p:spPr>
          <a:xfrm xmlns:a="http://schemas.openxmlformats.org/drawingml/2006/main">
            <a:off x="819150" y="2857500"/>
            <a:ext cx="5905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400" b="1">
                <a:solidFill>
                  <a:srgbClr val="166B68"/>
                </a:solidFill>
                <a:latin typeface="Yu Gothic"/>
                <a:ea typeface="Yu Gothic"/>
                <a:cs typeface="Yu Gothic"/>
              </a:defRPr>
            </a:defPPr>
            <a:lvl1pPr algn="l">
              <a:defRPr sz="2400" b="1">
                <a:solidFill>
                  <a:srgbClr val="166B68"/>
                </a:solidFill>
                <a:latin typeface="Yu Gothic"/>
                <a:ea typeface="Yu Gothic"/>
                <a:cs typeface="Yu Gothic"/>
              </a:defRPr>
            </a:lvl1pPr>
            <a:lvl2pPr algn="l">
              <a:defRPr sz="2400" b="1">
                <a:solidFill>
                  <a:srgbClr val="166B68"/>
                </a:solidFill>
                <a:latin typeface="Yu Gothic"/>
                <a:ea typeface="Yu Gothic"/>
                <a:cs typeface="Yu Gothic"/>
              </a:defRPr>
            </a:lvl2pPr>
            <a:lvl3pPr algn="l">
              <a:defRPr sz="2400" b="1">
                <a:solidFill>
                  <a:srgbClr val="166B68"/>
                </a:solidFill>
                <a:latin typeface="Yu Gothic"/>
                <a:ea typeface="Yu Gothic"/>
                <a:cs typeface="Yu Gothic"/>
              </a:defRPr>
            </a:lvl3pPr>
            <a:lvl4pPr algn="l">
              <a:defRPr sz="2400" b="1">
                <a:solidFill>
                  <a:srgbClr val="166B68"/>
                </a:solidFill>
                <a:latin typeface="Yu Gothic"/>
                <a:ea typeface="Yu Gothic"/>
                <a:cs typeface="Yu Gothic"/>
              </a:defRPr>
            </a:lvl4pPr>
            <a:lvl5pPr algn="l">
              <a:defRPr sz="2400" b="1">
                <a:solidFill>
                  <a:srgbClr val="166B68"/>
                </a:solidFill>
                <a:latin typeface="Yu Gothic"/>
                <a:ea typeface="Yu Gothic"/>
                <a:cs typeface="Yu Gothic"/>
              </a:defRPr>
            </a:lvl5pPr>
            <a:lvl6pPr algn="l">
              <a:defRPr sz="2400" b="1">
                <a:solidFill>
                  <a:srgbClr val="166B68"/>
                </a:solidFill>
                <a:latin typeface="Yu Gothic"/>
                <a:ea typeface="Yu Gothic"/>
                <a:cs typeface="Yu Gothic"/>
              </a:defRPr>
            </a:lvl6pPr>
            <a:lvl7pPr algn="l">
              <a:defRPr sz="2400" b="1">
                <a:solidFill>
                  <a:srgbClr val="166B68"/>
                </a:solidFill>
                <a:latin typeface="Yu Gothic"/>
                <a:ea typeface="Yu Gothic"/>
                <a:cs typeface="Yu Gothic"/>
              </a:defRPr>
            </a:lvl7pPr>
            <a:lvl8pPr algn="l">
              <a:defRPr sz="2400" b="1">
                <a:solidFill>
                  <a:srgbClr val="166B68"/>
                </a:solidFill>
                <a:latin typeface="Yu Gothic"/>
                <a:ea typeface="Yu Gothic"/>
                <a:cs typeface="Yu Gothic"/>
              </a:defRPr>
            </a:lvl8pPr>
            <a:lvl9pPr algn="l">
              <a:defRPr sz="2400" b="1">
                <a:solidFill>
                  <a:srgbClr val="166B68"/>
                </a:solidFill>
                <a:latin typeface="Yu Gothic"/>
                <a:ea typeface="Yu Gothic"/>
                <a:cs typeface="Yu Gothic"/>
              </a:defRPr>
            </a:lvl9pPr>
          </a:lstStyle>
          <a:p xmlns:a="http://schemas.openxmlformats.org/drawingml/2006/main">
            <a:pPr algn="l">
              <a:defRPr sz="2400" b="1">
                <a:solidFill>
                  <a:srgbClr val="166B68"/>
                </a:solidFill>
                <a:latin typeface="Yu Gothic"/>
                <a:ea typeface="Yu Gothic"/>
                <a:cs typeface="Yu Gothic"/>
              </a:defRPr>
            </a:pPr>
            <a:r>
              <a:rPr sz="2400" b="1">
                <a:solidFill>
                  <a:srgbClr val="166B68"/>
                </a:solidFill>
                <a:latin typeface="Yu Gothic"/>
                <a:ea typeface="Yu Gothic"/>
                <a:cs typeface="Yu Gothic"/>
              </a:rPr>
              <a:t>測り直すと違う。</a:t>
            </a:r>
          </a:p>
          <a:p xmlns:a="http://schemas.openxmlformats.org/drawingml/2006/main">
            <a:pPr algn="l">
              <a:defRPr sz="2400" b="1">
                <a:solidFill>
                  <a:srgbClr val="166B68"/>
                </a:solidFill>
                <a:latin typeface="Yu Gothic"/>
                <a:ea typeface="Yu Gothic"/>
                <a:cs typeface="Yu Gothic"/>
              </a:defRPr>
            </a:pPr>
            <a:r>
              <a:rPr sz="2400" b="1">
                <a:solidFill>
                  <a:srgbClr val="166B68"/>
                </a:solidFill>
                <a:latin typeface="Yu Gothic"/>
                <a:ea typeface="Yu Gothic"/>
                <a:cs typeface="Yu Gothic"/>
              </a:rPr>
              <a:t>どの角を使えばよいか。</a:t>
            </a:r>
          </a:p>
        </p:txBody>
      </p:sp>
      <p:sp>
        <p:nvSpPr>
          <p:cNvPr id="7" name="">
            <a:extLst xmlns:a="http://schemas.openxmlformats.org/drawingml/2006/main">
              <a:ext uri="{FF2B5EF4-FFF2-40B4-BE49-F238E27FC236}">
                <a16:creationId xmlns:a16="http://schemas.microsoft.com/office/drawing/2014/main" id="{B9A47B5C-0907-444A-9484-B0FB8D9AB3B0}"/>
              </a:ext>
            </a:extLst>
          </p:cNvPr>
          <p:cNvSpPr>
            <a:spLocks xmlns:a="http://schemas.openxmlformats.org/drawingml/2006/main" noGrp="1"/>
          </p:cNvSpPr>
          <p:nvPr/>
        </p:nvSpPr>
        <p:spPr>
          <a:xfrm xmlns:a="http://schemas.openxmlformats.org/drawingml/2006/main">
            <a:off x="1162050" y="4000500"/>
            <a:ext cx="5295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測量学 第4回／回2</a:t>
            </a:r>
          </a:p>
        </p:txBody>
      </p:sp>
      <p:sp>
        <p:nvSpPr>
          <p:cNvPr id="8" name="">
            <a:extLst xmlns:a="http://schemas.openxmlformats.org/drawingml/2006/main">
              <a:ext uri="{FF2B5EF4-FFF2-40B4-BE49-F238E27FC236}">
                <a16:creationId xmlns:a16="http://schemas.microsoft.com/office/drawing/2014/main" id="{AFD400B0-4D12-41A1-8F2D-315635EC7675}"/>
              </a:ext>
            </a:extLst>
          </p:cNvPr>
          <p:cNvSpPr>
            <a:spLocks xmlns:a="http://schemas.openxmlformats.org/drawingml/2006/main" noGrp="1"/>
          </p:cNvSpPr>
          <p:nvPr/>
        </p:nvSpPr>
        <p:spPr>
          <a:xfrm xmlns:a="http://schemas.openxmlformats.org/drawingml/2006/main">
            <a:off x="1162050" y="4495800"/>
            <a:ext cx="5295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読む → 据える → 減らす → 点検 → 戻す</a:t>
            </a:r>
          </a:p>
        </p:txBody>
      </p:sp>
      <p:sp>
        <p:nvSpPr>
          <p:cNvPr id="9" name="">
            <a:extLst xmlns:a="http://schemas.openxmlformats.org/drawingml/2006/main">
              <a:ext uri="{FF2B5EF4-FFF2-40B4-BE49-F238E27FC236}">
                <a16:creationId xmlns:a16="http://schemas.microsoft.com/office/drawing/2014/main" id="{49BDADE2-88BA-4BC3-BDFD-98E17424BD85}"/>
              </a:ext>
            </a:extLst>
          </p:cNvPr>
          <p:cNvSpPr>
            <a:spLocks xmlns:a="http://schemas.openxmlformats.org/drawingml/2006/main" noGrp="1"/>
          </p:cNvSpPr>
          <p:nvPr/>
        </p:nvSpPr>
        <p:spPr>
          <a:xfrm xmlns:a="http://schemas.openxmlformats.org/drawingml/2006/main">
            <a:off x="9286875" y="2821305"/>
            <a:ext cx="9525" cy="1392555"/>
          </a:xfrm>
          <a:custGeom xmlns:a="http://schemas.openxmlformats.org/drawingml/2006/main">
            <a:pathLst>
              <a:path w="9525" h="1392555">
                <a:moveTo>
                  <a:pt x="0" y="1392555"/>
                </a:moveTo>
                <a:lnTo>
                  <a:pt x="0" y="0"/>
                </a:lnTo>
              </a:path>
            </a:pathLst>
          </a:custGeom>
          <a:noFill xmlns:a="http://schemas.openxmlformats.org/drawingml/2006/main"/>
          <a:ln xmlns:a="http://schemas.openxmlformats.org/drawingml/2006/main" w="28575">
            <a:solidFill>
              <a:srgbClr val="182B33"/>
            </a:solidFill>
            <a:prstDash val="solid"/>
          </a:ln>
        </p:spPr>
      </p:sp>
      <p:sp>
        <p:nvSpPr>
          <p:cNvPr id="10" name="">
            <a:extLst xmlns:a="http://schemas.openxmlformats.org/drawingml/2006/main">
              <a:ext uri="{FF2B5EF4-FFF2-40B4-BE49-F238E27FC236}">
                <a16:creationId xmlns:a16="http://schemas.microsoft.com/office/drawing/2014/main" id="{0B3DE469-1BF9-40C8-AACB-AE60C44A92E2}"/>
              </a:ext>
            </a:extLst>
          </p:cNvPr>
          <p:cNvSpPr>
            <a:spLocks xmlns:a="http://schemas.openxmlformats.org/drawingml/2006/main" noGrp="1"/>
          </p:cNvSpPr>
          <p:nvPr/>
        </p:nvSpPr>
        <p:spPr>
          <a:xfrm xmlns:a="http://schemas.openxmlformats.org/drawingml/2006/main">
            <a:off x="9286875" y="3517583"/>
            <a:ext cx="1205988" cy="696278"/>
          </a:xfrm>
          <a:custGeom xmlns:a="http://schemas.openxmlformats.org/drawingml/2006/main">
            <a:pathLst>
              <a:path w="1205988" h="696278">
                <a:moveTo>
                  <a:pt x="0" y="696278"/>
                </a:moveTo>
                <a:lnTo>
                  <a:pt x="1205988" y="0"/>
                </a:lnTo>
              </a:path>
            </a:pathLst>
          </a:custGeom>
          <a:noFill xmlns:a="http://schemas.openxmlformats.org/drawingml/2006/main"/>
          <a:ln xmlns:a="http://schemas.openxmlformats.org/drawingml/2006/main" w="28575">
            <a:solidFill>
              <a:srgbClr val="182B33"/>
            </a:solidFill>
            <a:prstDash val="solid"/>
          </a:ln>
        </p:spPr>
      </p:sp>
      <p:sp>
        <p:nvSpPr>
          <p:cNvPr id="11" name="">
            <a:extLst xmlns:a="http://schemas.openxmlformats.org/drawingml/2006/main">
              <a:ext uri="{FF2B5EF4-FFF2-40B4-BE49-F238E27FC236}">
                <a16:creationId xmlns:a16="http://schemas.microsoft.com/office/drawing/2014/main" id="{A83DC201-9785-4E6E-B4E8-83ABF4CA665B}"/>
              </a:ext>
            </a:extLst>
          </p:cNvPr>
          <p:cNvSpPr>
            <a:spLocks xmlns:a="http://schemas.openxmlformats.org/drawingml/2006/main" noGrp="1"/>
          </p:cNvSpPr>
          <p:nvPr/>
        </p:nvSpPr>
        <p:spPr>
          <a:xfrm xmlns:a="http://schemas.openxmlformats.org/drawingml/2006/main">
            <a:off x="9286875" y="3740391"/>
            <a:ext cx="410036" cy="236734"/>
          </a:xfrm>
          <a:custGeom xmlns:a="http://schemas.openxmlformats.org/drawingml/2006/main">
            <a:pathLst>
              <a:path w="410036" h="236734">
                <a:moveTo>
                  <a:pt x="0" y="0"/>
                </a:moveTo>
                <a:lnTo>
                  <a:pt x="41266" y="1802"/>
                </a:lnTo>
                <a:lnTo>
                  <a:pt x="82217" y="7193"/>
                </a:lnTo>
                <a:lnTo>
                  <a:pt x="122543" y="16133"/>
                </a:lnTo>
                <a:lnTo>
                  <a:pt x="161936" y="28554"/>
                </a:lnTo>
                <a:lnTo>
                  <a:pt x="200097" y="44360"/>
                </a:lnTo>
                <a:lnTo>
                  <a:pt x="236734" y="63433"/>
                </a:lnTo>
                <a:lnTo>
                  <a:pt x="271570" y="85626"/>
                </a:lnTo>
                <a:lnTo>
                  <a:pt x="304340" y="110771"/>
                </a:lnTo>
                <a:lnTo>
                  <a:pt x="334793" y="138676"/>
                </a:lnTo>
                <a:lnTo>
                  <a:pt x="362698" y="169129"/>
                </a:lnTo>
                <a:lnTo>
                  <a:pt x="387843" y="201898"/>
                </a:lnTo>
                <a:lnTo>
                  <a:pt x="410036" y="236734"/>
                </a:lnTo>
              </a:path>
            </a:pathLst>
          </a:custGeom>
          <a:noFill xmlns:a="http://schemas.openxmlformats.org/drawingml/2006/main"/>
          <a:ln xmlns:a="http://schemas.openxmlformats.org/drawingml/2006/main" w="38100">
            <a:solidFill>
              <a:srgbClr val="166B68"/>
            </a:solidFill>
            <a:prstDash val="solid"/>
          </a:ln>
        </p:spPr>
      </p:sp>
      <p:sp>
        <p:nvSpPr>
          <p:cNvPr id="12" name="">
            <a:extLst xmlns:a="http://schemas.openxmlformats.org/drawingml/2006/main">
              <a:ext uri="{FF2B5EF4-FFF2-40B4-BE49-F238E27FC236}">
                <a16:creationId xmlns:a16="http://schemas.microsoft.com/office/drawing/2014/main" id="{AEC08D5A-5BDD-4923-9912-672AE0DE5835}"/>
              </a:ext>
            </a:extLst>
          </p:cNvPr>
          <p:cNvSpPr>
            <a:spLocks xmlns:a="http://schemas.openxmlformats.org/drawingml/2006/main" noGrp="1"/>
          </p:cNvSpPr>
          <p:nvPr/>
        </p:nvSpPr>
        <p:spPr>
          <a:xfrm xmlns:a="http://schemas.openxmlformats.org/drawingml/2006/main">
            <a:off x="9634998" y="3869890"/>
            <a:ext cx="61913" cy="107236"/>
          </a:xfrm>
          <a:custGeom xmlns:a="http://schemas.openxmlformats.org/drawingml/2006/main">
            <a:pathLst>
              <a:path w="61913" h="107236">
                <a:moveTo>
                  <a:pt x="0" y="0"/>
                </a:moveTo>
                <a:lnTo>
                  <a:pt x="61913" y="107236"/>
                </a:lnTo>
              </a:path>
            </a:pathLst>
          </a:custGeom>
          <a:noFill xmlns:a="http://schemas.openxmlformats.org/drawingml/2006/main"/>
          <a:ln xmlns:a="http://schemas.openxmlformats.org/drawingml/2006/main" w="28575">
            <a:solidFill>
              <a:srgbClr val="166B68"/>
            </a:solidFill>
            <a:prstDash val="solid"/>
          </a:ln>
        </p:spPr>
      </p:sp>
      <p:sp>
        <p:nvSpPr>
          <p:cNvPr id="13" name="">
            <a:extLst xmlns:a="http://schemas.openxmlformats.org/drawingml/2006/main">
              <a:ext uri="{FF2B5EF4-FFF2-40B4-BE49-F238E27FC236}">
                <a16:creationId xmlns:a16="http://schemas.microsoft.com/office/drawing/2014/main" id="{04260EF6-07BE-4BD1-8E1B-09DED690767F}"/>
              </a:ext>
            </a:extLst>
          </p:cNvPr>
          <p:cNvSpPr>
            <a:spLocks xmlns:a="http://schemas.openxmlformats.org/drawingml/2006/main" noGrp="1"/>
          </p:cNvSpPr>
          <p:nvPr/>
        </p:nvSpPr>
        <p:spPr>
          <a:xfrm xmlns:a="http://schemas.openxmlformats.org/drawingml/2006/main">
            <a:off x="9613194" y="3881909"/>
            <a:ext cx="86232" cy="95217"/>
          </a:xfrm>
          <a:custGeom xmlns:a="http://schemas.openxmlformats.org/drawingml/2006/main">
            <a:pathLst>
              <a:path w="86232" h="95217">
                <a:moveTo>
                  <a:pt x="0" y="49786"/>
                </a:moveTo>
                <a:lnTo>
                  <a:pt x="83717" y="95217"/>
                </a:lnTo>
                <a:lnTo>
                  <a:pt x="86232" y="0"/>
                </a:lnTo>
              </a:path>
            </a:pathLst>
          </a:custGeom>
          <a:noFill xmlns:a="http://schemas.openxmlformats.org/drawingml/2006/main"/>
          <a:ln xmlns:a="http://schemas.openxmlformats.org/drawingml/2006/main" w="28575">
            <a:solidFill>
              <a:srgbClr val="166B68"/>
            </a:solidFill>
            <a:prstDash val="solid"/>
          </a:ln>
        </p:spPr>
      </p:sp>
      <p:sp>
        <p:nvSpPr>
          <p:cNvPr id="14" name="">
            <a:extLst xmlns:a="http://schemas.openxmlformats.org/drawingml/2006/main">
              <a:ext uri="{FF2B5EF4-FFF2-40B4-BE49-F238E27FC236}">
                <a16:creationId xmlns:a16="http://schemas.microsoft.com/office/drawing/2014/main" id="{E68CC84E-92B0-45C9-9099-5257B21230E8}"/>
              </a:ext>
            </a:extLst>
          </p:cNvPr>
          <p:cNvSpPr>
            <a:spLocks xmlns:a="http://schemas.openxmlformats.org/drawingml/2006/main" noGrp="1"/>
          </p:cNvSpPr>
          <p:nvPr/>
        </p:nvSpPr>
        <p:spPr>
          <a:xfrm xmlns:a="http://schemas.openxmlformats.org/drawingml/2006/main">
            <a:off x="9229725" y="2764155"/>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5" name="">
            <a:extLst xmlns:a="http://schemas.openxmlformats.org/drawingml/2006/main">
              <a:ext uri="{FF2B5EF4-FFF2-40B4-BE49-F238E27FC236}">
                <a16:creationId xmlns:a16="http://schemas.microsoft.com/office/drawing/2014/main" id="{C219D6A1-AA72-46BF-9A98-80716F2B55BB}"/>
              </a:ext>
            </a:extLst>
          </p:cNvPr>
          <p:cNvSpPr>
            <a:spLocks xmlns:a="http://schemas.openxmlformats.org/drawingml/2006/main" noGrp="1"/>
          </p:cNvSpPr>
          <p:nvPr/>
        </p:nvSpPr>
        <p:spPr>
          <a:xfrm xmlns:a="http://schemas.openxmlformats.org/drawingml/2006/main">
            <a:off x="9048750" y="2564130"/>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A</a:t>
            </a:r>
          </a:p>
        </p:txBody>
      </p:sp>
      <p:sp>
        <p:nvSpPr>
          <p:cNvPr id="16" name="">
            <a:extLst xmlns:a="http://schemas.openxmlformats.org/drawingml/2006/main">
              <a:ext uri="{FF2B5EF4-FFF2-40B4-BE49-F238E27FC236}">
                <a16:creationId xmlns:a16="http://schemas.microsoft.com/office/drawing/2014/main" id="{FDA6963A-CDDD-4063-986C-6F63F0FA93E1}"/>
              </a:ext>
            </a:extLst>
          </p:cNvPr>
          <p:cNvSpPr>
            <a:spLocks xmlns:a="http://schemas.openxmlformats.org/drawingml/2006/main" noGrp="1"/>
          </p:cNvSpPr>
          <p:nvPr/>
        </p:nvSpPr>
        <p:spPr>
          <a:xfrm xmlns:a="http://schemas.openxmlformats.org/drawingml/2006/main">
            <a:off x="9229725" y="4156710"/>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7" name="">
            <a:extLst xmlns:a="http://schemas.openxmlformats.org/drawingml/2006/main">
              <a:ext uri="{FF2B5EF4-FFF2-40B4-BE49-F238E27FC236}">
                <a16:creationId xmlns:a16="http://schemas.microsoft.com/office/drawing/2014/main" id="{AF872298-3438-4E9A-A02C-D0AE69B1DABE}"/>
              </a:ext>
            </a:extLst>
          </p:cNvPr>
          <p:cNvSpPr>
            <a:spLocks xmlns:a="http://schemas.openxmlformats.org/drawingml/2006/main" noGrp="1"/>
          </p:cNvSpPr>
          <p:nvPr/>
        </p:nvSpPr>
        <p:spPr>
          <a:xfrm xmlns:a="http://schemas.openxmlformats.org/drawingml/2006/main">
            <a:off x="9010650" y="4261485"/>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O</a:t>
            </a:r>
          </a:p>
        </p:txBody>
      </p:sp>
      <p:sp>
        <p:nvSpPr>
          <p:cNvPr id="18" name="">
            <a:extLst xmlns:a="http://schemas.openxmlformats.org/drawingml/2006/main">
              <a:ext uri="{FF2B5EF4-FFF2-40B4-BE49-F238E27FC236}">
                <a16:creationId xmlns:a16="http://schemas.microsoft.com/office/drawing/2014/main" id="{064B50E6-9CA3-47B3-B34F-DDB3440FD905}"/>
              </a:ext>
            </a:extLst>
          </p:cNvPr>
          <p:cNvSpPr>
            <a:spLocks xmlns:a="http://schemas.openxmlformats.org/drawingml/2006/main" noGrp="1"/>
          </p:cNvSpPr>
          <p:nvPr/>
        </p:nvSpPr>
        <p:spPr>
          <a:xfrm xmlns:a="http://schemas.openxmlformats.org/drawingml/2006/main">
            <a:off x="10435713" y="3460433"/>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9" name="">
            <a:extLst xmlns:a="http://schemas.openxmlformats.org/drawingml/2006/main">
              <a:ext uri="{FF2B5EF4-FFF2-40B4-BE49-F238E27FC236}">
                <a16:creationId xmlns:a16="http://schemas.microsoft.com/office/drawing/2014/main" id="{7E6F8975-1900-45F9-8D3F-81BA2E7575FC}"/>
              </a:ext>
            </a:extLst>
          </p:cNvPr>
          <p:cNvSpPr>
            <a:spLocks xmlns:a="http://schemas.openxmlformats.org/drawingml/2006/main" noGrp="1"/>
          </p:cNvSpPr>
          <p:nvPr/>
        </p:nvSpPr>
        <p:spPr>
          <a:xfrm xmlns:a="http://schemas.openxmlformats.org/drawingml/2006/main">
            <a:off x="10578588" y="3346133"/>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B</a:t>
            </a:r>
          </a:p>
        </p:txBody>
      </p:sp>
      <p:sp>
        <p:nvSpPr>
          <p:cNvPr id="20" name="">
            <a:extLst xmlns:a="http://schemas.openxmlformats.org/drawingml/2006/main">
              <a:ext uri="{FF2B5EF4-FFF2-40B4-BE49-F238E27FC236}">
                <a16:creationId xmlns:a16="http://schemas.microsoft.com/office/drawing/2014/main" id="{B9854819-1A33-4D92-9949-79869E01C4E1}"/>
              </a:ext>
            </a:extLst>
          </p:cNvPr>
          <p:cNvSpPr>
            <a:spLocks xmlns:a="http://schemas.openxmlformats.org/drawingml/2006/main" noGrp="1"/>
          </p:cNvSpPr>
          <p:nvPr/>
        </p:nvSpPr>
        <p:spPr>
          <a:xfrm xmlns:a="http://schemas.openxmlformats.org/drawingml/2006/main">
            <a:off x="9906000" y="3308699"/>
            <a:ext cx="1047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66B68"/>
                </a:solidFill>
                <a:latin typeface="Yu Gothic"/>
                <a:ea typeface="Yu Gothic"/>
                <a:cs typeface="Yu Gothic"/>
              </a:defRPr>
            </a:defPPr>
            <a:lvl1pPr algn="l">
              <a:defRPr sz="1650" b="1">
                <a:solidFill>
                  <a:srgbClr val="166B68"/>
                </a:solidFill>
                <a:latin typeface="Yu Gothic"/>
                <a:ea typeface="Yu Gothic"/>
                <a:cs typeface="Yu Gothic"/>
              </a:defRPr>
            </a:lvl1pPr>
            <a:lvl2pPr algn="l">
              <a:defRPr sz="1650" b="1">
                <a:solidFill>
                  <a:srgbClr val="166B68"/>
                </a:solidFill>
                <a:latin typeface="Yu Gothic"/>
                <a:ea typeface="Yu Gothic"/>
                <a:cs typeface="Yu Gothic"/>
              </a:defRPr>
            </a:lvl2pPr>
            <a:lvl3pPr algn="l">
              <a:defRPr sz="1650" b="1">
                <a:solidFill>
                  <a:srgbClr val="166B68"/>
                </a:solidFill>
                <a:latin typeface="Yu Gothic"/>
                <a:ea typeface="Yu Gothic"/>
                <a:cs typeface="Yu Gothic"/>
              </a:defRPr>
            </a:lvl3pPr>
            <a:lvl4pPr algn="l">
              <a:defRPr sz="1650" b="1">
                <a:solidFill>
                  <a:srgbClr val="166B68"/>
                </a:solidFill>
                <a:latin typeface="Yu Gothic"/>
                <a:ea typeface="Yu Gothic"/>
                <a:cs typeface="Yu Gothic"/>
              </a:defRPr>
            </a:lvl4pPr>
            <a:lvl5pPr algn="l">
              <a:defRPr sz="1650" b="1">
                <a:solidFill>
                  <a:srgbClr val="166B68"/>
                </a:solidFill>
                <a:latin typeface="Yu Gothic"/>
                <a:ea typeface="Yu Gothic"/>
                <a:cs typeface="Yu Gothic"/>
              </a:defRPr>
            </a:lvl5pPr>
            <a:lvl6pPr algn="l">
              <a:defRPr sz="1650" b="1">
                <a:solidFill>
                  <a:srgbClr val="166B68"/>
                </a:solidFill>
                <a:latin typeface="Yu Gothic"/>
                <a:ea typeface="Yu Gothic"/>
                <a:cs typeface="Yu Gothic"/>
              </a:defRPr>
            </a:lvl6pPr>
            <a:lvl7pPr algn="l">
              <a:defRPr sz="1650" b="1">
                <a:solidFill>
                  <a:srgbClr val="166B68"/>
                </a:solidFill>
                <a:latin typeface="Yu Gothic"/>
                <a:ea typeface="Yu Gothic"/>
                <a:cs typeface="Yu Gothic"/>
              </a:defRPr>
            </a:lvl7pPr>
            <a:lvl8pPr algn="l">
              <a:defRPr sz="1650" b="1">
                <a:solidFill>
                  <a:srgbClr val="166B68"/>
                </a:solidFill>
                <a:latin typeface="Yu Gothic"/>
                <a:ea typeface="Yu Gothic"/>
                <a:cs typeface="Yu Gothic"/>
              </a:defRPr>
            </a:lvl8pPr>
            <a:lvl9pPr algn="l">
              <a:defRPr sz="1650" b="1">
                <a:solidFill>
                  <a:srgbClr val="166B68"/>
                </a:solidFill>
                <a:latin typeface="Yu Gothic"/>
                <a:ea typeface="Yu Gothic"/>
                <a:cs typeface="Yu Gothic"/>
              </a:defRPr>
            </a:lvl9pPr>
          </a:lstStyle>
          <a:p xmlns:a="http://schemas.openxmlformats.org/drawingml/2006/main">
            <a:pPr algn="l">
              <a:defRPr sz="1650" b="1">
                <a:solidFill>
                  <a:srgbClr val="166B68"/>
                </a:solidFill>
                <a:latin typeface="Yu Gothic"/>
                <a:ea typeface="Yu Gothic"/>
                <a:cs typeface="Yu Gothic"/>
              </a:defRPr>
            </a:pPr>
            <a:r>
              <a:rPr sz="1650" b="1">
                <a:solidFill>
                  <a:srgbClr val="166B68"/>
                </a:solidFill>
                <a:latin typeface="Yu Gothic"/>
                <a:ea typeface="Yu Gothic"/>
                <a:cs typeface="Yu Gothic"/>
              </a:rPr>
              <a:t>60°</a:t>
            </a:r>
          </a:p>
        </p:txBody>
      </p:sp>
    </p:spTree>
    <p:extLst>
      <p:ext uri="{BB962C8B-B14F-4D97-AF65-F5344CB8AC3E}">
        <p14:creationId xmlns:p14="http://schemas.microsoft.com/office/powerpoint/2010/main" val="105919480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558BBED-9F48-4383-87D2-1932C716541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23AE91E5-1E1D-43D8-B8EB-2FD3DBC3C5A8}"/>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4-0 導入｜0–5分</a:t>
            </a:r>
          </a:p>
        </p:txBody>
      </p:sp>
      <p:sp>
        <p:nvSpPr>
          <p:cNvPr id="3" name="">
            <a:extLst xmlns:a="http://schemas.openxmlformats.org/drawingml/2006/main">
              <a:ext uri="{FF2B5EF4-FFF2-40B4-BE49-F238E27FC236}">
                <a16:creationId xmlns:a16="http://schemas.microsoft.com/office/drawing/2014/main" id="{1BA04E5B-3638-48E4-B8EE-E4676F91BB37}"/>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前回①：符号で象限を決める</a:t>
            </a:r>
          </a:p>
        </p:txBody>
      </p:sp>
      <p:sp>
        <p:nvSpPr>
          <p:cNvPr id="4" name="">
            <a:extLst xmlns:a="http://schemas.openxmlformats.org/drawingml/2006/main">
              <a:ext uri="{FF2B5EF4-FFF2-40B4-BE49-F238E27FC236}">
                <a16:creationId xmlns:a16="http://schemas.microsoft.com/office/drawing/2014/main" id="{264DD3CE-84D1-4DB2-B406-EB0AE56E6C55}"/>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6614EF02-E0BA-4FE0-8002-872BB3F88B49}"/>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0E73AC4E-0D5E-4575-BCD8-16E6B955F9C3}"/>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02</a:t>
            </a:r>
          </a:p>
        </p:txBody>
      </p:sp>
      <p:sp>
        <p:nvSpPr>
          <p:cNvPr id="7" name="">
            <a:extLst xmlns:a="http://schemas.openxmlformats.org/drawingml/2006/main">
              <a:ext uri="{FF2B5EF4-FFF2-40B4-BE49-F238E27FC236}">
                <a16:creationId xmlns:a16="http://schemas.microsoft.com/office/drawing/2014/main" id="{51AE551A-AC93-402A-B1DC-8591880BC330}"/>
              </a:ext>
            </a:extLst>
          </p:cNvPr>
          <p:cNvSpPr>
            <a:spLocks xmlns:a="http://schemas.openxmlformats.org/drawingml/2006/main" noGrp="1"/>
          </p:cNvSpPr>
          <p:nvPr/>
        </p:nvSpPr>
        <p:spPr>
          <a:xfrm xmlns:a="http://schemas.openxmlformats.org/drawingml/2006/main">
            <a:off x="1143000" y="1714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ΔX＝−150 m、ΔY＝−200 m → 南西</a:t>
            </a:r>
          </a:p>
        </p:txBody>
      </p:sp>
      <p:sp>
        <p:nvSpPr>
          <p:cNvPr id="8" name="">
            <a:extLst xmlns:a="http://schemas.openxmlformats.org/drawingml/2006/main">
              <a:ext uri="{FF2B5EF4-FFF2-40B4-BE49-F238E27FC236}">
                <a16:creationId xmlns:a16="http://schemas.microsoft.com/office/drawing/2014/main" id="{9AB81EB0-6C26-418A-941B-AB7143E85FA6}"/>
              </a:ext>
            </a:extLst>
          </p:cNvPr>
          <p:cNvSpPr>
            <a:spLocks xmlns:a="http://schemas.openxmlformats.org/drawingml/2006/main" noGrp="1"/>
          </p:cNvSpPr>
          <p:nvPr/>
        </p:nvSpPr>
        <p:spPr>
          <a:xfrm xmlns:a="http://schemas.openxmlformats.org/drawingml/2006/main">
            <a:off x="1143000" y="22860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距離＝√(150²＋200²)＝250.000 m</a:t>
            </a:r>
          </a:p>
        </p:txBody>
      </p:sp>
      <p:sp>
        <p:nvSpPr>
          <p:cNvPr id="9" name="">
            <a:extLst xmlns:a="http://schemas.openxmlformats.org/drawingml/2006/main">
              <a:ext uri="{FF2B5EF4-FFF2-40B4-BE49-F238E27FC236}">
                <a16:creationId xmlns:a16="http://schemas.microsoft.com/office/drawing/2014/main" id="{229A33D3-B781-410F-929E-3AB7EF1705E6}"/>
              </a:ext>
            </a:extLst>
          </p:cNvPr>
          <p:cNvSpPr>
            <a:spLocks xmlns:a="http://schemas.openxmlformats.org/drawingml/2006/main" noGrp="1"/>
          </p:cNvSpPr>
          <p:nvPr/>
        </p:nvSpPr>
        <p:spPr>
          <a:xfrm xmlns:a="http://schemas.openxmlformats.org/drawingml/2006/main">
            <a:off x="1143000" y="2857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方向角＝180°＋tan⁻¹(200/150)</a:t>
            </a:r>
          </a:p>
        </p:txBody>
      </p:sp>
      <p:sp>
        <p:nvSpPr>
          <p:cNvPr id="10" name="">
            <a:extLst xmlns:a="http://schemas.openxmlformats.org/drawingml/2006/main">
              <a:ext uri="{FF2B5EF4-FFF2-40B4-BE49-F238E27FC236}">
                <a16:creationId xmlns:a16="http://schemas.microsoft.com/office/drawing/2014/main" id="{37B75E8F-DAE3-49EF-A96E-6D1E87B32EE0}"/>
              </a:ext>
            </a:extLst>
          </p:cNvPr>
          <p:cNvSpPr>
            <a:spLocks xmlns:a="http://schemas.openxmlformats.org/drawingml/2006/main" noGrp="1"/>
          </p:cNvSpPr>
          <p:nvPr/>
        </p:nvSpPr>
        <p:spPr>
          <a:xfrm xmlns:a="http://schemas.openxmlformats.org/drawingml/2006/main">
            <a:off x="781050" y="52197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233°07′48″</a:t>
            </a:r>
          </a:p>
        </p:txBody>
      </p:sp>
    </p:spTree>
    <p:extLst>
      <p:ext uri="{BB962C8B-B14F-4D97-AF65-F5344CB8AC3E}">
        <p14:creationId xmlns:p14="http://schemas.microsoft.com/office/powerpoint/2010/main" val="119664424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3D6F2CC-DB3B-4ECB-A3B9-1DE9E43BFFE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E9DE99FD-5BBE-4213-9DE2-3D5F795DF585}"/>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4-0 導入｜0–5分</a:t>
            </a:r>
          </a:p>
        </p:txBody>
      </p:sp>
      <p:sp>
        <p:nvSpPr>
          <p:cNvPr id="3" name="">
            <a:extLst xmlns:a="http://schemas.openxmlformats.org/drawingml/2006/main">
              <a:ext uri="{FF2B5EF4-FFF2-40B4-BE49-F238E27FC236}">
                <a16:creationId xmlns:a16="http://schemas.microsoft.com/office/drawing/2014/main" id="{8426DD74-44EF-45B0-9C49-1BD29978D516}"/>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前回②：距離は順に換算する</a:t>
            </a:r>
          </a:p>
        </p:txBody>
      </p:sp>
      <p:sp>
        <p:nvSpPr>
          <p:cNvPr id="4" name="">
            <a:extLst xmlns:a="http://schemas.openxmlformats.org/drawingml/2006/main">
              <a:ext uri="{FF2B5EF4-FFF2-40B4-BE49-F238E27FC236}">
                <a16:creationId xmlns:a16="http://schemas.microsoft.com/office/drawing/2014/main" id="{1BAA5322-BD0C-440A-BC0D-57D131D9EF6C}"/>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39738B1E-3821-416F-B646-217E6112FF81}"/>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CED95763-B1B4-4D6B-B9CD-B2369AB3F1B6}"/>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03</a:t>
            </a:r>
          </a:p>
        </p:txBody>
      </p:sp>
      <p:sp>
        <p:nvSpPr>
          <p:cNvPr id="7" name="">
            <a:extLst xmlns:a="http://schemas.openxmlformats.org/drawingml/2006/main">
              <a:ext uri="{FF2B5EF4-FFF2-40B4-BE49-F238E27FC236}">
                <a16:creationId xmlns:a16="http://schemas.microsoft.com/office/drawing/2014/main" id="{5A157C73-462A-4F0C-A228-5D69BF60FFE5}"/>
              </a:ext>
            </a:extLst>
          </p:cNvPr>
          <p:cNvSpPr>
            <a:spLocks xmlns:a="http://schemas.openxmlformats.org/drawingml/2006/main" noGrp="1"/>
          </p:cNvSpPr>
          <p:nvPr/>
        </p:nvSpPr>
        <p:spPr>
          <a:xfrm xmlns:a="http://schemas.openxmlformats.org/drawingml/2006/main">
            <a:off x="1143000" y="1714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斜距離 → 水平距離 500.000 m</a:t>
            </a:r>
          </a:p>
        </p:txBody>
      </p:sp>
      <p:sp>
        <p:nvSpPr>
          <p:cNvPr id="8" name="">
            <a:extLst xmlns:a="http://schemas.openxmlformats.org/drawingml/2006/main">
              <a:ext uri="{FF2B5EF4-FFF2-40B4-BE49-F238E27FC236}">
                <a16:creationId xmlns:a16="http://schemas.microsoft.com/office/drawing/2014/main" id="{28D5B419-7832-4A2A-8F84-3B8217DD566F}"/>
              </a:ext>
            </a:extLst>
          </p:cNvPr>
          <p:cNvSpPr>
            <a:spLocks xmlns:a="http://schemas.openxmlformats.org/drawingml/2006/main" noGrp="1"/>
          </p:cNvSpPr>
          <p:nvPr/>
        </p:nvSpPr>
        <p:spPr>
          <a:xfrm xmlns:a="http://schemas.openxmlformats.org/drawingml/2006/main">
            <a:off x="1143000" y="22860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基準面上へ → 499.984 m</a:t>
            </a:r>
          </a:p>
        </p:txBody>
      </p:sp>
      <p:sp>
        <p:nvSpPr>
          <p:cNvPr id="9" name="">
            <a:extLst xmlns:a="http://schemas.openxmlformats.org/drawingml/2006/main">
              <a:ext uri="{FF2B5EF4-FFF2-40B4-BE49-F238E27FC236}">
                <a16:creationId xmlns:a16="http://schemas.microsoft.com/office/drawing/2014/main" id="{576ACF80-DD77-4A77-946D-3EF61EFC838C}"/>
              </a:ext>
            </a:extLst>
          </p:cNvPr>
          <p:cNvSpPr>
            <a:spLocks xmlns:a="http://schemas.openxmlformats.org/drawingml/2006/main" noGrp="1"/>
          </p:cNvSpPr>
          <p:nvPr/>
        </p:nvSpPr>
        <p:spPr>
          <a:xfrm xmlns:a="http://schemas.openxmlformats.org/drawingml/2006/main">
            <a:off x="1143000" y="2857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平面直角座標上へ → 499.934 m</a:t>
            </a:r>
          </a:p>
        </p:txBody>
      </p:sp>
      <p:sp>
        <p:nvSpPr>
          <p:cNvPr id="10" name="">
            <a:extLst xmlns:a="http://schemas.openxmlformats.org/drawingml/2006/main">
              <a:ext uri="{FF2B5EF4-FFF2-40B4-BE49-F238E27FC236}">
                <a16:creationId xmlns:a16="http://schemas.microsoft.com/office/drawing/2014/main" id="{01ABE69A-7F58-435F-89DA-5598E82B5A12}"/>
              </a:ext>
            </a:extLst>
          </p:cNvPr>
          <p:cNvSpPr>
            <a:spLocks xmlns:a="http://schemas.openxmlformats.org/drawingml/2006/main" noGrp="1"/>
          </p:cNvSpPr>
          <p:nvPr/>
        </p:nvSpPr>
        <p:spPr>
          <a:xfrm xmlns:a="http://schemas.openxmlformats.org/drawingml/2006/main">
            <a:off x="781050" y="52197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今日は、距離に「向き」を加える</a:t>
            </a:r>
          </a:p>
        </p:txBody>
      </p:sp>
    </p:spTree>
    <p:extLst>
      <p:ext uri="{BB962C8B-B14F-4D97-AF65-F5344CB8AC3E}">
        <p14:creationId xmlns:p14="http://schemas.microsoft.com/office/powerpoint/2010/main" val="65350777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6F44923-BF3E-4DA3-BD46-BEFE707D3154}"/>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5DBCC477-D4FD-43F4-A12D-38C94479D618}"/>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4-0 導入｜0–5分</a:t>
            </a:r>
          </a:p>
        </p:txBody>
      </p:sp>
      <p:sp>
        <p:nvSpPr>
          <p:cNvPr id="3" name="">
            <a:extLst xmlns:a="http://schemas.openxmlformats.org/drawingml/2006/main">
              <a:ext uri="{FF2B5EF4-FFF2-40B4-BE49-F238E27FC236}">
                <a16:creationId xmlns:a16="http://schemas.microsoft.com/office/drawing/2014/main" id="{425838EE-64D9-4502-8DD7-811B1453B80A}"/>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同じ杭なのに、どちらを使う？</a:t>
            </a:r>
          </a:p>
        </p:txBody>
      </p:sp>
      <p:sp>
        <p:nvSpPr>
          <p:cNvPr id="4" name="">
            <a:extLst xmlns:a="http://schemas.openxmlformats.org/drawingml/2006/main">
              <a:ext uri="{FF2B5EF4-FFF2-40B4-BE49-F238E27FC236}">
                <a16:creationId xmlns:a16="http://schemas.microsoft.com/office/drawing/2014/main" id="{31C02969-20AA-4A44-A75C-6B8A391001D9}"/>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BB07F49F-3A10-4542-826A-E2B4BD7C2FE8}"/>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2AE7C1FB-AEDD-49AB-9368-BB63A55C10A7}"/>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04</a:t>
            </a:r>
          </a:p>
        </p:txBody>
      </p:sp>
      <p:sp>
        <p:nvSpPr>
          <p:cNvPr id="7" name="">
            <a:extLst xmlns:a="http://schemas.openxmlformats.org/drawingml/2006/main">
              <a:ext uri="{FF2B5EF4-FFF2-40B4-BE49-F238E27FC236}">
                <a16:creationId xmlns:a16="http://schemas.microsoft.com/office/drawing/2014/main" id="{A55C578D-CCDD-4AC4-8D2D-0E8C0D8D43E8}"/>
              </a:ext>
            </a:extLst>
          </p:cNvPr>
          <p:cNvSpPr>
            <a:spLocks xmlns:a="http://schemas.openxmlformats.org/drawingml/2006/main" noGrp="1"/>
          </p:cNvSpPr>
          <p:nvPr/>
        </p:nvSpPr>
        <p:spPr>
          <a:xfrm xmlns:a="http://schemas.openxmlformats.org/drawingml/2006/main">
            <a:off x="781050" y="161925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850" b="1">
                <a:solidFill>
                  <a:srgbClr val="182B33"/>
                </a:solidFill>
                <a:latin typeface="Yu Gothic"/>
                <a:ea typeface="Yu Gothic"/>
                <a:cs typeface="Yu Gothic"/>
              </a:defRPr>
            </a:defPPr>
            <a:lvl1pPr algn="l">
              <a:defRPr sz="2850" b="1">
                <a:solidFill>
                  <a:srgbClr val="182B33"/>
                </a:solidFill>
                <a:latin typeface="Yu Gothic"/>
                <a:ea typeface="Yu Gothic"/>
                <a:cs typeface="Yu Gothic"/>
              </a:defRPr>
            </a:lvl1pPr>
            <a:lvl2pPr algn="l">
              <a:defRPr sz="2850" b="1">
                <a:solidFill>
                  <a:srgbClr val="182B33"/>
                </a:solidFill>
                <a:latin typeface="Yu Gothic"/>
                <a:ea typeface="Yu Gothic"/>
                <a:cs typeface="Yu Gothic"/>
              </a:defRPr>
            </a:lvl2pPr>
            <a:lvl3pPr algn="l">
              <a:defRPr sz="2850" b="1">
                <a:solidFill>
                  <a:srgbClr val="182B33"/>
                </a:solidFill>
                <a:latin typeface="Yu Gothic"/>
                <a:ea typeface="Yu Gothic"/>
                <a:cs typeface="Yu Gothic"/>
              </a:defRPr>
            </a:lvl3pPr>
            <a:lvl4pPr algn="l">
              <a:defRPr sz="2850" b="1">
                <a:solidFill>
                  <a:srgbClr val="182B33"/>
                </a:solidFill>
                <a:latin typeface="Yu Gothic"/>
                <a:ea typeface="Yu Gothic"/>
                <a:cs typeface="Yu Gothic"/>
              </a:defRPr>
            </a:lvl4pPr>
            <a:lvl5pPr algn="l">
              <a:defRPr sz="2850" b="1">
                <a:solidFill>
                  <a:srgbClr val="182B33"/>
                </a:solidFill>
                <a:latin typeface="Yu Gothic"/>
                <a:ea typeface="Yu Gothic"/>
                <a:cs typeface="Yu Gothic"/>
              </a:defRPr>
            </a:lvl5pPr>
            <a:lvl6pPr algn="l">
              <a:defRPr sz="2850" b="1">
                <a:solidFill>
                  <a:srgbClr val="182B33"/>
                </a:solidFill>
                <a:latin typeface="Yu Gothic"/>
                <a:ea typeface="Yu Gothic"/>
                <a:cs typeface="Yu Gothic"/>
              </a:defRPr>
            </a:lvl6pPr>
            <a:lvl7pPr algn="l">
              <a:defRPr sz="2850" b="1">
                <a:solidFill>
                  <a:srgbClr val="182B33"/>
                </a:solidFill>
                <a:latin typeface="Yu Gothic"/>
                <a:ea typeface="Yu Gothic"/>
                <a:cs typeface="Yu Gothic"/>
              </a:defRPr>
            </a:lvl7pPr>
            <a:lvl8pPr algn="l">
              <a:defRPr sz="2850" b="1">
                <a:solidFill>
                  <a:srgbClr val="182B33"/>
                </a:solidFill>
                <a:latin typeface="Yu Gothic"/>
                <a:ea typeface="Yu Gothic"/>
                <a:cs typeface="Yu Gothic"/>
              </a:defRPr>
            </a:lvl8pPr>
            <a:lvl9pPr algn="l">
              <a:defRPr sz="2850" b="1">
                <a:solidFill>
                  <a:srgbClr val="182B33"/>
                </a:solidFill>
                <a:latin typeface="Yu Gothic"/>
                <a:ea typeface="Yu Gothic"/>
                <a:cs typeface="Yu Gothic"/>
              </a:defRPr>
            </a:lvl9pPr>
          </a:lstStyle>
          <a:p xmlns:a="http://schemas.openxmlformats.org/drawingml/2006/main">
            <a:pPr algn="l">
              <a:defRPr sz="2850" b="1">
                <a:solidFill>
                  <a:srgbClr val="182B33"/>
                </a:solidFill>
                <a:latin typeface="Yu Gothic"/>
                <a:ea typeface="Yu Gothic"/>
                <a:cs typeface="Yu Gothic"/>
              </a:defRPr>
            </a:pPr>
            <a:r>
              <a:rPr sz="2850" b="1">
                <a:solidFill>
                  <a:srgbClr val="182B33"/>
                </a:solidFill>
                <a:latin typeface="Yu Gothic"/>
                <a:ea typeface="Yu Gothic"/>
                <a:cs typeface="Yu Gothic"/>
              </a:rPr>
              <a:t>正の結果が2つ。これだけで決められる？</a:t>
            </a:r>
          </a:p>
        </p:txBody>
      </p:sp>
      <p:sp>
        <p:nvSpPr>
          <p:cNvPr id="8" name="">
            <a:extLst xmlns:a="http://schemas.openxmlformats.org/drawingml/2006/main">
              <a:ext uri="{FF2B5EF4-FFF2-40B4-BE49-F238E27FC236}">
                <a16:creationId xmlns:a16="http://schemas.microsoft.com/office/drawing/2014/main" id="{7D569D0D-3FC2-4497-AFB3-412DA979BCC2}"/>
              </a:ext>
            </a:extLst>
          </p:cNvPr>
          <p:cNvSpPr>
            <a:spLocks xmlns:a="http://schemas.openxmlformats.org/drawingml/2006/main" noGrp="1"/>
          </p:cNvSpPr>
          <p:nvPr/>
        </p:nvSpPr>
        <p:spPr>
          <a:xfrm xmlns:a="http://schemas.openxmlformats.org/drawingml/2006/main">
            <a:off x="1219200" y="28575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73°25′15″</a:t>
            </a:r>
          </a:p>
        </p:txBody>
      </p:sp>
      <p:sp>
        <p:nvSpPr>
          <p:cNvPr id="9" name="">
            <a:extLst xmlns:a="http://schemas.openxmlformats.org/drawingml/2006/main">
              <a:ext uri="{FF2B5EF4-FFF2-40B4-BE49-F238E27FC236}">
                <a16:creationId xmlns:a16="http://schemas.microsoft.com/office/drawing/2014/main" id="{19A94CAB-0EA5-4CBF-A410-0952379DA0FF}"/>
              </a:ext>
            </a:extLst>
          </p:cNvPr>
          <p:cNvSpPr>
            <a:spLocks xmlns:a="http://schemas.openxmlformats.org/drawingml/2006/main" noGrp="1"/>
          </p:cNvSpPr>
          <p:nvPr/>
        </p:nvSpPr>
        <p:spPr>
          <a:xfrm xmlns:a="http://schemas.openxmlformats.org/drawingml/2006/main">
            <a:off x="1219200" y="34290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73°25′09″</a:t>
            </a:r>
          </a:p>
        </p:txBody>
      </p:sp>
    </p:spTree>
    <p:extLst>
      <p:ext uri="{BB962C8B-B14F-4D97-AF65-F5344CB8AC3E}">
        <p14:creationId xmlns:p14="http://schemas.microsoft.com/office/powerpoint/2010/main" val="116021818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A6D5D4F-F730-45FA-B323-1EB4F33276D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AD0FCFCB-CBCF-44F7-BA87-5F36F9BBD7A4}"/>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4-0 導入｜0–5分</a:t>
            </a:r>
          </a:p>
        </p:txBody>
      </p:sp>
      <p:sp>
        <p:nvSpPr>
          <p:cNvPr id="3" name="">
            <a:extLst xmlns:a="http://schemas.openxmlformats.org/drawingml/2006/main">
              <a:ext uri="{FF2B5EF4-FFF2-40B4-BE49-F238E27FC236}">
                <a16:creationId xmlns:a16="http://schemas.microsoft.com/office/drawing/2014/main" id="{1186E618-2F82-4D7E-9ED8-6FBADBE8FB31}"/>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計算の先に、採用する判断がある</a:t>
            </a:r>
          </a:p>
        </p:txBody>
      </p:sp>
      <p:sp>
        <p:nvSpPr>
          <p:cNvPr id="4" name="">
            <a:extLst xmlns:a="http://schemas.openxmlformats.org/drawingml/2006/main">
              <a:ext uri="{FF2B5EF4-FFF2-40B4-BE49-F238E27FC236}">
                <a16:creationId xmlns:a16="http://schemas.microsoft.com/office/drawing/2014/main" id="{CF34BF56-BD16-4A17-B623-9C28A0BBACBC}"/>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B0334A48-F115-4DDF-BF1C-D8838B4F2D08}"/>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D39E785E-5B8C-46CD-8535-FB3DC7D5D910}"/>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05</a:t>
            </a:r>
          </a:p>
        </p:txBody>
      </p:sp>
      <p:sp>
        <p:nvSpPr>
          <p:cNvPr id="7" name="">
            <a:extLst xmlns:a="http://schemas.openxmlformats.org/drawingml/2006/main">
              <a:ext uri="{FF2B5EF4-FFF2-40B4-BE49-F238E27FC236}">
                <a16:creationId xmlns:a16="http://schemas.microsoft.com/office/drawing/2014/main" id="{62152746-3768-4C37-8620-1B9D4A407336}"/>
              </a:ext>
            </a:extLst>
          </p:cNvPr>
          <p:cNvSpPr>
            <a:spLocks xmlns:a="http://schemas.openxmlformats.org/drawingml/2006/main" noGrp="1"/>
          </p:cNvSpPr>
          <p:nvPr/>
        </p:nvSpPr>
        <p:spPr>
          <a:xfrm xmlns:a="http://schemas.openxmlformats.org/drawingml/2006/main">
            <a:off x="723900" y="171450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400" b="1">
                <a:solidFill>
                  <a:srgbClr val="52616A"/>
                </a:solidFill>
                <a:latin typeface="Yu Gothic"/>
                <a:ea typeface="Yu Gothic"/>
                <a:cs typeface="Yu Gothic"/>
              </a:defRPr>
            </a:defPPr>
            <a:lvl1pPr algn="l">
              <a:defRPr sz="2400" b="1">
                <a:solidFill>
                  <a:srgbClr val="52616A"/>
                </a:solidFill>
                <a:latin typeface="Yu Gothic"/>
                <a:ea typeface="Yu Gothic"/>
                <a:cs typeface="Yu Gothic"/>
              </a:defRPr>
            </a:lvl1pPr>
            <a:lvl2pPr algn="l">
              <a:defRPr sz="2400" b="1">
                <a:solidFill>
                  <a:srgbClr val="52616A"/>
                </a:solidFill>
                <a:latin typeface="Yu Gothic"/>
                <a:ea typeface="Yu Gothic"/>
                <a:cs typeface="Yu Gothic"/>
              </a:defRPr>
            </a:lvl2pPr>
            <a:lvl3pPr algn="l">
              <a:defRPr sz="2400" b="1">
                <a:solidFill>
                  <a:srgbClr val="52616A"/>
                </a:solidFill>
                <a:latin typeface="Yu Gothic"/>
                <a:ea typeface="Yu Gothic"/>
                <a:cs typeface="Yu Gothic"/>
              </a:defRPr>
            </a:lvl3pPr>
            <a:lvl4pPr algn="l">
              <a:defRPr sz="2400" b="1">
                <a:solidFill>
                  <a:srgbClr val="52616A"/>
                </a:solidFill>
                <a:latin typeface="Yu Gothic"/>
                <a:ea typeface="Yu Gothic"/>
                <a:cs typeface="Yu Gothic"/>
              </a:defRPr>
            </a:lvl4pPr>
            <a:lvl5pPr algn="l">
              <a:defRPr sz="2400" b="1">
                <a:solidFill>
                  <a:srgbClr val="52616A"/>
                </a:solidFill>
                <a:latin typeface="Yu Gothic"/>
                <a:ea typeface="Yu Gothic"/>
                <a:cs typeface="Yu Gothic"/>
              </a:defRPr>
            </a:lvl5pPr>
            <a:lvl6pPr algn="l">
              <a:defRPr sz="2400" b="1">
                <a:solidFill>
                  <a:srgbClr val="52616A"/>
                </a:solidFill>
                <a:latin typeface="Yu Gothic"/>
                <a:ea typeface="Yu Gothic"/>
                <a:cs typeface="Yu Gothic"/>
              </a:defRPr>
            </a:lvl6pPr>
            <a:lvl7pPr algn="l">
              <a:defRPr sz="2400" b="1">
                <a:solidFill>
                  <a:srgbClr val="52616A"/>
                </a:solidFill>
                <a:latin typeface="Yu Gothic"/>
                <a:ea typeface="Yu Gothic"/>
                <a:cs typeface="Yu Gothic"/>
              </a:defRPr>
            </a:lvl7pPr>
            <a:lvl8pPr algn="l">
              <a:defRPr sz="2400" b="1">
                <a:solidFill>
                  <a:srgbClr val="52616A"/>
                </a:solidFill>
                <a:latin typeface="Yu Gothic"/>
                <a:ea typeface="Yu Gothic"/>
                <a:cs typeface="Yu Gothic"/>
              </a:defRPr>
            </a:lvl8pPr>
            <a:lvl9pPr algn="l">
              <a:defRPr sz="2400" b="1">
                <a:solidFill>
                  <a:srgbClr val="52616A"/>
                </a:solidFill>
                <a:latin typeface="Yu Gothic"/>
                <a:ea typeface="Yu Gothic"/>
                <a:cs typeface="Yu Gothic"/>
              </a:defRPr>
            </a:lvl9pPr>
          </a:lstStyle>
          <a:p xmlns:a="http://schemas.openxmlformats.org/drawingml/2006/main">
            <a:pPr algn="l">
              <a:defRPr sz="2400" b="1">
                <a:solidFill>
                  <a:srgbClr val="52616A"/>
                </a:solidFill>
                <a:latin typeface="Yu Gothic"/>
                <a:ea typeface="Yu Gothic"/>
                <a:cs typeface="Yu Gothic"/>
              </a:defRPr>
            </a:pPr>
            <a:r>
              <a:rPr sz="2400" b="1">
                <a:solidFill>
                  <a:srgbClr val="52616A"/>
                </a:solidFill>
                <a:latin typeface="Yu Gothic"/>
                <a:ea typeface="Yu Gothic"/>
                <a:cs typeface="Yu Gothic"/>
              </a:rPr>
              <a:t>読む → 据える → 減らす → 点検 → 戻す</a:t>
            </a:r>
          </a:p>
        </p:txBody>
      </p:sp>
      <p:sp>
        <p:nvSpPr>
          <p:cNvPr id="8" name="">
            <a:extLst xmlns:a="http://schemas.openxmlformats.org/drawingml/2006/main">
              <a:ext uri="{FF2B5EF4-FFF2-40B4-BE49-F238E27FC236}">
                <a16:creationId xmlns:a16="http://schemas.microsoft.com/office/drawing/2014/main" id="{06ACFFCA-943A-449A-A58A-A0D74A44A3FA}"/>
              </a:ext>
            </a:extLst>
          </p:cNvPr>
          <p:cNvSpPr>
            <a:spLocks xmlns:a="http://schemas.openxmlformats.org/drawingml/2006/main" noGrp="1"/>
          </p:cNvSpPr>
          <p:nvPr/>
        </p:nvSpPr>
        <p:spPr>
          <a:xfrm xmlns:a="http://schemas.openxmlformats.org/drawingml/2006/main">
            <a:off x="1104900" y="2667000"/>
            <a:ext cx="9677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正しく読む・据える</a:t>
            </a:r>
          </a:p>
        </p:txBody>
      </p:sp>
      <p:sp>
        <p:nvSpPr>
          <p:cNvPr id="9" name="">
            <a:extLst xmlns:a="http://schemas.openxmlformats.org/drawingml/2006/main">
              <a:ext uri="{FF2B5EF4-FFF2-40B4-BE49-F238E27FC236}">
                <a16:creationId xmlns:a16="http://schemas.microsoft.com/office/drawing/2014/main" id="{A28BDA57-59CD-4CDC-9064-E79D23AF7DA7}"/>
              </a:ext>
            </a:extLst>
          </p:cNvPr>
          <p:cNvSpPr>
            <a:spLocks xmlns:a="http://schemas.openxmlformats.org/drawingml/2006/main" noGrp="1"/>
          </p:cNvSpPr>
          <p:nvPr/>
        </p:nvSpPr>
        <p:spPr>
          <a:xfrm xmlns:a="http://schemas.openxmlformats.org/drawingml/2006/main">
            <a:off x="1104900" y="3238500"/>
            <a:ext cx="9677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測り方を変え、結果を比べる</a:t>
            </a:r>
          </a:p>
        </p:txBody>
      </p:sp>
      <p:sp>
        <p:nvSpPr>
          <p:cNvPr id="10" name="">
            <a:extLst xmlns:a="http://schemas.openxmlformats.org/drawingml/2006/main">
              <a:ext uri="{FF2B5EF4-FFF2-40B4-BE49-F238E27FC236}">
                <a16:creationId xmlns:a16="http://schemas.microsoft.com/office/drawing/2014/main" id="{A193C073-6CE7-4720-8346-D53E6C3CFAFD}"/>
              </a:ext>
            </a:extLst>
          </p:cNvPr>
          <p:cNvSpPr>
            <a:spLocks xmlns:a="http://schemas.openxmlformats.org/drawingml/2006/main" noGrp="1"/>
          </p:cNvSpPr>
          <p:nvPr/>
        </p:nvSpPr>
        <p:spPr>
          <a:xfrm xmlns:a="http://schemas.openxmlformats.org/drawingml/2006/main">
            <a:off x="1104900" y="3810000"/>
            <a:ext cx="9677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使える値か判断し、中心へ戻す</a:t>
            </a:r>
          </a:p>
        </p:txBody>
      </p:sp>
    </p:spTree>
    <p:extLst>
      <p:ext uri="{BB962C8B-B14F-4D97-AF65-F5344CB8AC3E}">
        <p14:creationId xmlns:p14="http://schemas.microsoft.com/office/powerpoint/2010/main" val="184302517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E58C1F40-E89B-476B-805C-9594E9B2D15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DC4E5E01-8043-40AA-A319-BE59C12CE3AA}"/>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4-1 読む｜5–11分</a:t>
            </a:r>
          </a:p>
        </p:txBody>
      </p:sp>
      <p:sp>
        <p:nvSpPr>
          <p:cNvPr id="3" name="">
            <a:extLst xmlns:a="http://schemas.openxmlformats.org/drawingml/2006/main">
              <a:ext uri="{FF2B5EF4-FFF2-40B4-BE49-F238E27FC236}">
                <a16:creationId xmlns:a16="http://schemas.microsoft.com/office/drawing/2014/main" id="{DA3A8578-ACE0-4FB7-97CA-F893FE3FD45B}"/>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目盛の0°は、座標北とは限らない</a:t>
            </a:r>
          </a:p>
        </p:txBody>
      </p:sp>
      <p:sp>
        <p:nvSpPr>
          <p:cNvPr id="4" name="">
            <a:extLst xmlns:a="http://schemas.openxmlformats.org/drawingml/2006/main">
              <a:ext uri="{FF2B5EF4-FFF2-40B4-BE49-F238E27FC236}">
                <a16:creationId xmlns:a16="http://schemas.microsoft.com/office/drawing/2014/main" id="{13B12322-2DCC-4DE4-921D-C3D4EFBFB434}"/>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A9AC701D-18D5-410A-A59D-E716FCBA9F7D}"/>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10914399-9ED1-48B7-A0C4-5B3CE41BF312}"/>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06</a:t>
            </a:r>
          </a:p>
        </p:txBody>
      </p:sp>
      <p:sp>
        <p:nvSpPr>
          <p:cNvPr id="7" name="">
            <a:extLst xmlns:a="http://schemas.openxmlformats.org/drawingml/2006/main">
              <a:ext uri="{FF2B5EF4-FFF2-40B4-BE49-F238E27FC236}">
                <a16:creationId xmlns:a16="http://schemas.microsoft.com/office/drawing/2014/main" id="{929D8D6D-6895-45E5-9CC5-6D17F9B51A85}"/>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読むのは向き、欲しいのは2方向の差</a:t>
            </a:r>
          </a:p>
        </p:txBody>
      </p:sp>
      <p:sp>
        <p:nvSpPr>
          <p:cNvPr id="8" name="">
            <a:extLst xmlns:a="http://schemas.openxmlformats.org/drawingml/2006/main">
              <a:ext uri="{FF2B5EF4-FFF2-40B4-BE49-F238E27FC236}">
                <a16:creationId xmlns:a16="http://schemas.microsoft.com/office/drawing/2014/main" id="{83831C18-9214-4E07-B182-D888AF434DB7}"/>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読定値＝器械の目盛の値</a:t>
            </a:r>
          </a:p>
        </p:txBody>
      </p:sp>
      <p:sp>
        <p:nvSpPr>
          <p:cNvPr id="9" name="">
            <a:extLst xmlns:a="http://schemas.openxmlformats.org/drawingml/2006/main">
              <a:ext uri="{FF2B5EF4-FFF2-40B4-BE49-F238E27FC236}">
                <a16:creationId xmlns:a16="http://schemas.microsoft.com/office/drawing/2014/main" id="{6DA1DB46-1F16-4E71-984C-66FE8AF5DF3F}"/>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水平角＝基準AからBへの開き</a:t>
            </a:r>
          </a:p>
        </p:txBody>
      </p:sp>
      <p:sp>
        <p:nvSpPr>
          <p:cNvPr id="10" name="">
            <a:extLst xmlns:a="http://schemas.openxmlformats.org/drawingml/2006/main">
              <a:ext uri="{FF2B5EF4-FFF2-40B4-BE49-F238E27FC236}">
                <a16:creationId xmlns:a16="http://schemas.microsoft.com/office/drawing/2014/main" id="{02719B3F-7A0E-4E41-9404-10C90EA9A7B6}"/>
              </a:ext>
            </a:extLst>
          </p:cNvPr>
          <p:cNvSpPr>
            <a:spLocks xmlns:a="http://schemas.openxmlformats.org/drawingml/2006/main" noGrp="1"/>
          </p:cNvSpPr>
          <p:nvPr/>
        </p:nvSpPr>
        <p:spPr>
          <a:xfrm xmlns:a="http://schemas.openxmlformats.org/drawingml/2006/main">
            <a:off x="8739188" y="2736533"/>
            <a:ext cx="9525" cy="1732597"/>
          </a:xfrm>
          <a:custGeom xmlns:a="http://schemas.openxmlformats.org/drawingml/2006/main">
            <a:pathLst>
              <a:path w="9525" h="1732597">
                <a:moveTo>
                  <a:pt x="0" y="1732597"/>
                </a:moveTo>
                <a:lnTo>
                  <a:pt x="0" y="0"/>
                </a:lnTo>
              </a:path>
            </a:pathLst>
          </a:custGeom>
          <a:noFill xmlns:a="http://schemas.openxmlformats.org/drawingml/2006/main"/>
          <a:ln xmlns:a="http://schemas.openxmlformats.org/drawingml/2006/main" w="28575">
            <a:solidFill>
              <a:srgbClr val="182B33"/>
            </a:solidFill>
            <a:prstDash val="solid"/>
          </a:ln>
        </p:spPr>
      </p:sp>
      <p:sp>
        <p:nvSpPr>
          <p:cNvPr id="11" name="">
            <a:extLst xmlns:a="http://schemas.openxmlformats.org/drawingml/2006/main">
              <a:ext uri="{FF2B5EF4-FFF2-40B4-BE49-F238E27FC236}">
                <a16:creationId xmlns:a16="http://schemas.microsoft.com/office/drawing/2014/main" id="{62965EA0-8F01-4C53-90B8-65A2EBA62601}"/>
              </a:ext>
            </a:extLst>
          </p:cNvPr>
          <p:cNvSpPr>
            <a:spLocks xmlns:a="http://schemas.openxmlformats.org/drawingml/2006/main" noGrp="1"/>
          </p:cNvSpPr>
          <p:nvPr/>
        </p:nvSpPr>
        <p:spPr>
          <a:xfrm xmlns:a="http://schemas.openxmlformats.org/drawingml/2006/main">
            <a:off x="8739188" y="3602831"/>
            <a:ext cx="1500473" cy="866299"/>
          </a:xfrm>
          <a:custGeom xmlns:a="http://schemas.openxmlformats.org/drawingml/2006/main">
            <a:pathLst>
              <a:path w="1500473" h="866299">
                <a:moveTo>
                  <a:pt x="0" y="866299"/>
                </a:moveTo>
                <a:lnTo>
                  <a:pt x="1500473" y="0"/>
                </a:lnTo>
              </a:path>
            </a:pathLst>
          </a:custGeom>
          <a:noFill xmlns:a="http://schemas.openxmlformats.org/drawingml/2006/main"/>
          <a:ln xmlns:a="http://schemas.openxmlformats.org/drawingml/2006/main" w="28575">
            <a:solidFill>
              <a:srgbClr val="182B33"/>
            </a:solidFill>
            <a:prstDash val="solid"/>
          </a:ln>
        </p:spPr>
      </p:sp>
      <p:sp>
        <p:nvSpPr>
          <p:cNvPr id="12" name="">
            <a:extLst xmlns:a="http://schemas.openxmlformats.org/drawingml/2006/main">
              <a:ext uri="{FF2B5EF4-FFF2-40B4-BE49-F238E27FC236}">
                <a16:creationId xmlns:a16="http://schemas.microsoft.com/office/drawing/2014/main" id="{F134BAAB-E1DB-4299-AE50-C2D3FB3DE2F0}"/>
              </a:ext>
            </a:extLst>
          </p:cNvPr>
          <p:cNvSpPr>
            <a:spLocks xmlns:a="http://schemas.openxmlformats.org/drawingml/2006/main" noGrp="1"/>
          </p:cNvSpPr>
          <p:nvPr/>
        </p:nvSpPr>
        <p:spPr>
          <a:xfrm xmlns:a="http://schemas.openxmlformats.org/drawingml/2006/main">
            <a:off x="8739188" y="3880047"/>
            <a:ext cx="510161" cy="294542"/>
          </a:xfrm>
          <a:custGeom xmlns:a="http://schemas.openxmlformats.org/drawingml/2006/main">
            <a:pathLst>
              <a:path w="510161" h="294542">
                <a:moveTo>
                  <a:pt x="0" y="0"/>
                </a:moveTo>
                <a:lnTo>
                  <a:pt x="51342" y="2242"/>
                </a:lnTo>
                <a:lnTo>
                  <a:pt x="102293" y="8949"/>
                </a:lnTo>
                <a:lnTo>
                  <a:pt x="152466" y="20073"/>
                </a:lnTo>
                <a:lnTo>
                  <a:pt x="201478" y="35526"/>
                </a:lnTo>
                <a:lnTo>
                  <a:pt x="248957" y="55193"/>
                </a:lnTo>
                <a:lnTo>
                  <a:pt x="294542" y="78922"/>
                </a:lnTo>
                <a:lnTo>
                  <a:pt x="337884" y="106534"/>
                </a:lnTo>
                <a:lnTo>
                  <a:pt x="378655" y="137819"/>
                </a:lnTo>
                <a:lnTo>
                  <a:pt x="416545" y="172538"/>
                </a:lnTo>
                <a:lnTo>
                  <a:pt x="451264" y="210428"/>
                </a:lnTo>
                <a:lnTo>
                  <a:pt x="482549" y="251199"/>
                </a:lnTo>
                <a:lnTo>
                  <a:pt x="510161" y="294542"/>
                </a:lnTo>
              </a:path>
            </a:pathLst>
          </a:custGeom>
          <a:noFill xmlns:a="http://schemas.openxmlformats.org/drawingml/2006/main"/>
          <a:ln xmlns:a="http://schemas.openxmlformats.org/drawingml/2006/main" w="38100">
            <a:solidFill>
              <a:srgbClr val="166B68"/>
            </a:solidFill>
            <a:prstDash val="solid"/>
          </a:ln>
        </p:spPr>
      </p:sp>
      <p:sp>
        <p:nvSpPr>
          <p:cNvPr id="13" name="">
            <a:extLst xmlns:a="http://schemas.openxmlformats.org/drawingml/2006/main">
              <a:ext uri="{FF2B5EF4-FFF2-40B4-BE49-F238E27FC236}">
                <a16:creationId xmlns:a16="http://schemas.microsoft.com/office/drawing/2014/main" id="{70540BBF-3CC4-44B4-AFC1-27F80C45D55A}"/>
              </a:ext>
            </a:extLst>
          </p:cNvPr>
          <p:cNvSpPr>
            <a:spLocks xmlns:a="http://schemas.openxmlformats.org/drawingml/2006/main" noGrp="1"/>
          </p:cNvSpPr>
          <p:nvPr/>
        </p:nvSpPr>
        <p:spPr>
          <a:xfrm xmlns:a="http://schemas.openxmlformats.org/drawingml/2006/main">
            <a:off x="9187436" y="4067353"/>
            <a:ext cx="61913" cy="107236"/>
          </a:xfrm>
          <a:custGeom xmlns:a="http://schemas.openxmlformats.org/drawingml/2006/main">
            <a:pathLst>
              <a:path w="61913" h="107236">
                <a:moveTo>
                  <a:pt x="0" y="0"/>
                </a:moveTo>
                <a:lnTo>
                  <a:pt x="61913" y="107236"/>
                </a:lnTo>
              </a:path>
            </a:pathLst>
          </a:custGeom>
          <a:noFill xmlns:a="http://schemas.openxmlformats.org/drawingml/2006/main"/>
          <a:ln xmlns:a="http://schemas.openxmlformats.org/drawingml/2006/main" w="28575">
            <a:solidFill>
              <a:srgbClr val="166B68"/>
            </a:solidFill>
            <a:prstDash val="solid"/>
          </a:ln>
        </p:spPr>
      </p:sp>
      <p:sp>
        <p:nvSpPr>
          <p:cNvPr id="14" name="">
            <a:extLst xmlns:a="http://schemas.openxmlformats.org/drawingml/2006/main">
              <a:ext uri="{FF2B5EF4-FFF2-40B4-BE49-F238E27FC236}">
                <a16:creationId xmlns:a16="http://schemas.microsoft.com/office/drawing/2014/main" id="{E9AF20AE-D799-414B-B72C-6197A960176C}"/>
              </a:ext>
            </a:extLst>
          </p:cNvPr>
          <p:cNvSpPr>
            <a:spLocks xmlns:a="http://schemas.openxmlformats.org/drawingml/2006/main" noGrp="1"/>
          </p:cNvSpPr>
          <p:nvPr/>
        </p:nvSpPr>
        <p:spPr>
          <a:xfrm xmlns:a="http://schemas.openxmlformats.org/drawingml/2006/main">
            <a:off x="9165631" y="4079372"/>
            <a:ext cx="86232" cy="95217"/>
          </a:xfrm>
          <a:custGeom xmlns:a="http://schemas.openxmlformats.org/drawingml/2006/main">
            <a:pathLst>
              <a:path w="86232" h="95217">
                <a:moveTo>
                  <a:pt x="0" y="49786"/>
                </a:moveTo>
                <a:lnTo>
                  <a:pt x="83717" y="95217"/>
                </a:lnTo>
                <a:lnTo>
                  <a:pt x="86232" y="0"/>
                </a:lnTo>
              </a:path>
            </a:pathLst>
          </a:custGeom>
          <a:noFill xmlns:a="http://schemas.openxmlformats.org/drawingml/2006/main"/>
          <a:ln xmlns:a="http://schemas.openxmlformats.org/drawingml/2006/main" w="28575">
            <a:solidFill>
              <a:srgbClr val="166B68"/>
            </a:solidFill>
            <a:prstDash val="solid"/>
          </a:ln>
        </p:spPr>
      </p:sp>
      <p:sp>
        <p:nvSpPr>
          <p:cNvPr id="15" name="">
            <a:extLst xmlns:a="http://schemas.openxmlformats.org/drawingml/2006/main">
              <a:ext uri="{FF2B5EF4-FFF2-40B4-BE49-F238E27FC236}">
                <a16:creationId xmlns:a16="http://schemas.microsoft.com/office/drawing/2014/main" id="{06785196-B246-4C82-A734-B7DB2D65B5ED}"/>
              </a:ext>
            </a:extLst>
          </p:cNvPr>
          <p:cNvSpPr>
            <a:spLocks xmlns:a="http://schemas.openxmlformats.org/drawingml/2006/main" noGrp="1"/>
          </p:cNvSpPr>
          <p:nvPr/>
        </p:nvSpPr>
        <p:spPr>
          <a:xfrm xmlns:a="http://schemas.openxmlformats.org/drawingml/2006/main">
            <a:off x="8682038" y="2679383"/>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6" name="">
            <a:extLst xmlns:a="http://schemas.openxmlformats.org/drawingml/2006/main">
              <a:ext uri="{FF2B5EF4-FFF2-40B4-BE49-F238E27FC236}">
                <a16:creationId xmlns:a16="http://schemas.microsoft.com/office/drawing/2014/main" id="{4916EA4D-BADF-49BF-8C9D-5D11993E596C}"/>
              </a:ext>
            </a:extLst>
          </p:cNvPr>
          <p:cNvSpPr>
            <a:spLocks xmlns:a="http://schemas.openxmlformats.org/drawingml/2006/main" noGrp="1"/>
          </p:cNvSpPr>
          <p:nvPr/>
        </p:nvSpPr>
        <p:spPr>
          <a:xfrm xmlns:a="http://schemas.openxmlformats.org/drawingml/2006/main">
            <a:off x="8501063" y="2479358"/>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A</a:t>
            </a:r>
          </a:p>
        </p:txBody>
      </p:sp>
      <p:sp>
        <p:nvSpPr>
          <p:cNvPr id="17" name="">
            <a:extLst xmlns:a="http://schemas.openxmlformats.org/drawingml/2006/main">
              <a:ext uri="{FF2B5EF4-FFF2-40B4-BE49-F238E27FC236}">
                <a16:creationId xmlns:a16="http://schemas.microsoft.com/office/drawing/2014/main" id="{11D29349-120D-4778-9013-66CFFF8AD86A}"/>
              </a:ext>
            </a:extLst>
          </p:cNvPr>
          <p:cNvSpPr>
            <a:spLocks xmlns:a="http://schemas.openxmlformats.org/drawingml/2006/main" noGrp="1"/>
          </p:cNvSpPr>
          <p:nvPr/>
        </p:nvSpPr>
        <p:spPr>
          <a:xfrm xmlns:a="http://schemas.openxmlformats.org/drawingml/2006/main">
            <a:off x="8682038" y="4411980"/>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8" name="">
            <a:extLst xmlns:a="http://schemas.openxmlformats.org/drawingml/2006/main">
              <a:ext uri="{FF2B5EF4-FFF2-40B4-BE49-F238E27FC236}">
                <a16:creationId xmlns:a16="http://schemas.microsoft.com/office/drawing/2014/main" id="{E89404E7-AAC2-436D-BD71-A174E97F7AB2}"/>
              </a:ext>
            </a:extLst>
          </p:cNvPr>
          <p:cNvSpPr>
            <a:spLocks xmlns:a="http://schemas.openxmlformats.org/drawingml/2006/main" noGrp="1"/>
          </p:cNvSpPr>
          <p:nvPr/>
        </p:nvSpPr>
        <p:spPr>
          <a:xfrm xmlns:a="http://schemas.openxmlformats.org/drawingml/2006/main">
            <a:off x="8462963" y="4516755"/>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O</a:t>
            </a:r>
          </a:p>
        </p:txBody>
      </p:sp>
      <p:sp>
        <p:nvSpPr>
          <p:cNvPr id="19" name="">
            <a:extLst xmlns:a="http://schemas.openxmlformats.org/drawingml/2006/main">
              <a:ext uri="{FF2B5EF4-FFF2-40B4-BE49-F238E27FC236}">
                <a16:creationId xmlns:a16="http://schemas.microsoft.com/office/drawing/2014/main" id="{84FAF17C-CA4E-445A-999B-5C57032F38B8}"/>
              </a:ext>
            </a:extLst>
          </p:cNvPr>
          <p:cNvSpPr>
            <a:spLocks xmlns:a="http://schemas.openxmlformats.org/drawingml/2006/main" noGrp="1"/>
          </p:cNvSpPr>
          <p:nvPr/>
        </p:nvSpPr>
        <p:spPr>
          <a:xfrm xmlns:a="http://schemas.openxmlformats.org/drawingml/2006/main">
            <a:off x="10182511" y="3545681"/>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20" name="">
            <a:extLst xmlns:a="http://schemas.openxmlformats.org/drawingml/2006/main">
              <a:ext uri="{FF2B5EF4-FFF2-40B4-BE49-F238E27FC236}">
                <a16:creationId xmlns:a16="http://schemas.microsoft.com/office/drawing/2014/main" id="{E991F018-9C95-43F9-ABF4-059AB9BFB8CD}"/>
              </a:ext>
            </a:extLst>
          </p:cNvPr>
          <p:cNvSpPr>
            <a:spLocks xmlns:a="http://schemas.openxmlformats.org/drawingml/2006/main" noGrp="1"/>
          </p:cNvSpPr>
          <p:nvPr/>
        </p:nvSpPr>
        <p:spPr>
          <a:xfrm xmlns:a="http://schemas.openxmlformats.org/drawingml/2006/main">
            <a:off x="10325386" y="3431381"/>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B</a:t>
            </a:r>
          </a:p>
        </p:txBody>
      </p:sp>
      <p:sp>
        <p:nvSpPr>
          <p:cNvPr id="21" name="">
            <a:extLst xmlns:a="http://schemas.openxmlformats.org/drawingml/2006/main">
              <a:ext uri="{FF2B5EF4-FFF2-40B4-BE49-F238E27FC236}">
                <a16:creationId xmlns:a16="http://schemas.microsoft.com/office/drawing/2014/main" id="{AF2A1ACE-32A0-49C9-8932-25405D597911}"/>
              </a:ext>
            </a:extLst>
          </p:cNvPr>
          <p:cNvSpPr>
            <a:spLocks xmlns:a="http://schemas.openxmlformats.org/drawingml/2006/main" noGrp="1"/>
          </p:cNvSpPr>
          <p:nvPr/>
        </p:nvSpPr>
        <p:spPr>
          <a:xfrm xmlns:a="http://schemas.openxmlformats.org/drawingml/2006/main">
            <a:off x="9358313" y="3342942"/>
            <a:ext cx="1047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66B68"/>
                </a:solidFill>
                <a:latin typeface="Yu Gothic"/>
                <a:ea typeface="Yu Gothic"/>
                <a:cs typeface="Yu Gothic"/>
              </a:defRPr>
            </a:defPPr>
            <a:lvl1pPr algn="l">
              <a:defRPr sz="1650" b="1">
                <a:solidFill>
                  <a:srgbClr val="166B68"/>
                </a:solidFill>
                <a:latin typeface="Yu Gothic"/>
                <a:ea typeface="Yu Gothic"/>
                <a:cs typeface="Yu Gothic"/>
              </a:defRPr>
            </a:lvl1pPr>
            <a:lvl2pPr algn="l">
              <a:defRPr sz="1650" b="1">
                <a:solidFill>
                  <a:srgbClr val="166B68"/>
                </a:solidFill>
                <a:latin typeface="Yu Gothic"/>
                <a:ea typeface="Yu Gothic"/>
                <a:cs typeface="Yu Gothic"/>
              </a:defRPr>
            </a:lvl2pPr>
            <a:lvl3pPr algn="l">
              <a:defRPr sz="1650" b="1">
                <a:solidFill>
                  <a:srgbClr val="166B68"/>
                </a:solidFill>
                <a:latin typeface="Yu Gothic"/>
                <a:ea typeface="Yu Gothic"/>
                <a:cs typeface="Yu Gothic"/>
              </a:defRPr>
            </a:lvl3pPr>
            <a:lvl4pPr algn="l">
              <a:defRPr sz="1650" b="1">
                <a:solidFill>
                  <a:srgbClr val="166B68"/>
                </a:solidFill>
                <a:latin typeface="Yu Gothic"/>
                <a:ea typeface="Yu Gothic"/>
                <a:cs typeface="Yu Gothic"/>
              </a:defRPr>
            </a:lvl4pPr>
            <a:lvl5pPr algn="l">
              <a:defRPr sz="1650" b="1">
                <a:solidFill>
                  <a:srgbClr val="166B68"/>
                </a:solidFill>
                <a:latin typeface="Yu Gothic"/>
                <a:ea typeface="Yu Gothic"/>
                <a:cs typeface="Yu Gothic"/>
              </a:defRPr>
            </a:lvl5pPr>
            <a:lvl6pPr algn="l">
              <a:defRPr sz="1650" b="1">
                <a:solidFill>
                  <a:srgbClr val="166B68"/>
                </a:solidFill>
                <a:latin typeface="Yu Gothic"/>
                <a:ea typeface="Yu Gothic"/>
                <a:cs typeface="Yu Gothic"/>
              </a:defRPr>
            </a:lvl6pPr>
            <a:lvl7pPr algn="l">
              <a:defRPr sz="1650" b="1">
                <a:solidFill>
                  <a:srgbClr val="166B68"/>
                </a:solidFill>
                <a:latin typeface="Yu Gothic"/>
                <a:ea typeface="Yu Gothic"/>
                <a:cs typeface="Yu Gothic"/>
              </a:defRPr>
            </a:lvl7pPr>
            <a:lvl8pPr algn="l">
              <a:defRPr sz="1650" b="1">
                <a:solidFill>
                  <a:srgbClr val="166B68"/>
                </a:solidFill>
                <a:latin typeface="Yu Gothic"/>
                <a:ea typeface="Yu Gothic"/>
                <a:cs typeface="Yu Gothic"/>
              </a:defRPr>
            </a:lvl8pPr>
            <a:lvl9pPr algn="l">
              <a:defRPr sz="1650" b="1">
                <a:solidFill>
                  <a:srgbClr val="166B68"/>
                </a:solidFill>
                <a:latin typeface="Yu Gothic"/>
                <a:ea typeface="Yu Gothic"/>
                <a:cs typeface="Yu Gothic"/>
              </a:defRPr>
            </a:lvl9pPr>
          </a:lstStyle>
          <a:p xmlns:a="http://schemas.openxmlformats.org/drawingml/2006/main">
            <a:pPr algn="l">
              <a:defRPr sz="1650" b="1">
                <a:solidFill>
                  <a:srgbClr val="166B68"/>
                </a:solidFill>
                <a:latin typeface="Yu Gothic"/>
                <a:ea typeface="Yu Gothic"/>
                <a:cs typeface="Yu Gothic"/>
              </a:defRPr>
            </a:pPr>
            <a:r>
              <a:rPr sz="1650" b="1">
                <a:solidFill>
                  <a:srgbClr val="166B68"/>
                </a:solidFill>
                <a:latin typeface="Yu Gothic"/>
                <a:ea typeface="Yu Gothic"/>
                <a:cs typeface="Yu Gothic"/>
              </a:rPr>
              <a:t>60°</a:t>
            </a:r>
          </a:p>
        </p:txBody>
      </p:sp>
    </p:spTree>
    <p:extLst>
      <p:ext uri="{BB962C8B-B14F-4D97-AF65-F5344CB8AC3E}">
        <p14:creationId xmlns:p14="http://schemas.microsoft.com/office/powerpoint/2010/main" val="60481589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54D33A9-18FB-47DF-B120-D5FBF1BEF584}"/>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CFADC71A-C9D4-4DE6-9F01-C15673950818}"/>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4-1 読む｜5–11分</a:t>
            </a:r>
          </a:p>
        </p:txBody>
      </p:sp>
      <p:sp>
        <p:nvSpPr>
          <p:cNvPr id="3" name="">
            <a:extLst xmlns:a="http://schemas.openxmlformats.org/drawingml/2006/main">
              <a:ext uri="{FF2B5EF4-FFF2-40B4-BE49-F238E27FC236}">
                <a16:creationId xmlns:a16="http://schemas.microsoft.com/office/drawing/2014/main" id="{0BDE2CB3-6D1A-4E37-8D3C-9EF13F4520A8}"/>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初期目盛が変わっても、差は同じ</a:t>
            </a:r>
          </a:p>
        </p:txBody>
      </p:sp>
      <p:sp>
        <p:nvSpPr>
          <p:cNvPr id="4" name="">
            <a:extLst xmlns:a="http://schemas.openxmlformats.org/drawingml/2006/main">
              <a:ext uri="{FF2B5EF4-FFF2-40B4-BE49-F238E27FC236}">
                <a16:creationId xmlns:a16="http://schemas.microsoft.com/office/drawing/2014/main" id="{F1CAAC6F-2E30-4C01-B2C2-AD09B3C8656E}"/>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D1F1A2AB-BAC9-4D44-ACEC-8F7B91E7E57F}"/>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0D1DC086-D06C-4EB5-A1E5-BDC4E3C4744E}"/>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07</a:t>
            </a:r>
          </a:p>
        </p:txBody>
      </p:sp>
      <p:sp>
        <p:nvSpPr>
          <p:cNvPr id="7" name="">
            <a:extLst xmlns:a="http://schemas.openxmlformats.org/drawingml/2006/main">
              <a:ext uri="{FF2B5EF4-FFF2-40B4-BE49-F238E27FC236}">
                <a16:creationId xmlns:a16="http://schemas.microsoft.com/office/drawing/2014/main" id="{779F8613-AB92-43C9-9DCB-212A286BE735}"/>
              </a:ext>
            </a:extLst>
          </p:cNvPr>
          <p:cNvSpPr>
            <a:spLocks xmlns:a="http://schemas.openxmlformats.org/drawingml/2006/main" noGrp="1"/>
          </p:cNvSpPr>
          <p:nvPr/>
        </p:nvSpPr>
        <p:spPr>
          <a:xfrm xmlns:a="http://schemas.openxmlformats.org/drawingml/2006/main">
            <a:off x="1143000" y="1714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103°35′−30°10′＝73°25′</a:t>
            </a:r>
          </a:p>
        </p:txBody>
      </p:sp>
      <p:sp>
        <p:nvSpPr>
          <p:cNvPr id="8" name="">
            <a:extLst xmlns:a="http://schemas.openxmlformats.org/drawingml/2006/main">
              <a:ext uri="{FF2B5EF4-FFF2-40B4-BE49-F238E27FC236}">
                <a16:creationId xmlns:a16="http://schemas.microsoft.com/office/drawing/2014/main" id="{E066E1A2-CAD8-471E-9766-4E047B236ED9}"/>
              </a:ext>
            </a:extLst>
          </p:cNvPr>
          <p:cNvSpPr>
            <a:spLocks xmlns:a="http://schemas.openxmlformats.org/drawingml/2006/main" noGrp="1"/>
          </p:cNvSpPr>
          <p:nvPr/>
        </p:nvSpPr>
        <p:spPr>
          <a:xfrm xmlns:a="http://schemas.openxmlformats.org/drawingml/2006/main">
            <a:off x="1143000" y="22860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88°45′−15°20′＝73°25′</a:t>
            </a:r>
          </a:p>
        </p:txBody>
      </p:sp>
      <p:sp>
        <p:nvSpPr>
          <p:cNvPr id="9" name="">
            <a:extLst xmlns:a="http://schemas.openxmlformats.org/drawingml/2006/main">
              <a:ext uri="{FF2B5EF4-FFF2-40B4-BE49-F238E27FC236}">
                <a16:creationId xmlns:a16="http://schemas.microsoft.com/office/drawing/2014/main" id="{EF281DA3-4D4E-4C23-A640-4212F2A0D678}"/>
              </a:ext>
            </a:extLst>
          </p:cNvPr>
          <p:cNvSpPr>
            <a:spLocks xmlns:a="http://schemas.openxmlformats.org/drawingml/2006/main" noGrp="1"/>
          </p:cNvSpPr>
          <p:nvPr/>
        </p:nvSpPr>
        <p:spPr>
          <a:xfrm xmlns:a="http://schemas.openxmlformats.org/drawingml/2006/main">
            <a:off x="781050" y="52197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Bの読定 − Aの読定 ＝ 水平角</a:t>
            </a:r>
          </a:p>
        </p:txBody>
      </p:sp>
    </p:spTree>
    <p:extLst>
      <p:ext uri="{BB962C8B-B14F-4D97-AF65-F5344CB8AC3E}">
        <p14:creationId xmlns:p14="http://schemas.microsoft.com/office/powerpoint/2010/main" val="191335051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E67E2D9-83D0-46E3-B750-7D7C857F9EBE}"/>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FF00BC74-E088-4668-8AFB-9488138536E7}"/>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4-1 読む｜5–11分</a:t>
            </a:r>
          </a:p>
        </p:txBody>
      </p:sp>
      <p:sp>
        <p:nvSpPr>
          <p:cNvPr id="3" name="">
            <a:extLst xmlns:a="http://schemas.openxmlformats.org/drawingml/2006/main">
              <a:ext uri="{FF2B5EF4-FFF2-40B4-BE49-F238E27FC236}">
                <a16:creationId xmlns:a16="http://schemas.microsoft.com/office/drawing/2014/main" id="{BE24F872-C5A6-4EFD-B360-C66BF8131DBD}"/>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角の繰り上がりは60ごと</a:t>
            </a:r>
          </a:p>
        </p:txBody>
      </p:sp>
      <p:sp>
        <p:nvSpPr>
          <p:cNvPr id="4" name="">
            <a:extLst xmlns:a="http://schemas.openxmlformats.org/drawingml/2006/main">
              <a:ext uri="{FF2B5EF4-FFF2-40B4-BE49-F238E27FC236}">
                <a16:creationId xmlns:a16="http://schemas.microsoft.com/office/drawing/2014/main" id="{A49A7046-0D27-4ECF-99CC-653BD39D617E}"/>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51A4E695-22D7-4DF4-8C83-A301D1809FD7}"/>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9E5A4C3A-1306-4FC4-B8EE-A805300F606D}"/>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08</a:t>
            </a:r>
          </a:p>
        </p:txBody>
      </p:sp>
      <p:sp>
        <p:nvSpPr>
          <p:cNvPr id="7" name="">
            <a:extLst xmlns:a="http://schemas.openxmlformats.org/drawingml/2006/main">
              <a:ext uri="{FF2B5EF4-FFF2-40B4-BE49-F238E27FC236}">
                <a16:creationId xmlns:a16="http://schemas.microsoft.com/office/drawing/2014/main" id="{9378C664-7619-4FAD-852F-FC246C09ABB7}"/>
              </a:ext>
            </a:extLst>
          </p:cNvPr>
          <p:cNvSpPr>
            <a:spLocks xmlns:a="http://schemas.openxmlformats.org/drawingml/2006/main" noGrp="1"/>
          </p:cNvSpPr>
          <p:nvPr/>
        </p:nvSpPr>
        <p:spPr>
          <a:xfrm xmlns:a="http://schemas.openxmlformats.org/drawingml/2006/main">
            <a:off x="1143000" y="1714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1°＝60′、1′＝60″</a:t>
            </a:r>
          </a:p>
        </p:txBody>
      </p:sp>
      <p:sp>
        <p:nvSpPr>
          <p:cNvPr id="8" name="">
            <a:extLst xmlns:a="http://schemas.openxmlformats.org/drawingml/2006/main">
              <a:ext uri="{FF2B5EF4-FFF2-40B4-BE49-F238E27FC236}">
                <a16:creationId xmlns:a16="http://schemas.microsoft.com/office/drawing/2014/main" id="{489F187B-4DAD-4F08-A26C-3C8F0A75E160}"/>
              </a:ext>
            </a:extLst>
          </p:cNvPr>
          <p:cNvSpPr>
            <a:spLocks xmlns:a="http://schemas.openxmlformats.org/drawingml/2006/main" noGrp="1"/>
          </p:cNvSpPr>
          <p:nvPr/>
        </p:nvSpPr>
        <p:spPr>
          <a:xfrm xmlns:a="http://schemas.openxmlformats.org/drawingml/2006/main">
            <a:off x="1143000" y="22860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50″＋25″＝75″＝1′15″</a:t>
            </a:r>
          </a:p>
        </p:txBody>
      </p:sp>
      <p:sp>
        <p:nvSpPr>
          <p:cNvPr id="9" name="">
            <a:extLst xmlns:a="http://schemas.openxmlformats.org/drawingml/2006/main">
              <a:ext uri="{FF2B5EF4-FFF2-40B4-BE49-F238E27FC236}">
                <a16:creationId xmlns:a16="http://schemas.microsoft.com/office/drawing/2014/main" id="{92017E26-2694-4590-B591-1D0ED96F8078}"/>
              </a:ext>
            </a:extLst>
          </p:cNvPr>
          <p:cNvSpPr>
            <a:spLocks xmlns:a="http://schemas.openxmlformats.org/drawingml/2006/main" noGrp="1"/>
          </p:cNvSpPr>
          <p:nvPr/>
        </p:nvSpPr>
        <p:spPr>
          <a:xfrm xmlns:a="http://schemas.openxmlformats.org/drawingml/2006/main">
            <a:off x="1143000" y="2857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12°34′50″＋0°26′25″</a:t>
            </a:r>
          </a:p>
        </p:txBody>
      </p:sp>
      <p:sp>
        <p:nvSpPr>
          <p:cNvPr id="10" name="">
            <a:extLst xmlns:a="http://schemas.openxmlformats.org/drawingml/2006/main">
              <a:ext uri="{FF2B5EF4-FFF2-40B4-BE49-F238E27FC236}">
                <a16:creationId xmlns:a16="http://schemas.microsoft.com/office/drawing/2014/main" id="{1B403923-28F3-46F2-9C07-ACBF0BC2FC23}"/>
              </a:ext>
            </a:extLst>
          </p:cNvPr>
          <p:cNvSpPr>
            <a:spLocks xmlns:a="http://schemas.openxmlformats.org/drawingml/2006/main" noGrp="1"/>
          </p:cNvSpPr>
          <p:nvPr/>
        </p:nvSpPr>
        <p:spPr>
          <a:xfrm xmlns:a="http://schemas.openxmlformats.org/drawingml/2006/main">
            <a:off x="781050" y="52197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13°01′15″</a:t>
            </a:r>
          </a:p>
        </p:txBody>
      </p:sp>
    </p:spTree>
    <p:extLst>
      <p:ext uri="{BB962C8B-B14F-4D97-AF65-F5344CB8AC3E}">
        <p14:creationId xmlns:p14="http://schemas.microsoft.com/office/powerpoint/2010/main" val="10323932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DAAE577E-46DC-4983-8480-EB2B0D754A30}"/>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B77DE92B-12E1-4735-9A13-9C91A98B1F81}"/>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4-1 読む｜5–11分</a:t>
            </a:r>
          </a:p>
        </p:txBody>
      </p:sp>
      <p:sp>
        <p:nvSpPr>
          <p:cNvPr id="3" name="">
            <a:extLst xmlns:a="http://schemas.openxmlformats.org/drawingml/2006/main">
              <a:ext uri="{FF2B5EF4-FFF2-40B4-BE49-F238E27FC236}">
                <a16:creationId xmlns:a16="http://schemas.microsoft.com/office/drawing/2014/main" id="{FED683B9-5757-4C51-A466-9A59C3DD129E}"/>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360°をまたぐ差には、一周を足す</a:t>
            </a:r>
          </a:p>
        </p:txBody>
      </p:sp>
      <p:sp>
        <p:nvSpPr>
          <p:cNvPr id="4" name="">
            <a:extLst xmlns:a="http://schemas.openxmlformats.org/drawingml/2006/main">
              <a:ext uri="{FF2B5EF4-FFF2-40B4-BE49-F238E27FC236}">
                <a16:creationId xmlns:a16="http://schemas.microsoft.com/office/drawing/2014/main" id="{5AE0AC18-8F92-4C3E-AFC6-766DE5DFA055}"/>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163D7FB4-CBE7-4B7C-B81C-C90F6EEDDEF7}"/>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CC1D706D-18FF-4828-A97A-114DCFF1EB33}"/>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09</a:t>
            </a:r>
          </a:p>
        </p:txBody>
      </p:sp>
      <p:sp>
        <p:nvSpPr>
          <p:cNvPr id="7" name="">
            <a:extLst xmlns:a="http://schemas.openxmlformats.org/drawingml/2006/main">
              <a:ext uri="{FF2B5EF4-FFF2-40B4-BE49-F238E27FC236}">
                <a16:creationId xmlns:a16="http://schemas.microsoft.com/office/drawing/2014/main" id="{F1F5052D-41CC-4570-B6CA-D844A43459F3}"/>
              </a:ext>
            </a:extLst>
          </p:cNvPr>
          <p:cNvSpPr>
            <a:spLocks xmlns:a="http://schemas.openxmlformats.org/drawingml/2006/main" noGrp="1"/>
          </p:cNvSpPr>
          <p:nvPr/>
        </p:nvSpPr>
        <p:spPr>
          <a:xfrm xmlns:a="http://schemas.openxmlformats.org/drawingml/2006/main">
            <a:off x="1143000" y="1714500"/>
            <a:ext cx="4819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B−A＝20°−350°＝−330°</a:t>
            </a:r>
          </a:p>
        </p:txBody>
      </p:sp>
      <p:sp>
        <p:nvSpPr>
          <p:cNvPr id="8" name="">
            <a:extLst xmlns:a="http://schemas.openxmlformats.org/drawingml/2006/main">
              <a:ext uri="{FF2B5EF4-FFF2-40B4-BE49-F238E27FC236}">
                <a16:creationId xmlns:a16="http://schemas.microsoft.com/office/drawing/2014/main" id="{4416D8F2-DE14-48BD-AAE5-9EC5414543C1}"/>
              </a:ext>
            </a:extLst>
          </p:cNvPr>
          <p:cNvSpPr>
            <a:spLocks xmlns:a="http://schemas.openxmlformats.org/drawingml/2006/main" noGrp="1"/>
          </p:cNvSpPr>
          <p:nvPr/>
        </p:nvSpPr>
        <p:spPr>
          <a:xfrm xmlns:a="http://schemas.openxmlformats.org/drawingml/2006/main">
            <a:off x="1143000" y="2286000"/>
            <a:ext cx="4819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負なら360°を加える</a:t>
            </a:r>
          </a:p>
        </p:txBody>
      </p:sp>
      <p:sp>
        <p:nvSpPr>
          <p:cNvPr id="9" name="">
            <a:extLst xmlns:a="http://schemas.openxmlformats.org/drawingml/2006/main">
              <a:ext uri="{FF2B5EF4-FFF2-40B4-BE49-F238E27FC236}">
                <a16:creationId xmlns:a16="http://schemas.microsoft.com/office/drawing/2014/main" id="{893D2413-E123-4DF1-9299-34A9C20680F3}"/>
              </a:ext>
            </a:extLst>
          </p:cNvPr>
          <p:cNvSpPr>
            <a:spLocks xmlns:a="http://schemas.openxmlformats.org/drawingml/2006/main" noGrp="1"/>
          </p:cNvSpPr>
          <p:nvPr/>
        </p:nvSpPr>
        <p:spPr>
          <a:xfrm xmlns:a="http://schemas.openxmlformats.org/drawingml/2006/main">
            <a:off x="781050" y="5219700"/>
            <a:ext cx="51911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時計回りの角は30°</a:t>
            </a:r>
          </a:p>
        </p:txBody>
      </p:sp>
      <p:sp>
        <p:nvSpPr>
          <p:cNvPr id="10" name="">
            <a:extLst xmlns:a="http://schemas.openxmlformats.org/drawingml/2006/main">
              <a:ext uri="{FF2B5EF4-FFF2-40B4-BE49-F238E27FC236}">
                <a16:creationId xmlns:a16="http://schemas.microsoft.com/office/drawing/2014/main" id="{79850F46-0542-426B-BB6E-BDDB2640D7DB}"/>
              </a:ext>
            </a:extLst>
          </p:cNvPr>
          <p:cNvSpPr>
            <a:spLocks xmlns:a="http://schemas.openxmlformats.org/drawingml/2006/main" noGrp="1"/>
          </p:cNvSpPr>
          <p:nvPr/>
        </p:nvSpPr>
        <p:spPr>
          <a:xfrm xmlns:a="http://schemas.openxmlformats.org/drawingml/2006/main">
            <a:off x="7524750" y="2676525"/>
            <a:ext cx="2476500" cy="2476500"/>
          </a:xfrm>
          <a:prstGeom xmlns:a="http://schemas.openxmlformats.org/drawingml/2006/main" prst="ellipse">
            <a:avLst/>
          </a:prstGeom>
          <a:noFill xmlns:a="http://schemas.openxmlformats.org/drawingml/2006/main"/>
          <a:ln xmlns:a="http://schemas.openxmlformats.org/drawingml/2006/main" w="28575">
            <a:solidFill>
              <a:srgbClr val="CFD9DD"/>
            </a:solidFill>
            <a:prstDash val="solid"/>
          </a:ln>
        </p:spPr>
      </p:sp>
      <p:sp>
        <p:nvSpPr>
          <p:cNvPr id="11" name="">
            <a:extLst xmlns:a="http://schemas.openxmlformats.org/drawingml/2006/main">
              <a:ext uri="{FF2B5EF4-FFF2-40B4-BE49-F238E27FC236}">
                <a16:creationId xmlns:a16="http://schemas.microsoft.com/office/drawing/2014/main" id="{C1D65ABA-C318-4B19-A109-5232D426AE1C}"/>
              </a:ext>
            </a:extLst>
          </p:cNvPr>
          <p:cNvSpPr>
            <a:spLocks xmlns:a="http://schemas.openxmlformats.org/drawingml/2006/main" noGrp="1"/>
          </p:cNvSpPr>
          <p:nvPr/>
        </p:nvSpPr>
        <p:spPr>
          <a:xfrm xmlns:a="http://schemas.openxmlformats.org/drawingml/2006/main">
            <a:off x="8547980" y="2695337"/>
            <a:ext cx="215020" cy="1219438"/>
          </a:xfrm>
          <a:custGeom xmlns:a="http://schemas.openxmlformats.org/drawingml/2006/main">
            <a:pathLst>
              <a:path w="215020" h="1219438">
                <a:moveTo>
                  <a:pt x="215020" y="1219438"/>
                </a:moveTo>
                <a:lnTo>
                  <a:pt x="0" y="0"/>
                </a:lnTo>
              </a:path>
            </a:pathLst>
          </a:custGeom>
          <a:noFill xmlns:a="http://schemas.openxmlformats.org/drawingml/2006/main"/>
          <a:ln xmlns:a="http://schemas.openxmlformats.org/drawingml/2006/main" w="28575">
            <a:solidFill>
              <a:srgbClr val="182B33"/>
            </a:solidFill>
            <a:prstDash val="solid"/>
          </a:ln>
        </p:spPr>
      </p:sp>
      <p:sp>
        <p:nvSpPr>
          <p:cNvPr id="12" name="">
            <a:extLst xmlns:a="http://schemas.openxmlformats.org/drawingml/2006/main">
              <a:ext uri="{FF2B5EF4-FFF2-40B4-BE49-F238E27FC236}">
                <a16:creationId xmlns:a16="http://schemas.microsoft.com/office/drawing/2014/main" id="{3543084D-5C57-4E11-A1F3-B76B64C062D6}"/>
              </a:ext>
            </a:extLst>
          </p:cNvPr>
          <p:cNvSpPr>
            <a:spLocks xmlns:a="http://schemas.openxmlformats.org/drawingml/2006/main" noGrp="1"/>
          </p:cNvSpPr>
          <p:nvPr/>
        </p:nvSpPr>
        <p:spPr>
          <a:xfrm xmlns:a="http://schemas.openxmlformats.org/drawingml/2006/main">
            <a:off x="8763000" y="2751201"/>
            <a:ext cx="423506" cy="1163574"/>
          </a:xfrm>
          <a:custGeom xmlns:a="http://schemas.openxmlformats.org/drawingml/2006/main">
            <a:pathLst>
              <a:path w="423506" h="1163574">
                <a:moveTo>
                  <a:pt x="0" y="1163574"/>
                </a:moveTo>
                <a:lnTo>
                  <a:pt x="423506" y="0"/>
                </a:lnTo>
              </a:path>
            </a:pathLst>
          </a:custGeom>
          <a:noFill xmlns:a="http://schemas.openxmlformats.org/drawingml/2006/main"/>
          <a:ln xmlns:a="http://schemas.openxmlformats.org/drawingml/2006/main" w="28575">
            <a:solidFill>
              <a:srgbClr val="182B33"/>
            </a:solidFill>
            <a:prstDash val="solid"/>
          </a:ln>
        </p:spPr>
      </p:sp>
      <p:sp>
        <p:nvSpPr>
          <p:cNvPr id="13" name="">
            <a:extLst xmlns:a="http://schemas.openxmlformats.org/drawingml/2006/main">
              <a:ext uri="{FF2B5EF4-FFF2-40B4-BE49-F238E27FC236}">
                <a16:creationId xmlns:a16="http://schemas.microsoft.com/office/drawing/2014/main" id="{7D7C5118-D82C-43E0-B349-CF59D672A99A}"/>
              </a:ext>
            </a:extLst>
          </p:cNvPr>
          <p:cNvSpPr>
            <a:spLocks xmlns:a="http://schemas.openxmlformats.org/drawingml/2006/main" noGrp="1"/>
          </p:cNvSpPr>
          <p:nvPr/>
        </p:nvSpPr>
        <p:spPr>
          <a:xfrm xmlns:a="http://schemas.openxmlformats.org/drawingml/2006/main">
            <a:off x="8629688" y="3147177"/>
            <a:ext cx="395886" cy="46182"/>
          </a:xfrm>
          <a:custGeom xmlns:a="http://schemas.openxmlformats.org/drawingml/2006/main">
            <a:pathLst>
              <a:path w="395886" h="46182">
                <a:moveTo>
                  <a:pt x="0" y="11546"/>
                </a:moveTo>
                <a:lnTo>
                  <a:pt x="39751" y="5606"/>
                </a:lnTo>
                <a:lnTo>
                  <a:pt x="79759" y="1753"/>
                </a:lnTo>
                <a:lnTo>
                  <a:pt x="119914" y="0"/>
                </a:lnTo>
                <a:lnTo>
                  <a:pt x="160105" y="351"/>
                </a:lnTo>
                <a:lnTo>
                  <a:pt x="200223" y="2804"/>
                </a:lnTo>
                <a:lnTo>
                  <a:pt x="240158" y="7354"/>
                </a:lnTo>
                <a:lnTo>
                  <a:pt x="279799" y="13988"/>
                </a:lnTo>
                <a:lnTo>
                  <a:pt x="319039" y="22687"/>
                </a:lnTo>
                <a:lnTo>
                  <a:pt x="357770" y="33429"/>
                </a:lnTo>
                <a:lnTo>
                  <a:pt x="395886" y="46182"/>
                </a:lnTo>
              </a:path>
            </a:pathLst>
          </a:custGeom>
          <a:noFill xmlns:a="http://schemas.openxmlformats.org/drawingml/2006/main"/>
          <a:ln xmlns:a="http://schemas.openxmlformats.org/drawingml/2006/main" w="47625">
            <a:solidFill>
              <a:srgbClr val="166B68"/>
            </a:solidFill>
            <a:prstDash val="solid"/>
          </a:ln>
        </p:spPr>
      </p:sp>
      <p:sp>
        <p:nvSpPr>
          <p:cNvPr id="14" name="">
            <a:extLst xmlns:a="http://schemas.openxmlformats.org/drawingml/2006/main">
              <a:ext uri="{FF2B5EF4-FFF2-40B4-BE49-F238E27FC236}">
                <a16:creationId xmlns:a16="http://schemas.microsoft.com/office/drawing/2014/main" id="{4DAA6BB3-76C9-4503-A5A6-DA28A2704500}"/>
              </a:ext>
            </a:extLst>
          </p:cNvPr>
          <p:cNvSpPr>
            <a:spLocks xmlns:a="http://schemas.openxmlformats.org/drawingml/2006/main" noGrp="1"/>
          </p:cNvSpPr>
          <p:nvPr/>
        </p:nvSpPr>
        <p:spPr>
          <a:xfrm xmlns:a="http://schemas.openxmlformats.org/drawingml/2006/main">
            <a:off x="8490830" y="2638187"/>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5" name="">
            <a:extLst xmlns:a="http://schemas.openxmlformats.org/drawingml/2006/main">
              <a:ext uri="{FF2B5EF4-FFF2-40B4-BE49-F238E27FC236}">
                <a16:creationId xmlns:a16="http://schemas.microsoft.com/office/drawing/2014/main" id="{423FE892-65D8-4ADD-B915-21138E456968}"/>
              </a:ext>
            </a:extLst>
          </p:cNvPr>
          <p:cNvSpPr>
            <a:spLocks xmlns:a="http://schemas.openxmlformats.org/drawingml/2006/main" noGrp="1"/>
          </p:cNvSpPr>
          <p:nvPr/>
        </p:nvSpPr>
        <p:spPr>
          <a:xfrm xmlns:a="http://schemas.openxmlformats.org/drawingml/2006/main">
            <a:off x="7814555" y="2619137"/>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350°</a:t>
            </a:r>
          </a:p>
        </p:txBody>
      </p:sp>
      <p:sp>
        <p:nvSpPr>
          <p:cNvPr id="16" name="">
            <a:extLst xmlns:a="http://schemas.openxmlformats.org/drawingml/2006/main">
              <a:ext uri="{FF2B5EF4-FFF2-40B4-BE49-F238E27FC236}">
                <a16:creationId xmlns:a16="http://schemas.microsoft.com/office/drawing/2014/main" id="{336FA1E5-7C04-4AFA-9CEE-6EF6F1040E7B}"/>
              </a:ext>
            </a:extLst>
          </p:cNvPr>
          <p:cNvSpPr>
            <a:spLocks xmlns:a="http://schemas.openxmlformats.org/drawingml/2006/main" noGrp="1"/>
          </p:cNvSpPr>
          <p:nvPr/>
        </p:nvSpPr>
        <p:spPr>
          <a:xfrm xmlns:a="http://schemas.openxmlformats.org/drawingml/2006/main">
            <a:off x="9129356" y="2694051"/>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7" name="">
            <a:extLst xmlns:a="http://schemas.openxmlformats.org/drawingml/2006/main">
              <a:ext uri="{FF2B5EF4-FFF2-40B4-BE49-F238E27FC236}">
                <a16:creationId xmlns:a16="http://schemas.microsoft.com/office/drawing/2014/main" id="{2A3AE1CD-A790-4914-90E6-3CCD08524FB5}"/>
              </a:ext>
            </a:extLst>
          </p:cNvPr>
          <p:cNvSpPr>
            <a:spLocks xmlns:a="http://schemas.openxmlformats.org/drawingml/2006/main" noGrp="1"/>
          </p:cNvSpPr>
          <p:nvPr/>
        </p:nvSpPr>
        <p:spPr>
          <a:xfrm xmlns:a="http://schemas.openxmlformats.org/drawingml/2006/main">
            <a:off x="9272231" y="2655951"/>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20°</a:t>
            </a:r>
          </a:p>
        </p:txBody>
      </p:sp>
      <p:sp>
        <p:nvSpPr>
          <p:cNvPr id="18" name="">
            <a:extLst xmlns:a="http://schemas.openxmlformats.org/drawingml/2006/main">
              <a:ext uri="{FF2B5EF4-FFF2-40B4-BE49-F238E27FC236}">
                <a16:creationId xmlns:a16="http://schemas.microsoft.com/office/drawing/2014/main" id="{6ACB28FF-F5EE-4CE8-B9BE-AE617CB597B9}"/>
              </a:ext>
            </a:extLst>
          </p:cNvPr>
          <p:cNvSpPr>
            <a:spLocks xmlns:a="http://schemas.openxmlformats.org/drawingml/2006/main" noGrp="1"/>
          </p:cNvSpPr>
          <p:nvPr/>
        </p:nvSpPr>
        <p:spPr>
          <a:xfrm xmlns:a="http://schemas.openxmlformats.org/drawingml/2006/main">
            <a:off x="8210550" y="1714500"/>
            <a:ext cx="1104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52616A"/>
                </a:solidFill>
                <a:latin typeface="Yu Gothic"/>
                <a:ea typeface="Yu Gothic"/>
                <a:cs typeface="Yu Gothic"/>
              </a:defRPr>
            </a:defPPr>
            <a:lvl1pPr algn="ctr">
              <a:defRPr sz="1650" b="1">
                <a:solidFill>
                  <a:srgbClr val="52616A"/>
                </a:solidFill>
                <a:latin typeface="Yu Gothic"/>
                <a:ea typeface="Yu Gothic"/>
                <a:cs typeface="Yu Gothic"/>
              </a:defRPr>
            </a:lvl1pPr>
            <a:lvl2pPr algn="ctr">
              <a:defRPr sz="1650" b="1">
                <a:solidFill>
                  <a:srgbClr val="52616A"/>
                </a:solidFill>
                <a:latin typeface="Yu Gothic"/>
                <a:ea typeface="Yu Gothic"/>
                <a:cs typeface="Yu Gothic"/>
              </a:defRPr>
            </a:lvl2pPr>
            <a:lvl3pPr algn="ctr">
              <a:defRPr sz="1650" b="1">
                <a:solidFill>
                  <a:srgbClr val="52616A"/>
                </a:solidFill>
                <a:latin typeface="Yu Gothic"/>
                <a:ea typeface="Yu Gothic"/>
                <a:cs typeface="Yu Gothic"/>
              </a:defRPr>
            </a:lvl3pPr>
            <a:lvl4pPr algn="ctr">
              <a:defRPr sz="1650" b="1">
                <a:solidFill>
                  <a:srgbClr val="52616A"/>
                </a:solidFill>
                <a:latin typeface="Yu Gothic"/>
                <a:ea typeface="Yu Gothic"/>
                <a:cs typeface="Yu Gothic"/>
              </a:defRPr>
            </a:lvl4pPr>
            <a:lvl5pPr algn="ctr">
              <a:defRPr sz="1650" b="1">
                <a:solidFill>
                  <a:srgbClr val="52616A"/>
                </a:solidFill>
                <a:latin typeface="Yu Gothic"/>
                <a:ea typeface="Yu Gothic"/>
                <a:cs typeface="Yu Gothic"/>
              </a:defRPr>
            </a:lvl5pPr>
            <a:lvl6pPr algn="ctr">
              <a:defRPr sz="1650" b="1">
                <a:solidFill>
                  <a:srgbClr val="52616A"/>
                </a:solidFill>
                <a:latin typeface="Yu Gothic"/>
                <a:ea typeface="Yu Gothic"/>
                <a:cs typeface="Yu Gothic"/>
              </a:defRPr>
            </a:lvl6pPr>
            <a:lvl7pPr algn="ctr">
              <a:defRPr sz="1650" b="1">
                <a:solidFill>
                  <a:srgbClr val="52616A"/>
                </a:solidFill>
                <a:latin typeface="Yu Gothic"/>
                <a:ea typeface="Yu Gothic"/>
                <a:cs typeface="Yu Gothic"/>
              </a:defRPr>
            </a:lvl7pPr>
            <a:lvl8pPr algn="ctr">
              <a:defRPr sz="1650" b="1">
                <a:solidFill>
                  <a:srgbClr val="52616A"/>
                </a:solidFill>
                <a:latin typeface="Yu Gothic"/>
                <a:ea typeface="Yu Gothic"/>
                <a:cs typeface="Yu Gothic"/>
              </a:defRPr>
            </a:lvl8pPr>
            <a:lvl9pPr algn="ctr">
              <a:defRPr sz="1650" b="1">
                <a:solidFill>
                  <a:srgbClr val="52616A"/>
                </a:solidFill>
                <a:latin typeface="Yu Gothic"/>
                <a:ea typeface="Yu Gothic"/>
                <a:cs typeface="Yu Gothic"/>
              </a:defRPr>
            </a:lvl9pPr>
          </a:lstStyle>
          <a:p xmlns:a="http://schemas.openxmlformats.org/drawingml/2006/main">
            <a:pPr algn="ctr">
              <a:defRPr sz="1650" b="1">
                <a:solidFill>
                  <a:srgbClr val="52616A"/>
                </a:solidFill>
                <a:latin typeface="Yu Gothic"/>
                <a:ea typeface="Yu Gothic"/>
                <a:cs typeface="Yu Gothic"/>
              </a:defRPr>
            </a:pPr>
            <a:r>
              <a:rPr sz="1650" b="1">
                <a:solidFill>
                  <a:srgbClr val="52616A"/>
                </a:solidFill>
                <a:latin typeface="Yu Gothic"/>
                <a:ea typeface="Yu Gothic"/>
                <a:cs typeface="Yu Gothic"/>
              </a:rPr>
              <a:t>0° / 360°</a:t>
            </a:r>
          </a:p>
        </p:txBody>
      </p:sp>
      <p:sp>
        <p:nvSpPr>
          <p:cNvPr id="19" name="">
            <a:extLst xmlns:a="http://schemas.openxmlformats.org/drawingml/2006/main">
              <a:ext uri="{FF2B5EF4-FFF2-40B4-BE49-F238E27FC236}">
                <a16:creationId xmlns:a16="http://schemas.microsoft.com/office/drawing/2014/main" id="{9CA12640-8F36-4A26-B78F-7432B1731FA1}"/>
              </a:ext>
            </a:extLst>
          </p:cNvPr>
          <p:cNvSpPr>
            <a:spLocks xmlns:a="http://schemas.openxmlformats.org/drawingml/2006/main" noGrp="1"/>
          </p:cNvSpPr>
          <p:nvPr/>
        </p:nvSpPr>
        <p:spPr>
          <a:xfrm xmlns:a="http://schemas.openxmlformats.org/drawingml/2006/main">
            <a:off x="9382125" y="329565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66B68"/>
                </a:solidFill>
                <a:latin typeface="Yu Gothic"/>
                <a:ea typeface="Yu Gothic"/>
                <a:cs typeface="Yu Gothic"/>
              </a:defRPr>
            </a:defPPr>
            <a:lvl1pPr algn="ctr">
              <a:defRPr sz="1650" b="1">
                <a:solidFill>
                  <a:srgbClr val="166B68"/>
                </a:solidFill>
                <a:latin typeface="Yu Gothic"/>
                <a:ea typeface="Yu Gothic"/>
                <a:cs typeface="Yu Gothic"/>
              </a:defRPr>
            </a:lvl1pPr>
            <a:lvl2pPr algn="ctr">
              <a:defRPr sz="1650" b="1">
                <a:solidFill>
                  <a:srgbClr val="166B68"/>
                </a:solidFill>
                <a:latin typeface="Yu Gothic"/>
                <a:ea typeface="Yu Gothic"/>
                <a:cs typeface="Yu Gothic"/>
              </a:defRPr>
            </a:lvl2pPr>
            <a:lvl3pPr algn="ctr">
              <a:defRPr sz="1650" b="1">
                <a:solidFill>
                  <a:srgbClr val="166B68"/>
                </a:solidFill>
                <a:latin typeface="Yu Gothic"/>
                <a:ea typeface="Yu Gothic"/>
                <a:cs typeface="Yu Gothic"/>
              </a:defRPr>
            </a:lvl3pPr>
            <a:lvl4pPr algn="ctr">
              <a:defRPr sz="1650" b="1">
                <a:solidFill>
                  <a:srgbClr val="166B68"/>
                </a:solidFill>
                <a:latin typeface="Yu Gothic"/>
                <a:ea typeface="Yu Gothic"/>
                <a:cs typeface="Yu Gothic"/>
              </a:defRPr>
            </a:lvl4pPr>
            <a:lvl5pPr algn="ctr">
              <a:defRPr sz="1650" b="1">
                <a:solidFill>
                  <a:srgbClr val="166B68"/>
                </a:solidFill>
                <a:latin typeface="Yu Gothic"/>
                <a:ea typeface="Yu Gothic"/>
                <a:cs typeface="Yu Gothic"/>
              </a:defRPr>
            </a:lvl5pPr>
            <a:lvl6pPr algn="ctr">
              <a:defRPr sz="1650" b="1">
                <a:solidFill>
                  <a:srgbClr val="166B68"/>
                </a:solidFill>
                <a:latin typeface="Yu Gothic"/>
                <a:ea typeface="Yu Gothic"/>
                <a:cs typeface="Yu Gothic"/>
              </a:defRPr>
            </a:lvl6pPr>
            <a:lvl7pPr algn="ctr">
              <a:defRPr sz="1650" b="1">
                <a:solidFill>
                  <a:srgbClr val="166B68"/>
                </a:solidFill>
                <a:latin typeface="Yu Gothic"/>
                <a:ea typeface="Yu Gothic"/>
                <a:cs typeface="Yu Gothic"/>
              </a:defRPr>
            </a:lvl7pPr>
            <a:lvl8pPr algn="ctr">
              <a:defRPr sz="1650" b="1">
                <a:solidFill>
                  <a:srgbClr val="166B68"/>
                </a:solidFill>
                <a:latin typeface="Yu Gothic"/>
                <a:ea typeface="Yu Gothic"/>
                <a:cs typeface="Yu Gothic"/>
              </a:defRPr>
            </a:lvl8pPr>
            <a:lvl9pPr algn="ctr">
              <a:defRPr sz="1650" b="1">
                <a:solidFill>
                  <a:srgbClr val="166B68"/>
                </a:solidFill>
                <a:latin typeface="Yu Gothic"/>
                <a:ea typeface="Yu Gothic"/>
                <a:cs typeface="Yu Gothic"/>
              </a:defRPr>
            </a:lvl9pPr>
          </a:lstStyle>
          <a:p xmlns:a="http://schemas.openxmlformats.org/drawingml/2006/main">
            <a:pPr algn="ctr">
              <a:defRPr sz="1650" b="1">
                <a:solidFill>
                  <a:srgbClr val="166B68"/>
                </a:solidFill>
                <a:latin typeface="Yu Gothic"/>
                <a:ea typeface="Yu Gothic"/>
                <a:cs typeface="Yu Gothic"/>
              </a:defRPr>
            </a:pPr>
            <a:r>
              <a:rPr sz="1650" b="1">
                <a:solidFill>
                  <a:srgbClr val="166B68"/>
                </a:solidFill>
                <a:latin typeface="Yu Gothic"/>
                <a:ea typeface="Yu Gothic"/>
                <a:cs typeface="Yu Gothic"/>
              </a:rPr>
              <a:t>30°</a:t>
            </a:r>
          </a:p>
        </p:txBody>
      </p:sp>
      <p:sp>
        <p:nvSpPr>
          <p:cNvPr id="20" name="">
            <a:extLst xmlns:a="http://schemas.openxmlformats.org/drawingml/2006/main">
              <a:ext uri="{FF2B5EF4-FFF2-40B4-BE49-F238E27FC236}">
                <a16:creationId xmlns:a16="http://schemas.microsoft.com/office/drawing/2014/main" id="{FB013A23-8AC3-4EE4-9FDF-0BE8D0D19A23}"/>
              </a:ext>
            </a:extLst>
          </p:cNvPr>
          <p:cNvSpPr>
            <a:spLocks xmlns:a="http://schemas.openxmlformats.org/drawingml/2006/main" noGrp="1"/>
          </p:cNvSpPr>
          <p:nvPr/>
        </p:nvSpPr>
        <p:spPr>
          <a:xfrm xmlns:a="http://schemas.openxmlformats.org/drawingml/2006/main">
            <a:off x="8909217" y="3151008"/>
            <a:ext cx="116357" cy="42351"/>
          </a:xfrm>
          <a:custGeom xmlns:a="http://schemas.openxmlformats.org/drawingml/2006/main">
            <a:pathLst>
              <a:path w="116357" h="42351">
                <a:moveTo>
                  <a:pt x="0" y="0"/>
                </a:moveTo>
                <a:lnTo>
                  <a:pt x="116357" y="42351"/>
                </a:lnTo>
              </a:path>
            </a:pathLst>
          </a:custGeom>
          <a:noFill xmlns:a="http://schemas.openxmlformats.org/drawingml/2006/main"/>
          <a:ln xmlns:a="http://schemas.openxmlformats.org/drawingml/2006/main" w="28575">
            <a:solidFill>
              <a:srgbClr val="166B68"/>
            </a:solidFill>
            <a:prstDash val="solid"/>
          </a:ln>
        </p:spPr>
      </p:sp>
      <p:sp>
        <p:nvSpPr>
          <p:cNvPr id="21" name="">
            <a:extLst xmlns:a="http://schemas.openxmlformats.org/drawingml/2006/main">
              <a:ext uri="{FF2B5EF4-FFF2-40B4-BE49-F238E27FC236}">
                <a16:creationId xmlns:a16="http://schemas.microsoft.com/office/drawing/2014/main" id="{48B5F734-AE4C-443D-956E-8634A65008C5}"/>
              </a:ext>
            </a:extLst>
          </p:cNvPr>
          <p:cNvSpPr>
            <a:spLocks xmlns:a="http://schemas.openxmlformats.org/drawingml/2006/main" noGrp="1"/>
          </p:cNvSpPr>
          <p:nvPr/>
        </p:nvSpPr>
        <p:spPr>
          <a:xfrm xmlns:a="http://schemas.openxmlformats.org/drawingml/2006/main">
            <a:off x="8932240" y="3118802"/>
            <a:ext cx="93334" cy="93567"/>
          </a:xfrm>
          <a:custGeom xmlns:a="http://schemas.openxmlformats.org/drawingml/2006/main">
            <a:pathLst>
              <a:path w="93334" h="93567">
                <a:moveTo>
                  <a:pt x="0" y="93567"/>
                </a:moveTo>
                <a:lnTo>
                  <a:pt x="93334" y="74557"/>
                </a:lnTo>
                <a:lnTo>
                  <a:pt x="34056" y="0"/>
                </a:lnTo>
              </a:path>
            </a:pathLst>
          </a:custGeom>
          <a:noFill xmlns:a="http://schemas.openxmlformats.org/drawingml/2006/main"/>
          <a:ln xmlns:a="http://schemas.openxmlformats.org/drawingml/2006/main" w="28575">
            <a:solidFill>
              <a:srgbClr val="166B68"/>
            </a:solidFill>
            <a:prstDash val="solid"/>
          </a:ln>
        </p:spPr>
      </p:sp>
    </p:spTree>
    <p:extLst>
      <p:ext uri="{BB962C8B-B14F-4D97-AF65-F5344CB8AC3E}">
        <p14:creationId xmlns:p14="http://schemas.microsoft.com/office/powerpoint/2010/main" val="136049056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677D02A-A8A6-4890-8244-8EBF023EE66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5A9D9483-EF49-4D63-BABD-37DAB4183B94}"/>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4-1 読む｜5–11分</a:t>
            </a:r>
          </a:p>
        </p:txBody>
      </p:sp>
      <p:sp>
        <p:nvSpPr>
          <p:cNvPr id="3" name="">
            <a:extLst xmlns:a="http://schemas.openxmlformats.org/drawingml/2006/main">
              <a:ext uri="{FF2B5EF4-FFF2-40B4-BE49-F238E27FC236}">
                <a16:creationId xmlns:a16="http://schemas.microsoft.com/office/drawing/2014/main" id="{12D1524A-9B6B-4CE5-A7F8-45D65F220D14}"/>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同じ点なら、既知の向きに足せる</a:t>
            </a:r>
          </a:p>
        </p:txBody>
      </p:sp>
      <p:sp>
        <p:nvSpPr>
          <p:cNvPr id="4" name="">
            <a:extLst xmlns:a="http://schemas.openxmlformats.org/drawingml/2006/main">
              <a:ext uri="{FF2B5EF4-FFF2-40B4-BE49-F238E27FC236}">
                <a16:creationId xmlns:a16="http://schemas.microsoft.com/office/drawing/2014/main" id="{E89AA730-AE1F-4077-98BE-7C7E1BAB311A}"/>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4C04D8FC-7ED8-46EB-B203-268103090FE6}"/>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CAC615A7-ECFD-4E71-8CD6-C31F149F2557}"/>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10</a:t>
            </a:r>
          </a:p>
        </p:txBody>
      </p:sp>
      <p:sp>
        <p:nvSpPr>
          <p:cNvPr id="7" name="">
            <a:extLst xmlns:a="http://schemas.openxmlformats.org/drawingml/2006/main">
              <a:ext uri="{FF2B5EF4-FFF2-40B4-BE49-F238E27FC236}">
                <a16:creationId xmlns:a16="http://schemas.microsoft.com/office/drawing/2014/main" id="{FBE7F144-E735-4B3F-9163-8459BB777825}"/>
              </a:ext>
            </a:extLst>
          </p:cNvPr>
          <p:cNvSpPr>
            <a:spLocks xmlns:a="http://schemas.openxmlformats.org/drawingml/2006/main" noGrp="1"/>
          </p:cNvSpPr>
          <p:nvPr/>
        </p:nvSpPr>
        <p:spPr>
          <a:xfrm xmlns:a="http://schemas.openxmlformats.org/drawingml/2006/main">
            <a:off x="1143000" y="1714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O→Aの方向角＝40°</a:t>
            </a:r>
          </a:p>
        </p:txBody>
      </p:sp>
      <p:sp>
        <p:nvSpPr>
          <p:cNvPr id="8" name="">
            <a:extLst xmlns:a="http://schemas.openxmlformats.org/drawingml/2006/main">
              <a:ext uri="{FF2B5EF4-FFF2-40B4-BE49-F238E27FC236}">
                <a16:creationId xmlns:a16="http://schemas.microsoft.com/office/drawing/2014/main" id="{3B1A19B7-0B95-430C-BD81-49B6868F04CC}"/>
              </a:ext>
            </a:extLst>
          </p:cNvPr>
          <p:cNvSpPr>
            <a:spLocks xmlns:a="http://schemas.openxmlformats.org/drawingml/2006/main" noGrp="1"/>
          </p:cNvSpPr>
          <p:nvPr/>
        </p:nvSpPr>
        <p:spPr>
          <a:xfrm xmlns:a="http://schemas.openxmlformats.org/drawingml/2006/main">
            <a:off x="1143000" y="22860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OでA→Bの右回り角＝70°</a:t>
            </a:r>
          </a:p>
        </p:txBody>
      </p:sp>
      <p:sp>
        <p:nvSpPr>
          <p:cNvPr id="9" name="">
            <a:extLst xmlns:a="http://schemas.openxmlformats.org/drawingml/2006/main">
              <a:ext uri="{FF2B5EF4-FFF2-40B4-BE49-F238E27FC236}">
                <a16:creationId xmlns:a16="http://schemas.microsoft.com/office/drawing/2014/main" id="{E5F1E1EA-2F12-4018-A647-FE00A69A9ED5}"/>
              </a:ext>
            </a:extLst>
          </p:cNvPr>
          <p:cNvSpPr>
            <a:spLocks xmlns:a="http://schemas.openxmlformats.org/drawingml/2006/main" noGrp="1"/>
          </p:cNvSpPr>
          <p:nvPr/>
        </p:nvSpPr>
        <p:spPr>
          <a:xfrm xmlns:a="http://schemas.openxmlformats.org/drawingml/2006/main">
            <a:off x="1143000" y="2857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O→Bの方向角＝40°＋70°</a:t>
            </a:r>
          </a:p>
        </p:txBody>
      </p:sp>
      <p:sp>
        <p:nvSpPr>
          <p:cNvPr id="10" name="">
            <a:extLst xmlns:a="http://schemas.openxmlformats.org/drawingml/2006/main">
              <a:ext uri="{FF2B5EF4-FFF2-40B4-BE49-F238E27FC236}">
                <a16:creationId xmlns:a16="http://schemas.microsoft.com/office/drawing/2014/main" id="{F30FF088-18D4-46F8-A84F-AB6DB959F25F}"/>
              </a:ext>
            </a:extLst>
          </p:cNvPr>
          <p:cNvSpPr>
            <a:spLocks xmlns:a="http://schemas.openxmlformats.org/drawingml/2006/main" noGrp="1"/>
          </p:cNvSpPr>
          <p:nvPr/>
        </p:nvSpPr>
        <p:spPr>
          <a:xfrm xmlns:a="http://schemas.openxmlformats.org/drawingml/2006/main">
            <a:off x="781050" y="52197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110°</a:t>
            </a:r>
          </a:p>
        </p:txBody>
      </p:sp>
    </p:spTree>
    <p:extLst>
      <p:ext uri="{BB962C8B-B14F-4D97-AF65-F5344CB8AC3E}">
        <p14:creationId xmlns:p14="http://schemas.microsoft.com/office/powerpoint/2010/main" val="3399722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D4F1AFC-A566-4A3C-B083-2E3D503132B8}"/>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5ABEFABC-8322-4C24-82B1-FC374500F5B6}"/>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4-1 読む｜5–11分</a:t>
            </a:r>
          </a:p>
        </p:txBody>
      </p:sp>
      <p:sp>
        <p:nvSpPr>
          <p:cNvPr id="3" name="">
            <a:extLst xmlns:a="http://schemas.openxmlformats.org/drawingml/2006/main">
              <a:ext uri="{FF2B5EF4-FFF2-40B4-BE49-F238E27FC236}">
                <a16:creationId xmlns:a16="http://schemas.microsoft.com/office/drawing/2014/main" id="{400F5AC4-3A94-4914-A36A-70A8BAF1ABCF}"/>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確認①：読みと角を区別する</a:t>
            </a:r>
          </a:p>
        </p:txBody>
      </p:sp>
      <p:sp>
        <p:nvSpPr>
          <p:cNvPr id="4" name="">
            <a:extLst xmlns:a="http://schemas.openxmlformats.org/drawingml/2006/main">
              <a:ext uri="{FF2B5EF4-FFF2-40B4-BE49-F238E27FC236}">
                <a16:creationId xmlns:a16="http://schemas.microsoft.com/office/drawing/2014/main" id="{60D18263-9479-4612-8A3E-D183031C890D}"/>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648F33CC-121C-4FEC-A3CE-ACDEDB12E3A3}"/>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D8E54EC2-6B4B-4C87-9393-7343B623764E}"/>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11</a:t>
            </a:r>
          </a:p>
        </p:txBody>
      </p:sp>
      <p:sp>
        <p:nvSpPr>
          <p:cNvPr id="7" name="">
            <a:extLst xmlns:a="http://schemas.openxmlformats.org/drawingml/2006/main">
              <a:ext uri="{FF2B5EF4-FFF2-40B4-BE49-F238E27FC236}">
                <a16:creationId xmlns:a16="http://schemas.microsoft.com/office/drawing/2014/main" id="{D3565A62-1677-4127-9C65-135F0D9EC4DA}"/>
              </a:ext>
            </a:extLst>
          </p:cNvPr>
          <p:cNvSpPr>
            <a:spLocks xmlns:a="http://schemas.openxmlformats.org/drawingml/2006/main" noGrp="1"/>
          </p:cNvSpPr>
          <p:nvPr/>
        </p:nvSpPr>
        <p:spPr>
          <a:xfrm xmlns:a="http://schemas.openxmlformats.org/drawingml/2006/main">
            <a:off x="781050" y="161925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850" b="1">
                <a:solidFill>
                  <a:srgbClr val="182B33"/>
                </a:solidFill>
                <a:latin typeface="Yu Gothic"/>
                <a:ea typeface="Yu Gothic"/>
                <a:cs typeface="Yu Gothic"/>
              </a:defRPr>
            </a:defPPr>
            <a:lvl1pPr algn="l">
              <a:defRPr sz="2850" b="1">
                <a:solidFill>
                  <a:srgbClr val="182B33"/>
                </a:solidFill>
                <a:latin typeface="Yu Gothic"/>
                <a:ea typeface="Yu Gothic"/>
                <a:cs typeface="Yu Gothic"/>
              </a:defRPr>
            </a:lvl1pPr>
            <a:lvl2pPr algn="l">
              <a:defRPr sz="2850" b="1">
                <a:solidFill>
                  <a:srgbClr val="182B33"/>
                </a:solidFill>
                <a:latin typeface="Yu Gothic"/>
                <a:ea typeface="Yu Gothic"/>
                <a:cs typeface="Yu Gothic"/>
              </a:defRPr>
            </a:lvl2pPr>
            <a:lvl3pPr algn="l">
              <a:defRPr sz="2850" b="1">
                <a:solidFill>
                  <a:srgbClr val="182B33"/>
                </a:solidFill>
                <a:latin typeface="Yu Gothic"/>
                <a:ea typeface="Yu Gothic"/>
                <a:cs typeface="Yu Gothic"/>
              </a:defRPr>
            </a:lvl3pPr>
            <a:lvl4pPr algn="l">
              <a:defRPr sz="2850" b="1">
                <a:solidFill>
                  <a:srgbClr val="182B33"/>
                </a:solidFill>
                <a:latin typeface="Yu Gothic"/>
                <a:ea typeface="Yu Gothic"/>
                <a:cs typeface="Yu Gothic"/>
              </a:defRPr>
            </a:lvl4pPr>
            <a:lvl5pPr algn="l">
              <a:defRPr sz="2850" b="1">
                <a:solidFill>
                  <a:srgbClr val="182B33"/>
                </a:solidFill>
                <a:latin typeface="Yu Gothic"/>
                <a:ea typeface="Yu Gothic"/>
                <a:cs typeface="Yu Gothic"/>
              </a:defRPr>
            </a:lvl5pPr>
            <a:lvl6pPr algn="l">
              <a:defRPr sz="2850" b="1">
                <a:solidFill>
                  <a:srgbClr val="182B33"/>
                </a:solidFill>
                <a:latin typeface="Yu Gothic"/>
                <a:ea typeface="Yu Gothic"/>
                <a:cs typeface="Yu Gothic"/>
              </a:defRPr>
            </a:lvl6pPr>
            <a:lvl7pPr algn="l">
              <a:defRPr sz="2850" b="1">
                <a:solidFill>
                  <a:srgbClr val="182B33"/>
                </a:solidFill>
                <a:latin typeface="Yu Gothic"/>
                <a:ea typeface="Yu Gothic"/>
                <a:cs typeface="Yu Gothic"/>
              </a:defRPr>
            </a:lvl7pPr>
            <a:lvl8pPr algn="l">
              <a:defRPr sz="2850" b="1">
                <a:solidFill>
                  <a:srgbClr val="182B33"/>
                </a:solidFill>
                <a:latin typeface="Yu Gothic"/>
                <a:ea typeface="Yu Gothic"/>
                <a:cs typeface="Yu Gothic"/>
              </a:defRPr>
            </a:lvl8pPr>
            <a:lvl9pPr algn="l">
              <a:defRPr sz="2850" b="1">
                <a:solidFill>
                  <a:srgbClr val="182B33"/>
                </a:solidFill>
                <a:latin typeface="Yu Gothic"/>
                <a:ea typeface="Yu Gothic"/>
                <a:cs typeface="Yu Gothic"/>
              </a:defRPr>
            </a:lvl9pPr>
          </a:lstStyle>
          <a:p xmlns:a="http://schemas.openxmlformats.org/drawingml/2006/main">
            <a:pPr algn="l">
              <a:defRPr sz="2850" b="1">
                <a:solidFill>
                  <a:srgbClr val="182B33"/>
                </a:solidFill>
                <a:latin typeface="Yu Gothic"/>
                <a:ea typeface="Yu Gothic"/>
                <a:cs typeface="Yu Gothic"/>
              </a:defRPr>
            </a:pPr>
            <a:r>
              <a:rPr sz="2850" b="1">
                <a:solidFill>
                  <a:srgbClr val="182B33"/>
                </a:solidFill>
                <a:latin typeface="Yu Gothic"/>
                <a:ea typeface="Yu Gothic"/>
                <a:cs typeface="Yu Gothic"/>
              </a:rPr>
              <a:t>Aが350°、Bが20°。右回りの開きは？</a:t>
            </a:r>
          </a:p>
        </p:txBody>
      </p:sp>
      <p:sp>
        <p:nvSpPr>
          <p:cNvPr id="8" name="">
            <a:extLst xmlns:a="http://schemas.openxmlformats.org/drawingml/2006/main">
              <a:ext uri="{FF2B5EF4-FFF2-40B4-BE49-F238E27FC236}">
                <a16:creationId xmlns:a16="http://schemas.microsoft.com/office/drawing/2014/main" id="{430949CB-7ED1-4FB5-AA10-7D14E33CFE0A}"/>
              </a:ext>
            </a:extLst>
          </p:cNvPr>
          <p:cNvSpPr>
            <a:spLocks xmlns:a="http://schemas.openxmlformats.org/drawingml/2006/main" noGrp="1"/>
          </p:cNvSpPr>
          <p:nvPr/>
        </p:nvSpPr>
        <p:spPr>
          <a:xfrm xmlns:a="http://schemas.openxmlformats.org/drawingml/2006/main">
            <a:off x="1219200" y="28575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目盛の0°をまたぐ</a:t>
            </a:r>
          </a:p>
        </p:txBody>
      </p:sp>
      <p:sp>
        <p:nvSpPr>
          <p:cNvPr id="9" name="">
            <a:extLst xmlns:a="http://schemas.openxmlformats.org/drawingml/2006/main">
              <a:ext uri="{FF2B5EF4-FFF2-40B4-BE49-F238E27FC236}">
                <a16:creationId xmlns:a16="http://schemas.microsoft.com/office/drawing/2014/main" id="{B0CB5912-381A-4496-BCA3-A93B4D36C092}"/>
              </a:ext>
            </a:extLst>
          </p:cNvPr>
          <p:cNvSpPr>
            <a:spLocks xmlns:a="http://schemas.openxmlformats.org/drawingml/2006/main" noGrp="1"/>
          </p:cNvSpPr>
          <p:nvPr/>
        </p:nvSpPr>
        <p:spPr>
          <a:xfrm xmlns:a="http://schemas.openxmlformats.org/drawingml/2006/main">
            <a:off x="1219200" y="34290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Aの読定350°は角そのものではない</a:t>
            </a:r>
          </a:p>
        </p:txBody>
      </p:sp>
    </p:spTree>
    <p:extLst>
      <p:ext uri="{BB962C8B-B14F-4D97-AF65-F5344CB8AC3E}">
        <p14:creationId xmlns:p14="http://schemas.microsoft.com/office/powerpoint/2010/main" val="141438235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E6305F9C-5DEA-4BD5-9E19-BE309C542F0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6CD75E5E-912B-4B92-A226-0F1DC119C378}"/>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4-2 据える｜11–18分</a:t>
            </a:r>
          </a:p>
        </p:txBody>
      </p:sp>
      <p:sp>
        <p:nvSpPr>
          <p:cNvPr id="3" name="">
            <a:extLst xmlns:a="http://schemas.openxmlformats.org/drawingml/2006/main">
              <a:ext uri="{FF2B5EF4-FFF2-40B4-BE49-F238E27FC236}">
                <a16:creationId xmlns:a16="http://schemas.microsoft.com/office/drawing/2014/main" id="{5F3A9CD7-7E00-4C48-B2F4-7D7822ADC281}"/>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3つの軸が、向きを支える</a:t>
            </a:r>
          </a:p>
        </p:txBody>
      </p:sp>
      <p:sp>
        <p:nvSpPr>
          <p:cNvPr id="4" name="">
            <a:extLst xmlns:a="http://schemas.openxmlformats.org/drawingml/2006/main">
              <a:ext uri="{FF2B5EF4-FFF2-40B4-BE49-F238E27FC236}">
                <a16:creationId xmlns:a16="http://schemas.microsoft.com/office/drawing/2014/main" id="{290795BD-2312-4938-A319-CAF8C1CA2156}"/>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9B4FA131-4F67-4723-8F42-D8F2D275F6A9}"/>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B78B460C-9886-48E6-9367-F63C366D5D46}"/>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12</a:t>
            </a:r>
          </a:p>
        </p:txBody>
      </p:sp>
      <p:sp>
        <p:nvSpPr>
          <p:cNvPr id="7" name="">
            <a:extLst xmlns:a="http://schemas.openxmlformats.org/drawingml/2006/main">
              <a:ext uri="{FF2B5EF4-FFF2-40B4-BE49-F238E27FC236}">
                <a16:creationId xmlns:a16="http://schemas.microsoft.com/office/drawing/2014/main" id="{68DDA7E8-5756-47BD-B6CF-FCE53FABC605}"/>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視準軸・水平軸・鉛直軸</a:t>
            </a:r>
          </a:p>
        </p:txBody>
      </p:sp>
      <p:sp>
        <p:nvSpPr>
          <p:cNvPr id="8" name="">
            <a:extLst xmlns:a="http://schemas.openxmlformats.org/drawingml/2006/main">
              <a:ext uri="{FF2B5EF4-FFF2-40B4-BE49-F238E27FC236}">
                <a16:creationId xmlns:a16="http://schemas.microsoft.com/office/drawing/2014/main" id="{076D201A-1742-4994-AD49-8F150C694B0B}"/>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視準軸 ⟂ 水平軸</a:t>
            </a:r>
          </a:p>
        </p:txBody>
      </p:sp>
      <p:sp>
        <p:nvSpPr>
          <p:cNvPr id="9" name="">
            <a:extLst xmlns:a="http://schemas.openxmlformats.org/drawingml/2006/main">
              <a:ext uri="{FF2B5EF4-FFF2-40B4-BE49-F238E27FC236}">
                <a16:creationId xmlns:a16="http://schemas.microsoft.com/office/drawing/2014/main" id="{ACA81EA3-AB4B-44D1-9801-99F9388EF6E4}"/>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水平軸 ⟂ 鉛直軸</a:t>
            </a:r>
          </a:p>
        </p:txBody>
      </p:sp>
      <p:sp>
        <p:nvSpPr>
          <p:cNvPr id="10" name="">
            <a:extLst xmlns:a="http://schemas.openxmlformats.org/drawingml/2006/main">
              <a:ext uri="{FF2B5EF4-FFF2-40B4-BE49-F238E27FC236}">
                <a16:creationId xmlns:a16="http://schemas.microsoft.com/office/drawing/2014/main" id="{1E36D479-7C55-499B-AD42-9E20B6C4F6D4}"/>
              </a:ext>
            </a:extLst>
          </p:cNvPr>
          <p:cNvSpPr>
            <a:spLocks xmlns:a="http://schemas.openxmlformats.org/drawingml/2006/main" noGrp="1"/>
          </p:cNvSpPr>
          <p:nvPr/>
        </p:nvSpPr>
        <p:spPr>
          <a:xfrm xmlns:a="http://schemas.openxmlformats.org/drawingml/2006/main">
            <a:off x="6229350" y="1638300"/>
            <a:ext cx="50196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52616A"/>
                </a:solidFill>
                <a:latin typeface="Yu Gothic"/>
                <a:ea typeface="Yu Gothic"/>
                <a:cs typeface="Yu Gothic"/>
              </a:defRPr>
            </a:defPPr>
            <a:lvl1pPr algn="ctr">
              <a:defRPr sz="1650" b="1">
                <a:solidFill>
                  <a:srgbClr val="52616A"/>
                </a:solidFill>
                <a:latin typeface="Yu Gothic"/>
                <a:ea typeface="Yu Gothic"/>
                <a:cs typeface="Yu Gothic"/>
              </a:defRPr>
            </a:lvl1pPr>
            <a:lvl2pPr algn="ctr">
              <a:defRPr sz="1650" b="1">
                <a:solidFill>
                  <a:srgbClr val="52616A"/>
                </a:solidFill>
                <a:latin typeface="Yu Gothic"/>
                <a:ea typeface="Yu Gothic"/>
                <a:cs typeface="Yu Gothic"/>
              </a:defRPr>
            </a:lvl2pPr>
            <a:lvl3pPr algn="ctr">
              <a:defRPr sz="1650" b="1">
                <a:solidFill>
                  <a:srgbClr val="52616A"/>
                </a:solidFill>
                <a:latin typeface="Yu Gothic"/>
                <a:ea typeface="Yu Gothic"/>
                <a:cs typeface="Yu Gothic"/>
              </a:defRPr>
            </a:lvl3pPr>
            <a:lvl4pPr algn="ctr">
              <a:defRPr sz="1650" b="1">
                <a:solidFill>
                  <a:srgbClr val="52616A"/>
                </a:solidFill>
                <a:latin typeface="Yu Gothic"/>
                <a:ea typeface="Yu Gothic"/>
                <a:cs typeface="Yu Gothic"/>
              </a:defRPr>
            </a:lvl4pPr>
            <a:lvl5pPr algn="ctr">
              <a:defRPr sz="1650" b="1">
                <a:solidFill>
                  <a:srgbClr val="52616A"/>
                </a:solidFill>
                <a:latin typeface="Yu Gothic"/>
                <a:ea typeface="Yu Gothic"/>
                <a:cs typeface="Yu Gothic"/>
              </a:defRPr>
            </a:lvl5pPr>
            <a:lvl6pPr algn="ctr">
              <a:defRPr sz="1650" b="1">
                <a:solidFill>
                  <a:srgbClr val="52616A"/>
                </a:solidFill>
                <a:latin typeface="Yu Gothic"/>
                <a:ea typeface="Yu Gothic"/>
                <a:cs typeface="Yu Gothic"/>
              </a:defRPr>
            </a:lvl6pPr>
            <a:lvl7pPr algn="ctr">
              <a:defRPr sz="1650" b="1">
                <a:solidFill>
                  <a:srgbClr val="52616A"/>
                </a:solidFill>
                <a:latin typeface="Yu Gothic"/>
                <a:ea typeface="Yu Gothic"/>
                <a:cs typeface="Yu Gothic"/>
              </a:defRPr>
            </a:lvl7pPr>
            <a:lvl8pPr algn="ctr">
              <a:defRPr sz="1650" b="1">
                <a:solidFill>
                  <a:srgbClr val="52616A"/>
                </a:solidFill>
                <a:latin typeface="Yu Gothic"/>
                <a:ea typeface="Yu Gothic"/>
                <a:cs typeface="Yu Gothic"/>
              </a:defRPr>
            </a:lvl8pPr>
            <a:lvl9pPr algn="ctr">
              <a:defRPr sz="1650" b="1">
                <a:solidFill>
                  <a:srgbClr val="52616A"/>
                </a:solidFill>
                <a:latin typeface="Yu Gothic"/>
                <a:ea typeface="Yu Gothic"/>
                <a:cs typeface="Yu Gothic"/>
              </a:defRPr>
            </a:lvl9pPr>
          </a:lstStyle>
          <a:p xmlns:a="http://schemas.openxmlformats.org/drawingml/2006/main">
            <a:pPr algn="ctr">
              <a:defRPr sz="1650" b="1">
                <a:solidFill>
                  <a:srgbClr val="52616A"/>
                </a:solidFill>
                <a:latin typeface="Yu Gothic"/>
                <a:ea typeface="Yu Gothic"/>
                <a:cs typeface="Yu Gothic"/>
              </a:defRPr>
            </a:pPr>
            <a:r>
              <a:rPr sz="1650" b="1">
                <a:solidFill>
                  <a:srgbClr val="52616A"/>
                </a:solidFill>
                <a:latin typeface="Yu Gothic"/>
                <a:ea typeface="Yu Gothic"/>
                <a:cs typeface="Yu Gothic"/>
              </a:rPr>
              <a:t>3次元模式図（投影のため見かけは90°でない）</a:t>
            </a:r>
          </a:p>
        </p:txBody>
      </p:sp>
      <p:sp>
        <p:nvSpPr>
          <p:cNvPr id="11" name="">
            <a:extLst xmlns:a="http://schemas.openxmlformats.org/drawingml/2006/main">
              <a:ext uri="{FF2B5EF4-FFF2-40B4-BE49-F238E27FC236}">
                <a16:creationId xmlns:a16="http://schemas.microsoft.com/office/drawing/2014/main" id="{21020FF1-3D8B-4ECF-AFB7-60F8CA125E43}"/>
              </a:ext>
            </a:extLst>
          </p:cNvPr>
          <p:cNvSpPr>
            <a:spLocks xmlns:a="http://schemas.openxmlformats.org/drawingml/2006/main" noGrp="1"/>
          </p:cNvSpPr>
          <p:nvPr/>
        </p:nvSpPr>
        <p:spPr>
          <a:xfrm xmlns:a="http://schemas.openxmlformats.org/drawingml/2006/main">
            <a:off x="8260080" y="3672840"/>
            <a:ext cx="754380" cy="754380"/>
          </a:xfrm>
          <a:prstGeom xmlns:a="http://schemas.openxmlformats.org/drawingml/2006/main" prst="ellipse">
            <a:avLst/>
          </a:prstGeom>
          <a:noFill xmlns:a="http://schemas.openxmlformats.org/drawingml/2006/main"/>
          <a:ln xmlns:a="http://schemas.openxmlformats.org/drawingml/2006/main" w="28575">
            <a:solidFill>
              <a:srgbClr val="EEF5F4"/>
            </a:solidFill>
            <a:prstDash val="solid"/>
          </a:ln>
        </p:spPr>
      </p:sp>
      <p:sp>
        <p:nvSpPr>
          <p:cNvPr id="12" name="">
            <a:extLst xmlns:a="http://schemas.openxmlformats.org/drawingml/2006/main">
              <a:ext uri="{FF2B5EF4-FFF2-40B4-BE49-F238E27FC236}">
                <a16:creationId xmlns:a16="http://schemas.microsoft.com/office/drawing/2014/main" id="{CE1F2F9D-8072-47CE-A4FE-C474C6905C5A}"/>
              </a:ext>
            </a:extLst>
          </p:cNvPr>
          <p:cNvSpPr>
            <a:spLocks xmlns:a="http://schemas.openxmlformats.org/drawingml/2006/main" noGrp="1"/>
          </p:cNvSpPr>
          <p:nvPr/>
        </p:nvSpPr>
        <p:spPr>
          <a:xfrm xmlns:a="http://schemas.openxmlformats.org/drawingml/2006/main">
            <a:off x="8637270" y="2918460"/>
            <a:ext cx="1936432" cy="1131570"/>
          </a:xfrm>
          <a:custGeom xmlns:a="http://schemas.openxmlformats.org/drawingml/2006/main">
            <a:pathLst>
              <a:path w="1936432" h="1131570">
                <a:moveTo>
                  <a:pt x="0" y="1131570"/>
                </a:moveTo>
                <a:lnTo>
                  <a:pt x="1936432" y="0"/>
                </a:lnTo>
              </a:path>
            </a:pathLst>
          </a:custGeom>
          <a:noFill xmlns:a="http://schemas.openxmlformats.org/drawingml/2006/main"/>
          <a:ln xmlns:a="http://schemas.openxmlformats.org/drawingml/2006/main" w="38100">
            <a:solidFill>
              <a:srgbClr val="166B68"/>
            </a:solidFill>
            <a:prstDash val="solid"/>
          </a:ln>
        </p:spPr>
      </p:sp>
      <p:sp>
        <p:nvSpPr>
          <p:cNvPr id="13" name="">
            <a:extLst xmlns:a="http://schemas.openxmlformats.org/drawingml/2006/main">
              <a:ext uri="{FF2B5EF4-FFF2-40B4-BE49-F238E27FC236}">
                <a16:creationId xmlns:a16="http://schemas.microsoft.com/office/drawing/2014/main" id="{9245865B-85C5-4C8F-A8BA-2E1AECE9C470}"/>
              </a:ext>
            </a:extLst>
          </p:cNvPr>
          <p:cNvSpPr>
            <a:spLocks xmlns:a="http://schemas.openxmlformats.org/drawingml/2006/main" noGrp="1"/>
          </p:cNvSpPr>
          <p:nvPr/>
        </p:nvSpPr>
        <p:spPr>
          <a:xfrm xmlns:a="http://schemas.openxmlformats.org/drawingml/2006/main">
            <a:off x="10478474" y="2916445"/>
            <a:ext cx="95229" cy="85970"/>
          </a:xfrm>
          <a:custGeom xmlns:a="http://schemas.openxmlformats.org/drawingml/2006/main">
            <a:pathLst>
              <a:path w="95229" h="85970">
                <a:moveTo>
                  <a:pt x="50237" y="85970"/>
                </a:moveTo>
                <a:lnTo>
                  <a:pt x="95229" y="2015"/>
                </a:lnTo>
                <a:lnTo>
                  <a:pt x="0" y="0"/>
                </a:lnTo>
              </a:path>
            </a:pathLst>
          </a:custGeom>
          <a:noFill xmlns:a="http://schemas.openxmlformats.org/drawingml/2006/main"/>
          <a:ln xmlns:a="http://schemas.openxmlformats.org/drawingml/2006/main" w="38100">
            <a:solidFill>
              <a:srgbClr val="166B68"/>
            </a:solidFill>
            <a:prstDash val="solid"/>
          </a:ln>
        </p:spPr>
      </p:sp>
      <p:sp>
        <p:nvSpPr>
          <p:cNvPr id="14" name="">
            <a:extLst xmlns:a="http://schemas.openxmlformats.org/drawingml/2006/main">
              <a:ext uri="{FF2B5EF4-FFF2-40B4-BE49-F238E27FC236}">
                <a16:creationId xmlns:a16="http://schemas.microsoft.com/office/drawing/2014/main" id="{2DFE5876-B252-4F88-8E6F-CDD5F2E490C6}"/>
              </a:ext>
            </a:extLst>
          </p:cNvPr>
          <p:cNvSpPr>
            <a:spLocks xmlns:a="http://schemas.openxmlformats.org/drawingml/2006/main" noGrp="1"/>
          </p:cNvSpPr>
          <p:nvPr/>
        </p:nvSpPr>
        <p:spPr>
          <a:xfrm xmlns:a="http://schemas.openxmlformats.org/drawingml/2006/main">
            <a:off x="7057549" y="3211830"/>
            <a:ext cx="1579721" cy="838200"/>
          </a:xfrm>
          <a:custGeom xmlns:a="http://schemas.openxmlformats.org/drawingml/2006/main">
            <a:pathLst>
              <a:path w="1579721" h="838200">
                <a:moveTo>
                  <a:pt x="1579721" y="838200"/>
                </a:moveTo>
                <a:lnTo>
                  <a:pt x="0" y="0"/>
                </a:lnTo>
              </a:path>
            </a:pathLst>
          </a:custGeom>
          <a:noFill xmlns:a="http://schemas.openxmlformats.org/drawingml/2006/main"/>
          <a:ln xmlns:a="http://schemas.openxmlformats.org/drawingml/2006/main" w="38100">
            <a:solidFill>
              <a:srgbClr val="A94737"/>
            </a:solidFill>
            <a:prstDash val="solid"/>
          </a:ln>
        </p:spPr>
      </p:sp>
      <p:sp>
        <p:nvSpPr>
          <p:cNvPr id="15" name="">
            <a:extLst xmlns:a="http://schemas.openxmlformats.org/drawingml/2006/main">
              <a:ext uri="{FF2B5EF4-FFF2-40B4-BE49-F238E27FC236}">
                <a16:creationId xmlns:a16="http://schemas.microsoft.com/office/drawing/2014/main" id="{F60055D1-39F1-4B4B-ABD6-D7329FFC6521}"/>
              </a:ext>
            </a:extLst>
          </p:cNvPr>
          <p:cNvSpPr>
            <a:spLocks xmlns:a="http://schemas.openxmlformats.org/drawingml/2006/main" noGrp="1"/>
          </p:cNvSpPr>
          <p:nvPr/>
        </p:nvSpPr>
        <p:spPr>
          <a:xfrm xmlns:a="http://schemas.openxmlformats.org/drawingml/2006/main">
            <a:off x="7057549" y="3205912"/>
            <a:ext cx="95066" cy="87957"/>
          </a:xfrm>
          <a:custGeom xmlns:a="http://schemas.openxmlformats.org/drawingml/2006/main">
            <a:pathLst>
              <a:path w="95066" h="87957">
                <a:moveTo>
                  <a:pt x="95066" y="0"/>
                </a:moveTo>
                <a:lnTo>
                  <a:pt x="0" y="5918"/>
                </a:lnTo>
                <a:lnTo>
                  <a:pt x="48396" y="87957"/>
                </a:lnTo>
              </a:path>
            </a:pathLst>
          </a:custGeom>
          <a:noFill xmlns:a="http://schemas.openxmlformats.org/drawingml/2006/main"/>
          <a:ln xmlns:a="http://schemas.openxmlformats.org/drawingml/2006/main" w="38100">
            <a:solidFill>
              <a:srgbClr val="A94737"/>
            </a:solidFill>
            <a:prstDash val="solid"/>
          </a:ln>
        </p:spPr>
      </p:sp>
      <p:sp>
        <p:nvSpPr>
          <p:cNvPr id="16" name="">
            <a:extLst xmlns:a="http://schemas.openxmlformats.org/drawingml/2006/main">
              <a:ext uri="{FF2B5EF4-FFF2-40B4-BE49-F238E27FC236}">
                <a16:creationId xmlns:a16="http://schemas.microsoft.com/office/drawing/2014/main" id="{863223CF-0368-4278-A4E5-8C8B8834635F}"/>
              </a:ext>
            </a:extLst>
          </p:cNvPr>
          <p:cNvSpPr>
            <a:spLocks xmlns:a="http://schemas.openxmlformats.org/drawingml/2006/main" noGrp="1"/>
          </p:cNvSpPr>
          <p:nvPr/>
        </p:nvSpPr>
        <p:spPr>
          <a:xfrm xmlns:a="http://schemas.openxmlformats.org/drawingml/2006/main">
            <a:off x="8637270" y="4050030"/>
            <a:ext cx="9525" cy="1341120"/>
          </a:xfrm>
          <a:custGeom xmlns:a="http://schemas.openxmlformats.org/drawingml/2006/main">
            <a:pathLst>
              <a:path w="9525" h="1341120">
                <a:moveTo>
                  <a:pt x="0" y="0"/>
                </a:moveTo>
                <a:lnTo>
                  <a:pt x="0" y="1341120"/>
                </a:lnTo>
              </a:path>
            </a:pathLst>
          </a:custGeom>
          <a:noFill xmlns:a="http://schemas.openxmlformats.org/drawingml/2006/main"/>
          <a:ln xmlns:a="http://schemas.openxmlformats.org/drawingml/2006/main" w="38100">
            <a:solidFill>
              <a:srgbClr val="182B33"/>
            </a:solidFill>
            <a:prstDash val="solid"/>
          </a:ln>
        </p:spPr>
      </p:sp>
      <p:sp>
        <p:nvSpPr>
          <p:cNvPr id="17" name="">
            <a:extLst xmlns:a="http://schemas.openxmlformats.org/drawingml/2006/main">
              <a:ext uri="{FF2B5EF4-FFF2-40B4-BE49-F238E27FC236}">
                <a16:creationId xmlns:a16="http://schemas.microsoft.com/office/drawing/2014/main" id="{B4E56C46-56EF-42D2-919B-B52C9F3C08E5}"/>
              </a:ext>
            </a:extLst>
          </p:cNvPr>
          <p:cNvSpPr>
            <a:spLocks xmlns:a="http://schemas.openxmlformats.org/drawingml/2006/main" noGrp="1"/>
          </p:cNvSpPr>
          <p:nvPr/>
        </p:nvSpPr>
        <p:spPr>
          <a:xfrm xmlns:a="http://schemas.openxmlformats.org/drawingml/2006/main">
            <a:off x="8587484" y="5309947"/>
            <a:ext cx="99572" cy="81203"/>
          </a:xfrm>
          <a:custGeom xmlns:a="http://schemas.openxmlformats.org/drawingml/2006/main">
            <a:pathLst>
              <a:path w="99572" h="81203">
                <a:moveTo>
                  <a:pt x="0" y="0"/>
                </a:moveTo>
                <a:lnTo>
                  <a:pt x="49786" y="81203"/>
                </a:lnTo>
                <a:lnTo>
                  <a:pt x="99572" y="0"/>
                </a:lnTo>
              </a:path>
            </a:pathLst>
          </a:custGeom>
          <a:noFill xmlns:a="http://schemas.openxmlformats.org/drawingml/2006/main"/>
          <a:ln xmlns:a="http://schemas.openxmlformats.org/drawingml/2006/main" w="38100">
            <a:solidFill>
              <a:srgbClr val="182B33"/>
            </a:solidFill>
            <a:prstDash val="solid"/>
          </a:ln>
        </p:spPr>
      </p:sp>
      <p:sp>
        <p:nvSpPr>
          <p:cNvPr id="18" name="">
            <a:extLst xmlns:a="http://schemas.openxmlformats.org/drawingml/2006/main">
              <a:ext uri="{FF2B5EF4-FFF2-40B4-BE49-F238E27FC236}">
                <a16:creationId xmlns:a16="http://schemas.microsoft.com/office/drawing/2014/main" id="{27B18A81-2A89-4527-BAC4-3CBD5F5F6333}"/>
              </a:ext>
            </a:extLst>
          </p:cNvPr>
          <p:cNvSpPr>
            <a:spLocks xmlns:a="http://schemas.openxmlformats.org/drawingml/2006/main" noGrp="1"/>
          </p:cNvSpPr>
          <p:nvPr/>
        </p:nvSpPr>
        <p:spPr>
          <a:xfrm xmlns:a="http://schemas.openxmlformats.org/drawingml/2006/main">
            <a:off x="9860280" y="2457450"/>
            <a:ext cx="1273969"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66B68"/>
                </a:solidFill>
                <a:latin typeface="Yu Gothic"/>
                <a:ea typeface="Yu Gothic"/>
                <a:cs typeface="Yu Gothic"/>
              </a:defRPr>
            </a:defPPr>
            <a:lvl1pPr algn="l">
              <a:defRPr sz="1650" b="1">
                <a:solidFill>
                  <a:srgbClr val="166B68"/>
                </a:solidFill>
                <a:latin typeface="Yu Gothic"/>
                <a:ea typeface="Yu Gothic"/>
                <a:cs typeface="Yu Gothic"/>
              </a:defRPr>
            </a:lvl1pPr>
            <a:lvl2pPr algn="l">
              <a:defRPr sz="1650" b="1">
                <a:solidFill>
                  <a:srgbClr val="166B68"/>
                </a:solidFill>
                <a:latin typeface="Yu Gothic"/>
                <a:ea typeface="Yu Gothic"/>
                <a:cs typeface="Yu Gothic"/>
              </a:defRPr>
            </a:lvl2pPr>
            <a:lvl3pPr algn="l">
              <a:defRPr sz="1650" b="1">
                <a:solidFill>
                  <a:srgbClr val="166B68"/>
                </a:solidFill>
                <a:latin typeface="Yu Gothic"/>
                <a:ea typeface="Yu Gothic"/>
                <a:cs typeface="Yu Gothic"/>
              </a:defRPr>
            </a:lvl3pPr>
            <a:lvl4pPr algn="l">
              <a:defRPr sz="1650" b="1">
                <a:solidFill>
                  <a:srgbClr val="166B68"/>
                </a:solidFill>
                <a:latin typeface="Yu Gothic"/>
                <a:ea typeface="Yu Gothic"/>
                <a:cs typeface="Yu Gothic"/>
              </a:defRPr>
            </a:lvl4pPr>
            <a:lvl5pPr algn="l">
              <a:defRPr sz="1650" b="1">
                <a:solidFill>
                  <a:srgbClr val="166B68"/>
                </a:solidFill>
                <a:latin typeface="Yu Gothic"/>
                <a:ea typeface="Yu Gothic"/>
                <a:cs typeface="Yu Gothic"/>
              </a:defRPr>
            </a:lvl5pPr>
            <a:lvl6pPr algn="l">
              <a:defRPr sz="1650" b="1">
                <a:solidFill>
                  <a:srgbClr val="166B68"/>
                </a:solidFill>
                <a:latin typeface="Yu Gothic"/>
                <a:ea typeface="Yu Gothic"/>
                <a:cs typeface="Yu Gothic"/>
              </a:defRPr>
            </a:lvl6pPr>
            <a:lvl7pPr algn="l">
              <a:defRPr sz="1650" b="1">
                <a:solidFill>
                  <a:srgbClr val="166B68"/>
                </a:solidFill>
                <a:latin typeface="Yu Gothic"/>
                <a:ea typeface="Yu Gothic"/>
                <a:cs typeface="Yu Gothic"/>
              </a:defRPr>
            </a:lvl7pPr>
            <a:lvl8pPr algn="l">
              <a:defRPr sz="1650" b="1">
                <a:solidFill>
                  <a:srgbClr val="166B68"/>
                </a:solidFill>
                <a:latin typeface="Yu Gothic"/>
                <a:ea typeface="Yu Gothic"/>
                <a:cs typeface="Yu Gothic"/>
              </a:defRPr>
            </a:lvl8pPr>
            <a:lvl9pPr algn="l">
              <a:defRPr sz="1650" b="1">
                <a:solidFill>
                  <a:srgbClr val="166B68"/>
                </a:solidFill>
                <a:latin typeface="Yu Gothic"/>
                <a:ea typeface="Yu Gothic"/>
                <a:cs typeface="Yu Gothic"/>
              </a:defRPr>
            </a:lvl9pPr>
          </a:lstStyle>
          <a:p xmlns:a="http://schemas.openxmlformats.org/drawingml/2006/main">
            <a:pPr algn="l">
              <a:defRPr sz="1650" b="1">
                <a:solidFill>
                  <a:srgbClr val="166B68"/>
                </a:solidFill>
                <a:latin typeface="Yu Gothic"/>
                <a:ea typeface="Yu Gothic"/>
                <a:cs typeface="Yu Gothic"/>
              </a:defRPr>
            </a:pPr>
            <a:r>
              <a:rPr sz="1650" b="1">
                <a:solidFill>
                  <a:srgbClr val="166B68"/>
                </a:solidFill>
                <a:latin typeface="Yu Gothic"/>
                <a:ea typeface="Yu Gothic"/>
                <a:cs typeface="Yu Gothic"/>
              </a:rPr>
              <a:t>視準軸</a:t>
            </a:r>
          </a:p>
        </p:txBody>
      </p:sp>
      <p:sp>
        <p:nvSpPr>
          <p:cNvPr id="19" name="">
            <a:extLst xmlns:a="http://schemas.openxmlformats.org/drawingml/2006/main">
              <a:ext uri="{FF2B5EF4-FFF2-40B4-BE49-F238E27FC236}">
                <a16:creationId xmlns:a16="http://schemas.microsoft.com/office/drawing/2014/main" id="{8BCE8F65-2E4D-4795-B13F-F88CDDF26D3C}"/>
              </a:ext>
            </a:extLst>
          </p:cNvPr>
          <p:cNvSpPr>
            <a:spLocks xmlns:a="http://schemas.openxmlformats.org/drawingml/2006/main" noGrp="1"/>
          </p:cNvSpPr>
          <p:nvPr/>
        </p:nvSpPr>
        <p:spPr>
          <a:xfrm xmlns:a="http://schemas.openxmlformats.org/drawingml/2006/main">
            <a:off x="6229350" y="2750820"/>
            <a:ext cx="142684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A94737"/>
                </a:solidFill>
                <a:latin typeface="Yu Gothic"/>
                <a:ea typeface="Yu Gothic"/>
                <a:cs typeface="Yu Gothic"/>
              </a:defRPr>
            </a:defPPr>
            <a:lvl1pPr algn="l">
              <a:defRPr sz="1650" b="1">
                <a:solidFill>
                  <a:srgbClr val="A94737"/>
                </a:solidFill>
                <a:latin typeface="Yu Gothic"/>
                <a:ea typeface="Yu Gothic"/>
                <a:cs typeface="Yu Gothic"/>
              </a:defRPr>
            </a:lvl1pPr>
            <a:lvl2pPr algn="l">
              <a:defRPr sz="1650" b="1">
                <a:solidFill>
                  <a:srgbClr val="A94737"/>
                </a:solidFill>
                <a:latin typeface="Yu Gothic"/>
                <a:ea typeface="Yu Gothic"/>
                <a:cs typeface="Yu Gothic"/>
              </a:defRPr>
            </a:lvl2pPr>
            <a:lvl3pPr algn="l">
              <a:defRPr sz="1650" b="1">
                <a:solidFill>
                  <a:srgbClr val="A94737"/>
                </a:solidFill>
                <a:latin typeface="Yu Gothic"/>
                <a:ea typeface="Yu Gothic"/>
                <a:cs typeface="Yu Gothic"/>
              </a:defRPr>
            </a:lvl3pPr>
            <a:lvl4pPr algn="l">
              <a:defRPr sz="1650" b="1">
                <a:solidFill>
                  <a:srgbClr val="A94737"/>
                </a:solidFill>
                <a:latin typeface="Yu Gothic"/>
                <a:ea typeface="Yu Gothic"/>
                <a:cs typeface="Yu Gothic"/>
              </a:defRPr>
            </a:lvl4pPr>
            <a:lvl5pPr algn="l">
              <a:defRPr sz="1650" b="1">
                <a:solidFill>
                  <a:srgbClr val="A94737"/>
                </a:solidFill>
                <a:latin typeface="Yu Gothic"/>
                <a:ea typeface="Yu Gothic"/>
                <a:cs typeface="Yu Gothic"/>
              </a:defRPr>
            </a:lvl5pPr>
            <a:lvl6pPr algn="l">
              <a:defRPr sz="1650" b="1">
                <a:solidFill>
                  <a:srgbClr val="A94737"/>
                </a:solidFill>
                <a:latin typeface="Yu Gothic"/>
                <a:ea typeface="Yu Gothic"/>
                <a:cs typeface="Yu Gothic"/>
              </a:defRPr>
            </a:lvl6pPr>
            <a:lvl7pPr algn="l">
              <a:defRPr sz="1650" b="1">
                <a:solidFill>
                  <a:srgbClr val="A94737"/>
                </a:solidFill>
                <a:latin typeface="Yu Gothic"/>
                <a:ea typeface="Yu Gothic"/>
                <a:cs typeface="Yu Gothic"/>
              </a:defRPr>
            </a:lvl7pPr>
            <a:lvl8pPr algn="l">
              <a:defRPr sz="1650" b="1">
                <a:solidFill>
                  <a:srgbClr val="A94737"/>
                </a:solidFill>
                <a:latin typeface="Yu Gothic"/>
                <a:ea typeface="Yu Gothic"/>
                <a:cs typeface="Yu Gothic"/>
              </a:defRPr>
            </a:lvl8pPr>
            <a:lvl9pPr algn="l">
              <a:defRPr sz="1650" b="1">
                <a:solidFill>
                  <a:srgbClr val="A94737"/>
                </a:solidFill>
                <a:latin typeface="Yu Gothic"/>
                <a:ea typeface="Yu Gothic"/>
                <a:cs typeface="Yu Gothic"/>
              </a:defRPr>
            </a:lvl9pPr>
          </a:lstStyle>
          <a:p xmlns:a="http://schemas.openxmlformats.org/drawingml/2006/main">
            <a:pPr algn="l">
              <a:defRPr sz="1650" b="1">
                <a:solidFill>
                  <a:srgbClr val="A94737"/>
                </a:solidFill>
                <a:latin typeface="Yu Gothic"/>
                <a:ea typeface="Yu Gothic"/>
                <a:cs typeface="Yu Gothic"/>
              </a:defRPr>
            </a:pPr>
            <a:r>
              <a:rPr sz="1650" b="1">
                <a:solidFill>
                  <a:srgbClr val="A94737"/>
                </a:solidFill>
                <a:latin typeface="Yu Gothic"/>
                <a:ea typeface="Yu Gothic"/>
                <a:cs typeface="Yu Gothic"/>
              </a:rPr>
              <a:t>水平軸</a:t>
            </a:r>
          </a:p>
        </p:txBody>
      </p:sp>
      <p:sp>
        <p:nvSpPr>
          <p:cNvPr id="20" name="">
            <a:extLst xmlns:a="http://schemas.openxmlformats.org/drawingml/2006/main">
              <a:ext uri="{FF2B5EF4-FFF2-40B4-BE49-F238E27FC236}">
                <a16:creationId xmlns:a16="http://schemas.microsoft.com/office/drawing/2014/main" id="{5B5E777E-D645-4558-8E6D-3351F78CADB1}"/>
              </a:ext>
            </a:extLst>
          </p:cNvPr>
          <p:cNvSpPr>
            <a:spLocks xmlns:a="http://schemas.openxmlformats.org/drawingml/2006/main" noGrp="1"/>
          </p:cNvSpPr>
          <p:nvPr/>
        </p:nvSpPr>
        <p:spPr>
          <a:xfrm xmlns:a="http://schemas.openxmlformats.org/drawingml/2006/main">
            <a:off x="8751570" y="4972050"/>
            <a:ext cx="1375886"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鉛直軸</a:t>
            </a:r>
          </a:p>
        </p:txBody>
      </p:sp>
      <p:sp>
        <p:nvSpPr>
          <p:cNvPr id="21" name="">
            <a:extLst xmlns:a="http://schemas.openxmlformats.org/drawingml/2006/main">
              <a:ext uri="{FF2B5EF4-FFF2-40B4-BE49-F238E27FC236}">
                <a16:creationId xmlns:a16="http://schemas.microsoft.com/office/drawing/2014/main" id="{EDC5073D-EF10-4704-A11A-E62BAFA7ADEE}"/>
              </a:ext>
            </a:extLst>
          </p:cNvPr>
          <p:cNvSpPr>
            <a:spLocks xmlns:a="http://schemas.openxmlformats.org/drawingml/2006/main" noGrp="1"/>
          </p:cNvSpPr>
          <p:nvPr/>
        </p:nvSpPr>
        <p:spPr>
          <a:xfrm xmlns:a="http://schemas.openxmlformats.org/drawingml/2006/main">
            <a:off x="9146858" y="4301490"/>
            <a:ext cx="1936433"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66B68"/>
                </a:solidFill>
                <a:latin typeface="Yu Gothic"/>
                <a:ea typeface="Yu Gothic"/>
                <a:cs typeface="Yu Gothic"/>
              </a:defRPr>
            </a:defPPr>
            <a:lvl1pPr algn="l">
              <a:defRPr sz="1650" b="1">
                <a:solidFill>
                  <a:srgbClr val="166B68"/>
                </a:solidFill>
                <a:latin typeface="Yu Gothic"/>
                <a:ea typeface="Yu Gothic"/>
                <a:cs typeface="Yu Gothic"/>
              </a:defRPr>
            </a:lvl1pPr>
            <a:lvl2pPr algn="l">
              <a:defRPr sz="1650" b="1">
                <a:solidFill>
                  <a:srgbClr val="166B68"/>
                </a:solidFill>
                <a:latin typeface="Yu Gothic"/>
                <a:ea typeface="Yu Gothic"/>
                <a:cs typeface="Yu Gothic"/>
              </a:defRPr>
            </a:lvl2pPr>
            <a:lvl3pPr algn="l">
              <a:defRPr sz="1650" b="1">
                <a:solidFill>
                  <a:srgbClr val="166B68"/>
                </a:solidFill>
                <a:latin typeface="Yu Gothic"/>
                <a:ea typeface="Yu Gothic"/>
                <a:cs typeface="Yu Gothic"/>
              </a:defRPr>
            </a:lvl3pPr>
            <a:lvl4pPr algn="l">
              <a:defRPr sz="1650" b="1">
                <a:solidFill>
                  <a:srgbClr val="166B68"/>
                </a:solidFill>
                <a:latin typeface="Yu Gothic"/>
                <a:ea typeface="Yu Gothic"/>
                <a:cs typeface="Yu Gothic"/>
              </a:defRPr>
            </a:lvl4pPr>
            <a:lvl5pPr algn="l">
              <a:defRPr sz="1650" b="1">
                <a:solidFill>
                  <a:srgbClr val="166B68"/>
                </a:solidFill>
                <a:latin typeface="Yu Gothic"/>
                <a:ea typeface="Yu Gothic"/>
                <a:cs typeface="Yu Gothic"/>
              </a:defRPr>
            </a:lvl5pPr>
            <a:lvl6pPr algn="l">
              <a:defRPr sz="1650" b="1">
                <a:solidFill>
                  <a:srgbClr val="166B68"/>
                </a:solidFill>
                <a:latin typeface="Yu Gothic"/>
                <a:ea typeface="Yu Gothic"/>
                <a:cs typeface="Yu Gothic"/>
              </a:defRPr>
            </a:lvl6pPr>
            <a:lvl7pPr algn="l">
              <a:defRPr sz="1650" b="1">
                <a:solidFill>
                  <a:srgbClr val="166B68"/>
                </a:solidFill>
                <a:latin typeface="Yu Gothic"/>
                <a:ea typeface="Yu Gothic"/>
                <a:cs typeface="Yu Gothic"/>
              </a:defRPr>
            </a:lvl7pPr>
            <a:lvl8pPr algn="l">
              <a:defRPr sz="1650" b="1">
                <a:solidFill>
                  <a:srgbClr val="166B68"/>
                </a:solidFill>
                <a:latin typeface="Yu Gothic"/>
                <a:ea typeface="Yu Gothic"/>
                <a:cs typeface="Yu Gothic"/>
              </a:defRPr>
            </a:lvl8pPr>
            <a:lvl9pPr algn="l">
              <a:defRPr sz="1650" b="1">
                <a:solidFill>
                  <a:srgbClr val="166B68"/>
                </a:solidFill>
                <a:latin typeface="Yu Gothic"/>
                <a:ea typeface="Yu Gothic"/>
                <a:cs typeface="Yu Gothic"/>
              </a:defRPr>
            </a:lvl9pPr>
          </a:lstStyle>
          <a:p xmlns:a="http://schemas.openxmlformats.org/drawingml/2006/main">
            <a:pPr algn="l">
              <a:defRPr sz="1650" b="1">
                <a:solidFill>
                  <a:srgbClr val="166B68"/>
                </a:solidFill>
                <a:latin typeface="Yu Gothic"/>
                <a:ea typeface="Yu Gothic"/>
                <a:cs typeface="Yu Gothic"/>
              </a:defRPr>
            </a:pPr>
            <a:r>
              <a:rPr sz="1650" b="1">
                <a:solidFill>
                  <a:srgbClr val="166B68"/>
                </a:solidFill>
                <a:latin typeface="Yu Gothic"/>
                <a:ea typeface="Yu Gothic"/>
                <a:cs typeface="Yu Gothic"/>
              </a:rPr>
              <a:t>視準軸 ⟂ 水平軸</a:t>
            </a:r>
          </a:p>
        </p:txBody>
      </p:sp>
      <p:sp>
        <p:nvSpPr>
          <p:cNvPr id="22" name="">
            <a:extLst xmlns:a="http://schemas.openxmlformats.org/drawingml/2006/main">
              <a:ext uri="{FF2B5EF4-FFF2-40B4-BE49-F238E27FC236}">
                <a16:creationId xmlns:a16="http://schemas.microsoft.com/office/drawing/2014/main" id="{662123E8-A505-427F-8C31-E820ABFFD53B}"/>
              </a:ext>
            </a:extLst>
          </p:cNvPr>
          <p:cNvSpPr>
            <a:spLocks xmlns:a="http://schemas.openxmlformats.org/drawingml/2006/main" noGrp="1"/>
          </p:cNvSpPr>
          <p:nvPr/>
        </p:nvSpPr>
        <p:spPr>
          <a:xfrm xmlns:a="http://schemas.openxmlformats.org/drawingml/2006/main">
            <a:off x="6238875" y="4301490"/>
            <a:ext cx="2140268"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A94737"/>
                </a:solidFill>
                <a:latin typeface="Yu Gothic"/>
                <a:ea typeface="Yu Gothic"/>
                <a:cs typeface="Yu Gothic"/>
              </a:defRPr>
            </a:defPPr>
            <a:lvl1pPr algn="l">
              <a:defRPr sz="1650" b="1">
                <a:solidFill>
                  <a:srgbClr val="A94737"/>
                </a:solidFill>
                <a:latin typeface="Yu Gothic"/>
                <a:ea typeface="Yu Gothic"/>
                <a:cs typeface="Yu Gothic"/>
              </a:defRPr>
            </a:lvl1pPr>
            <a:lvl2pPr algn="l">
              <a:defRPr sz="1650" b="1">
                <a:solidFill>
                  <a:srgbClr val="A94737"/>
                </a:solidFill>
                <a:latin typeface="Yu Gothic"/>
                <a:ea typeface="Yu Gothic"/>
                <a:cs typeface="Yu Gothic"/>
              </a:defRPr>
            </a:lvl2pPr>
            <a:lvl3pPr algn="l">
              <a:defRPr sz="1650" b="1">
                <a:solidFill>
                  <a:srgbClr val="A94737"/>
                </a:solidFill>
                <a:latin typeface="Yu Gothic"/>
                <a:ea typeface="Yu Gothic"/>
                <a:cs typeface="Yu Gothic"/>
              </a:defRPr>
            </a:lvl3pPr>
            <a:lvl4pPr algn="l">
              <a:defRPr sz="1650" b="1">
                <a:solidFill>
                  <a:srgbClr val="A94737"/>
                </a:solidFill>
                <a:latin typeface="Yu Gothic"/>
                <a:ea typeface="Yu Gothic"/>
                <a:cs typeface="Yu Gothic"/>
              </a:defRPr>
            </a:lvl4pPr>
            <a:lvl5pPr algn="l">
              <a:defRPr sz="1650" b="1">
                <a:solidFill>
                  <a:srgbClr val="A94737"/>
                </a:solidFill>
                <a:latin typeface="Yu Gothic"/>
                <a:ea typeface="Yu Gothic"/>
                <a:cs typeface="Yu Gothic"/>
              </a:defRPr>
            </a:lvl5pPr>
            <a:lvl6pPr algn="l">
              <a:defRPr sz="1650" b="1">
                <a:solidFill>
                  <a:srgbClr val="A94737"/>
                </a:solidFill>
                <a:latin typeface="Yu Gothic"/>
                <a:ea typeface="Yu Gothic"/>
                <a:cs typeface="Yu Gothic"/>
              </a:defRPr>
            </a:lvl6pPr>
            <a:lvl7pPr algn="l">
              <a:defRPr sz="1650" b="1">
                <a:solidFill>
                  <a:srgbClr val="A94737"/>
                </a:solidFill>
                <a:latin typeface="Yu Gothic"/>
                <a:ea typeface="Yu Gothic"/>
                <a:cs typeface="Yu Gothic"/>
              </a:defRPr>
            </a:lvl7pPr>
            <a:lvl8pPr algn="l">
              <a:defRPr sz="1650" b="1">
                <a:solidFill>
                  <a:srgbClr val="A94737"/>
                </a:solidFill>
                <a:latin typeface="Yu Gothic"/>
                <a:ea typeface="Yu Gothic"/>
                <a:cs typeface="Yu Gothic"/>
              </a:defRPr>
            </a:lvl8pPr>
            <a:lvl9pPr algn="l">
              <a:defRPr sz="1650" b="1">
                <a:solidFill>
                  <a:srgbClr val="A94737"/>
                </a:solidFill>
                <a:latin typeface="Yu Gothic"/>
                <a:ea typeface="Yu Gothic"/>
                <a:cs typeface="Yu Gothic"/>
              </a:defRPr>
            </a:lvl9pPr>
          </a:lstStyle>
          <a:p xmlns:a="http://schemas.openxmlformats.org/drawingml/2006/main">
            <a:pPr algn="l">
              <a:defRPr sz="1650" b="1">
                <a:solidFill>
                  <a:srgbClr val="A94737"/>
                </a:solidFill>
                <a:latin typeface="Yu Gothic"/>
                <a:ea typeface="Yu Gothic"/>
                <a:cs typeface="Yu Gothic"/>
              </a:defRPr>
            </a:pPr>
            <a:r>
              <a:rPr sz="1650" b="1">
                <a:solidFill>
                  <a:srgbClr val="A94737"/>
                </a:solidFill>
                <a:latin typeface="Yu Gothic"/>
                <a:ea typeface="Yu Gothic"/>
                <a:cs typeface="Yu Gothic"/>
              </a:rPr>
              <a:t>水平軸 ⟂ 鉛直軸</a:t>
            </a:r>
          </a:p>
        </p:txBody>
      </p:sp>
      <p:sp>
        <p:nvSpPr>
          <p:cNvPr id="23" name="">
            <a:extLst xmlns:a="http://schemas.openxmlformats.org/drawingml/2006/main">
              <a:ext uri="{FF2B5EF4-FFF2-40B4-BE49-F238E27FC236}">
                <a16:creationId xmlns:a16="http://schemas.microsoft.com/office/drawing/2014/main" id="{A6EF483B-9FE2-4466-BA59-4B7355555782}"/>
              </a:ext>
            </a:extLst>
          </p:cNvPr>
          <p:cNvSpPr>
            <a:spLocks xmlns:a="http://schemas.openxmlformats.org/drawingml/2006/main" noGrp="1"/>
          </p:cNvSpPr>
          <p:nvPr/>
        </p:nvSpPr>
        <p:spPr>
          <a:xfrm xmlns:a="http://schemas.openxmlformats.org/drawingml/2006/main">
            <a:off x="8570595" y="3983355"/>
            <a:ext cx="133350" cy="133350"/>
          </a:xfrm>
          <a:prstGeom xmlns:a="http://schemas.openxmlformats.org/drawingml/2006/main" prst="ellipse">
            <a:avLst/>
          </a:prstGeom>
          <a:solidFill xmlns:a="http://schemas.openxmlformats.org/drawingml/2006/main">
            <a:srgbClr val="182B33"/>
          </a:solidFill>
          <a:ln xmlns:a="http://schemas.openxmlformats.org/drawingml/2006/main" w="9525">
            <a:solidFill>
              <a:srgbClr val="182B33"/>
            </a:solidFill>
          </a:ln>
        </p:spPr>
      </p:sp>
    </p:spTree>
    <p:extLst>
      <p:ext uri="{BB962C8B-B14F-4D97-AF65-F5344CB8AC3E}">
        <p14:creationId xmlns:p14="http://schemas.microsoft.com/office/powerpoint/2010/main" val="193991354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CD169FA9-D539-4F8A-8348-A7D14786BBA2}"/>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77D2451E-C900-4102-953C-94A684C278A7}"/>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4-2 据える｜11–18分</a:t>
            </a:r>
          </a:p>
        </p:txBody>
      </p:sp>
      <p:sp>
        <p:nvSpPr>
          <p:cNvPr id="3" name="">
            <a:extLst xmlns:a="http://schemas.openxmlformats.org/drawingml/2006/main">
              <a:ext uri="{FF2B5EF4-FFF2-40B4-BE49-F238E27FC236}">
                <a16:creationId xmlns:a16="http://schemas.microsoft.com/office/drawing/2014/main" id="{ED86452B-DFB0-4904-ADF7-ECE76713B61E}"/>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求心は、測点の真上へ合わせる</a:t>
            </a:r>
          </a:p>
        </p:txBody>
      </p:sp>
      <p:sp>
        <p:nvSpPr>
          <p:cNvPr id="4" name="">
            <a:extLst xmlns:a="http://schemas.openxmlformats.org/drawingml/2006/main">
              <a:ext uri="{FF2B5EF4-FFF2-40B4-BE49-F238E27FC236}">
                <a16:creationId xmlns:a16="http://schemas.microsoft.com/office/drawing/2014/main" id="{89711786-3BC5-46B7-9028-E9BB843C09DD}"/>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EFA1318A-1F1D-48C7-8B8C-0AF45ED0FF25}"/>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B5E19469-50B9-478E-9C94-8775927479F7}"/>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13</a:t>
            </a:r>
          </a:p>
        </p:txBody>
      </p:sp>
      <p:sp>
        <p:nvSpPr>
          <p:cNvPr id="7" name="">
            <a:extLst xmlns:a="http://schemas.openxmlformats.org/drawingml/2006/main">
              <a:ext uri="{FF2B5EF4-FFF2-40B4-BE49-F238E27FC236}">
                <a16:creationId xmlns:a16="http://schemas.microsoft.com/office/drawing/2014/main" id="{C092CE0D-3BC8-4DA9-AC66-728A9515E1C5}"/>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合わせるのは「位置」</a:t>
            </a:r>
          </a:p>
        </p:txBody>
      </p:sp>
      <p:sp>
        <p:nvSpPr>
          <p:cNvPr id="8" name="">
            <a:extLst xmlns:a="http://schemas.openxmlformats.org/drawingml/2006/main">
              <a:ext uri="{FF2B5EF4-FFF2-40B4-BE49-F238E27FC236}">
                <a16:creationId xmlns:a16="http://schemas.microsoft.com/office/drawing/2014/main" id="{F0624068-8C7C-4771-80BA-FF3B4198B0E8}"/>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器械中心を測点Oの真上へ</a:t>
            </a:r>
          </a:p>
        </p:txBody>
      </p:sp>
      <p:sp>
        <p:nvSpPr>
          <p:cNvPr id="9" name="">
            <a:extLst xmlns:a="http://schemas.openxmlformats.org/drawingml/2006/main">
              <a:ext uri="{FF2B5EF4-FFF2-40B4-BE49-F238E27FC236}">
                <a16:creationId xmlns:a16="http://schemas.microsoft.com/office/drawing/2014/main" id="{23D66A94-F233-4FC3-B16D-8EE8403748F6}"/>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軸が鉛直でも、位置ずれは残る</a:t>
            </a:r>
          </a:p>
        </p:txBody>
      </p:sp>
      <p:sp>
        <p:nvSpPr>
          <p:cNvPr id="10" name="">
            <a:extLst xmlns:a="http://schemas.openxmlformats.org/drawingml/2006/main">
              <a:ext uri="{FF2B5EF4-FFF2-40B4-BE49-F238E27FC236}">
                <a16:creationId xmlns:a16="http://schemas.microsoft.com/office/drawing/2014/main" id="{2587A839-E7F5-4151-A8FD-6DD217EAE2D6}"/>
              </a:ext>
            </a:extLst>
          </p:cNvPr>
          <p:cNvSpPr>
            <a:spLocks xmlns:a="http://schemas.openxmlformats.org/drawingml/2006/main" noGrp="1"/>
          </p:cNvSpPr>
          <p:nvPr/>
        </p:nvSpPr>
        <p:spPr>
          <a:xfrm xmlns:a="http://schemas.openxmlformats.org/drawingml/2006/main">
            <a:off x="6334125" y="5055870"/>
            <a:ext cx="4810125" cy="9525"/>
          </a:xfrm>
          <a:custGeom xmlns:a="http://schemas.openxmlformats.org/drawingml/2006/main">
            <a:pathLst>
              <a:path w="4810125" h="9525">
                <a:moveTo>
                  <a:pt x="0" y="0"/>
                </a:moveTo>
                <a:lnTo>
                  <a:pt x="4810125" y="0"/>
                </a:lnTo>
              </a:path>
            </a:pathLst>
          </a:custGeom>
          <a:noFill xmlns:a="http://schemas.openxmlformats.org/drawingml/2006/main"/>
          <a:ln xmlns:a="http://schemas.openxmlformats.org/drawingml/2006/main" w="28575">
            <a:solidFill>
              <a:srgbClr val="CFD9DD"/>
            </a:solidFill>
            <a:prstDash val="solid"/>
          </a:ln>
        </p:spPr>
      </p:sp>
      <p:sp>
        <p:nvSpPr>
          <p:cNvPr id="11" name="">
            <a:extLst xmlns:a="http://schemas.openxmlformats.org/drawingml/2006/main">
              <a:ext uri="{FF2B5EF4-FFF2-40B4-BE49-F238E27FC236}">
                <a16:creationId xmlns:a16="http://schemas.microsoft.com/office/drawing/2014/main" id="{BD8A0D32-3729-49D7-A868-09A59534DAB1}"/>
              </a:ext>
            </a:extLst>
          </p:cNvPr>
          <p:cNvSpPr>
            <a:spLocks xmlns:a="http://schemas.openxmlformats.org/drawingml/2006/main" noGrp="1"/>
          </p:cNvSpPr>
          <p:nvPr/>
        </p:nvSpPr>
        <p:spPr>
          <a:xfrm xmlns:a="http://schemas.openxmlformats.org/drawingml/2006/main">
            <a:off x="7017544" y="1905000"/>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52616A"/>
                </a:solidFill>
                <a:latin typeface="Yu Gothic"/>
                <a:ea typeface="Yu Gothic"/>
                <a:cs typeface="Yu Gothic"/>
              </a:defRPr>
            </a:defPPr>
            <a:lvl1pPr algn="ctr">
              <a:defRPr sz="1650" b="1">
                <a:solidFill>
                  <a:srgbClr val="52616A"/>
                </a:solidFill>
                <a:latin typeface="Yu Gothic"/>
                <a:ea typeface="Yu Gothic"/>
                <a:cs typeface="Yu Gothic"/>
              </a:defRPr>
            </a:lvl1pPr>
            <a:lvl2pPr algn="ctr">
              <a:defRPr sz="1650" b="1">
                <a:solidFill>
                  <a:srgbClr val="52616A"/>
                </a:solidFill>
                <a:latin typeface="Yu Gothic"/>
                <a:ea typeface="Yu Gothic"/>
                <a:cs typeface="Yu Gothic"/>
              </a:defRPr>
            </a:lvl2pPr>
            <a:lvl3pPr algn="ctr">
              <a:defRPr sz="1650" b="1">
                <a:solidFill>
                  <a:srgbClr val="52616A"/>
                </a:solidFill>
                <a:latin typeface="Yu Gothic"/>
                <a:ea typeface="Yu Gothic"/>
                <a:cs typeface="Yu Gothic"/>
              </a:defRPr>
            </a:lvl3pPr>
            <a:lvl4pPr algn="ctr">
              <a:defRPr sz="1650" b="1">
                <a:solidFill>
                  <a:srgbClr val="52616A"/>
                </a:solidFill>
                <a:latin typeface="Yu Gothic"/>
                <a:ea typeface="Yu Gothic"/>
                <a:cs typeface="Yu Gothic"/>
              </a:defRPr>
            </a:lvl4pPr>
            <a:lvl5pPr algn="ctr">
              <a:defRPr sz="1650" b="1">
                <a:solidFill>
                  <a:srgbClr val="52616A"/>
                </a:solidFill>
                <a:latin typeface="Yu Gothic"/>
                <a:ea typeface="Yu Gothic"/>
                <a:cs typeface="Yu Gothic"/>
              </a:defRPr>
            </a:lvl5pPr>
            <a:lvl6pPr algn="ctr">
              <a:defRPr sz="1650" b="1">
                <a:solidFill>
                  <a:srgbClr val="52616A"/>
                </a:solidFill>
                <a:latin typeface="Yu Gothic"/>
                <a:ea typeface="Yu Gothic"/>
                <a:cs typeface="Yu Gothic"/>
              </a:defRPr>
            </a:lvl6pPr>
            <a:lvl7pPr algn="ctr">
              <a:defRPr sz="1650" b="1">
                <a:solidFill>
                  <a:srgbClr val="52616A"/>
                </a:solidFill>
                <a:latin typeface="Yu Gothic"/>
                <a:ea typeface="Yu Gothic"/>
                <a:cs typeface="Yu Gothic"/>
              </a:defRPr>
            </a:lvl7pPr>
            <a:lvl8pPr algn="ctr">
              <a:defRPr sz="1650" b="1">
                <a:solidFill>
                  <a:srgbClr val="52616A"/>
                </a:solidFill>
                <a:latin typeface="Yu Gothic"/>
                <a:ea typeface="Yu Gothic"/>
                <a:cs typeface="Yu Gothic"/>
              </a:defRPr>
            </a:lvl8pPr>
            <a:lvl9pPr algn="ctr">
              <a:defRPr sz="1650" b="1">
                <a:solidFill>
                  <a:srgbClr val="52616A"/>
                </a:solidFill>
                <a:latin typeface="Yu Gothic"/>
                <a:ea typeface="Yu Gothic"/>
                <a:cs typeface="Yu Gothic"/>
              </a:defRPr>
            </a:lvl9pPr>
          </a:lstStyle>
          <a:p xmlns:a="http://schemas.openxmlformats.org/drawingml/2006/main">
            <a:pPr algn="ctr">
              <a:defRPr sz="1650" b="1">
                <a:solidFill>
                  <a:srgbClr val="52616A"/>
                </a:solidFill>
                <a:latin typeface="Yu Gothic"/>
                <a:ea typeface="Yu Gothic"/>
                <a:cs typeface="Yu Gothic"/>
              </a:defRPr>
            </a:pPr>
            <a:r>
              <a:rPr sz="1650" b="1">
                <a:solidFill>
                  <a:srgbClr val="52616A"/>
                </a:solidFill>
                <a:latin typeface="Yu Gothic"/>
                <a:ea typeface="Yu Gothic"/>
                <a:cs typeface="Yu Gothic"/>
              </a:rPr>
              <a:t>鉛直線</a:t>
            </a:r>
          </a:p>
        </p:txBody>
      </p:sp>
      <p:sp>
        <p:nvSpPr>
          <p:cNvPr id="12" name="">
            <a:extLst xmlns:a="http://schemas.openxmlformats.org/drawingml/2006/main">
              <a:ext uri="{FF2B5EF4-FFF2-40B4-BE49-F238E27FC236}">
                <a16:creationId xmlns:a16="http://schemas.microsoft.com/office/drawing/2014/main" id="{EC68B29D-470A-4191-AD71-2AC56604A643}"/>
              </a:ext>
            </a:extLst>
          </p:cNvPr>
          <p:cNvSpPr>
            <a:spLocks xmlns:a="http://schemas.openxmlformats.org/drawingml/2006/main" noGrp="1"/>
          </p:cNvSpPr>
          <p:nvPr/>
        </p:nvSpPr>
        <p:spPr>
          <a:xfrm xmlns:a="http://schemas.openxmlformats.org/drawingml/2006/main">
            <a:off x="7465219" y="2171700"/>
            <a:ext cx="9525" cy="2807970"/>
          </a:xfrm>
          <a:custGeom xmlns:a="http://schemas.openxmlformats.org/drawingml/2006/main">
            <a:pathLst>
              <a:path w="9525" h="2807970">
                <a:moveTo>
                  <a:pt x="0" y="0"/>
                </a:moveTo>
                <a:lnTo>
                  <a:pt x="0" y="2807970"/>
                </a:lnTo>
              </a:path>
            </a:pathLst>
          </a:custGeom>
          <a:noFill xmlns:a="http://schemas.openxmlformats.org/drawingml/2006/main"/>
          <a:ln xmlns:a="http://schemas.openxmlformats.org/drawingml/2006/main" w="47625">
            <a:solidFill>
              <a:srgbClr val="166B68"/>
            </a:solidFill>
            <a:prstDash val="solid"/>
          </a:ln>
        </p:spPr>
      </p:sp>
      <p:sp>
        <p:nvSpPr>
          <p:cNvPr id="13" name="">
            <a:extLst xmlns:a="http://schemas.openxmlformats.org/drawingml/2006/main">
              <a:ext uri="{FF2B5EF4-FFF2-40B4-BE49-F238E27FC236}">
                <a16:creationId xmlns:a16="http://schemas.microsoft.com/office/drawing/2014/main" id="{9D491D57-8144-4A7A-A383-3C3253C1A0CB}"/>
              </a:ext>
            </a:extLst>
          </p:cNvPr>
          <p:cNvSpPr>
            <a:spLocks xmlns:a="http://schemas.openxmlformats.org/drawingml/2006/main" noGrp="1"/>
          </p:cNvSpPr>
          <p:nvPr/>
        </p:nvSpPr>
        <p:spPr>
          <a:xfrm xmlns:a="http://schemas.openxmlformats.org/drawingml/2006/main">
            <a:off x="10390823" y="2171700"/>
            <a:ext cx="9525" cy="2807970"/>
          </a:xfrm>
          <a:custGeom xmlns:a="http://schemas.openxmlformats.org/drawingml/2006/main">
            <a:pathLst>
              <a:path w="9525" h="2807970">
                <a:moveTo>
                  <a:pt x="0" y="0"/>
                </a:moveTo>
                <a:lnTo>
                  <a:pt x="0" y="2807970"/>
                </a:lnTo>
              </a:path>
            </a:pathLst>
          </a:custGeom>
          <a:noFill xmlns:a="http://schemas.openxmlformats.org/drawingml/2006/main"/>
          <a:ln xmlns:a="http://schemas.openxmlformats.org/drawingml/2006/main" w="47625">
            <a:solidFill>
              <a:srgbClr val="A94737"/>
            </a:solidFill>
            <a:prstDash val="solid"/>
          </a:ln>
        </p:spPr>
      </p:sp>
      <p:sp>
        <p:nvSpPr>
          <p:cNvPr id="14" name="">
            <a:extLst xmlns:a="http://schemas.openxmlformats.org/drawingml/2006/main">
              <a:ext uri="{FF2B5EF4-FFF2-40B4-BE49-F238E27FC236}">
                <a16:creationId xmlns:a16="http://schemas.microsoft.com/office/drawing/2014/main" id="{DC9ACFFD-F850-4249-815E-11F9FFDD5E3C}"/>
              </a:ext>
            </a:extLst>
          </p:cNvPr>
          <p:cNvSpPr>
            <a:spLocks xmlns:a="http://schemas.openxmlformats.org/drawingml/2006/main" noGrp="1"/>
          </p:cNvSpPr>
          <p:nvPr/>
        </p:nvSpPr>
        <p:spPr>
          <a:xfrm xmlns:a="http://schemas.openxmlformats.org/drawingml/2006/main">
            <a:off x="9962198" y="2171700"/>
            <a:ext cx="9525" cy="2807970"/>
          </a:xfrm>
          <a:custGeom xmlns:a="http://schemas.openxmlformats.org/drawingml/2006/main">
            <a:pathLst>
              <a:path w="9525" h="2807970">
                <a:moveTo>
                  <a:pt x="0" y="0"/>
                </a:moveTo>
                <a:lnTo>
                  <a:pt x="0" y="2807970"/>
                </a:lnTo>
              </a:path>
            </a:pathLst>
          </a:custGeom>
          <a:noFill xmlns:a="http://schemas.openxmlformats.org/drawingml/2006/main"/>
          <a:ln xmlns:a="http://schemas.openxmlformats.org/drawingml/2006/main" w="19050">
            <a:solidFill>
              <a:srgbClr val="CFD9DD"/>
            </a:solidFill>
            <a:prstDash val="dash"/>
          </a:ln>
        </p:spPr>
      </p:sp>
      <p:sp>
        <p:nvSpPr>
          <p:cNvPr id="15" name="">
            <a:extLst xmlns:a="http://schemas.openxmlformats.org/drawingml/2006/main">
              <a:ext uri="{FF2B5EF4-FFF2-40B4-BE49-F238E27FC236}">
                <a16:creationId xmlns:a16="http://schemas.microsoft.com/office/drawing/2014/main" id="{58E551AD-6E6F-449A-A068-F1EC90F919B9}"/>
              </a:ext>
            </a:extLst>
          </p:cNvPr>
          <p:cNvSpPr>
            <a:spLocks xmlns:a="http://schemas.openxmlformats.org/drawingml/2006/main" noGrp="1"/>
          </p:cNvSpPr>
          <p:nvPr/>
        </p:nvSpPr>
        <p:spPr>
          <a:xfrm xmlns:a="http://schemas.openxmlformats.org/drawingml/2006/main">
            <a:off x="7141369" y="2887980"/>
            <a:ext cx="647700" cy="647700"/>
          </a:xfrm>
          <a:prstGeom xmlns:a="http://schemas.openxmlformats.org/drawingml/2006/main" prst="ellipse">
            <a:avLst/>
          </a:prstGeom>
          <a:noFill xmlns:a="http://schemas.openxmlformats.org/drawingml/2006/main"/>
          <a:ln xmlns:a="http://schemas.openxmlformats.org/drawingml/2006/main" w="28575">
            <a:solidFill>
              <a:srgbClr val="EEF5F4"/>
            </a:solidFill>
            <a:prstDash val="solid"/>
          </a:ln>
        </p:spPr>
      </p:sp>
      <p:sp>
        <p:nvSpPr>
          <p:cNvPr id="16" name="">
            <a:extLst xmlns:a="http://schemas.openxmlformats.org/drawingml/2006/main">
              <a:ext uri="{FF2B5EF4-FFF2-40B4-BE49-F238E27FC236}">
                <a16:creationId xmlns:a16="http://schemas.microsoft.com/office/drawing/2014/main" id="{4E9F66DE-DCB9-4EEE-9C88-25202FD537DC}"/>
              </a:ext>
            </a:extLst>
          </p:cNvPr>
          <p:cNvSpPr>
            <a:spLocks xmlns:a="http://schemas.openxmlformats.org/drawingml/2006/main" noGrp="1"/>
          </p:cNvSpPr>
          <p:nvPr/>
        </p:nvSpPr>
        <p:spPr>
          <a:xfrm xmlns:a="http://schemas.openxmlformats.org/drawingml/2006/main">
            <a:off x="10066973" y="2887980"/>
            <a:ext cx="647700" cy="647700"/>
          </a:xfrm>
          <a:prstGeom xmlns:a="http://schemas.openxmlformats.org/drawingml/2006/main" prst="ellipse">
            <a:avLst/>
          </a:prstGeom>
          <a:noFill xmlns:a="http://schemas.openxmlformats.org/drawingml/2006/main"/>
          <a:ln xmlns:a="http://schemas.openxmlformats.org/drawingml/2006/main" w="28575">
            <a:solidFill>
              <a:srgbClr val="EEF5F4"/>
            </a:solidFill>
            <a:prstDash val="solid"/>
          </a:ln>
        </p:spPr>
      </p:sp>
      <p:sp>
        <p:nvSpPr>
          <p:cNvPr id="17" name="">
            <a:extLst xmlns:a="http://schemas.openxmlformats.org/drawingml/2006/main">
              <a:ext uri="{FF2B5EF4-FFF2-40B4-BE49-F238E27FC236}">
                <a16:creationId xmlns:a16="http://schemas.microsoft.com/office/drawing/2014/main" id="{279ED81A-ADEA-43D5-A05A-F251DA77AFE5}"/>
              </a:ext>
            </a:extLst>
          </p:cNvPr>
          <p:cNvSpPr>
            <a:spLocks xmlns:a="http://schemas.openxmlformats.org/drawingml/2006/main" noGrp="1"/>
          </p:cNvSpPr>
          <p:nvPr/>
        </p:nvSpPr>
        <p:spPr>
          <a:xfrm xmlns:a="http://schemas.openxmlformats.org/drawingml/2006/main">
            <a:off x="6226969" y="3088005"/>
            <a:ext cx="1162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82B33"/>
                </a:solidFill>
                <a:latin typeface="Yu Gothic"/>
                <a:ea typeface="Yu Gothic"/>
                <a:cs typeface="Yu Gothic"/>
              </a:defRPr>
            </a:defPPr>
            <a:lvl1pPr algn="ctr">
              <a:defRPr sz="1650" b="1">
                <a:solidFill>
                  <a:srgbClr val="182B33"/>
                </a:solidFill>
                <a:latin typeface="Yu Gothic"/>
                <a:ea typeface="Yu Gothic"/>
                <a:cs typeface="Yu Gothic"/>
              </a:defRPr>
            </a:lvl1pPr>
            <a:lvl2pPr algn="ctr">
              <a:defRPr sz="1650" b="1">
                <a:solidFill>
                  <a:srgbClr val="182B33"/>
                </a:solidFill>
                <a:latin typeface="Yu Gothic"/>
                <a:ea typeface="Yu Gothic"/>
                <a:cs typeface="Yu Gothic"/>
              </a:defRPr>
            </a:lvl2pPr>
            <a:lvl3pPr algn="ctr">
              <a:defRPr sz="1650" b="1">
                <a:solidFill>
                  <a:srgbClr val="182B33"/>
                </a:solidFill>
                <a:latin typeface="Yu Gothic"/>
                <a:ea typeface="Yu Gothic"/>
                <a:cs typeface="Yu Gothic"/>
              </a:defRPr>
            </a:lvl3pPr>
            <a:lvl4pPr algn="ctr">
              <a:defRPr sz="1650" b="1">
                <a:solidFill>
                  <a:srgbClr val="182B33"/>
                </a:solidFill>
                <a:latin typeface="Yu Gothic"/>
                <a:ea typeface="Yu Gothic"/>
                <a:cs typeface="Yu Gothic"/>
              </a:defRPr>
            </a:lvl4pPr>
            <a:lvl5pPr algn="ctr">
              <a:defRPr sz="1650" b="1">
                <a:solidFill>
                  <a:srgbClr val="182B33"/>
                </a:solidFill>
                <a:latin typeface="Yu Gothic"/>
                <a:ea typeface="Yu Gothic"/>
                <a:cs typeface="Yu Gothic"/>
              </a:defRPr>
            </a:lvl5pPr>
            <a:lvl6pPr algn="ctr">
              <a:defRPr sz="1650" b="1">
                <a:solidFill>
                  <a:srgbClr val="182B33"/>
                </a:solidFill>
                <a:latin typeface="Yu Gothic"/>
                <a:ea typeface="Yu Gothic"/>
                <a:cs typeface="Yu Gothic"/>
              </a:defRPr>
            </a:lvl6pPr>
            <a:lvl7pPr algn="ctr">
              <a:defRPr sz="1650" b="1">
                <a:solidFill>
                  <a:srgbClr val="182B33"/>
                </a:solidFill>
                <a:latin typeface="Yu Gothic"/>
                <a:ea typeface="Yu Gothic"/>
                <a:cs typeface="Yu Gothic"/>
              </a:defRPr>
            </a:lvl7pPr>
            <a:lvl8pPr algn="ctr">
              <a:defRPr sz="1650" b="1">
                <a:solidFill>
                  <a:srgbClr val="182B33"/>
                </a:solidFill>
                <a:latin typeface="Yu Gothic"/>
                <a:ea typeface="Yu Gothic"/>
                <a:cs typeface="Yu Gothic"/>
              </a:defRPr>
            </a:lvl8pPr>
            <a:lvl9pPr algn="ctr">
              <a:defRPr sz="1650" b="1">
                <a:solidFill>
                  <a:srgbClr val="182B33"/>
                </a:solidFill>
                <a:latin typeface="Yu Gothic"/>
                <a:ea typeface="Yu Gothic"/>
                <a:cs typeface="Yu Gothic"/>
              </a:defRPr>
            </a:lvl9pPr>
          </a:lstStyle>
          <a:p xmlns:a="http://schemas.openxmlformats.org/drawingml/2006/main">
            <a:pPr algn="ctr">
              <a:defRPr sz="1650" b="1">
                <a:solidFill>
                  <a:srgbClr val="182B33"/>
                </a:solidFill>
                <a:latin typeface="Yu Gothic"/>
                <a:ea typeface="Yu Gothic"/>
                <a:cs typeface="Yu Gothic"/>
              </a:defRPr>
            </a:pPr>
            <a:r>
              <a:rPr sz="1650" b="1">
                <a:solidFill>
                  <a:srgbClr val="182B33"/>
                </a:solidFill>
                <a:latin typeface="Yu Gothic"/>
                <a:ea typeface="Yu Gothic"/>
                <a:cs typeface="Yu Gothic"/>
              </a:rPr>
              <a:t>器械中心</a:t>
            </a:r>
          </a:p>
        </p:txBody>
      </p:sp>
      <p:sp>
        <p:nvSpPr>
          <p:cNvPr id="18" name="">
            <a:extLst xmlns:a="http://schemas.openxmlformats.org/drawingml/2006/main">
              <a:ext uri="{FF2B5EF4-FFF2-40B4-BE49-F238E27FC236}">
                <a16:creationId xmlns:a16="http://schemas.microsoft.com/office/drawing/2014/main" id="{5FB9BE36-8297-4B04-9AC7-24A28ACF6DF3}"/>
              </a:ext>
            </a:extLst>
          </p:cNvPr>
          <p:cNvSpPr>
            <a:spLocks xmlns:a="http://schemas.openxmlformats.org/drawingml/2006/main" noGrp="1"/>
          </p:cNvSpPr>
          <p:nvPr/>
        </p:nvSpPr>
        <p:spPr>
          <a:xfrm xmlns:a="http://schemas.openxmlformats.org/drawingml/2006/main">
            <a:off x="9152573" y="3088005"/>
            <a:ext cx="1162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82B33"/>
                </a:solidFill>
                <a:latin typeface="Yu Gothic"/>
                <a:ea typeface="Yu Gothic"/>
                <a:cs typeface="Yu Gothic"/>
              </a:defRPr>
            </a:defPPr>
            <a:lvl1pPr algn="ctr">
              <a:defRPr sz="1650" b="1">
                <a:solidFill>
                  <a:srgbClr val="182B33"/>
                </a:solidFill>
                <a:latin typeface="Yu Gothic"/>
                <a:ea typeface="Yu Gothic"/>
                <a:cs typeface="Yu Gothic"/>
              </a:defRPr>
            </a:lvl1pPr>
            <a:lvl2pPr algn="ctr">
              <a:defRPr sz="1650" b="1">
                <a:solidFill>
                  <a:srgbClr val="182B33"/>
                </a:solidFill>
                <a:latin typeface="Yu Gothic"/>
                <a:ea typeface="Yu Gothic"/>
                <a:cs typeface="Yu Gothic"/>
              </a:defRPr>
            </a:lvl2pPr>
            <a:lvl3pPr algn="ctr">
              <a:defRPr sz="1650" b="1">
                <a:solidFill>
                  <a:srgbClr val="182B33"/>
                </a:solidFill>
                <a:latin typeface="Yu Gothic"/>
                <a:ea typeface="Yu Gothic"/>
                <a:cs typeface="Yu Gothic"/>
              </a:defRPr>
            </a:lvl3pPr>
            <a:lvl4pPr algn="ctr">
              <a:defRPr sz="1650" b="1">
                <a:solidFill>
                  <a:srgbClr val="182B33"/>
                </a:solidFill>
                <a:latin typeface="Yu Gothic"/>
                <a:ea typeface="Yu Gothic"/>
                <a:cs typeface="Yu Gothic"/>
              </a:defRPr>
            </a:lvl4pPr>
            <a:lvl5pPr algn="ctr">
              <a:defRPr sz="1650" b="1">
                <a:solidFill>
                  <a:srgbClr val="182B33"/>
                </a:solidFill>
                <a:latin typeface="Yu Gothic"/>
                <a:ea typeface="Yu Gothic"/>
                <a:cs typeface="Yu Gothic"/>
              </a:defRPr>
            </a:lvl5pPr>
            <a:lvl6pPr algn="ctr">
              <a:defRPr sz="1650" b="1">
                <a:solidFill>
                  <a:srgbClr val="182B33"/>
                </a:solidFill>
                <a:latin typeface="Yu Gothic"/>
                <a:ea typeface="Yu Gothic"/>
                <a:cs typeface="Yu Gothic"/>
              </a:defRPr>
            </a:lvl6pPr>
            <a:lvl7pPr algn="ctr">
              <a:defRPr sz="1650" b="1">
                <a:solidFill>
                  <a:srgbClr val="182B33"/>
                </a:solidFill>
                <a:latin typeface="Yu Gothic"/>
                <a:ea typeface="Yu Gothic"/>
                <a:cs typeface="Yu Gothic"/>
              </a:defRPr>
            </a:lvl7pPr>
            <a:lvl8pPr algn="ctr">
              <a:defRPr sz="1650" b="1">
                <a:solidFill>
                  <a:srgbClr val="182B33"/>
                </a:solidFill>
                <a:latin typeface="Yu Gothic"/>
                <a:ea typeface="Yu Gothic"/>
                <a:cs typeface="Yu Gothic"/>
              </a:defRPr>
            </a:lvl8pPr>
            <a:lvl9pPr algn="ctr">
              <a:defRPr sz="1650" b="1">
                <a:solidFill>
                  <a:srgbClr val="182B33"/>
                </a:solidFill>
                <a:latin typeface="Yu Gothic"/>
                <a:ea typeface="Yu Gothic"/>
                <a:cs typeface="Yu Gothic"/>
              </a:defRPr>
            </a:lvl9pPr>
          </a:lstStyle>
          <a:p xmlns:a="http://schemas.openxmlformats.org/drawingml/2006/main">
            <a:pPr algn="ctr">
              <a:defRPr sz="1650" b="1">
                <a:solidFill>
                  <a:srgbClr val="182B33"/>
                </a:solidFill>
                <a:latin typeface="Yu Gothic"/>
                <a:ea typeface="Yu Gothic"/>
                <a:cs typeface="Yu Gothic"/>
              </a:defRPr>
            </a:pPr>
            <a:r>
              <a:rPr sz="1650" b="1">
                <a:solidFill>
                  <a:srgbClr val="182B33"/>
                </a:solidFill>
                <a:latin typeface="Yu Gothic"/>
                <a:ea typeface="Yu Gothic"/>
                <a:cs typeface="Yu Gothic"/>
              </a:rPr>
              <a:t>器械中心</a:t>
            </a:r>
          </a:p>
        </p:txBody>
      </p:sp>
      <p:sp>
        <p:nvSpPr>
          <p:cNvPr id="19" name="">
            <a:extLst xmlns:a="http://schemas.openxmlformats.org/drawingml/2006/main">
              <a:ext uri="{FF2B5EF4-FFF2-40B4-BE49-F238E27FC236}">
                <a16:creationId xmlns:a16="http://schemas.microsoft.com/office/drawing/2014/main" id="{0295038A-606D-416D-8503-43E0683C019E}"/>
              </a:ext>
            </a:extLst>
          </p:cNvPr>
          <p:cNvSpPr>
            <a:spLocks xmlns:a="http://schemas.openxmlformats.org/drawingml/2006/main" noGrp="1"/>
          </p:cNvSpPr>
          <p:nvPr/>
        </p:nvSpPr>
        <p:spPr>
          <a:xfrm xmlns:a="http://schemas.openxmlformats.org/drawingml/2006/main">
            <a:off x="7398544" y="4989195"/>
            <a:ext cx="133350" cy="13335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20" name="">
            <a:extLst xmlns:a="http://schemas.openxmlformats.org/drawingml/2006/main">
              <a:ext uri="{FF2B5EF4-FFF2-40B4-BE49-F238E27FC236}">
                <a16:creationId xmlns:a16="http://schemas.microsoft.com/office/drawing/2014/main" id="{F143AF49-BABF-4047-9FAC-8D58C8053D4D}"/>
              </a:ext>
            </a:extLst>
          </p:cNvPr>
          <p:cNvSpPr>
            <a:spLocks xmlns:a="http://schemas.openxmlformats.org/drawingml/2006/main" noGrp="1"/>
          </p:cNvSpPr>
          <p:nvPr/>
        </p:nvSpPr>
        <p:spPr>
          <a:xfrm xmlns:a="http://schemas.openxmlformats.org/drawingml/2006/main">
            <a:off x="9895523" y="4989195"/>
            <a:ext cx="133350" cy="133350"/>
          </a:xfrm>
          <a:prstGeom xmlns:a="http://schemas.openxmlformats.org/drawingml/2006/main" prst="ellipse">
            <a:avLst/>
          </a:prstGeom>
          <a:solidFill xmlns:a="http://schemas.openxmlformats.org/drawingml/2006/main">
            <a:srgbClr val="A94737"/>
          </a:solidFill>
          <a:ln xmlns:a="http://schemas.openxmlformats.org/drawingml/2006/main" w="9525">
            <a:solidFill>
              <a:srgbClr val="A94737"/>
            </a:solidFill>
          </a:ln>
        </p:spPr>
      </p:sp>
      <p:sp>
        <p:nvSpPr>
          <p:cNvPr id="21" name="">
            <a:extLst xmlns:a="http://schemas.openxmlformats.org/drawingml/2006/main">
              <a:ext uri="{FF2B5EF4-FFF2-40B4-BE49-F238E27FC236}">
                <a16:creationId xmlns:a16="http://schemas.microsoft.com/office/drawing/2014/main" id="{68A88904-CD5E-4A65-9C7F-EAD4250148F1}"/>
              </a:ext>
            </a:extLst>
          </p:cNvPr>
          <p:cNvSpPr>
            <a:spLocks xmlns:a="http://schemas.openxmlformats.org/drawingml/2006/main" noGrp="1"/>
          </p:cNvSpPr>
          <p:nvPr/>
        </p:nvSpPr>
        <p:spPr>
          <a:xfrm xmlns:a="http://schemas.openxmlformats.org/drawingml/2006/main">
            <a:off x="7008019" y="5122545"/>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66B68"/>
                </a:solidFill>
                <a:latin typeface="Yu Gothic"/>
                <a:ea typeface="Yu Gothic"/>
                <a:cs typeface="Yu Gothic"/>
              </a:defRPr>
            </a:defPPr>
            <a:lvl1pPr algn="ctr">
              <a:defRPr sz="1650" b="1">
                <a:solidFill>
                  <a:srgbClr val="166B68"/>
                </a:solidFill>
                <a:latin typeface="Yu Gothic"/>
                <a:ea typeface="Yu Gothic"/>
                <a:cs typeface="Yu Gothic"/>
              </a:defRPr>
            </a:lvl1pPr>
            <a:lvl2pPr algn="ctr">
              <a:defRPr sz="1650" b="1">
                <a:solidFill>
                  <a:srgbClr val="166B68"/>
                </a:solidFill>
                <a:latin typeface="Yu Gothic"/>
                <a:ea typeface="Yu Gothic"/>
                <a:cs typeface="Yu Gothic"/>
              </a:defRPr>
            </a:lvl2pPr>
            <a:lvl3pPr algn="ctr">
              <a:defRPr sz="1650" b="1">
                <a:solidFill>
                  <a:srgbClr val="166B68"/>
                </a:solidFill>
                <a:latin typeface="Yu Gothic"/>
                <a:ea typeface="Yu Gothic"/>
                <a:cs typeface="Yu Gothic"/>
              </a:defRPr>
            </a:lvl3pPr>
            <a:lvl4pPr algn="ctr">
              <a:defRPr sz="1650" b="1">
                <a:solidFill>
                  <a:srgbClr val="166B68"/>
                </a:solidFill>
                <a:latin typeface="Yu Gothic"/>
                <a:ea typeface="Yu Gothic"/>
                <a:cs typeface="Yu Gothic"/>
              </a:defRPr>
            </a:lvl4pPr>
            <a:lvl5pPr algn="ctr">
              <a:defRPr sz="1650" b="1">
                <a:solidFill>
                  <a:srgbClr val="166B68"/>
                </a:solidFill>
                <a:latin typeface="Yu Gothic"/>
                <a:ea typeface="Yu Gothic"/>
                <a:cs typeface="Yu Gothic"/>
              </a:defRPr>
            </a:lvl5pPr>
            <a:lvl6pPr algn="ctr">
              <a:defRPr sz="1650" b="1">
                <a:solidFill>
                  <a:srgbClr val="166B68"/>
                </a:solidFill>
                <a:latin typeface="Yu Gothic"/>
                <a:ea typeface="Yu Gothic"/>
                <a:cs typeface="Yu Gothic"/>
              </a:defRPr>
            </a:lvl6pPr>
            <a:lvl7pPr algn="ctr">
              <a:defRPr sz="1650" b="1">
                <a:solidFill>
                  <a:srgbClr val="166B68"/>
                </a:solidFill>
                <a:latin typeface="Yu Gothic"/>
                <a:ea typeface="Yu Gothic"/>
                <a:cs typeface="Yu Gothic"/>
              </a:defRPr>
            </a:lvl7pPr>
            <a:lvl8pPr algn="ctr">
              <a:defRPr sz="1650" b="1">
                <a:solidFill>
                  <a:srgbClr val="166B68"/>
                </a:solidFill>
                <a:latin typeface="Yu Gothic"/>
                <a:ea typeface="Yu Gothic"/>
                <a:cs typeface="Yu Gothic"/>
              </a:defRPr>
            </a:lvl8pPr>
            <a:lvl9pPr algn="ctr">
              <a:defRPr sz="1650" b="1">
                <a:solidFill>
                  <a:srgbClr val="166B68"/>
                </a:solidFill>
                <a:latin typeface="Yu Gothic"/>
                <a:ea typeface="Yu Gothic"/>
                <a:cs typeface="Yu Gothic"/>
              </a:defRPr>
            </a:lvl9pPr>
          </a:lstStyle>
          <a:p xmlns:a="http://schemas.openxmlformats.org/drawingml/2006/main">
            <a:pPr algn="ctr">
              <a:defRPr sz="1650" b="1">
                <a:solidFill>
                  <a:srgbClr val="166B68"/>
                </a:solidFill>
                <a:latin typeface="Yu Gothic"/>
                <a:ea typeface="Yu Gothic"/>
                <a:cs typeface="Yu Gothic"/>
              </a:defRPr>
            </a:pPr>
            <a:r>
              <a:rPr sz="1650" b="1">
                <a:solidFill>
                  <a:srgbClr val="166B68"/>
                </a:solidFill>
                <a:latin typeface="Yu Gothic"/>
                <a:ea typeface="Yu Gothic"/>
                <a:cs typeface="Yu Gothic"/>
              </a:rPr>
              <a:t>測点 O</a:t>
            </a:r>
          </a:p>
        </p:txBody>
      </p:sp>
      <p:sp>
        <p:nvSpPr>
          <p:cNvPr id="22" name="">
            <a:extLst xmlns:a="http://schemas.openxmlformats.org/drawingml/2006/main">
              <a:ext uri="{FF2B5EF4-FFF2-40B4-BE49-F238E27FC236}">
                <a16:creationId xmlns:a16="http://schemas.microsoft.com/office/drawing/2014/main" id="{DD806D1C-CAF1-4FAD-B533-F40165625ABA}"/>
              </a:ext>
            </a:extLst>
          </p:cNvPr>
          <p:cNvSpPr>
            <a:spLocks xmlns:a="http://schemas.openxmlformats.org/drawingml/2006/main" noGrp="1"/>
          </p:cNvSpPr>
          <p:nvPr/>
        </p:nvSpPr>
        <p:spPr>
          <a:xfrm xmlns:a="http://schemas.openxmlformats.org/drawingml/2006/main">
            <a:off x="9504998" y="5122545"/>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A94737"/>
                </a:solidFill>
                <a:latin typeface="Yu Gothic"/>
                <a:ea typeface="Yu Gothic"/>
                <a:cs typeface="Yu Gothic"/>
              </a:defRPr>
            </a:defPPr>
            <a:lvl1pPr algn="ctr">
              <a:defRPr sz="1650" b="1">
                <a:solidFill>
                  <a:srgbClr val="A94737"/>
                </a:solidFill>
                <a:latin typeface="Yu Gothic"/>
                <a:ea typeface="Yu Gothic"/>
                <a:cs typeface="Yu Gothic"/>
              </a:defRPr>
            </a:lvl1pPr>
            <a:lvl2pPr algn="ctr">
              <a:defRPr sz="1650" b="1">
                <a:solidFill>
                  <a:srgbClr val="A94737"/>
                </a:solidFill>
                <a:latin typeface="Yu Gothic"/>
                <a:ea typeface="Yu Gothic"/>
                <a:cs typeface="Yu Gothic"/>
              </a:defRPr>
            </a:lvl2pPr>
            <a:lvl3pPr algn="ctr">
              <a:defRPr sz="1650" b="1">
                <a:solidFill>
                  <a:srgbClr val="A94737"/>
                </a:solidFill>
                <a:latin typeface="Yu Gothic"/>
                <a:ea typeface="Yu Gothic"/>
                <a:cs typeface="Yu Gothic"/>
              </a:defRPr>
            </a:lvl3pPr>
            <a:lvl4pPr algn="ctr">
              <a:defRPr sz="1650" b="1">
                <a:solidFill>
                  <a:srgbClr val="A94737"/>
                </a:solidFill>
                <a:latin typeface="Yu Gothic"/>
                <a:ea typeface="Yu Gothic"/>
                <a:cs typeface="Yu Gothic"/>
              </a:defRPr>
            </a:lvl4pPr>
            <a:lvl5pPr algn="ctr">
              <a:defRPr sz="1650" b="1">
                <a:solidFill>
                  <a:srgbClr val="A94737"/>
                </a:solidFill>
                <a:latin typeface="Yu Gothic"/>
                <a:ea typeface="Yu Gothic"/>
                <a:cs typeface="Yu Gothic"/>
              </a:defRPr>
            </a:lvl5pPr>
            <a:lvl6pPr algn="ctr">
              <a:defRPr sz="1650" b="1">
                <a:solidFill>
                  <a:srgbClr val="A94737"/>
                </a:solidFill>
                <a:latin typeface="Yu Gothic"/>
                <a:ea typeface="Yu Gothic"/>
                <a:cs typeface="Yu Gothic"/>
              </a:defRPr>
            </a:lvl6pPr>
            <a:lvl7pPr algn="ctr">
              <a:defRPr sz="1650" b="1">
                <a:solidFill>
                  <a:srgbClr val="A94737"/>
                </a:solidFill>
                <a:latin typeface="Yu Gothic"/>
                <a:ea typeface="Yu Gothic"/>
                <a:cs typeface="Yu Gothic"/>
              </a:defRPr>
            </a:lvl7pPr>
            <a:lvl8pPr algn="ctr">
              <a:defRPr sz="1650" b="1">
                <a:solidFill>
                  <a:srgbClr val="A94737"/>
                </a:solidFill>
                <a:latin typeface="Yu Gothic"/>
                <a:ea typeface="Yu Gothic"/>
                <a:cs typeface="Yu Gothic"/>
              </a:defRPr>
            </a:lvl8pPr>
            <a:lvl9pPr algn="ctr">
              <a:defRPr sz="1650" b="1">
                <a:solidFill>
                  <a:srgbClr val="A94737"/>
                </a:solidFill>
                <a:latin typeface="Yu Gothic"/>
                <a:ea typeface="Yu Gothic"/>
                <a:cs typeface="Yu Gothic"/>
              </a:defRPr>
            </a:lvl9pPr>
          </a:lstStyle>
          <a:p xmlns:a="http://schemas.openxmlformats.org/drawingml/2006/main">
            <a:pPr algn="ctr">
              <a:defRPr sz="1650" b="1">
                <a:solidFill>
                  <a:srgbClr val="A94737"/>
                </a:solidFill>
                <a:latin typeface="Yu Gothic"/>
                <a:ea typeface="Yu Gothic"/>
                <a:cs typeface="Yu Gothic"/>
              </a:defRPr>
            </a:pPr>
            <a:r>
              <a:rPr sz="1650" b="1">
                <a:solidFill>
                  <a:srgbClr val="A94737"/>
                </a:solidFill>
                <a:latin typeface="Yu Gothic"/>
                <a:ea typeface="Yu Gothic"/>
                <a:cs typeface="Yu Gothic"/>
              </a:rPr>
              <a:t>測点 O</a:t>
            </a:r>
          </a:p>
        </p:txBody>
      </p:sp>
      <p:sp>
        <p:nvSpPr>
          <p:cNvPr id="23" name="">
            <a:extLst xmlns:a="http://schemas.openxmlformats.org/drawingml/2006/main">
              <a:ext uri="{FF2B5EF4-FFF2-40B4-BE49-F238E27FC236}">
                <a16:creationId xmlns:a16="http://schemas.microsoft.com/office/drawing/2014/main" id="{91CC430D-A348-4964-A25B-00C8DF69FC18}"/>
              </a:ext>
            </a:extLst>
          </p:cNvPr>
          <p:cNvSpPr>
            <a:spLocks xmlns:a="http://schemas.openxmlformats.org/drawingml/2006/main" noGrp="1"/>
          </p:cNvSpPr>
          <p:nvPr/>
        </p:nvSpPr>
        <p:spPr>
          <a:xfrm xmlns:a="http://schemas.openxmlformats.org/drawingml/2006/main">
            <a:off x="7065169" y="1638300"/>
            <a:ext cx="800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66B68"/>
                </a:solidFill>
                <a:latin typeface="Yu Gothic"/>
                <a:ea typeface="Yu Gothic"/>
                <a:cs typeface="Yu Gothic"/>
              </a:defRPr>
            </a:defPPr>
            <a:lvl1pPr algn="ctr">
              <a:defRPr sz="1650" b="1">
                <a:solidFill>
                  <a:srgbClr val="166B68"/>
                </a:solidFill>
                <a:latin typeface="Yu Gothic"/>
                <a:ea typeface="Yu Gothic"/>
                <a:cs typeface="Yu Gothic"/>
              </a:defRPr>
            </a:lvl1pPr>
            <a:lvl2pPr algn="ctr">
              <a:defRPr sz="1650" b="1">
                <a:solidFill>
                  <a:srgbClr val="166B68"/>
                </a:solidFill>
                <a:latin typeface="Yu Gothic"/>
                <a:ea typeface="Yu Gothic"/>
                <a:cs typeface="Yu Gothic"/>
              </a:defRPr>
            </a:lvl2pPr>
            <a:lvl3pPr algn="ctr">
              <a:defRPr sz="1650" b="1">
                <a:solidFill>
                  <a:srgbClr val="166B68"/>
                </a:solidFill>
                <a:latin typeface="Yu Gothic"/>
                <a:ea typeface="Yu Gothic"/>
                <a:cs typeface="Yu Gothic"/>
              </a:defRPr>
            </a:lvl3pPr>
            <a:lvl4pPr algn="ctr">
              <a:defRPr sz="1650" b="1">
                <a:solidFill>
                  <a:srgbClr val="166B68"/>
                </a:solidFill>
                <a:latin typeface="Yu Gothic"/>
                <a:ea typeface="Yu Gothic"/>
                <a:cs typeface="Yu Gothic"/>
              </a:defRPr>
            </a:lvl4pPr>
            <a:lvl5pPr algn="ctr">
              <a:defRPr sz="1650" b="1">
                <a:solidFill>
                  <a:srgbClr val="166B68"/>
                </a:solidFill>
                <a:latin typeface="Yu Gothic"/>
                <a:ea typeface="Yu Gothic"/>
                <a:cs typeface="Yu Gothic"/>
              </a:defRPr>
            </a:lvl5pPr>
            <a:lvl6pPr algn="ctr">
              <a:defRPr sz="1650" b="1">
                <a:solidFill>
                  <a:srgbClr val="166B68"/>
                </a:solidFill>
                <a:latin typeface="Yu Gothic"/>
                <a:ea typeface="Yu Gothic"/>
                <a:cs typeface="Yu Gothic"/>
              </a:defRPr>
            </a:lvl6pPr>
            <a:lvl7pPr algn="ctr">
              <a:defRPr sz="1650" b="1">
                <a:solidFill>
                  <a:srgbClr val="166B68"/>
                </a:solidFill>
                <a:latin typeface="Yu Gothic"/>
                <a:ea typeface="Yu Gothic"/>
                <a:cs typeface="Yu Gothic"/>
              </a:defRPr>
            </a:lvl7pPr>
            <a:lvl8pPr algn="ctr">
              <a:defRPr sz="1650" b="1">
                <a:solidFill>
                  <a:srgbClr val="166B68"/>
                </a:solidFill>
                <a:latin typeface="Yu Gothic"/>
                <a:ea typeface="Yu Gothic"/>
                <a:cs typeface="Yu Gothic"/>
              </a:defRPr>
            </a:lvl8pPr>
            <a:lvl9pPr algn="ctr">
              <a:defRPr sz="1650" b="1">
                <a:solidFill>
                  <a:srgbClr val="166B68"/>
                </a:solidFill>
                <a:latin typeface="Yu Gothic"/>
                <a:ea typeface="Yu Gothic"/>
                <a:cs typeface="Yu Gothic"/>
              </a:defRPr>
            </a:lvl9pPr>
          </a:lstStyle>
          <a:p xmlns:a="http://schemas.openxmlformats.org/drawingml/2006/main">
            <a:pPr algn="ctr">
              <a:defRPr sz="1650" b="1">
                <a:solidFill>
                  <a:srgbClr val="166B68"/>
                </a:solidFill>
                <a:latin typeface="Yu Gothic"/>
                <a:ea typeface="Yu Gothic"/>
                <a:cs typeface="Yu Gothic"/>
              </a:defRPr>
            </a:pPr>
            <a:r>
              <a:rPr sz="1650" b="1">
                <a:solidFill>
                  <a:srgbClr val="166B68"/>
                </a:solidFill>
                <a:latin typeface="Yu Gothic"/>
                <a:ea typeface="Yu Gothic"/>
                <a:cs typeface="Yu Gothic"/>
              </a:rPr>
              <a:t>正常</a:t>
            </a:r>
          </a:p>
        </p:txBody>
      </p:sp>
      <p:sp>
        <p:nvSpPr>
          <p:cNvPr id="24" name="">
            <a:extLst xmlns:a="http://schemas.openxmlformats.org/drawingml/2006/main">
              <a:ext uri="{FF2B5EF4-FFF2-40B4-BE49-F238E27FC236}">
                <a16:creationId xmlns:a16="http://schemas.microsoft.com/office/drawing/2014/main" id="{83351466-5735-400D-BFD4-0ADF0ED93500}"/>
              </a:ext>
            </a:extLst>
          </p:cNvPr>
          <p:cNvSpPr>
            <a:spLocks xmlns:a="http://schemas.openxmlformats.org/drawingml/2006/main" noGrp="1"/>
          </p:cNvSpPr>
          <p:nvPr/>
        </p:nvSpPr>
        <p:spPr>
          <a:xfrm xmlns:a="http://schemas.openxmlformats.org/drawingml/2006/main">
            <a:off x="9276398" y="1638300"/>
            <a:ext cx="1371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A94737"/>
                </a:solidFill>
                <a:latin typeface="Yu Gothic"/>
                <a:ea typeface="Yu Gothic"/>
                <a:cs typeface="Yu Gothic"/>
              </a:defRPr>
            </a:defPPr>
            <a:lvl1pPr algn="ctr">
              <a:defRPr sz="1650" b="1">
                <a:solidFill>
                  <a:srgbClr val="A94737"/>
                </a:solidFill>
                <a:latin typeface="Yu Gothic"/>
                <a:ea typeface="Yu Gothic"/>
                <a:cs typeface="Yu Gothic"/>
              </a:defRPr>
            </a:lvl1pPr>
            <a:lvl2pPr algn="ctr">
              <a:defRPr sz="1650" b="1">
                <a:solidFill>
                  <a:srgbClr val="A94737"/>
                </a:solidFill>
                <a:latin typeface="Yu Gothic"/>
                <a:ea typeface="Yu Gothic"/>
                <a:cs typeface="Yu Gothic"/>
              </a:defRPr>
            </a:lvl2pPr>
            <a:lvl3pPr algn="ctr">
              <a:defRPr sz="1650" b="1">
                <a:solidFill>
                  <a:srgbClr val="A94737"/>
                </a:solidFill>
                <a:latin typeface="Yu Gothic"/>
                <a:ea typeface="Yu Gothic"/>
                <a:cs typeface="Yu Gothic"/>
              </a:defRPr>
            </a:lvl3pPr>
            <a:lvl4pPr algn="ctr">
              <a:defRPr sz="1650" b="1">
                <a:solidFill>
                  <a:srgbClr val="A94737"/>
                </a:solidFill>
                <a:latin typeface="Yu Gothic"/>
                <a:ea typeface="Yu Gothic"/>
                <a:cs typeface="Yu Gothic"/>
              </a:defRPr>
            </a:lvl4pPr>
            <a:lvl5pPr algn="ctr">
              <a:defRPr sz="1650" b="1">
                <a:solidFill>
                  <a:srgbClr val="A94737"/>
                </a:solidFill>
                <a:latin typeface="Yu Gothic"/>
                <a:ea typeface="Yu Gothic"/>
                <a:cs typeface="Yu Gothic"/>
              </a:defRPr>
            </a:lvl5pPr>
            <a:lvl6pPr algn="ctr">
              <a:defRPr sz="1650" b="1">
                <a:solidFill>
                  <a:srgbClr val="A94737"/>
                </a:solidFill>
                <a:latin typeface="Yu Gothic"/>
                <a:ea typeface="Yu Gothic"/>
                <a:cs typeface="Yu Gothic"/>
              </a:defRPr>
            </a:lvl6pPr>
            <a:lvl7pPr algn="ctr">
              <a:defRPr sz="1650" b="1">
                <a:solidFill>
                  <a:srgbClr val="A94737"/>
                </a:solidFill>
                <a:latin typeface="Yu Gothic"/>
                <a:ea typeface="Yu Gothic"/>
                <a:cs typeface="Yu Gothic"/>
              </a:defRPr>
            </a:lvl7pPr>
            <a:lvl8pPr algn="ctr">
              <a:defRPr sz="1650" b="1">
                <a:solidFill>
                  <a:srgbClr val="A94737"/>
                </a:solidFill>
                <a:latin typeface="Yu Gothic"/>
                <a:ea typeface="Yu Gothic"/>
                <a:cs typeface="Yu Gothic"/>
              </a:defRPr>
            </a:lvl8pPr>
            <a:lvl9pPr algn="ctr">
              <a:defRPr sz="1650" b="1">
                <a:solidFill>
                  <a:srgbClr val="A94737"/>
                </a:solidFill>
                <a:latin typeface="Yu Gothic"/>
                <a:ea typeface="Yu Gothic"/>
                <a:cs typeface="Yu Gothic"/>
              </a:defRPr>
            </a:lvl9pPr>
          </a:lstStyle>
          <a:p xmlns:a="http://schemas.openxmlformats.org/drawingml/2006/main">
            <a:pPr algn="ctr">
              <a:defRPr sz="1650" b="1">
                <a:solidFill>
                  <a:srgbClr val="A94737"/>
                </a:solidFill>
                <a:latin typeface="Yu Gothic"/>
                <a:ea typeface="Yu Gothic"/>
                <a:cs typeface="Yu Gothic"/>
              </a:defRPr>
            </a:pPr>
            <a:r>
              <a:rPr sz="1650" b="1">
                <a:solidFill>
                  <a:srgbClr val="A94737"/>
                </a:solidFill>
                <a:latin typeface="Yu Gothic"/>
                <a:ea typeface="Yu Gothic"/>
                <a:cs typeface="Yu Gothic"/>
              </a:rPr>
              <a:t>中心がずれる</a:t>
            </a:r>
          </a:p>
        </p:txBody>
      </p:sp>
    </p:spTree>
    <p:extLst>
      <p:ext uri="{BB962C8B-B14F-4D97-AF65-F5344CB8AC3E}">
        <p14:creationId xmlns:p14="http://schemas.microsoft.com/office/powerpoint/2010/main" val="211718110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AD6C4019-E7F4-4966-977D-0225C6C6C28E}"/>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1F9B8538-2104-4EB0-B802-8DF2B778C8D9}"/>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4-2 据える｜11–18分</a:t>
            </a:r>
          </a:p>
        </p:txBody>
      </p:sp>
      <p:sp>
        <p:nvSpPr>
          <p:cNvPr id="3" name="">
            <a:extLst xmlns:a="http://schemas.openxmlformats.org/drawingml/2006/main">
              <a:ext uri="{FF2B5EF4-FFF2-40B4-BE49-F238E27FC236}">
                <a16:creationId xmlns:a16="http://schemas.microsoft.com/office/drawing/2014/main" id="{F07F42A2-857F-4720-AECD-91A238A6D85F}"/>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整準は、鉛直軸を鉛直にする</a:t>
            </a:r>
          </a:p>
        </p:txBody>
      </p:sp>
      <p:sp>
        <p:nvSpPr>
          <p:cNvPr id="4" name="">
            <a:extLst xmlns:a="http://schemas.openxmlformats.org/drawingml/2006/main">
              <a:ext uri="{FF2B5EF4-FFF2-40B4-BE49-F238E27FC236}">
                <a16:creationId xmlns:a16="http://schemas.microsoft.com/office/drawing/2014/main" id="{5184444A-7284-4AA9-BAF1-4F272774D72C}"/>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48991535-17E2-4F5E-A571-CB068BB7016D}"/>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D0449E91-BE39-488F-8913-F4E36CE3334F}"/>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14</a:t>
            </a:r>
          </a:p>
        </p:txBody>
      </p:sp>
      <p:sp>
        <p:nvSpPr>
          <p:cNvPr id="7" name="">
            <a:extLst xmlns:a="http://schemas.openxmlformats.org/drawingml/2006/main">
              <a:ext uri="{FF2B5EF4-FFF2-40B4-BE49-F238E27FC236}">
                <a16:creationId xmlns:a16="http://schemas.microsoft.com/office/drawing/2014/main" id="{1A086794-2A4D-4F5C-A0A1-DA60D7E6707E}"/>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合わせるのは「傾き」</a:t>
            </a:r>
          </a:p>
        </p:txBody>
      </p:sp>
      <p:sp>
        <p:nvSpPr>
          <p:cNvPr id="8" name="">
            <a:extLst xmlns:a="http://schemas.openxmlformats.org/drawingml/2006/main">
              <a:ext uri="{FF2B5EF4-FFF2-40B4-BE49-F238E27FC236}">
                <a16:creationId xmlns:a16="http://schemas.microsoft.com/office/drawing/2014/main" id="{2F80FCE8-3866-4551-9A24-C13C20CE5BC3}"/>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気泡・電子気泡を確認</a:t>
            </a:r>
          </a:p>
        </p:txBody>
      </p:sp>
      <p:sp>
        <p:nvSpPr>
          <p:cNvPr id="9" name="">
            <a:extLst xmlns:a="http://schemas.openxmlformats.org/drawingml/2006/main">
              <a:ext uri="{FF2B5EF4-FFF2-40B4-BE49-F238E27FC236}">
                <a16:creationId xmlns:a16="http://schemas.microsoft.com/office/drawing/2014/main" id="{B7C1DF6D-D8B0-4FE5-86BC-6B46FFB81B9A}"/>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整準後に求心も再確認</a:t>
            </a:r>
          </a:p>
        </p:txBody>
      </p:sp>
      <p:sp>
        <p:nvSpPr>
          <p:cNvPr id="10" name="">
            <a:extLst xmlns:a="http://schemas.openxmlformats.org/drawingml/2006/main">
              <a:ext uri="{FF2B5EF4-FFF2-40B4-BE49-F238E27FC236}">
                <a16:creationId xmlns:a16="http://schemas.microsoft.com/office/drawing/2014/main" id="{EDF4C2B0-152B-46CB-AEBA-CA3F5D88FF64}"/>
              </a:ext>
            </a:extLst>
          </p:cNvPr>
          <p:cNvSpPr>
            <a:spLocks xmlns:a="http://schemas.openxmlformats.org/drawingml/2006/main" noGrp="1"/>
          </p:cNvSpPr>
          <p:nvPr/>
        </p:nvSpPr>
        <p:spPr>
          <a:xfrm xmlns:a="http://schemas.openxmlformats.org/drawingml/2006/main">
            <a:off x="6334125" y="5055870"/>
            <a:ext cx="4810125" cy="9525"/>
          </a:xfrm>
          <a:custGeom xmlns:a="http://schemas.openxmlformats.org/drawingml/2006/main">
            <a:pathLst>
              <a:path w="4810125" h="9525">
                <a:moveTo>
                  <a:pt x="0" y="0"/>
                </a:moveTo>
                <a:lnTo>
                  <a:pt x="4810125" y="0"/>
                </a:lnTo>
              </a:path>
            </a:pathLst>
          </a:custGeom>
          <a:noFill xmlns:a="http://schemas.openxmlformats.org/drawingml/2006/main"/>
          <a:ln xmlns:a="http://schemas.openxmlformats.org/drawingml/2006/main" w="28575">
            <a:solidFill>
              <a:srgbClr val="CFD9DD"/>
            </a:solidFill>
            <a:prstDash val="solid"/>
          </a:ln>
        </p:spPr>
      </p:sp>
      <p:sp>
        <p:nvSpPr>
          <p:cNvPr id="11" name="">
            <a:extLst xmlns:a="http://schemas.openxmlformats.org/drawingml/2006/main">
              <a:ext uri="{FF2B5EF4-FFF2-40B4-BE49-F238E27FC236}">
                <a16:creationId xmlns:a16="http://schemas.microsoft.com/office/drawing/2014/main" id="{65869F06-6D3A-4F67-AB74-35AF35C8F0B8}"/>
              </a:ext>
            </a:extLst>
          </p:cNvPr>
          <p:cNvSpPr>
            <a:spLocks xmlns:a="http://schemas.openxmlformats.org/drawingml/2006/main" noGrp="1"/>
          </p:cNvSpPr>
          <p:nvPr/>
        </p:nvSpPr>
        <p:spPr>
          <a:xfrm xmlns:a="http://schemas.openxmlformats.org/drawingml/2006/main">
            <a:off x="7017544" y="1905000"/>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52616A"/>
                </a:solidFill>
                <a:latin typeface="Yu Gothic"/>
                <a:ea typeface="Yu Gothic"/>
                <a:cs typeface="Yu Gothic"/>
              </a:defRPr>
            </a:defPPr>
            <a:lvl1pPr algn="ctr">
              <a:defRPr sz="1650" b="1">
                <a:solidFill>
                  <a:srgbClr val="52616A"/>
                </a:solidFill>
                <a:latin typeface="Yu Gothic"/>
                <a:ea typeface="Yu Gothic"/>
                <a:cs typeface="Yu Gothic"/>
              </a:defRPr>
            </a:lvl1pPr>
            <a:lvl2pPr algn="ctr">
              <a:defRPr sz="1650" b="1">
                <a:solidFill>
                  <a:srgbClr val="52616A"/>
                </a:solidFill>
                <a:latin typeface="Yu Gothic"/>
                <a:ea typeface="Yu Gothic"/>
                <a:cs typeface="Yu Gothic"/>
              </a:defRPr>
            </a:lvl2pPr>
            <a:lvl3pPr algn="ctr">
              <a:defRPr sz="1650" b="1">
                <a:solidFill>
                  <a:srgbClr val="52616A"/>
                </a:solidFill>
                <a:latin typeface="Yu Gothic"/>
                <a:ea typeface="Yu Gothic"/>
                <a:cs typeface="Yu Gothic"/>
              </a:defRPr>
            </a:lvl3pPr>
            <a:lvl4pPr algn="ctr">
              <a:defRPr sz="1650" b="1">
                <a:solidFill>
                  <a:srgbClr val="52616A"/>
                </a:solidFill>
                <a:latin typeface="Yu Gothic"/>
                <a:ea typeface="Yu Gothic"/>
                <a:cs typeface="Yu Gothic"/>
              </a:defRPr>
            </a:lvl4pPr>
            <a:lvl5pPr algn="ctr">
              <a:defRPr sz="1650" b="1">
                <a:solidFill>
                  <a:srgbClr val="52616A"/>
                </a:solidFill>
                <a:latin typeface="Yu Gothic"/>
                <a:ea typeface="Yu Gothic"/>
                <a:cs typeface="Yu Gothic"/>
              </a:defRPr>
            </a:lvl5pPr>
            <a:lvl6pPr algn="ctr">
              <a:defRPr sz="1650" b="1">
                <a:solidFill>
                  <a:srgbClr val="52616A"/>
                </a:solidFill>
                <a:latin typeface="Yu Gothic"/>
                <a:ea typeface="Yu Gothic"/>
                <a:cs typeface="Yu Gothic"/>
              </a:defRPr>
            </a:lvl6pPr>
            <a:lvl7pPr algn="ctr">
              <a:defRPr sz="1650" b="1">
                <a:solidFill>
                  <a:srgbClr val="52616A"/>
                </a:solidFill>
                <a:latin typeface="Yu Gothic"/>
                <a:ea typeface="Yu Gothic"/>
                <a:cs typeface="Yu Gothic"/>
              </a:defRPr>
            </a:lvl7pPr>
            <a:lvl8pPr algn="ctr">
              <a:defRPr sz="1650" b="1">
                <a:solidFill>
                  <a:srgbClr val="52616A"/>
                </a:solidFill>
                <a:latin typeface="Yu Gothic"/>
                <a:ea typeface="Yu Gothic"/>
                <a:cs typeface="Yu Gothic"/>
              </a:defRPr>
            </a:lvl8pPr>
            <a:lvl9pPr algn="ctr">
              <a:defRPr sz="1650" b="1">
                <a:solidFill>
                  <a:srgbClr val="52616A"/>
                </a:solidFill>
                <a:latin typeface="Yu Gothic"/>
                <a:ea typeface="Yu Gothic"/>
                <a:cs typeface="Yu Gothic"/>
              </a:defRPr>
            </a:lvl9pPr>
          </a:lstStyle>
          <a:p xmlns:a="http://schemas.openxmlformats.org/drawingml/2006/main">
            <a:pPr algn="ctr">
              <a:defRPr sz="1650" b="1">
                <a:solidFill>
                  <a:srgbClr val="52616A"/>
                </a:solidFill>
                <a:latin typeface="Yu Gothic"/>
                <a:ea typeface="Yu Gothic"/>
                <a:cs typeface="Yu Gothic"/>
              </a:defRPr>
            </a:pPr>
            <a:r>
              <a:rPr sz="1650" b="1">
                <a:solidFill>
                  <a:srgbClr val="52616A"/>
                </a:solidFill>
                <a:latin typeface="Yu Gothic"/>
                <a:ea typeface="Yu Gothic"/>
                <a:cs typeface="Yu Gothic"/>
              </a:rPr>
              <a:t>重力方向</a:t>
            </a:r>
          </a:p>
        </p:txBody>
      </p:sp>
      <p:sp>
        <p:nvSpPr>
          <p:cNvPr id="12" name="">
            <a:extLst xmlns:a="http://schemas.openxmlformats.org/drawingml/2006/main">
              <a:ext uri="{FF2B5EF4-FFF2-40B4-BE49-F238E27FC236}">
                <a16:creationId xmlns:a16="http://schemas.microsoft.com/office/drawing/2014/main" id="{EC06D4CD-D532-451F-8DC7-CB229BADC87C}"/>
              </a:ext>
            </a:extLst>
          </p:cNvPr>
          <p:cNvSpPr>
            <a:spLocks xmlns:a="http://schemas.openxmlformats.org/drawingml/2006/main" noGrp="1"/>
          </p:cNvSpPr>
          <p:nvPr/>
        </p:nvSpPr>
        <p:spPr>
          <a:xfrm xmlns:a="http://schemas.openxmlformats.org/drawingml/2006/main">
            <a:off x="7465219" y="2171700"/>
            <a:ext cx="9525" cy="2807970"/>
          </a:xfrm>
          <a:custGeom xmlns:a="http://schemas.openxmlformats.org/drawingml/2006/main">
            <a:pathLst>
              <a:path w="9525" h="2807970">
                <a:moveTo>
                  <a:pt x="0" y="0"/>
                </a:moveTo>
                <a:lnTo>
                  <a:pt x="0" y="2807970"/>
                </a:lnTo>
              </a:path>
            </a:pathLst>
          </a:custGeom>
          <a:noFill xmlns:a="http://schemas.openxmlformats.org/drawingml/2006/main"/>
          <a:ln xmlns:a="http://schemas.openxmlformats.org/drawingml/2006/main" w="47625">
            <a:solidFill>
              <a:srgbClr val="166B68"/>
            </a:solidFill>
            <a:prstDash val="solid"/>
          </a:ln>
        </p:spPr>
      </p:sp>
      <p:sp>
        <p:nvSpPr>
          <p:cNvPr id="13" name="">
            <a:extLst xmlns:a="http://schemas.openxmlformats.org/drawingml/2006/main">
              <a:ext uri="{FF2B5EF4-FFF2-40B4-BE49-F238E27FC236}">
                <a16:creationId xmlns:a16="http://schemas.microsoft.com/office/drawing/2014/main" id="{11944338-C7FA-4323-A1FE-2385718FDAA3}"/>
              </a:ext>
            </a:extLst>
          </p:cNvPr>
          <p:cNvSpPr>
            <a:spLocks xmlns:a="http://schemas.openxmlformats.org/drawingml/2006/main" noGrp="1"/>
          </p:cNvSpPr>
          <p:nvPr/>
        </p:nvSpPr>
        <p:spPr>
          <a:xfrm xmlns:a="http://schemas.openxmlformats.org/drawingml/2006/main">
            <a:off x="9800273" y="2171700"/>
            <a:ext cx="276225" cy="2807970"/>
          </a:xfrm>
          <a:custGeom xmlns:a="http://schemas.openxmlformats.org/drawingml/2006/main">
            <a:pathLst>
              <a:path w="276225" h="2807970">
                <a:moveTo>
                  <a:pt x="0" y="0"/>
                </a:moveTo>
                <a:lnTo>
                  <a:pt x="276225" y="2807970"/>
                </a:lnTo>
              </a:path>
            </a:pathLst>
          </a:custGeom>
          <a:noFill xmlns:a="http://schemas.openxmlformats.org/drawingml/2006/main"/>
          <a:ln xmlns:a="http://schemas.openxmlformats.org/drawingml/2006/main" w="47625">
            <a:solidFill>
              <a:srgbClr val="A94737"/>
            </a:solidFill>
            <a:prstDash val="solid"/>
          </a:ln>
        </p:spPr>
      </p:sp>
      <p:sp>
        <p:nvSpPr>
          <p:cNvPr id="14" name="">
            <a:extLst xmlns:a="http://schemas.openxmlformats.org/drawingml/2006/main">
              <a:ext uri="{FF2B5EF4-FFF2-40B4-BE49-F238E27FC236}">
                <a16:creationId xmlns:a16="http://schemas.microsoft.com/office/drawing/2014/main" id="{CB97019F-3F7F-4C10-9EB6-33C6D49F9E98}"/>
              </a:ext>
            </a:extLst>
          </p:cNvPr>
          <p:cNvSpPr>
            <a:spLocks xmlns:a="http://schemas.openxmlformats.org/drawingml/2006/main" noGrp="1"/>
          </p:cNvSpPr>
          <p:nvPr/>
        </p:nvSpPr>
        <p:spPr>
          <a:xfrm xmlns:a="http://schemas.openxmlformats.org/drawingml/2006/main">
            <a:off x="7141369" y="2887980"/>
            <a:ext cx="647700" cy="647700"/>
          </a:xfrm>
          <a:prstGeom xmlns:a="http://schemas.openxmlformats.org/drawingml/2006/main" prst="ellipse">
            <a:avLst/>
          </a:prstGeom>
          <a:noFill xmlns:a="http://schemas.openxmlformats.org/drawingml/2006/main"/>
          <a:ln xmlns:a="http://schemas.openxmlformats.org/drawingml/2006/main" w="28575">
            <a:solidFill>
              <a:srgbClr val="EEF5F4"/>
            </a:solidFill>
            <a:prstDash val="solid"/>
          </a:ln>
        </p:spPr>
      </p:sp>
      <p:sp>
        <p:nvSpPr>
          <p:cNvPr id="15" name="">
            <a:extLst xmlns:a="http://schemas.openxmlformats.org/drawingml/2006/main">
              <a:ext uri="{FF2B5EF4-FFF2-40B4-BE49-F238E27FC236}">
                <a16:creationId xmlns:a16="http://schemas.microsoft.com/office/drawing/2014/main" id="{79653378-F151-4AD8-8618-BD87EB8515DD}"/>
              </a:ext>
            </a:extLst>
          </p:cNvPr>
          <p:cNvSpPr>
            <a:spLocks xmlns:a="http://schemas.openxmlformats.org/drawingml/2006/main" noGrp="1"/>
          </p:cNvSpPr>
          <p:nvPr/>
        </p:nvSpPr>
        <p:spPr>
          <a:xfrm xmlns:a="http://schemas.openxmlformats.org/drawingml/2006/main">
            <a:off x="9638348" y="2887980"/>
            <a:ext cx="647700" cy="647700"/>
          </a:xfrm>
          <a:prstGeom xmlns:a="http://schemas.openxmlformats.org/drawingml/2006/main" prst="ellipse">
            <a:avLst/>
          </a:prstGeom>
          <a:noFill xmlns:a="http://schemas.openxmlformats.org/drawingml/2006/main"/>
          <a:ln xmlns:a="http://schemas.openxmlformats.org/drawingml/2006/main" w="28575">
            <a:solidFill>
              <a:srgbClr val="EEF5F4"/>
            </a:solidFill>
            <a:prstDash val="solid"/>
          </a:ln>
        </p:spPr>
      </p:sp>
      <p:sp>
        <p:nvSpPr>
          <p:cNvPr id="16" name="">
            <a:extLst xmlns:a="http://schemas.openxmlformats.org/drawingml/2006/main">
              <a:ext uri="{FF2B5EF4-FFF2-40B4-BE49-F238E27FC236}">
                <a16:creationId xmlns:a16="http://schemas.microsoft.com/office/drawing/2014/main" id="{EFAAE441-0CAB-4F82-A6DB-4481AEA53E1F}"/>
              </a:ext>
            </a:extLst>
          </p:cNvPr>
          <p:cNvSpPr>
            <a:spLocks xmlns:a="http://schemas.openxmlformats.org/drawingml/2006/main" noGrp="1"/>
          </p:cNvSpPr>
          <p:nvPr/>
        </p:nvSpPr>
        <p:spPr>
          <a:xfrm xmlns:a="http://schemas.openxmlformats.org/drawingml/2006/main">
            <a:off x="6226969" y="3088005"/>
            <a:ext cx="1162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82B33"/>
                </a:solidFill>
                <a:latin typeface="Yu Gothic"/>
                <a:ea typeface="Yu Gothic"/>
                <a:cs typeface="Yu Gothic"/>
              </a:defRPr>
            </a:defPPr>
            <a:lvl1pPr algn="ctr">
              <a:defRPr sz="1650" b="1">
                <a:solidFill>
                  <a:srgbClr val="182B33"/>
                </a:solidFill>
                <a:latin typeface="Yu Gothic"/>
                <a:ea typeface="Yu Gothic"/>
                <a:cs typeface="Yu Gothic"/>
              </a:defRPr>
            </a:lvl1pPr>
            <a:lvl2pPr algn="ctr">
              <a:defRPr sz="1650" b="1">
                <a:solidFill>
                  <a:srgbClr val="182B33"/>
                </a:solidFill>
                <a:latin typeface="Yu Gothic"/>
                <a:ea typeface="Yu Gothic"/>
                <a:cs typeface="Yu Gothic"/>
              </a:defRPr>
            </a:lvl2pPr>
            <a:lvl3pPr algn="ctr">
              <a:defRPr sz="1650" b="1">
                <a:solidFill>
                  <a:srgbClr val="182B33"/>
                </a:solidFill>
                <a:latin typeface="Yu Gothic"/>
                <a:ea typeface="Yu Gothic"/>
                <a:cs typeface="Yu Gothic"/>
              </a:defRPr>
            </a:lvl3pPr>
            <a:lvl4pPr algn="ctr">
              <a:defRPr sz="1650" b="1">
                <a:solidFill>
                  <a:srgbClr val="182B33"/>
                </a:solidFill>
                <a:latin typeface="Yu Gothic"/>
                <a:ea typeface="Yu Gothic"/>
                <a:cs typeface="Yu Gothic"/>
              </a:defRPr>
            </a:lvl4pPr>
            <a:lvl5pPr algn="ctr">
              <a:defRPr sz="1650" b="1">
                <a:solidFill>
                  <a:srgbClr val="182B33"/>
                </a:solidFill>
                <a:latin typeface="Yu Gothic"/>
                <a:ea typeface="Yu Gothic"/>
                <a:cs typeface="Yu Gothic"/>
              </a:defRPr>
            </a:lvl5pPr>
            <a:lvl6pPr algn="ctr">
              <a:defRPr sz="1650" b="1">
                <a:solidFill>
                  <a:srgbClr val="182B33"/>
                </a:solidFill>
                <a:latin typeface="Yu Gothic"/>
                <a:ea typeface="Yu Gothic"/>
                <a:cs typeface="Yu Gothic"/>
              </a:defRPr>
            </a:lvl6pPr>
            <a:lvl7pPr algn="ctr">
              <a:defRPr sz="1650" b="1">
                <a:solidFill>
                  <a:srgbClr val="182B33"/>
                </a:solidFill>
                <a:latin typeface="Yu Gothic"/>
                <a:ea typeface="Yu Gothic"/>
                <a:cs typeface="Yu Gothic"/>
              </a:defRPr>
            </a:lvl7pPr>
            <a:lvl8pPr algn="ctr">
              <a:defRPr sz="1650" b="1">
                <a:solidFill>
                  <a:srgbClr val="182B33"/>
                </a:solidFill>
                <a:latin typeface="Yu Gothic"/>
                <a:ea typeface="Yu Gothic"/>
                <a:cs typeface="Yu Gothic"/>
              </a:defRPr>
            </a:lvl8pPr>
            <a:lvl9pPr algn="ctr">
              <a:defRPr sz="1650" b="1">
                <a:solidFill>
                  <a:srgbClr val="182B33"/>
                </a:solidFill>
                <a:latin typeface="Yu Gothic"/>
                <a:ea typeface="Yu Gothic"/>
                <a:cs typeface="Yu Gothic"/>
              </a:defRPr>
            </a:lvl9pPr>
          </a:lstStyle>
          <a:p xmlns:a="http://schemas.openxmlformats.org/drawingml/2006/main">
            <a:pPr algn="ctr">
              <a:defRPr sz="1650" b="1">
                <a:solidFill>
                  <a:srgbClr val="182B33"/>
                </a:solidFill>
                <a:latin typeface="Yu Gothic"/>
                <a:ea typeface="Yu Gothic"/>
                <a:cs typeface="Yu Gothic"/>
              </a:defRPr>
            </a:pPr>
            <a:r>
              <a:rPr sz="1650" b="1">
                <a:solidFill>
                  <a:srgbClr val="182B33"/>
                </a:solidFill>
                <a:latin typeface="Yu Gothic"/>
                <a:ea typeface="Yu Gothic"/>
                <a:cs typeface="Yu Gothic"/>
              </a:rPr>
              <a:t>器械中心</a:t>
            </a:r>
          </a:p>
        </p:txBody>
      </p:sp>
      <p:sp>
        <p:nvSpPr>
          <p:cNvPr id="17" name="">
            <a:extLst xmlns:a="http://schemas.openxmlformats.org/drawingml/2006/main">
              <a:ext uri="{FF2B5EF4-FFF2-40B4-BE49-F238E27FC236}">
                <a16:creationId xmlns:a16="http://schemas.microsoft.com/office/drawing/2014/main" id="{47A48C32-8B6A-4372-8777-D4FD7347DB30}"/>
              </a:ext>
            </a:extLst>
          </p:cNvPr>
          <p:cNvSpPr>
            <a:spLocks xmlns:a="http://schemas.openxmlformats.org/drawingml/2006/main" noGrp="1"/>
          </p:cNvSpPr>
          <p:nvPr/>
        </p:nvSpPr>
        <p:spPr>
          <a:xfrm xmlns:a="http://schemas.openxmlformats.org/drawingml/2006/main">
            <a:off x="8723948" y="3088005"/>
            <a:ext cx="1162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82B33"/>
                </a:solidFill>
                <a:latin typeface="Yu Gothic"/>
                <a:ea typeface="Yu Gothic"/>
                <a:cs typeface="Yu Gothic"/>
              </a:defRPr>
            </a:defPPr>
            <a:lvl1pPr algn="ctr">
              <a:defRPr sz="1650" b="1">
                <a:solidFill>
                  <a:srgbClr val="182B33"/>
                </a:solidFill>
                <a:latin typeface="Yu Gothic"/>
                <a:ea typeface="Yu Gothic"/>
                <a:cs typeface="Yu Gothic"/>
              </a:defRPr>
            </a:lvl1pPr>
            <a:lvl2pPr algn="ctr">
              <a:defRPr sz="1650" b="1">
                <a:solidFill>
                  <a:srgbClr val="182B33"/>
                </a:solidFill>
                <a:latin typeface="Yu Gothic"/>
                <a:ea typeface="Yu Gothic"/>
                <a:cs typeface="Yu Gothic"/>
              </a:defRPr>
            </a:lvl2pPr>
            <a:lvl3pPr algn="ctr">
              <a:defRPr sz="1650" b="1">
                <a:solidFill>
                  <a:srgbClr val="182B33"/>
                </a:solidFill>
                <a:latin typeface="Yu Gothic"/>
                <a:ea typeface="Yu Gothic"/>
                <a:cs typeface="Yu Gothic"/>
              </a:defRPr>
            </a:lvl3pPr>
            <a:lvl4pPr algn="ctr">
              <a:defRPr sz="1650" b="1">
                <a:solidFill>
                  <a:srgbClr val="182B33"/>
                </a:solidFill>
                <a:latin typeface="Yu Gothic"/>
                <a:ea typeface="Yu Gothic"/>
                <a:cs typeface="Yu Gothic"/>
              </a:defRPr>
            </a:lvl4pPr>
            <a:lvl5pPr algn="ctr">
              <a:defRPr sz="1650" b="1">
                <a:solidFill>
                  <a:srgbClr val="182B33"/>
                </a:solidFill>
                <a:latin typeface="Yu Gothic"/>
                <a:ea typeface="Yu Gothic"/>
                <a:cs typeface="Yu Gothic"/>
              </a:defRPr>
            </a:lvl5pPr>
            <a:lvl6pPr algn="ctr">
              <a:defRPr sz="1650" b="1">
                <a:solidFill>
                  <a:srgbClr val="182B33"/>
                </a:solidFill>
                <a:latin typeface="Yu Gothic"/>
                <a:ea typeface="Yu Gothic"/>
                <a:cs typeface="Yu Gothic"/>
              </a:defRPr>
            </a:lvl6pPr>
            <a:lvl7pPr algn="ctr">
              <a:defRPr sz="1650" b="1">
                <a:solidFill>
                  <a:srgbClr val="182B33"/>
                </a:solidFill>
                <a:latin typeface="Yu Gothic"/>
                <a:ea typeface="Yu Gothic"/>
                <a:cs typeface="Yu Gothic"/>
              </a:defRPr>
            </a:lvl7pPr>
            <a:lvl8pPr algn="ctr">
              <a:defRPr sz="1650" b="1">
                <a:solidFill>
                  <a:srgbClr val="182B33"/>
                </a:solidFill>
                <a:latin typeface="Yu Gothic"/>
                <a:ea typeface="Yu Gothic"/>
                <a:cs typeface="Yu Gothic"/>
              </a:defRPr>
            </a:lvl8pPr>
            <a:lvl9pPr algn="ctr">
              <a:defRPr sz="1650" b="1">
                <a:solidFill>
                  <a:srgbClr val="182B33"/>
                </a:solidFill>
                <a:latin typeface="Yu Gothic"/>
                <a:ea typeface="Yu Gothic"/>
                <a:cs typeface="Yu Gothic"/>
              </a:defRPr>
            </a:lvl9pPr>
          </a:lstStyle>
          <a:p xmlns:a="http://schemas.openxmlformats.org/drawingml/2006/main">
            <a:pPr algn="ctr">
              <a:defRPr sz="1650" b="1">
                <a:solidFill>
                  <a:srgbClr val="182B33"/>
                </a:solidFill>
                <a:latin typeface="Yu Gothic"/>
                <a:ea typeface="Yu Gothic"/>
                <a:cs typeface="Yu Gothic"/>
              </a:defRPr>
            </a:pPr>
            <a:r>
              <a:rPr sz="1650" b="1">
                <a:solidFill>
                  <a:srgbClr val="182B33"/>
                </a:solidFill>
                <a:latin typeface="Yu Gothic"/>
                <a:ea typeface="Yu Gothic"/>
                <a:cs typeface="Yu Gothic"/>
              </a:rPr>
              <a:t>器械中心</a:t>
            </a:r>
          </a:p>
        </p:txBody>
      </p:sp>
      <p:sp>
        <p:nvSpPr>
          <p:cNvPr id="18" name="">
            <a:extLst xmlns:a="http://schemas.openxmlformats.org/drawingml/2006/main">
              <a:ext uri="{FF2B5EF4-FFF2-40B4-BE49-F238E27FC236}">
                <a16:creationId xmlns:a16="http://schemas.microsoft.com/office/drawing/2014/main" id="{D570A332-5FAE-402A-9FCB-6357BF1D4768}"/>
              </a:ext>
            </a:extLst>
          </p:cNvPr>
          <p:cNvSpPr>
            <a:spLocks xmlns:a="http://schemas.openxmlformats.org/drawingml/2006/main" noGrp="1"/>
          </p:cNvSpPr>
          <p:nvPr/>
        </p:nvSpPr>
        <p:spPr>
          <a:xfrm xmlns:a="http://schemas.openxmlformats.org/drawingml/2006/main">
            <a:off x="7398544" y="4989195"/>
            <a:ext cx="133350" cy="13335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9" name="">
            <a:extLst xmlns:a="http://schemas.openxmlformats.org/drawingml/2006/main">
              <a:ext uri="{FF2B5EF4-FFF2-40B4-BE49-F238E27FC236}">
                <a16:creationId xmlns:a16="http://schemas.microsoft.com/office/drawing/2014/main" id="{2994560B-2DDC-43A6-9047-6619A1C9949A}"/>
              </a:ext>
            </a:extLst>
          </p:cNvPr>
          <p:cNvSpPr>
            <a:spLocks xmlns:a="http://schemas.openxmlformats.org/drawingml/2006/main" noGrp="1"/>
          </p:cNvSpPr>
          <p:nvPr/>
        </p:nvSpPr>
        <p:spPr>
          <a:xfrm xmlns:a="http://schemas.openxmlformats.org/drawingml/2006/main">
            <a:off x="9895523" y="4989195"/>
            <a:ext cx="133350" cy="133350"/>
          </a:xfrm>
          <a:prstGeom xmlns:a="http://schemas.openxmlformats.org/drawingml/2006/main" prst="ellipse">
            <a:avLst/>
          </a:prstGeom>
          <a:solidFill xmlns:a="http://schemas.openxmlformats.org/drawingml/2006/main">
            <a:srgbClr val="A94737"/>
          </a:solidFill>
          <a:ln xmlns:a="http://schemas.openxmlformats.org/drawingml/2006/main" w="9525">
            <a:solidFill>
              <a:srgbClr val="A94737"/>
            </a:solidFill>
          </a:ln>
        </p:spPr>
      </p:sp>
      <p:sp>
        <p:nvSpPr>
          <p:cNvPr id="20" name="">
            <a:extLst xmlns:a="http://schemas.openxmlformats.org/drawingml/2006/main">
              <a:ext uri="{FF2B5EF4-FFF2-40B4-BE49-F238E27FC236}">
                <a16:creationId xmlns:a16="http://schemas.microsoft.com/office/drawing/2014/main" id="{A6B0BB4D-F256-47F6-98DF-03A78303AD59}"/>
              </a:ext>
            </a:extLst>
          </p:cNvPr>
          <p:cNvSpPr>
            <a:spLocks xmlns:a="http://schemas.openxmlformats.org/drawingml/2006/main" noGrp="1"/>
          </p:cNvSpPr>
          <p:nvPr/>
        </p:nvSpPr>
        <p:spPr>
          <a:xfrm xmlns:a="http://schemas.openxmlformats.org/drawingml/2006/main">
            <a:off x="7008019" y="5122545"/>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66B68"/>
                </a:solidFill>
                <a:latin typeface="Yu Gothic"/>
                <a:ea typeface="Yu Gothic"/>
                <a:cs typeface="Yu Gothic"/>
              </a:defRPr>
            </a:defPPr>
            <a:lvl1pPr algn="ctr">
              <a:defRPr sz="1650" b="1">
                <a:solidFill>
                  <a:srgbClr val="166B68"/>
                </a:solidFill>
                <a:latin typeface="Yu Gothic"/>
                <a:ea typeface="Yu Gothic"/>
                <a:cs typeface="Yu Gothic"/>
              </a:defRPr>
            </a:lvl1pPr>
            <a:lvl2pPr algn="ctr">
              <a:defRPr sz="1650" b="1">
                <a:solidFill>
                  <a:srgbClr val="166B68"/>
                </a:solidFill>
                <a:latin typeface="Yu Gothic"/>
                <a:ea typeface="Yu Gothic"/>
                <a:cs typeface="Yu Gothic"/>
              </a:defRPr>
            </a:lvl2pPr>
            <a:lvl3pPr algn="ctr">
              <a:defRPr sz="1650" b="1">
                <a:solidFill>
                  <a:srgbClr val="166B68"/>
                </a:solidFill>
                <a:latin typeface="Yu Gothic"/>
                <a:ea typeface="Yu Gothic"/>
                <a:cs typeface="Yu Gothic"/>
              </a:defRPr>
            </a:lvl3pPr>
            <a:lvl4pPr algn="ctr">
              <a:defRPr sz="1650" b="1">
                <a:solidFill>
                  <a:srgbClr val="166B68"/>
                </a:solidFill>
                <a:latin typeface="Yu Gothic"/>
                <a:ea typeface="Yu Gothic"/>
                <a:cs typeface="Yu Gothic"/>
              </a:defRPr>
            </a:lvl4pPr>
            <a:lvl5pPr algn="ctr">
              <a:defRPr sz="1650" b="1">
                <a:solidFill>
                  <a:srgbClr val="166B68"/>
                </a:solidFill>
                <a:latin typeface="Yu Gothic"/>
                <a:ea typeface="Yu Gothic"/>
                <a:cs typeface="Yu Gothic"/>
              </a:defRPr>
            </a:lvl5pPr>
            <a:lvl6pPr algn="ctr">
              <a:defRPr sz="1650" b="1">
                <a:solidFill>
                  <a:srgbClr val="166B68"/>
                </a:solidFill>
                <a:latin typeface="Yu Gothic"/>
                <a:ea typeface="Yu Gothic"/>
                <a:cs typeface="Yu Gothic"/>
              </a:defRPr>
            </a:lvl6pPr>
            <a:lvl7pPr algn="ctr">
              <a:defRPr sz="1650" b="1">
                <a:solidFill>
                  <a:srgbClr val="166B68"/>
                </a:solidFill>
                <a:latin typeface="Yu Gothic"/>
                <a:ea typeface="Yu Gothic"/>
                <a:cs typeface="Yu Gothic"/>
              </a:defRPr>
            </a:lvl7pPr>
            <a:lvl8pPr algn="ctr">
              <a:defRPr sz="1650" b="1">
                <a:solidFill>
                  <a:srgbClr val="166B68"/>
                </a:solidFill>
                <a:latin typeface="Yu Gothic"/>
                <a:ea typeface="Yu Gothic"/>
                <a:cs typeface="Yu Gothic"/>
              </a:defRPr>
            </a:lvl8pPr>
            <a:lvl9pPr algn="ctr">
              <a:defRPr sz="1650" b="1">
                <a:solidFill>
                  <a:srgbClr val="166B68"/>
                </a:solidFill>
                <a:latin typeface="Yu Gothic"/>
                <a:ea typeface="Yu Gothic"/>
                <a:cs typeface="Yu Gothic"/>
              </a:defRPr>
            </a:lvl9pPr>
          </a:lstStyle>
          <a:p xmlns:a="http://schemas.openxmlformats.org/drawingml/2006/main">
            <a:pPr algn="ctr">
              <a:defRPr sz="1650" b="1">
                <a:solidFill>
                  <a:srgbClr val="166B68"/>
                </a:solidFill>
                <a:latin typeface="Yu Gothic"/>
                <a:ea typeface="Yu Gothic"/>
                <a:cs typeface="Yu Gothic"/>
              </a:defRPr>
            </a:pPr>
            <a:r>
              <a:rPr sz="1650" b="1">
                <a:solidFill>
                  <a:srgbClr val="166B68"/>
                </a:solidFill>
                <a:latin typeface="Yu Gothic"/>
                <a:ea typeface="Yu Gothic"/>
                <a:cs typeface="Yu Gothic"/>
              </a:rPr>
              <a:t>測点 O</a:t>
            </a:r>
          </a:p>
        </p:txBody>
      </p:sp>
      <p:sp>
        <p:nvSpPr>
          <p:cNvPr id="21" name="">
            <a:extLst xmlns:a="http://schemas.openxmlformats.org/drawingml/2006/main">
              <a:ext uri="{FF2B5EF4-FFF2-40B4-BE49-F238E27FC236}">
                <a16:creationId xmlns:a16="http://schemas.microsoft.com/office/drawing/2014/main" id="{DEEB4DD2-3427-4AF6-8858-F885D3935F1B}"/>
              </a:ext>
            </a:extLst>
          </p:cNvPr>
          <p:cNvSpPr>
            <a:spLocks xmlns:a="http://schemas.openxmlformats.org/drawingml/2006/main" noGrp="1"/>
          </p:cNvSpPr>
          <p:nvPr/>
        </p:nvSpPr>
        <p:spPr>
          <a:xfrm xmlns:a="http://schemas.openxmlformats.org/drawingml/2006/main">
            <a:off x="9504998" y="5122545"/>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A94737"/>
                </a:solidFill>
                <a:latin typeface="Yu Gothic"/>
                <a:ea typeface="Yu Gothic"/>
                <a:cs typeface="Yu Gothic"/>
              </a:defRPr>
            </a:defPPr>
            <a:lvl1pPr algn="ctr">
              <a:defRPr sz="1650" b="1">
                <a:solidFill>
                  <a:srgbClr val="A94737"/>
                </a:solidFill>
                <a:latin typeface="Yu Gothic"/>
                <a:ea typeface="Yu Gothic"/>
                <a:cs typeface="Yu Gothic"/>
              </a:defRPr>
            </a:lvl1pPr>
            <a:lvl2pPr algn="ctr">
              <a:defRPr sz="1650" b="1">
                <a:solidFill>
                  <a:srgbClr val="A94737"/>
                </a:solidFill>
                <a:latin typeface="Yu Gothic"/>
                <a:ea typeface="Yu Gothic"/>
                <a:cs typeface="Yu Gothic"/>
              </a:defRPr>
            </a:lvl2pPr>
            <a:lvl3pPr algn="ctr">
              <a:defRPr sz="1650" b="1">
                <a:solidFill>
                  <a:srgbClr val="A94737"/>
                </a:solidFill>
                <a:latin typeface="Yu Gothic"/>
                <a:ea typeface="Yu Gothic"/>
                <a:cs typeface="Yu Gothic"/>
              </a:defRPr>
            </a:lvl3pPr>
            <a:lvl4pPr algn="ctr">
              <a:defRPr sz="1650" b="1">
                <a:solidFill>
                  <a:srgbClr val="A94737"/>
                </a:solidFill>
                <a:latin typeface="Yu Gothic"/>
                <a:ea typeface="Yu Gothic"/>
                <a:cs typeface="Yu Gothic"/>
              </a:defRPr>
            </a:lvl4pPr>
            <a:lvl5pPr algn="ctr">
              <a:defRPr sz="1650" b="1">
                <a:solidFill>
                  <a:srgbClr val="A94737"/>
                </a:solidFill>
                <a:latin typeface="Yu Gothic"/>
                <a:ea typeface="Yu Gothic"/>
                <a:cs typeface="Yu Gothic"/>
              </a:defRPr>
            </a:lvl5pPr>
            <a:lvl6pPr algn="ctr">
              <a:defRPr sz="1650" b="1">
                <a:solidFill>
                  <a:srgbClr val="A94737"/>
                </a:solidFill>
                <a:latin typeface="Yu Gothic"/>
                <a:ea typeface="Yu Gothic"/>
                <a:cs typeface="Yu Gothic"/>
              </a:defRPr>
            </a:lvl6pPr>
            <a:lvl7pPr algn="ctr">
              <a:defRPr sz="1650" b="1">
                <a:solidFill>
                  <a:srgbClr val="A94737"/>
                </a:solidFill>
                <a:latin typeface="Yu Gothic"/>
                <a:ea typeface="Yu Gothic"/>
                <a:cs typeface="Yu Gothic"/>
              </a:defRPr>
            </a:lvl7pPr>
            <a:lvl8pPr algn="ctr">
              <a:defRPr sz="1650" b="1">
                <a:solidFill>
                  <a:srgbClr val="A94737"/>
                </a:solidFill>
                <a:latin typeface="Yu Gothic"/>
                <a:ea typeface="Yu Gothic"/>
                <a:cs typeface="Yu Gothic"/>
              </a:defRPr>
            </a:lvl8pPr>
            <a:lvl9pPr algn="ctr">
              <a:defRPr sz="1650" b="1">
                <a:solidFill>
                  <a:srgbClr val="A94737"/>
                </a:solidFill>
                <a:latin typeface="Yu Gothic"/>
                <a:ea typeface="Yu Gothic"/>
                <a:cs typeface="Yu Gothic"/>
              </a:defRPr>
            </a:lvl9pPr>
          </a:lstStyle>
          <a:p xmlns:a="http://schemas.openxmlformats.org/drawingml/2006/main">
            <a:pPr algn="ctr">
              <a:defRPr sz="1650" b="1">
                <a:solidFill>
                  <a:srgbClr val="A94737"/>
                </a:solidFill>
                <a:latin typeface="Yu Gothic"/>
                <a:ea typeface="Yu Gothic"/>
                <a:cs typeface="Yu Gothic"/>
              </a:defRPr>
            </a:pPr>
            <a:r>
              <a:rPr sz="1650" b="1">
                <a:solidFill>
                  <a:srgbClr val="A94737"/>
                </a:solidFill>
                <a:latin typeface="Yu Gothic"/>
                <a:ea typeface="Yu Gothic"/>
                <a:cs typeface="Yu Gothic"/>
              </a:rPr>
              <a:t>測点 O</a:t>
            </a:r>
          </a:p>
        </p:txBody>
      </p:sp>
      <p:sp>
        <p:nvSpPr>
          <p:cNvPr id="22" name="">
            <a:extLst xmlns:a="http://schemas.openxmlformats.org/drawingml/2006/main">
              <a:ext uri="{FF2B5EF4-FFF2-40B4-BE49-F238E27FC236}">
                <a16:creationId xmlns:a16="http://schemas.microsoft.com/office/drawing/2014/main" id="{FE07F7D5-E0D4-46F0-8C45-6BA55CBE8797}"/>
              </a:ext>
            </a:extLst>
          </p:cNvPr>
          <p:cNvSpPr>
            <a:spLocks xmlns:a="http://schemas.openxmlformats.org/drawingml/2006/main" noGrp="1"/>
          </p:cNvSpPr>
          <p:nvPr/>
        </p:nvSpPr>
        <p:spPr>
          <a:xfrm xmlns:a="http://schemas.openxmlformats.org/drawingml/2006/main">
            <a:off x="7065169" y="1638300"/>
            <a:ext cx="800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66B68"/>
                </a:solidFill>
                <a:latin typeface="Yu Gothic"/>
                <a:ea typeface="Yu Gothic"/>
                <a:cs typeface="Yu Gothic"/>
              </a:defRPr>
            </a:defPPr>
            <a:lvl1pPr algn="ctr">
              <a:defRPr sz="1650" b="1">
                <a:solidFill>
                  <a:srgbClr val="166B68"/>
                </a:solidFill>
                <a:latin typeface="Yu Gothic"/>
                <a:ea typeface="Yu Gothic"/>
                <a:cs typeface="Yu Gothic"/>
              </a:defRPr>
            </a:lvl1pPr>
            <a:lvl2pPr algn="ctr">
              <a:defRPr sz="1650" b="1">
                <a:solidFill>
                  <a:srgbClr val="166B68"/>
                </a:solidFill>
                <a:latin typeface="Yu Gothic"/>
                <a:ea typeface="Yu Gothic"/>
                <a:cs typeface="Yu Gothic"/>
              </a:defRPr>
            </a:lvl2pPr>
            <a:lvl3pPr algn="ctr">
              <a:defRPr sz="1650" b="1">
                <a:solidFill>
                  <a:srgbClr val="166B68"/>
                </a:solidFill>
                <a:latin typeface="Yu Gothic"/>
                <a:ea typeface="Yu Gothic"/>
                <a:cs typeface="Yu Gothic"/>
              </a:defRPr>
            </a:lvl3pPr>
            <a:lvl4pPr algn="ctr">
              <a:defRPr sz="1650" b="1">
                <a:solidFill>
                  <a:srgbClr val="166B68"/>
                </a:solidFill>
                <a:latin typeface="Yu Gothic"/>
                <a:ea typeface="Yu Gothic"/>
                <a:cs typeface="Yu Gothic"/>
              </a:defRPr>
            </a:lvl4pPr>
            <a:lvl5pPr algn="ctr">
              <a:defRPr sz="1650" b="1">
                <a:solidFill>
                  <a:srgbClr val="166B68"/>
                </a:solidFill>
                <a:latin typeface="Yu Gothic"/>
                <a:ea typeface="Yu Gothic"/>
                <a:cs typeface="Yu Gothic"/>
              </a:defRPr>
            </a:lvl5pPr>
            <a:lvl6pPr algn="ctr">
              <a:defRPr sz="1650" b="1">
                <a:solidFill>
                  <a:srgbClr val="166B68"/>
                </a:solidFill>
                <a:latin typeface="Yu Gothic"/>
                <a:ea typeface="Yu Gothic"/>
                <a:cs typeface="Yu Gothic"/>
              </a:defRPr>
            </a:lvl6pPr>
            <a:lvl7pPr algn="ctr">
              <a:defRPr sz="1650" b="1">
                <a:solidFill>
                  <a:srgbClr val="166B68"/>
                </a:solidFill>
                <a:latin typeface="Yu Gothic"/>
                <a:ea typeface="Yu Gothic"/>
                <a:cs typeface="Yu Gothic"/>
              </a:defRPr>
            </a:lvl7pPr>
            <a:lvl8pPr algn="ctr">
              <a:defRPr sz="1650" b="1">
                <a:solidFill>
                  <a:srgbClr val="166B68"/>
                </a:solidFill>
                <a:latin typeface="Yu Gothic"/>
                <a:ea typeface="Yu Gothic"/>
                <a:cs typeface="Yu Gothic"/>
              </a:defRPr>
            </a:lvl8pPr>
            <a:lvl9pPr algn="ctr">
              <a:defRPr sz="1650" b="1">
                <a:solidFill>
                  <a:srgbClr val="166B68"/>
                </a:solidFill>
                <a:latin typeface="Yu Gothic"/>
                <a:ea typeface="Yu Gothic"/>
                <a:cs typeface="Yu Gothic"/>
              </a:defRPr>
            </a:lvl9pPr>
          </a:lstStyle>
          <a:p xmlns:a="http://schemas.openxmlformats.org/drawingml/2006/main">
            <a:pPr algn="ctr">
              <a:defRPr sz="1650" b="1">
                <a:solidFill>
                  <a:srgbClr val="166B68"/>
                </a:solidFill>
                <a:latin typeface="Yu Gothic"/>
                <a:ea typeface="Yu Gothic"/>
                <a:cs typeface="Yu Gothic"/>
              </a:defRPr>
            </a:pPr>
            <a:r>
              <a:rPr sz="1650" b="1">
                <a:solidFill>
                  <a:srgbClr val="166B68"/>
                </a:solidFill>
                <a:latin typeface="Yu Gothic"/>
                <a:ea typeface="Yu Gothic"/>
                <a:cs typeface="Yu Gothic"/>
              </a:rPr>
              <a:t>正常</a:t>
            </a:r>
          </a:p>
        </p:txBody>
      </p:sp>
      <p:sp>
        <p:nvSpPr>
          <p:cNvPr id="23" name="">
            <a:extLst xmlns:a="http://schemas.openxmlformats.org/drawingml/2006/main">
              <a:ext uri="{FF2B5EF4-FFF2-40B4-BE49-F238E27FC236}">
                <a16:creationId xmlns:a16="http://schemas.microsoft.com/office/drawing/2014/main" id="{8FDCB1F7-9EEF-490F-9193-F9BDC5E5C401}"/>
              </a:ext>
            </a:extLst>
          </p:cNvPr>
          <p:cNvSpPr>
            <a:spLocks xmlns:a="http://schemas.openxmlformats.org/drawingml/2006/main" noGrp="1"/>
          </p:cNvSpPr>
          <p:nvPr/>
        </p:nvSpPr>
        <p:spPr>
          <a:xfrm xmlns:a="http://schemas.openxmlformats.org/drawingml/2006/main">
            <a:off x="9276398" y="1638300"/>
            <a:ext cx="1371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A94737"/>
                </a:solidFill>
                <a:latin typeface="Yu Gothic"/>
                <a:ea typeface="Yu Gothic"/>
                <a:cs typeface="Yu Gothic"/>
              </a:defRPr>
            </a:defPPr>
            <a:lvl1pPr algn="ctr">
              <a:defRPr sz="1650" b="1">
                <a:solidFill>
                  <a:srgbClr val="A94737"/>
                </a:solidFill>
                <a:latin typeface="Yu Gothic"/>
                <a:ea typeface="Yu Gothic"/>
                <a:cs typeface="Yu Gothic"/>
              </a:defRPr>
            </a:lvl1pPr>
            <a:lvl2pPr algn="ctr">
              <a:defRPr sz="1650" b="1">
                <a:solidFill>
                  <a:srgbClr val="A94737"/>
                </a:solidFill>
                <a:latin typeface="Yu Gothic"/>
                <a:ea typeface="Yu Gothic"/>
                <a:cs typeface="Yu Gothic"/>
              </a:defRPr>
            </a:lvl2pPr>
            <a:lvl3pPr algn="ctr">
              <a:defRPr sz="1650" b="1">
                <a:solidFill>
                  <a:srgbClr val="A94737"/>
                </a:solidFill>
                <a:latin typeface="Yu Gothic"/>
                <a:ea typeface="Yu Gothic"/>
                <a:cs typeface="Yu Gothic"/>
              </a:defRPr>
            </a:lvl3pPr>
            <a:lvl4pPr algn="ctr">
              <a:defRPr sz="1650" b="1">
                <a:solidFill>
                  <a:srgbClr val="A94737"/>
                </a:solidFill>
                <a:latin typeface="Yu Gothic"/>
                <a:ea typeface="Yu Gothic"/>
                <a:cs typeface="Yu Gothic"/>
              </a:defRPr>
            </a:lvl4pPr>
            <a:lvl5pPr algn="ctr">
              <a:defRPr sz="1650" b="1">
                <a:solidFill>
                  <a:srgbClr val="A94737"/>
                </a:solidFill>
                <a:latin typeface="Yu Gothic"/>
                <a:ea typeface="Yu Gothic"/>
                <a:cs typeface="Yu Gothic"/>
              </a:defRPr>
            </a:lvl5pPr>
            <a:lvl6pPr algn="ctr">
              <a:defRPr sz="1650" b="1">
                <a:solidFill>
                  <a:srgbClr val="A94737"/>
                </a:solidFill>
                <a:latin typeface="Yu Gothic"/>
                <a:ea typeface="Yu Gothic"/>
                <a:cs typeface="Yu Gothic"/>
              </a:defRPr>
            </a:lvl6pPr>
            <a:lvl7pPr algn="ctr">
              <a:defRPr sz="1650" b="1">
                <a:solidFill>
                  <a:srgbClr val="A94737"/>
                </a:solidFill>
                <a:latin typeface="Yu Gothic"/>
                <a:ea typeface="Yu Gothic"/>
                <a:cs typeface="Yu Gothic"/>
              </a:defRPr>
            </a:lvl7pPr>
            <a:lvl8pPr algn="ctr">
              <a:defRPr sz="1650" b="1">
                <a:solidFill>
                  <a:srgbClr val="A94737"/>
                </a:solidFill>
                <a:latin typeface="Yu Gothic"/>
                <a:ea typeface="Yu Gothic"/>
                <a:cs typeface="Yu Gothic"/>
              </a:defRPr>
            </a:lvl8pPr>
            <a:lvl9pPr algn="ctr">
              <a:defRPr sz="1650" b="1">
                <a:solidFill>
                  <a:srgbClr val="A94737"/>
                </a:solidFill>
                <a:latin typeface="Yu Gothic"/>
                <a:ea typeface="Yu Gothic"/>
                <a:cs typeface="Yu Gothic"/>
              </a:defRPr>
            </a:lvl9pPr>
          </a:lstStyle>
          <a:p xmlns:a="http://schemas.openxmlformats.org/drawingml/2006/main">
            <a:pPr algn="ctr">
              <a:defRPr sz="1650" b="1">
                <a:solidFill>
                  <a:srgbClr val="A94737"/>
                </a:solidFill>
                <a:latin typeface="Yu Gothic"/>
                <a:ea typeface="Yu Gothic"/>
                <a:cs typeface="Yu Gothic"/>
              </a:defRPr>
            </a:pPr>
            <a:r>
              <a:rPr sz="1650" b="1">
                <a:solidFill>
                  <a:srgbClr val="A94737"/>
                </a:solidFill>
                <a:latin typeface="Yu Gothic"/>
                <a:ea typeface="Yu Gothic"/>
                <a:cs typeface="Yu Gothic"/>
              </a:rPr>
              <a:t>鉛直軸が傾く</a:t>
            </a:r>
          </a:p>
        </p:txBody>
      </p:sp>
    </p:spTree>
    <p:extLst>
      <p:ext uri="{BB962C8B-B14F-4D97-AF65-F5344CB8AC3E}">
        <p14:creationId xmlns:p14="http://schemas.microsoft.com/office/powerpoint/2010/main" val="212991101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87327024-5039-4D4E-ADCD-C50C4AF58D74}"/>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54D09443-190C-40B2-BF46-AA68372ECD8A}"/>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4-2 据える｜11–18分</a:t>
            </a:r>
          </a:p>
        </p:txBody>
      </p:sp>
      <p:sp>
        <p:nvSpPr>
          <p:cNvPr id="3" name="">
            <a:extLst xmlns:a="http://schemas.openxmlformats.org/drawingml/2006/main">
              <a:ext uri="{FF2B5EF4-FFF2-40B4-BE49-F238E27FC236}">
                <a16:creationId xmlns:a16="http://schemas.microsoft.com/office/drawing/2014/main" id="{04543653-67E3-498B-BC1F-A73F27CEAD1E}"/>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視差は、目を動かすと見つかる</a:t>
            </a:r>
          </a:p>
        </p:txBody>
      </p:sp>
      <p:sp>
        <p:nvSpPr>
          <p:cNvPr id="4" name="">
            <a:extLst xmlns:a="http://schemas.openxmlformats.org/drawingml/2006/main">
              <a:ext uri="{FF2B5EF4-FFF2-40B4-BE49-F238E27FC236}">
                <a16:creationId xmlns:a16="http://schemas.microsoft.com/office/drawing/2014/main" id="{1A098051-032C-4EA2-ABC7-12E4076FEAB9}"/>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5136C19A-2183-4AAC-9000-12E5750C5C8D}"/>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A6DE8E95-BD69-4499-B04E-0C528D53E684}"/>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15</a:t>
            </a:r>
          </a:p>
        </p:txBody>
      </p:sp>
      <p:sp>
        <p:nvSpPr>
          <p:cNvPr id="7" name="">
            <a:extLst xmlns:a="http://schemas.openxmlformats.org/drawingml/2006/main">
              <a:ext uri="{FF2B5EF4-FFF2-40B4-BE49-F238E27FC236}">
                <a16:creationId xmlns:a16="http://schemas.microsoft.com/office/drawing/2014/main" id="{B0AB0751-0F9B-4226-9575-86C5CD42BBBA}"/>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像が十字線に対して動くなら未調整</a:t>
            </a:r>
          </a:p>
        </p:txBody>
      </p:sp>
      <p:sp>
        <p:nvSpPr>
          <p:cNvPr id="8" name="">
            <a:extLst xmlns:a="http://schemas.openxmlformats.org/drawingml/2006/main">
              <a:ext uri="{FF2B5EF4-FFF2-40B4-BE49-F238E27FC236}">
                <a16:creationId xmlns:a16="http://schemas.microsoft.com/office/drawing/2014/main" id="{8D7A2C1D-907B-47F7-9FB0-4C843D3E783D}"/>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接眼：十字線にピント</a:t>
            </a:r>
          </a:p>
        </p:txBody>
      </p:sp>
      <p:sp>
        <p:nvSpPr>
          <p:cNvPr id="9" name="">
            <a:extLst xmlns:a="http://schemas.openxmlformats.org/drawingml/2006/main">
              <a:ext uri="{FF2B5EF4-FFF2-40B4-BE49-F238E27FC236}">
                <a16:creationId xmlns:a16="http://schemas.microsoft.com/office/drawing/2014/main" id="{4F7C208A-F4D3-4E12-B7D0-B38D1068D6D0}"/>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対物：目標にピント</a:t>
            </a:r>
          </a:p>
        </p:txBody>
      </p:sp>
      <p:sp>
        <p:nvSpPr>
          <p:cNvPr id="10" name="">
            <a:extLst xmlns:a="http://schemas.openxmlformats.org/drawingml/2006/main">
              <a:ext uri="{FF2B5EF4-FFF2-40B4-BE49-F238E27FC236}">
                <a16:creationId xmlns:a16="http://schemas.microsoft.com/office/drawing/2014/main" id="{D0DF6E23-4CD1-4A98-A569-AC67C9C8B966}"/>
              </a:ext>
            </a:extLst>
          </p:cNvPr>
          <p:cNvSpPr>
            <a:spLocks xmlns:a="http://schemas.openxmlformats.org/drawingml/2006/main" noGrp="1"/>
          </p:cNvSpPr>
          <p:nvPr/>
        </p:nvSpPr>
        <p:spPr>
          <a:xfrm xmlns:a="http://schemas.openxmlformats.org/drawingml/2006/main">
            <a:off x="1047750" y="36099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目を動かし、相対位置を確認</a:t>
            </a:r>
          </a:p>
        </p:txBody>
      </p:sp>
      <p:sp>
        <p:nvSpPr>
          <p:cNvPr id="11" name="">
            <a:extLst xmlns:a="http://schemas.openxmlformats.org/drawingml/2006/main">
              <a:ext uri="{FF2B5EF4-FFF2-40B4-BE49-F238E27FC236}">
                <a16:creationId xmlns:a16="http://schemas.microsoft.com/office/drawing/2014/main" id="{47A1D3CA-A449-458D-B8B0-F5222F415F75}"/>
              </a:ext>
            </a:extLst>
          </p:cNvPr>
          <p:cNvSpPr>
            <a:spLocks xmlns:a="http://schemas.openxmlformats.org/drawingml/2006/main" noGrp="1"/>
          </p:cNvSpPr>
          <p:nvPr/>
        </p:nvSpPr>
        <p:spPr>
          <a:xfrm xmlns:a="http://schemas.openxmlformats.org/drawingml/2006/main">
            <a:off x="6191250" y="1638300"/>
            <a:ext cx="1936433"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82B33"/>
                </a:solidFill>
                <a:latin typeface="Yu Gothic"/>
                <a:ea typeface="Yu Gothic"/>
                <a:cs typeface="Yu Gothic"/>
              </a:defRPr>
            </a:defPPr>
            <a:lvl1pPr algn="ctr">
              <a:defRPr sz="1650" b="1">
                <a:solidFill>
                  <a:srgbClr val="182B33"/>
                </a:solidFill>
                <a:latin typeface="Yu Gothic"/>
                <a:ea typeface="Yu Gothic"/>
                <a:cs typeface="Yu Gothic"/>
              </a:defRPr>
            </a:lvl1pPr>
            <a:lvl2pPr algn="ctr">
              <a:defRPr sz="1650" b="1">
                <a:solidFill>
                  <a:srgbClr val="182B33"/>
                </a:solidFill>
                <a:latin typeface="Yu Gothic"/>
                <a:ea typeface="Yu Gothic"/>
                <a:cs typeface="Yu Gothic"/>
              </a:defRPr>
            </a:lvl2pPr>
            <a:lvl3pPr algn="ctr">
              <a:defRPr sz="1650" b="1">
                <a:solidFill>
                  <a:srgbClr val="182B33"/>
                </a:solidFill>
                <a:latin typeface="Yu Gothic"/>
                <a:ea typeface="Yu Gothic"/>
                <a:cs typeface="Yu Gothic"/>
              </a:defRPr>
            </a:lvl3pPr>
            <a:lvl4pPr algn="ctr">
              <a:defRPr sz="1650" b="1">
                <a:solidFill>
                  <a:srgbClr val="182B33"/>
                </a:solidFill>
                <a:latin typeface="Yu Gothic"/>
                <a:ea typeface="Yu Gothic"/>
                <a:cs typeface="Yu Gothic"/>
              </a:defRPr>
            </a:lvl4pPr>
            <a:lvl5pPr algn="ctr">
              <a:defRPr sz="1650" b="1">
                <a:solidFill>
                  <a:srgbClr val="182B33"/>
                </a:solidFill>
                <a:latin typeface="Yu Gothic"/>
                <a:ea typeface="Yu Gothic"/>
                <a:cs typeface="Yu Gothic"/>
              </a:defRPr>
            </a:lvl5pPr>
            <a:lvl6pPr algn="ctr">
              <a:defRPr sz="1650" b="1">
                <a:solidFill>
                  <a:srgbClr val="182B33"/>
                </a:solidFill>
                <a:latin typeface="Yu Gothic"/>
                <a:ea typeface="Yu Gothic"/>
                <a:cs typeface="Yu Gothic"/>
              </a:defRPr>
            </a:lvl6pPr>
            <a:lvl7pPr algn="ctr">
              <a:defRPr sz="1650" b="1">
                <a:solidFill>
                  <a:srgbClr val="182B33"/>
                </a:solidFill>
                <a:latin typeface="Yu Gothic"/>
                <a:ea typeface="Yu Gothic"/>
                <a:cs typeface="Yu Gothic"/>
              </a:defRPr>
            </a:lvl7pPr>
            <a:lvl8pPr algn="ctr">
              <a:defRPr sz="1650" b="1">
                <a:solidFill>
                  <a:srgbClr val="182B33"/>
                </a:solidFill>
                <a:latin typeface="Yu Gothic"/>
                <a:ea typeface="Yu Gothic"/>
                <a:cs typeface="Yu Gothic"/>
              </a:defRPr>
            </a:lvl8pPr>
            <a:lvl9pPr algn="ctr">
              <a:defRPr sz="1650" b="1">
                <a:solidFill>
                  <a:srgbClr val="182B33"/>
                </a:solidFill>
                <a:latin typeface="Yu Gothic"/>
                <a:ea typeface="Yu Gothic"/>
                <a:cs typeface="Yu Gothic"/>
              </a:defRPr>
            </a:lvl9pPr>
          </a:lstStyle>
          <a:p xmlns:a="http://schemas.openxmlformats.org/drawingml/2006/main">
            <a:pPr algn="ctr">
              <a:defRPr sz="1650" b="1">
                <a:solidFill>
                  <a:srgbClr val="182B33"/>
                </a:solidFill>
                <a:latin typeface="Yu Gothic"/>
                <a:ea typeface="Yu Gothic"/>
                <a:cs typeface="Yu Gothic"/>
              </a:defRPr>
            </a:pPr>
            <a:r>
              <a:rPr sz="1650" b="1">
                <a:solidFill>
                  <a:srgbClr val="182B33"/>
                </a:solidFill>
                <a:latin typeface="Yu Gothic"/>
                <a:ea typeface="Yu Gothic"/>
                <a:cs typeface="Yu Gothic"/>
              </a:rPr>
              <a:t>目位置 A</a:t>
            </a:r>
          </a:p>
        </p:txBody>
      </p:sp>
      <p:sp>
        <p:nvSpPr>
          <p:cNvPr id="12" name="">
            <a:extLst xmlns:a="http://schemas.openxmlformats.org/drawingml/2006/main">
              <a:ext uri="{FF2B5EF4-FFF2-40B4-BE49-F238E27FC236}">
                <a16:creationId xmlns:a16="http://schemas.microsoft.com/office/drawing/2014/main" id="{652B2DF5-BB31-4428-B40F-49AC0AA3CDB2}"/>
              </a:ext>
            </a:extLst>
          </p:cNvPr>
          <p:cNvSpPr>
            <a:spLocks xmlns:a="http://schemas.openxmlformats.org/drawingml/2006/main" noGrp="1"/>
          </p:cNvSpPr>
          <p:nvPr/>
        </p:nvSpPr>
        <p:spPr>
          <a:xfrm xmlns:a="http://schemas.openxmlformats.org/drawingml/2006/main">
            <a:off x="6446044" y="3085148"/>
            <a:ext cx="1426845" cy="1426845"/>
          </a:xfrm>
          <a:prstGeom xmlns:a="http://schemas.openxmlformats.org/drawingml/2006/main" prst="ellipse">
            <a:avLst/>
          </a:prstGeom>
          <a:noFill xmlns:a="http://schemas.openxmlformats.org/drawingml/2006/main"/>
          <a:ln xmlns:a="http://schemas.openxmlformats.org/drawingml/2006/main" w="28575">
            <a:solidFill>
              <a:srgbClr val="CFD9DD"/>
            </a:solidFill>
            <a:prstDash val="solid"/>
          </a:ln>
        </p:spPr>
      </p:sp>
      <p:sp>
        <p:nvSpPr>
          <p:cNvPr id="13" name="">
            <a:extLst xmlns:a="http://schemas.openxmlformats.org/drawingml/2006/main">
              <a:ext uri="{FF2B5EF4-FFF2-40B4-BE49-F238E27FC236}">
                <a16:creationId xmlns:a16="http://schemas.microsoft.com/office/drawing/2014/main" id="{BB5FEA1D-B27A-4EDD-AB12-33368CC4701F}"/>
              </a:ext>
            </a:extLst>
          </p:cNvPr>
          <p:cNvSpPr>
            <a:spLocks xmlns:a="http://schemas.openxmlformats.org/drawingml/2006/main" noGrp="1"/>
          </p:cNvSpPr>
          <p:nvPr/>
        </p:nvSpPr>
        <p:spPr>
          <a:xfrm xmlns:a="http://schemas.openxmlformats.org/drawingml/2006/main">
            <a:off x="7159466" y="3085148"/>
            <a:ext cx="9525" cy="1426845"/>
          </a:xfrm>
          <a:custGeom xmlns:a="http://schemas.openxmlformats.org/drawingml/2006/main">
            <a:pathLst>
              <a:path w="9525" h="1426845">
                <a:moveTo>
                  <a:pt x="0" y="0"/>
                </a:moveTo>
                <a:lnTo>
                  <a:pt x="0" y="1426845"/>
                </a:lnTo>
              </a:path>
            </a:pathLst>
          </a:custGeom>
          <a:noFill xmlns:a="http://schemas.openxmlformats.org/drawingml/2006/main"/>
          <a:ln xmlns:a="http://schemas.openxmlformats.org/drawingml/2006/main" w="28575">
            <a:solidFill>
              <a:srgbClr val="182B33"/>
            </a:solidFill>
            <a:prstDash val="solid"/>
          </a:ln>
        </p:spPr>
      </p:sp>
      <p:sp>
        <p:nvSpPr>
          <p:cNvPr id="14" name="">
            <a:extLst xmlns:a="http://schemas.openxmlformats.org/drawingml/2006/main">
              <a:ext uri="{FF2B5EF4-FFF2-40B4-BE49-F238E27FC236}">
                <a16:creationId xmlns:a16="http://schemas.microsoft.com/office/drawing/2014/main" id="{E7050CAC-5817-4868-873F-48510C7EFD33}"/>
              </a:ext>
            </a:extLst>
          </p:cNvPr>
          <p:cNvSpPr>
            <a:spLocks xmlns:a="http://schemas.openxmlformats.org/drawingml/2006/main" noGrp="1"/>
          </p:cNvSpPr>
          <p:nvPr/>
        </p:nvSpPr>
        <p:spPr>
          <a:xfrm xmlns:a="http://schemas.openxmlformats.org/drawingml/2006/main">
            <a:off x="6446044" y="3798570"/>
            <a:ext cx="1426845" cy="9525"/>
          </a:xfrm>
          <a:custGeom xmlns:a="http://schemas.openxmlformats.org/drawingml/2006/main">
            <a:pathLst>
              <a:path w="1426845" h="9525">
                <a:moveTo>
                  <a:pt x="0" y="0"/>
                </a:moveTo>
                <a:lnTo>
                  <a:pt x="1426845" y="0"/>
                </a:lnTo>
              </a:path>
            </a:pathLst>
          </a:custGeom>
          <a:noFill xmlns:a="http://schemas.openxmlformats.org/drawingml/2006/main"/>
          <a:ln xmlns:a="http://schemas.openxmlformats.org/drawingml/2006/main" w="28575">
            <a:solidFill>
              <a:srgbClr val="182B33"/>
            </a:solidFill>
            <a:prstDash val="solid"/>
          </a:ln>
        </p:spPr>
      </p:sp>
      <p:sp>
        <p:nvSpPr>
          <p:cNvPr id="15" name="">
            <a:extLst xmlns:a="http://schemas.openxmlformats.org/drawingml/2006/main">
              <a:ext uri="{FF2B5EF4-FFF2-40B4-BE49-F238E27FC236}">
                <a16:creationId xmlns:a16="http://schemas.microsoft.com/office/drawing/2014/main" id="{667701BA-7D8E-4362-B227-1ABD7093517C}"/>
              </a:ext>
            </a:extLst>
          </p:cNvPr>
          <p:cNvSpPr>
            <a:spLocks xmlns:a="http://schemas.openxmlformats.org/drawingml/2006/main" noGrp="1"/>
          </p:cNvSpPr>
          <p:nvPr/>
        </p:nvSpPr>
        <p:spPr>
          <a:xfrm xmlns:a="http://schemas.openxmlformats.org/drawingml/2006/main">
            <a:off x="7073741" y="3598545"/>
            <a:ext cx="171450" cy="171450"/>
          </a:xfrm>
          <a:prstGeom xmlns:a="http://schemas.openxmlformats.org/drawingml/2006/main" prst="ellipse">
            <a:avLst/>
          </a:prstGeom>
          <a:solidFill xmlns:a="http://schemas.openxmlformats.org/drawingml/2006/main">
            <a:srgbClr val="A94737"/>
          </a:solidFill>
          <a:ln xmlns:a="http://schemas.openxmlformats.org/drawingml/2006/main" w="9525">
            <a:solidFill>
              <a:srgbClr val="A94737"/>
            </a:solidFill>
          </a:ln>
        </p:spPr>
      </p:sp>
      <p:sp>
        <p:nvSpPr>
          <p:cNvPr id="16" name="">
            <a:extLst xmlns:a="http://schemas.openxmlformats.org/drawingml/2006/main">
              <a:ext uri="{FF2B5EF4-FFF2-40B4-BE49-F238E27FC236}">
                <a16:creationId xmlns:a16="http://schemas.microsoft.com/office/drawing/2014/main" id="{527827ED-2FE2-4E1E-966F-688CD1F98D09}"/>
              </a:ext>
            </a:extLst>
          </p:cNvPr>
          <p:cNvSpPr>
            <a:spLocks xmlns:a="http://schemas.openxmlformats.org/drawingml/2006/main" noGrp="1"/>
          </p:cNvSpPr>
          <p:nvPr/>
        </p:nvSpPr>
        <p:spPr>
          <a:xfrm xmlns:a="http://schemas.openxmlformats.org/drawingml/2006/main">
            <a:off x="7254716" y="3446145"/>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A94737"/>
                </a:solidFill>
                <a:latin typeface="Yu Gothic"/>
                <a:ea typeface="Yu Gothic"/>
                <a:cs typeface="Yu Gothic"/>
              </a:defRPr>
            </a:defPPr>
            <a:lvl1pPr algn="l">
              <a:defRPr sz="1650" b="1">
                <a:solidFill>
                  <a:srgbClr val="A94737"/>
                </a:solidFill>
                <a:latin typeface="Yu Gothic"/>
                <a:ea typeface="Yu Gothic"/>
                <a:cs typeface="Yu Gothic"/>
              </a:defRPr>
            </a:lvl1pPr>
            <a:lvl2pPr algn="l">
              <a:defRPr sz="1650" b="1">
                <a:solidFill>
                  <a:srgbClr val="A94737"/>
                </a:solidFill>
                <a:latin typeface="Yu Gothic"/>
                <a:ea typeface="Yu Gothic"/>
                <a:cs typeface="Yu Gothic"/>
              </a:defRPr>
            </a:lvl2pPr>
            <a:lvl3pPr algn="l">
              <a:defRPr sz="1650" b="1">
                <a:solidFill>
                  <a:srgbClr val="A94737"/>
                </a:solidFill>
                <a:latin typeface="Yu Gothic"/>
                <a:ea typeface="Yu Gothic"/>
                <a:cs typeface="Yu Gothic"/>
              </a:defRPr>
            </a:lvl3pPr>
            <a:lvl4pPr algn="l">
              <a:defRPr sz="1650" b="1">
                <a:solidFill>
                  <a:srgbClr val="A94737"/>
                </a:solidFill>
                <a:latin typeface="Yu Gothic"/>
                <a:ea typeface="Yu Gothic"/>
                <a:cs typeface="Yu Gothic"/>
              </a:defRPr>
            </a:lvl4pPr>
            <a:lvl5pPr algn="l">
              <a:defRPr sz="1650" b="1">
                <a:solidFill>
                  <a:srgbClr val="A94737"/>
                </a:solidFill>
                <a:latin typeface="Yu Gothic"/>
                <a:ea typeface="Yu Gothic"/>
                <a:cs typeface="Yu Gothic"/>
              </a:defRPr>
            </a:lvl5pPr>
            <a:lvl6pPr algn="l">
              <a:defRPr sz="1650" b="1">
                <a:solidFill>
                  <a:srgbClr val="A94737"/>
                </a:solidFill>
                <a:latin typeface="Yu Gothic"/>
                <a:ea typeface="Yu Gothic"/>
                <a:cs typeface="Yu Gothic"/>
              </a:defRPr>
            </a:lvl6pPr>
            <a:lvl7pPr algn="l">
              <a:defRPr sz="1650" b="1">
                <a:solidFill>
                  <a:srgbClr val="A94737"/>
                </a:solidFill>
                <a:latin typeface="Yu Gothic"/>
                <a:ea typeface="Yu Gothic"/>
                <a:cs typeface="Yu Gothic"/>
              </a:defRPr>
            </a:lvl7pPr>
            <a:lvl8pPr algn="l">
              <a:defRPr sz="1650" b="1">
                <a:solidFill>
                  <a:srgbClr val="A94737"/>
                </a:solidFill>
                <a:latin typeface="Yu Gothic"/>
                <a:ea typeface="Yu Gothic"/>
                <a:cs typeface="Yu Gothic"/>
              </a:defRPr>
            </a:lvl8pPr>
            <a:lvl9pPr algn="l">
              <a:defRPr sz="1650" b="1">
                <a:solidFill>
                  <a:srgbClr val="A94737"/>
                </a:solidFill>
                <a:latin typeface="Yu Gothic"/>
                <a:ea typeface="Yu Gothic"/>
                <a:cs typeface="Yu Gothic"/>
              </a:defRPr>
            </a:lvl9pPr>
          </a:lstStyle>
          <a:p xmlns:a="http://schemas.openxmlformats.org/drawingml/2006/main">
            <a:pPr algn="l">
              <a:defRPr sz="1650" b="1">
                <a:solidFill>
                  <a:srgbClr val="A94737"/>
                </a:solidFill>
                <a:latin typeface="Yu Gothic"/>
                <a:ea typeface="Yu Gothic"/>
                <a:cs typeface="Yu Gothic"/>
              </a:defRPr>
            </a:pPr>
            <a:r>
              <a:rPr sz="1650" b="1">
                <a:solidFill>
                  <a:srgbClr val="A94737"/>
                </a:solidFill>
                <a:latin typeface="Yu Gothic"/>
                <a:ea typeface="Yu Gothic"/>
                <a:cs typeface="Yu Gothic"/>
              </a:rPr>
              <a:t>像</a:t>
            </a:r>
          </a:p>
        </p:txBody>
      </p:sp>
      <p:sp>
        <p:nvSpPr>
          <p:cNvPr id="17" name="">
            <a:extLst xmlns:a="http://schemas.openxmlformats.org/drawingml/2006/main">
              <a:ext uri="{FF2B5EF4-FFF2-40B4-BE49-F238E27FC236}">
                <a16:creationId xmlns:a16="http://schemas.microsoft.com/office/drawing/2014/main" id="{2E27AF5D-86F7-4EAB-BFC3-A5BD2506A0ED}"/>
              </a:ext>
            </a:extLst>
          </p:cNvPr>
          <p:cNvSpPr>
            <a:spLocks xmlns:a="http://schemas.openxmlformats.org/drawingml/2006/main" noGrp="1"/>
          </p:cNvSpPr>
          <p:nvPr/>
        </p:nvSpPr>
        <p:spPr>
          <a:xfrm xmlns:a="http://schemas.openxmlformats.org/drawingml/2006/main">
            <a:off x="8790146" y="1638300"/>
            <a:ext cx="1936433"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82B33"/>
                </a:solidFill>
                <a:latin typeface="Yu Gothic"/>
                <a:ea typeface="Yu Gothic"/>
                <a:cs typeface="Yu Gothic"/>
              </a:defRPr>
            </a:defPPr>
            <a:lvl1pPr algn="ctr">
              <a:defRPr sz="1650" b="1">
                <a:solidFill>
                  <a:srgbClr val="182B33"/>
                </a:solidFill>
                <a:latin typeface="Yu Gothic"/>
                <a:ea typeface="Yu Gothic"/>
                <a:cs typeface="Yu Gothic"/>
              </a:defRPr>
            </a:lvl1pPr>
            <a:lvl2pPr algn="ctr">
              <a:defRPr sz="1650" b="1">
                <a:solidFill>
                  <a:srgbClr val="182B33"/>
                </a:solidFill>
                <a:latin typeface="Yu Gothic"/>
                <a:ea typeface="Yu Gothic"/>
                <a:cs typeface="Yu Gothic"/>
              </a:defRPr>
            </a:lvl2pPr>
            <a:lvl3pPr algn="ctr">
              <a:defRPr sz="1650" b="1">
                <a:solidFill>
                  <a:srgbClr val="182B33"/>
                </a:solidFill>
                <a:latin typeface="Yu Gothic"/>
                <a:ea typeface="Yu Gothic"/>
                <a:cs typeface="Yu Gothic"/>
              </a:defRPr>
            </a:lvl3pPr>
            <a:lvl4pPr algn="ctr">
              <a:defRPr sz="1650" b="1">
                <a:solidFill>
                  <a:srgbClr val="182B33"/>
                </a:solidFill>
                <a:latin typeface="Yu Gothic"/>
                <a:ea typeface="Yu Gothic"/>
                <a:cs typeface="Yu Gothic"/>
              </a:defRPr>
            </a:lvl4pPr>
            <a:lvl5pPr algn="ctr">
              <a:defRPr sz="1650" b="1">
                <a:solidFill>
                  <a:srgbClr val="182B33"/>
                </a:solidFill>
                <a:latin typeface="Yu Gothic"/>
                <a:ea typeface="Yu Gothic"/>
                <a:cs typeface="Yu Gothic"/>
              </a:defRPr>
            </a:lvl5pPr>
            <a:lvl6pPr algn="ctr">
              <a:defRPr sz="1650" b="1">
                <a:solidFill>
                  <a:srgbClr val="182B33"/>
                </a:solidFill>
                <a:latin typeface="Yu Gothic"/>
                <a:ea typeface="Yu Gothic"/>
                <a:cs typeface="Yu Gothic"/>
              </a:defRPr>
            </a:lvl6pPr>
            <a:lvl7pPr algn="ctr">
              <a:defRPr sz="1650" b="1">
                <a:solidFill>
                  <a:srgbClr val="182B33"/>
                </a:solidFill>
                <a:latin typeface="Yu Gothic"/>
                <a:ea typeface="Yu Gothic"/>
                <a:cs typeface="Yu Gothic"/>
              </a:defRPr>
            </a:lvl7pPr>
            <a:lvl8pPr algn="ctr">
              <a:defRPr sz="1650" b="1">
                <a:solidFill>
                  <a:srgbClr val="182B33"/>
                </a:solidFill>
                <a:latin typeface="Yu Gothic"/>
                <a:ea typeface="Yu Gothic"/>
                <a:cs typeface="Yu Gothic"/>
              </a:defRPr>
            </a:lvl8pPr>
            <a:lvl9pPr algn="ctr">
              <a:defRPr sz="1650" b="1">
                <a:solidFill>
                  <a:srgbClr val="182B33"/>
                </a:solidFill>
                <a:latin typeface="Yu Gothic"/>
                <a:ea typeface="Yu Gothic"/>
                <a:cs typeface="Yu Gothic"/>
              </a:defRPr>
            </a:lvl9pPr>
          </a:lstStyle>
          <a:p xmlns:a="http://schemas.openxmlformats.org/drawingml/2006/main">
            <a:pPr algn="ctr">
              <a:defRPr sz="1650" b="1">
                <a:solidFill>
                  <a:srgbClr val="182B33"/>
                </a:solidFill>
                <a:latin typeface="Yu Gothic"/>
                <a:ea typeface="Yu Gothic"/>
                <a:cs typeface="Yu Gothic"/>
              </a:defRPr>
            </a:pPr>
            <a:r>
              <a:rPr sz="1650" b="1">
                <a:solidFill>
                  <a:srgbClr val="182B33"/>
                </a:solidFill>
                <a:latin typeface="Yu Gothic"/>
                <a:ea typeface="Yu Gothic"/>
                <a:cs typeface="Yu Gothic"/>
              </a:rPr>
              <a:t>目位置 B</a:t>
            </a:r>
          </a:p>
        </p:txBody>
      </p:sp>
      <p:sp>
        <p:nvSpPr>
          <p:cNvPr id="18" name="">
            <a:extLst xmlns:a="http://schemas.openxmlformats.org/drawingml/2006/main">
              <a:ext uri="{FF2B5EF4-FFF2-40B4-BE49-F238E27FC236}">
                <a16:creationId xmlns:a16="http://schemas.microsoft.com/office/drawing/2014/main" id="{59FB6BDC-D669-425D-8AF2-90BE8FF7FC2F}"/>
              </a:ext>
            </a:extLst>
          </p:cNvPr>
          <p:cNvSpPr>
            <a:spLocks xmlns:a="http://schemas.openxmlformats.org/drawingml/2006/main" noGrp="1"/>
          </p:cNvSpPr>
          <p:nvPr/>
        </p:nvSpPr>
        <p:spPr>
          <a:xfrm xmlns:a="http://schemas.openxmlformats.org/drawingml/2006/main">
            <a:off x="9044940" y="3085148"/>
            <a:ext cx="1426845" cy="1426845"/>
          </a:xfrm>
          <a:prstGeom xmlns:a="http://schemas.openxmlformats.org/drawingml/2006/main" prst="ellipse">
            <a:avLst/>
          </a:prstGeom>
          <a:noFill xmlns:a="http://schemas.openxmlformats.org/drawingml/2006/main"/>
          <a:ln xmlns:a="http://schemas.openxmlformats.org/drawingml/2006/main" w="28575">
            <a:solidFill>
              <a:srgbClr val="CFD9DD"/>
            </a:solidFill>
            <a:prstDash val="solid"/>
          </a:ln>
        </p:spPr>
      </p:sp>
      <p:sp>
        <p:nvSpPr>
          <p:cNvPr id="19" name="">
            <a:extLst xmlns:a="http://schemas.openxmlformats.org/drawingml/2006/main">
              <a:ext uri="{FF2B5EF4-FFF2-40B4-BE49-F238E27FC236}">
                <a16:creationId xmlns:a16="http://schemas.microsoft.com/office/drawing/2014/main" id="{14FE37B5-4DCE-4FC3-915C-4F4E376D325B}"/>
              </a:ext>
            </a:extLst>
          </p:cNvPr>
          <p:cNvSpPr>
            <a:spLocks xmlns:a="http://schemas.openxmlformats.org/drawingml/2006/main" noGrp="1"/>
          </p:cNvSpPr>
          <p:nvPr/>
        </p:nvSpPr>
        <p:spPr>
          <a:xfrm xmlns:a="http://schemas.openxmlformats.org/drawingml/2006/main">
            <a:off x="9758363" y="3085148"/>
            <a:ext cx="9525" cy="1426845"/>
          </a:xfrm>
          <a:custGeom xmlns:a="http://schemas.openxmlformats.org/drawingml/2006/main">
            <a:pathLst>
              <a:path w="9525" h="1426845">
                <a:moveTo>
                  <a:pt x="0" y="0"/>
                </a:moveTo>
                <a:lnTo>
                  <a:pt x="0" y="1426845"/>
                </a:lnTo>
              </a:path>
            </a:pathLst>
          </a:custGeom>
          <a:noFill xmlns:a="http://schemas.openxmlformats.org/drawingml/2006/main"/>
          <a:ln xmlns:a="http://schemas.openxmlformats.org/drawingml/2006/main" w="28575">
            <a:solidFill>
              <a:srgbClr val="182B33"/>
            </a:solidFill>
            <a:prstDash val="solid"/>
          </a:ln>
        </p:spPr>
      </p:sp>
      <p:sp>
        <p:nvSpPr>
          <p:cNvPr id="20" name="">
            <a:extLst xmlns:a="http://schemas.openxmlformats.org/drawingml/2006/main">
              <a:ext uri="{FF2B5EF4-FFF2-40B4-BE49-F238E27FC236}">
                <a16:creationId xmlns:a16="http://schemas.microsoft.com/office/drawing/2014/main" id="{D9A99F84-438F-4B5D-B089-7873E8B55133}"/>
              </a:ext>
            </a:extLst>
          </p:cNvPr>
          <p:cNvSpPr>
            <a:spLocks xmlns:a="http://schemas.openxmlformats.org/drawingml/2006/main" noGrp="1"/>
          </p:cNvSpPr>
          <p:nvPr/>
        </p:nvSpPr>
        <p:spPr>
          <a:xfrm xmlns:a="http://schemas.openxmlformats.org/drawingml/2006/main">
            <a:off x="9044940" y="3798570"/>
            <a:ext cx="1426845" cy="9525"/>
          </a:xfrm>
          <a:custGeom xmlns:a="http://schemas.openxmlformats.org/drawingml/2006/main">
            <a:pathLst>
              <a:path w="1426845" h="9525">
                <a:moveTo>
                  <a:pt x="0" y="0"/>
                </a:moveTo>
                <a:lnTo>
                  <a:pt x="1426845" y="0"/>
                </a:lnTo>
              </a:path>
            </a:pathLst>
          </a:custGeom>
          <a:noFill xmlns:a="http://schemas.openxmlformats.org/drawingml/2006/main"/>
          <a:ln xmlns:a="http://schemas.openxmlformats.org/drawingml/2006/main" w="28575">
            <a:solidFill>
              <a:srgbClr val="182B33"/>
            </a:solidFill>
            <a:prstDash val="solid"/>
          </a:ln>
        </p:spPr>
      </p:sp>
      <p:sp>
        <p:nvSpPr>
          <p:cNvPr id="21" name="">
            <a:extLst xmlns:a="http://schemas.openxmlformats.org/drawingml/2006/main">
              <a:ext uri="{FF2B5EF4-FFF2-40B4-BE49-F238E27FC236}">
                <a16:creationId xmlns:a16="http://schemas.microsoft.com/office/drawing/2014/main" id="{45ACDC5E-8D0E-4B61-9574-B2F55927F393}"/>
              </a:ext>
            </a:extLst>
          </p:cNvPr>
          <p:cNvSpPr>
            <a:spLocks xmlns:a="http://schemas.openxmlformats.org/drawingml/2006/main" noGrp="1"/>
          </p:cNvSpPr>
          <p:nvPr/>
        </p:nvSpPr>
        <p:spPr>
          <a:xfrm xmlns:a="http://schemas.openxmlformats.org/drawingml/2006/main">
            <a:off x="9910763" y="3598545"/>
            <a:ext cx="171450" cy="171450"/>
          </a:xfrm>
          <a:prstGeom xmlns:a="http://schemas.openxmlformats.org/drawingml/2006/main" prst="ellipse">
            <a:avLst/>
          </a:prstGeom>
          <a:solidFill xmlns:a="http://schemas.openxmlformats.org/drawingml/2006/main">
            <a:srgbClr val="A94737"/>
          </a:solidFill>
          <a:ln xmlns:a="http://schemas.openxmlformats.org/drawingml/2006/main" w="9525">
            <a:solidFill>
              <a:srgbClr val="A94737"/>
            </a:solidFill>
          </a:ln>
        </p:spPr>
      </p:sp>
      <p:sp>
        <p:nvSpPr>
          <p:cNvPr id="22" name="">
            <a:extLst xmlns:a="http://schemas.openxmlformats.org/drawingml/2006/main">
              <a:ext uri="{FF2B5EF4-FFF2-40B4-BE49-F238E27FC236}">
                <a16:creationId xmlns:a16="http://schemas.microsoft.com/office/drawing/2014/main" id="{4A530AF6-F91C-4ED2-A5A1-627972D58400}"/>
              </a:ext>
            </a:extLst>
          </p:cNvPr>
          <p:cNvSpPr>
            <a:spLocks xmlns:a="http://schemas.openxmlformats.org/drawingml/2006/main" noGrp="1"/>
          </p:cNvSpPr>
          <p:nvPr/>
        </p:nvSpPr>
        <p:spPr>
          <a:xfrm xmlns:a="http://schemas.openxmlformats.org/drawingml/2006/main">
            <a:off x="10091738" y="3446145"/>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A94737"/>
                </a:solidFill>
                <a:latin typeface="Yu Gothic"/>
                <a:ea typeface="Yu Gothic"/>
                <a:cs typeface="Yu Gothic"/>
              </a:defRPr>
            </a:defPPr>
            <a:lvl1pPr algn="l">
              <a:defRPr sz="1650" b="1">
                <a:solidFill>
                  <a:srgbClr val="A94737"/>
                </a:solidFill>
                <a:latin typeface="Yu Gothic"/>
                <a:ea typeface="Yu Gothic"/>
                <a:cs typeface="Yu Gothic"/>
              </a:defRPr>
            </a:lvl1pPr>
            <a:lvl2pPr algn="l">
              <a:defRPr sz="1650" b="1">
                <a:solidFill>
                  <a:srgbClr val="A94737"/>
                </a:solidFill>
                <a:latin typeface="Yu Gothic"/>
                <a:ea typeface="Yu Gothic"/>
                <a:cs typeface="Yu Gothic"/>
              </a:defRPr>
            </a:lvl2pPr>
            <a:lvl3pPr algn="l">
              <a:defRPr sz="1650" b="1">
                <a:solidFill>
                  <a:srgbClr val="A94737"/>
                </a:solidFill>
                <a:latin typeface="Yu Gothic"/>
                <a:ea typeface="Yu Gothic"/>
                <a:cs typeface="Yu Gothic"/>
              </a:defRPr>
            </a:lvl3pPr>
            <a:lvl4pPr algn="l">
              <a:defRPr sz="1650" b="1">
                <a:solidFill>
                  <a:srgbClr val="A94737"/>
                </a:solidFill>
                <a:latin typeface="Yu Gothic"/>
                <a:ea typeface="Yu Gothic"/>
                <a:cs typeface="Yu Gothic"/>
              </a:defRPr>
            </a:lvl4pPr>
            <a:lvl5pPr algn="l">
              <a:defRPr sz="1650" b="1">
                <a:solidFill>
                  <a:srgbClr val="A94737"/>
                </a:solidFill>
                <a:latin typeface="Yu Gothic"/>
                <a:ea typeface="Yu Gothic"/>
                <a:cs typeface="Yu Gothic"/>
              </a:defRPr>
            </a:lvl5pPr>
            <a:lvl6pPr algn="l">
              <a:defRPr sz="1650" b="1">
                <a:solidFill>
                  <a:srgbClr val="A94737"/>
                </a:solidFill>
                <a:latin typeface="Yu Gothic"/>
                <a:ea typeface="Yu Gothic"/>
                <a:cs typeface="Yu Gothic"/>
              </a:defRPr>
            </a:lvl6pPr>
            <a:lvl7pPr algn="l">
              <a:defRPr sz="1650" b="1">
                <a:solidFill>
                  <a:srgbClr val="A94737"/>
                </a:solidFill>
                <a:latin typeface="Yu Gothic"/>
                <a:ea typeface="Yu Gothic"/>
                <a:cs typeface="Yu Gothic"/>
              </a:defRPr>
            </a:lvl7pPr>
            <a:lvl8pPr algn="l">
              <a:defRPr sz="1650" b="1">
                <a:solidFill>
                  <a:srgbClr val="A94737"/>
                </a:solidFill>
                <a:latin typeface="Yu Gothic"/>
                <a:ea typeface="Yu Gothic"/>
                <a:cs typeface="Yu Gothic"/>
              </a:defRPr>
            </a:lvl8pPr>
            <a:lvl9pPr algn="l">
              <a:defRPr sz="1650" b="1">
                <a:solidFill>
                  <a:srgbClr val="A94737"/>
                </a:solidFill>
                <a:latin typeface="Yu Gothic"/>
                <a:ea typeface="Yu Gothic"/>
                <a:cs typeface="Yu Gothic"/>
              </a:defRPr>
            </a:lvl9pPr>
          </a:lstStyle>
          <a:p xmlns:a="http://schemas.openxmlformats.org/drawingml/2006/main">
            <a:pPr algn="l">
              <a:defRPr sz="1650" b="1">
                <a:solidFill>
                  <a:srgbClr val="A94737"/>
                </a:solidFill>
                <a:latin typeface="Yu Gothic"/>
                <a:ea typeface="Yu Gothic"/>
                <a:cs typeface="Yu Gothic"/>
              </a:defRPr>
            </a:pPr>
            <a:r>
              <a:rPr sz="1650" b="1">
                <a:solidFill>
                  <a:srgbClr val="A94737"/>
                </a:solidFill>
                <a:latin typeface="Yu Gothic"/>
                <a:ea typeface="Yu Gothic"/>
                <a:cs typeface="Yu Gothic"/>
              </a:rPr>
              <a:t>像</a:t>
            </a:r>
          </a:p>
        </p:txBody>
      </p:sp>
      <p:sp>
        <p:nvSpPr>
          <p:cNvPr id="23" name="">
            <a:extLst xmlns:a="http://schemas.openxmlformats.org/drawingml/2006/main">
              <a:ext uri="{FF2B5EF4-FFF2-40B4-BE49-F238E27FC236}">
                <a16:creationId xmlns:a16="http://schemas.microsoft.com/office/drawing/2014/main" id="{3B4F7468-7948-45FE-9A71-9F97557DC4A2}"/>
              </a:ext>
            </a:extLst>
          </p:cNvPr>
          <p:cNvSpPr>
            <a:spLocks xmlns:a="http://schemas.openxmlformats.org/drawingml/2006/main" noGrp="1"/>
          </p:cNvSpPr>
          <p:nvPr/>
        </p:nvSpPr>
        <p:spPr>
          <a:xfrm xmlns:a="http://schemas.openxmlformats.org/drawingml/2006/main">
            <a:off x="6229350" y="5534025"/>
            <a:ext cx="50196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A94737"/>
                </a:solidFill>
                <a:latin typeface="Yu Gothic"/>
                <a:ea typeface="Yu Gothic"/>
                <a:cs typeface="Yu Gothic"/>
              </a:defRPr>
            </a:defPPr>
            <a:lvl1pPr algn="ctr">
              <a:defRPr sz="1650" b="1">
                <a:solidFill>
                  <a:srgbClr val="A94737"/>
                </a:solidFill>
                <a:latin typeface="Yu Gothic"/>
                <a:ea typeface="Yu Gothic"/>
                <a:cs typeface="Yu Gothic"/>
              </a:defRPr>
            </a:lvl1pPr>
            <a:lvl2pPr algn="ctr">
              <a:defRPr sz="1650" b="1">
                <a:solidFill>
                  <a:srgbClr val="A94737"/>
                </a:solidFill>
                <a:latin typeface="Yu Gothic"/>
                <a:ea typeface="Yu Gothic"/>
                <a:cs typeface="Yu Gothic"/>
              </a:defRPr>
            </a:lvl2pPr>
            <a:lvl3pPr algn="ctr">
              <a:defRPr sz="1650" b="1">
                <a:solidFill>
                  <a:srgbClr val="A94737"/>
                </a:solidFill>
                <a:latin typeface="Yu Gothic"/>
                <a:ea typeface="Yu Gothic"/>
                <a:cs typeface="Yu Gothic"/>
              </a:defRPr>
            </a:lvl3pPr>
            <a:lvl4pPr algn="ctr">
              <a:defRPr sz="1650" b="1">
                <a:solidFill>
                  <a:srgbClr val="A94737"/>
                </a:solidFill>
                <a:latin typeface="Yu Gothic"/>
                <a:ea typeface="Yu Gothic"/>
                <a:cs typeface="Yu Gothic"/>
              </a:defRPr>
            </a:lvl4pPr>
            <a:lvl5pPr algn="ctr">
              <a:defRPr sz="1650" b="1">
                <a:solidFill>
                  <a:srgbClr val="A94737"/>
                </a:solidFill>
                <a:latin typeface="Yu Gothic"/>
                <a:ea typeface="Yu Gothic"/>
                <a:cs typeface="Yu Gothic"/>
              </a:defRPr>
            </a:lvl5pPr>
            <a:lvl6pPr algn="ctr">
              <a:defRPr sz="1650" b="1">
                <a:solidFill>
                  <a:srgbClr val="A94737"/>
                </a:solidFill>
                <a:latin typeface="Yu Gothic"/>
                <a:ea typeface="Yu Gothic"/>
                <a:cs typeface="Yu Gothic"/>
              </a:defRPr>
            </a:lvl6pPr>
            <a:lvl7pPr algn="ctr">
              <a:defRPr sz="1650" b="1">
                <a:solidFill>
                  <a:srgbClr val="A94737"/>
                </a:solidFill>
                <a:latin typeface="Yu Gothic"/>
                <a:ea typeface="Yu Gothic"/>
                <a:cs typeface="Yu Gothic"/>
              </a:defRPr>
            </a:lvl7pPr>
            <a:lvl8pPr algn="ctr">
              <a:defRPr sz="1650" b="1">
                <a:solidFill>
                  <a:srgbClr val="A94737"/>
                </a:solidFill>
                <a:latin typeface="Yu Gothic"/>
                <a:ea typeface="Yu Gothic"/>
                <a:cs typeface="Yu Gothic"/>
              </a:defRPr>
            </a:lvl8pPr>
            <a:lvl9pPr algn="ctr">
              <a:defRPr sz="1650" b="1">
                <a:solidFill>
                  <a:srgbClr val="A94737"/>
                </a:solidFill>
                <a:latin typeface="Yu Gothic"/>
                <a:ea typeface="Yu Gothic"/>
                <a:cs typeface="Yu Gothic"/>
              </a:defRPr>
            </a:lvl9pPr>
          </a:lstStyle>
          <a:p xmlns:a="http://schemas.openxmlformats.org/drawingml/2006/main">
            <a:pPr algn="ctr">
              <a:defRPr sz="1650" b="1">
                <a:solidFill>
                  <a:srgbClr val="A94737"/>
                </a:solidFill>
                <a:latin typeface="Yu Gothic"/>
                <a:ea typeface="Yu Gothic"/>
                <a:cs typeface="Yu Gothic"/>
              </a:defRPr>
            </a:pPr>
            <a:r>
              <a:rPr sz="1650" b="1">
                <a:solidFill>
                  <a:srgbClr val="A94737"/>
                </a:solidFill>
                <a:latin typeface="Yu Gothic"/>
                <a:ea typeface="Yu Gothic"/>
                <a:cs typeface="Yu Gothic"/>
              </a:rPr>
              <a:t>十字線に対する像の位置が変化 → 視差あり</a:t>
            </a:r>
          </a:p>
        </p:txBody>
      </p:sp>
    </p:spTree>
    <p:extLst>
      <p:ext uri="{BB962C8B-B14F-4D97-AF65-F5344CB8AC3E}">
        <p14:creationId xmlns:p14="http://schemas.microsoft.com/office/powerpoint/2010/main" val="130853928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C5436F5-960A-46A8-BAB9-1D10E7A3F7F0}"/>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58B2F1B8-0BCA-4BC6-AB59-68EEA41EA005}"/>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4-2 据える｜11–18分</a:t>
            </a:r>
          </a:p>
        </p:txBody>
      </p:sp>
      <p:sp>
        <p:nvSpPr>
          <p:cNvPr id="3" name="">
            <a:extLst xmlns:a="http://schemas.openxmlformats.org/drawingml/2006/main">
              <a:ext uri="{FF2B5EF4-FFF2-40B4-BE49-F238E27FC236}">
                <a16:creationId xmlns:a16="http://schemas.microsoft.com/office/drawing/2014/main" id="{9C37EE56-3570-4C3D-AAD7-D78D279BB760}"/>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確認②：平均で据付のずれは直る？</a:t>
            </a:r>
          </a:p>
        </p:txBody>
      </p:sp>
      <p:sp>
        <p:nvSpPr>
          <p:cNvPr id="4" name="">
            <a:extLst xmlns:a="http://schemas.openxmlformats.org/drawingml/2006/main">
              <a:ext uri="{FF2B5EF4-FFF2-40B4-BE49-F238E27FC236}">
                <a16:creationId xmlns:a16="http://schemas.microsoft.com/office/drawing/2014/main" id="{CFC73D58-6E3C-402F-9181-2C4EEC60F7BB}"/>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CF64A274-B055-4CB9-98F7-FF59B29CE453}"/>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886FC135-ABDF-4C3A-9B0D-2F3EBFD8BA91}"/>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16</a:t>
            </a:r>
          </a:p>
        </p:txBody>
      </p:sp>
      <p:sp>
        <p:nvSpPr>
          <p:cNvPr id="7" name="">
            <a:extLst xmlns:a="http://schemas.openxmlformats.org/drawingml/2006/main">
              <a:ext uri="{FF2B5EF4-FFF2-40B4-BE49-F238E27FC236}">
                <a16:creationId xmlns:a16="http://schemas.microsoft.com/office/drawing/2014/main" id="{063BD84D-D36F-4477-AECA-03336E413CD6}"/>
              </a:ext>
            </a:extLst>
          </p:cNvPr>
          <p:cNvSpPr>
            <a:spLocks xmlns:a="http://schemas.openxmlformats.org/drawingml/2006/main" noGrp="1"/>
          </p:cNvSpPr>
          <p:nvPr/>
        </p:nvSpPr>
        <p:spPr>
          <a:xfrm xmlns:a="http://schemas.openxmlformats.org/drawingml/2006/main">
            <a:off x="781050" y="161925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850" b="1">
                <a:solidFill>
                  <a:srgbClr val="182B33"/>
                </a:solidFill>
                <a:latin typeface="Yu Gothic"/>
                <a:ea typeface="Yu Gothic"/>
                <a:cs typeface="Yu Gothic"/>
              </a:defRPr>
            </a:defPPr>
            <a:lvl1pPr algn="l">
              <a:defRPr sz="2850" b="1">
                <a:solidFill>
                  <a:srgbClr val="182B33"/>
                </a:solidFill>
                <a:latin typeface="Yu Gothic"/>
                <a:ea typeface="Yu Gothic"/>
                <a:cs typeface="Yu Gothic"/>
              </a:defRPr>
            </a:lvl1pPr>
            <a:lvl2pPr algn="l">
              <a:defRPr sz="2850" b="1">
                <a:solidFill>
                  <a:srgbClr val="182B33"/>
                </a:solidFill>
                <a:latin typeface="Yu Gothic"/>
                <a:ea typeface="Yu Gothic"/>
                <a:cs typeface="Yu Gothic"/>
              </a:defRPr>
            </a:lvl2pPr>
            <a:lvl3pPr algn="l">
              <a:defRPr sz="2850" b="1">
                <a:solidFill>
                  <a:srgbClr val="182B33"/>
                </a:solidFill>
                <a:latin typeface="Yu Gothic"/>
                <a:ea typeface="Yu Gothic"/>
                <a:cs typeface="Yu Gothic"/>
              </a:defRPr>
            </a:lvl3pPr>
            <a:lvl4pPr algn="l">
              <a:defRPr sz="2850" b="1">
                <a:solidFill>
                  <a:srgbClr val="182B33"/>
                </a:solidFill>
                <a:latin typeface="Yu Gothic"/>
                <a:ea typeface="Yu Gothic"/>
                <a:cs typeface="Yu Gothic"/>
              </a:defRPr>
            </a:lvl4pPr>
            <a:lvl5pPr algn="l">
              <a:defRPr sz="2850" b="1">
                <a:solidFill>
                  <a:srgbClr val="182B33"/>
                </a:solidFill>
                <a:latin typeface="Yu Gothic"/>
                <a:ea typeface="Yu Gothic"/>
                <a:cs typeface="Yu Gothic"/>
              </a:defRPr>
            </a:lvl5pPr>
            <a:lvl6pPr algn="l">
              <a:defRPr sz="2850" b="1">
                <a:solidFill>
                  <a:srgbClr val="182B33"/>
                </a:solidFill>
                <a:latin typeface="Yu Gothic"/>
                <a:ea typeface="Yu Gothic"/>
                <a:cs typeface="Yu Gothic"/>
              </a:defRPr>
            </a:lvl6pPr>
            <a:lvl7pPr algn="l">
              <a:defRPr sz="2850" b="1">
                <a:solidFill>
                  <a:srgbClr val="182B33"/>
                </a:solidFill>
                <a:latin typeface="Yu Gothic"/>
                <a:ea typeface="Yu Gothic"/>
                <a:cs typeface="Yu Gothic"/>
              </a:defRPr>
            </a:lvl7pPr>
            <a:lvl8pPr algn="l">
              <a:defRPr sz="2850" b="1">
                <a:solidFill>
                  <a:srgbClr val="182B33"/>
                </a:solidFill>
                <a:latin typeface="Yu Gothic"/>
                <a:ea typeface="Yu Gothic"/>
                <a:cs typeface="Yu Gothic"/>
              </a:defRPr>
            </a:lvl8pPr>
            <a:lvl9pPr algn="l">
              <a:defRPr sz="2850" b="1">
                <a:solidFill>
                  <a:srgbClr val="182B33"/>
                </a:solidFill>
                <a:latin typeface="Yu Gothic"/>
                <a:ea typeface="Yu Gothic"/>
                <a:cs typeface="Yu Gothic"/>
              </a:defRPr>
            </a:lvl9pPr>
          </a:lstStyle>
          <a:p xmlns:a="http://schemas.openxmlformats.org/drawingml/2006/main">
            <a:pPr algn="l">
              <a:defRPr sz="2850" b="1">
                <a:solidFill>
                  <a:srgbClr val="182B33"/>
                </a:solidFill>
                <a:latin typeface="Yu Gothic"/>
                <a:ea typeface="Yu Gothic"/>
                <a:cs typeface="Yu Gothic"/>
              </a:defRPr>
            </a:pPr>
            <a:r>
              <a:rPr sz="2850" b="1">
                <a:solidFill>
                  <a:srgbClr val="182B33"/>
                </a:solidFill>
                <a:latin typeface="Yu Gothic"/>
                <a:ea typeface="Yu Gothic"/>
                <a:cs typeface="Yu Gothic"/>
              </a:rPr>
              <a:t>位置ずれと傾きは、正反平均では消えない</a:t>
            </a:r>
          </a:p>
        </p:txBody>
      </p:sp>
      <p:sp>
        <p:nvSpPr>
          <p:cNvPr id="8" name="">
            <a:extLst xmlns:a="http://schemas.openxmlformats.org/drawingml/2006/main">
              <a:ext uri="{FF2B5EF4-FFF2-40B4-BE49-F238E27FC236}">
                <a16:creationId xmlns:a16="http://schemas.microsoft.com/office/drawing/2014/main" id="{D6AFCB7A-9023-4EF3-8898-534047375580}"/>
              </a:ext>
            </a:extLst>
          </p:cNvPr>
          <p:cNvSpPr>
            <a:spLocks xmlns:a="http://schemas.openxmlformats.org/drawingml/2006/main" noGrp="1"/>
          </p:cNvSpPr>
          <p:nvPr/>
        </p:nvSpPr>
        <p:spPr>
          <a:xfrm xmlns:a="http://schemas.openxmlformats.org/drawingml/2006/main">
            <a:off x="1219200" y="28575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求心＝位置、整準＝傾き</a:t>
            </a:r>
          </a:p>
        </p:txBody>
      </p:sp>
      <p:sp>
        <p:nvSpPr>
          <p:cNvPr id="9" name="">
            <a:extLst xmlns:a="http://schemas.openxmlformats.org/drawingml/2006/main">
              <a:ext uri="{FF2B5EF4-FFF2-40B4-BE49-F238E27FC236}">
                <a16:creationId xmlns:a16="http://schemas.microsoft.com/office/drawing/2014/main" id="{5F110321-6F0E-48F9-8516-0C0B882C4EDC}"/>
              </a:ext>
            </a:extLst>
          </p:cNvPr>
          <p:cNvSpPr>
            <a:spLocks xmlns:a="http://schemas.openxmlformats.org/drawingml/2006/main" noGrp="1"/>
          </p:cNvSpPr>
          <p:nvPr/>
        </p:nvSpPr>
        <p:spPr>
          <a:xfrm xmlns:a="http://schemas.openxmlformats.org/drawingml/2006/main">
            <a:off x="1219200" y="34290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ずれを別に測れば補正できる場合はある</a:t>
            </a:r>
          </a:p>
        </p:txBody>
      </p:sp>
    </p:spTree>
    <p:extLst>
      <p:ext uri="{BB962C8B-B14F-4D97-AF65-F5344CB8AC3E}">
        <p14:creationId xmlns:p14="http://schemas.microsoft.com/office/powerpoint/2010/main" val="113711790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0312E472-B4B4-4640-AFC3-25353419BF04}"/>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C6037B61-8AD3-4CB2-A9F3-6AC59B396D3B}"/>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4-3 減らす｜18–29分</a:t>
            </a:r>
          </a:p>
        </p:txBody>
      </p:sp>
      <p:sp>
        <p:nvSpPr>
          <p:cNvPr id="3" name="">
            <a:extLst xmlns:a="http://schemas.openxmlformats.org/drawingml/2006/main">
              <a:ext uri="{FF2B5EF4-FFF2-40B4-BE49-F238E27FC236}">
                <a16:creationId xmlns:a16="http://schemas.microsoft.com/office/drawing/2014/main" id="{C74FA574-E0E7-470B-92F2-7730C623C40C}"/>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正と反で、同じ目標を見直す</a:t>
            </a:r>
          </a:p>
        </p:txBody>
      </p:sp>
      <p:sp>
        <p:nvSpPr>
          <p:cNvPr id="4" name="">
            <a:extLst xmlns:a="http://schemas.openxmlformats.org/drawingml/2006/main">
              <a:ext uri="{FF2B5EF4-FFF2-40B4-BE49-F238E27FC236}">
                <a16:creationId xmlns:a16="http://schemas.microsoft.com/office/drawing/2014/main" id="{DC502A38-334E-4DB5-8A3D-29BADF4F5688}"/>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452F678C-7D5F-41F7-BB9A-7A72DD21AEF2}"/>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5B8E9266-F83F-4083-BB40-97A5573D7543}"/>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17</a:t>
            </a:r>
          </a:p>
        </p:txBody>
      </p:sp>
      <p:sp>
        <p:nvSpPr>
          <p:cNvPr id="7" name="">
            <a:extLst xmlns:a="http://schemas.openxmlformats.org/drawingml/2006/main">
              <a:ext uri="{FF2B5EF4-FFF2-40B4-BE49-F238E27FC236}">
                <a16:creationId xmlns:a16="http://schemas.microsoft.com/office/drawing/2014/main" id="{86A102B2-7210-4998-B1EF-BA73A08CD9AB}"/>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器械点Oは動かさない</a:t>
            </a:r>
          </a:p>
        </p:txBody>
      </p:sp>
      <p:sp>
        <p:nvSpPr>
          <p:cNvPr id="8" name="">
            <a:extLst xmlns:a="http://schemas.openxmlformats.org/drawingml/2006/main">
              <a:ext uri="{FF2B5EF4-FFF2-40B4-BE49-F238E27FC236}">
                <a16:creationId xmlns:a16="http://schemas.microsoft.com/office/drawing/2014/main" id="{E55EA80D-AB04-484E-9588-D0EE69C35A61}"/>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正の生読定 r・反の生読定 l</a:t>
            </a:r>
          </a:p>
        </p:txBody>
      </p:sp>
      <p:sp>
        <p:nvSpPr>
          <p:cNvPr id="9" name="">
            <a:extLst xmlns:a="http://schemas.openxmlformats.org/drawingml/2006/main">
              <a:ext uri="{FF2B5EF4-FFF2-40B4-BE49-F238E27FC236}">
                <a16:creationId xmlns:a16="http://schemas.microsoft.com/office/drawing/2014/main" id="{3F0D7BEF-4CAE-4834-AE02-615A139B55E9}"/>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望遠鏡反転＋本体を半周回す</a:t>
            </a:r>
          </a:p>
        </p:txBody>
      </p:sp>
      <p:sp>
        <p:nvSpPr>
          <p:cNvPr id="10" name="">
            <a:extLst xmlns:a="http://schemas.openxmlformats.org/drawingml/2006/main">
              <a:ext uri="{FF2B5EF4-FFF2-40B4-BE49-F238E27FC236}">
                <a16:creationId xmlns:a16="http://schemas.microsoft.com/office/drawing/2014/main" id="{1C950FFA-0517-4D85-9B42-975D530EAE15}"/>
              </a:ext>
            </a:extLst>
          </p:cNvPr>
          <p:cNvSpPr>
            <a:spLocks xmlns:a="http://schemas.openxmlformats.org/drawingml/2006/main" noGrp="1"/>
          </p:cNvSpPr>
          <p:nvPr/>
        </p:nvSpPr>
        <p:spPr>
          <a:xfrm xmlns:a="http://schemas.openxmlformats.org/drawingml/2006/main">
            <a:off x="6229350" y="1628775"/>
            <a:ext cx="50196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82B33"/>
                </a:solidFill>
                <a:latin typeface="Yu Gothic"/>
                <a:ea typeface="Yu Gothic"/>
                <a:cs typeface="Yu Gothic"/>
              </a:defRPr>
            </a:defPPr>
            <a:lvl1pPr algn="ctr">
              <a:defRPr sz="1650" b="1">
                <a:solidFill>
                  <a:srgbClr val="182B33"/>
                </a:solidFill>
                <a:latin typeface="Yu Gothic"/>
                <a:ea typeface="Yu Gothic"/>
                <a:cs typeface="Yu Gothic"/>
              </a:defRPr>
            </a:lvl1pPr>
            <a:lvl2pPr algn="ctr">
              <a:defRPr sz="1650" b="1">
                <a:solidFill>
                  <a:srgbClr val="182B33"/>
                </a:solidFill>
                <a:latin typeface="Yu Gothic"/>
                <a:ea typeface="Yu Gothic"/>
                <a:cs typeface="Yu Gothic"/>
              </a:defRPr>
            </a:lvl2pPr>
            <a:lvl3pPr algn="ctr">
              <a:defRPr sz="1650" b="1">
                <a:solidFill>
                  <a:srgbClr val="182B33"/>
                </a:solidFill>
                <a:latin typeface="Yu Gothic"/>
                <a:ea typeface="Yu Gothic"/>
                <a:cs typeface="Yu Gothic"/>
              </a:defRPr>
            </a:lvl3pPr>
            <a:lvl4pPr algn="ctr">
              <a:defRPr sz="1650" b="1">
                <a:solidFill>
                  <a:srgbClr val="182B33"/>
                </a:solidFill>
                <a:latin typeface="Yu Gothic"/>
                <a:ea typeface="Yu Gothic"/>
                <a:cs typeface="Yu Gothic"/>
              </a:defRPr>
            </a:lvl4pPr>
            <a:lvl5pPr algn="ctr">
              <a:defRPr sz="1650" b="1">
                <a:solidFill>
                  <a:srgbClr val="182B33"/>
                </a:solidFill>
                <a:latin typeface="Yu Gothic"/>
                <a:ea typeface="Yu Gothic"/>
                <a:cs typeface="Yu Gothic"/>
              </a:defRPr>
            </a:lvl5pPr>
            <a:lvl6pPr algn="ctr">
              <a:defRPr sz="1650" b="1">
                <a:solidFill>
                  <a:srgbClr val="182B33"/>
                </a:solidFill>
                <a:latin typeface="Yu Gothic"/>
                <a:ea typeface="Yu Gothic"/>
                <a:cs typeface="Yu Gothic"/>
              </a:defRPr>
            </a:lvl6pPr>
            <a:lvl7pPr algn="ctr">
              <a:defRPr sz="1650" b="1">
                <a:solidFill>
                  <a:srgbClr val="182B33"/>
                </a:solidFill>
                <a:latin typeface="Yu Gothic"/>
                <a:ea typeface="Yu Gothic"/>
                <a:cs typeface="Yu Gothic"/>
              </a:defRPr>
            </a:lvl7pPr>
            <a:lvl8pPr algn="ctr">
              <a:defRPr sz="1650" b="1">
                <a:solidFill>
                  <a:srgbClr val="182B33"/>
                </a:solidFill>
                <a:latin typeface="Yu Gothic"/>
                <a:ea typeface="Yu Gothic"/>
                <a:cs typeface="Yu Gothic"/>
              </a:defRPr>
            </a:lvl8pPr>
            <a:lvl9pPr algn="ctr">
              <a:defRPr sz="1650" b="1">
                <a:solidFill>
                  <a:srgbClr val="182B33"/>
                </a:solidFill>
                <a:latin typeface="Yu Gothic"/>
                <a:ea typeface="Yu Gothic"/>
                <a:cs typeface="Yu Gothic"/>
              </a:defRPr>
            </a:lvl9pPr>
          </a:lstStyle>
          <a:p xmlns:a="http://schemas.openxmlformats.org/drawingml/2006/main">
            <a:pPr algn="ctr">
              <a:defRPr sz="1650" b="1">
                <a:solidFill>
                  <a:srgbClr val="182B33"/>
                </a:solidFill>
                <a:latin typeface="Yu Gothic"/>
                <a:ea typeface="Yu Gothic"/>
                <a:cs typeface="Yu Gothic"/>
              </a:defRPr>
            </a:pPr>
            <a:r>
              <a:rPr sz="1650" b="1">
                <a:solidFill>
                  <a:srgbClr val="182B33"/>
                </a:solidFill>
                <a:latin typeface="Yu Gothic"/>
                <a:ea typeface="Yu Gothic"/>
                <a:cs typeface="Yu Gothic"/>
              </a:rPr>
              <a:t>器械は移動しない：同じ器械点 O・同じ目標</a:t>
            </a:r>
          </a:p>
        </p:txBody>
      </p:sp>
      <p:sp>
        <p:nvSpPr>
          <p:cNvPr id="11" name="">
            <a:extLst xmlns:a="http://schemas.openxmlformats.org/drawingml/2006/main">
              <a:ext uri="{FF2B5EF4-FFF2-40B4-BE49-F238E27FC236}">
                <a16:creationId xmlns:a16="http://schemas.microsoft.com/office/drawing/2014/main" id="{DCDDD8DD-5520-499C-8DF0-A01D9045C497}"/>
              </a:ext>
            </a:extLst>
          </p:cNvPr>
          <p:cNvSpPr>
            <a:spLocks xmlns:a="http://schemas.openxmlformats.org/drawingml/2006/main" noGrp="1"/>
          </p:cNvSpPr>
          <p:nvPr/>
        </p:nvSpPr>
        <p:spPr>
          <a:xfrm xmlns:a="http://schemas.openxmlformats.org/drawingml/2006/main">
            <a:off x="6191250" y="1981200"/>
            <a:ext cx="2462213" cy="3790950"/>
          </a:xfrm>
          <a:prstGeom xmlns:a="http://schemas.openxmlformats.org/drawingml/2006/main" prst="roundRect">
            <a:avLst>
              <a:gd name="adj" fmla="val 3095"/>
            </a:avLst>
          </a:prstGeom>
          <a:solidFill xmlns:a="http://schemas.openxmlformats.org/drawingml/2006/main">
            <a:srgbClr val="EEF5F4"/>
          </a:solidFill>
          <a:ln xmlns:a="http://schemas.openxmlformats.org/drawingml/2006/main" w="19050">
            <a:solidFill>
              <a:srgbClr val="CFD9DD"/>
            </a:solidFill>
          </a:ln>
        </p:spPr>
      </p:sp>
      <p:sp>
        <p:nvSpPr>
          <p:cNvPr id="12" name="">
            <a:extLst xmlns:a="http://schemas.openxmlformats.org/drawingml/2006/main">
              <a:ext uri="{FF2B5EF4-FFF2-40B4-BE49-F238E27FC236}">
                <a16:creationId xmlns:a16="http://schemas.microsoft.com/office/drawing/2014/main" id="{31052A7E-48F1-4184-BB43-BAB60848979F}"/>
              </a:ext>
            </a:extLst>
          </p:cNvPr>
          <p:cNvSpPr>
            <a:spLocks xmlns:a="http://schemas.openxmlformats.org/drawingml/2006/main" noGrp="1"/>
          </p:cNvSpPr>
          <p:nvPr/>
        </p:nvSpPr>
        <p:spPr>
          <a:xfrm xmlns:a="http://schemas.openxmlformats.org/drawingml/2006/main">
            <a:off x="7422356" y="2667000"/>
            <a:ext cx="9525" cy="1969770"/>
          </a:xfrm>
          <a:custGeom xmlns:a="http://schemas.openxmlformats.org/drawingml/2006/main">
            <a:pathLst>
              <a:path w="9525" h="1969770">
                <a:moveTo>
                  <a:pt x="0" y="1969770"/>
                </a:moveTo>
                <a:lnTo>
                  <a:pt x="0" y="0"/>
                </a:lnTo>
              </a:path>
            </a:pathLst>
          </a:custGeom>
          <a:noFill xmlns:a="http://schemas.openxmlformats.org/drawingml/2006/main"/>
          <a:ln xmlns:a="http://schemas.openxmlformats.org/drawingml/2006/main" w="38100">
            <a:solidFill>
              <a:srgbClr val="166B68"/>
            </a:solidFill>
            <a:prstDash val="solid"/>
          </a:ln>
        </p:spPr>
      </p:sp>
      <p:sp>
        <p:nvSpPr>
          <p:cNvPr id="13" name="">
            <a:extLst xmlns:a="http://schemas.openxmlformats.org/drawingml/2006/main">
              <a:ext uri="{FF2B5EF4-FFF2-40B4-BE49-F238E27FC236}">
                <a16:creationId xmlns:a16="http://schemas.microsoft.com/office/drawing/2014/main" id="{FD47C99C-5691-4C06-8ECE-C850CDD23518}"/>
              </a:ext>
            </a:extLst>
          </p:cNvPr>
          <p:cNvSpPr>
            <a:spLocks xmlns:a="http://schemas.openxmlformats.org/drawingml/2006/main" noGrp="1"/>
          </p:cNvSpPr>
          <p:nvPr/>
        </p:nvSpPr>
        <p:spPr>
          <a:xfrm xmlns:a="http://schemas.openxmlformats.org/drawingml/2006/main">
            <a:off x="7346156" y="4560570"/>
            <a:ext cx="152400" cy="1524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4" name="">
            <a:extLst xmlns:a="http://schemas.openxmlformats.org/drawingml/2006/main">
              <a:ext uri="{FF2B5EF4-FFF2-40B4-BE49-F238E27FC236}">
                <a16:creationId xmlns:a16="http://schemas.microsoft.com/office/drawing/2014/main" id="{6208DFFD-3EA7-4EEF-9B2C-1E35923453EF}"/>
              </a:ext>
            </a:extLst>
          </p:cNvPr>
          <p:cNvSpPr>
            <a:spLocks xmlns:a="http://schemas.openxmlformats.org/drawingml/2006/main" noGrp="1"/>
          </p:cNvSpPr>
          <p:nvPr/>
        </p:nvSpPr>
        <p:spPr>
          <a:xfrm xmlns:a="http://schemas.openxmlformats.org/drawingml/2006/main">
            <a:off x="7355681" y="2600325"/>
            <a:ext cx="133350" cy="133350"/>
          </a:xfrm>
          <a:prstGeom xmlns:a="http://schemas.openxmlformats.org/drawingml/2006/main" prst="ellipse">
            <a:avLst/>
          </a:prstGeom>
          <a:solidFill xmlns:a="http://schemas.openxmlformats.org/drawingml/2006/main">
            <a:srgbClr val="182B33"/>
          </a:solidFill>
          <a:ln xmlns:a="http://schemas.openxmlformats.org/drawingml/2006/main" w="9525">
            <a:solidFill>
              <a:srgbClr val="182B33"/>
            </a:solidFill>
          </a:ln>
        </p:spPr>
      </p:sp>
      <p:sp>
        <p:nvSpPr>
          <p:cNvPr id="15" name="">
            <a:extLst xmlns:a="http://schemas.openxmlformats.org/drawingml/2006/main">
              <a:ext uri="{FF2B5EF4-FFF2-40B4-BE49-F238E27FC236}">
                <a16:creationId xmlns:a16="http://schemas.microsoft.com/office/drawing/2014/main" id="{262E5955-6C27-4A22-852B-848F16DF6FFE}"/>
              </a:ext>
            </a:extLst>
          </p:cNvPr>
          <p:cNvSpPr>
            <a:spLocks xmlns:a="http://schemas.openxmlformats.org/drawingml/2006/main" noGrp="1"/>
          </p:cNvSpPr>
          <p:nvPr/>
        </p:nvSpPr>
        <p:spPr>
          <a:xfrm xmlns:a="http://schemas.openxmlformats.org/drawingml/2006/main">
            <a:off x="6267450" y="2066925"/>
            <a:ext cx="2309813"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66B68"/>
                </a:solidFill>
                <a:latin typeface="Yu Gothic"/>
                <a:ea typeface="Yu Gothic"/>
                <a:cs typeface="Yu Gothic"/>
              </a:defRPr>
            </a:defPPr>
            <a:lvl1pPr algn="ctr">
              <a:defRPr sz="1650" b="1">
                <a:solidFill>
                  <a:srgbClr val="166B68"/>
                </a:solidFill>
                <a:latin typeface="Yu Gothic"/>
                <a:ea typeface="Yu Gothic"/>
                <a:cs typeface="Yu Gothic"/>
              </a:defRPr>
            </a:lvl1pPr>
            <a:lvl2pPr algn="ctr">
              <a:defRPr sz="1650" b="1">
                <a:solidFill>
                  <a:srgbClr val="166B68"/>
                </a:solidFill>
                <a:latin typeface="Yu Gothic"/>
                <a:ea typeface="Yu Gothic"/>
                <a:cs typeface="Yu Gothic"/>
              </a:defRPr>
            </a:lvl2pPr>
            <a:lvl3pPr algn="ctr">
              <a:defRPr sz="1650" b="1">
                <a:solidFill>
                  <a:srgbClr val="166B68"/>
                </a:solidFill>
                <a:latin typeface="Yu Gothic"/>
                <a:ea typeface="Yu Gothic"/>
                <a:cs typeface="Yu Gothic"/>
              </a:defRPr>
            </a:lvl3pPr>
            <a:lvl4pPr algn="ctr">
              <a:defRPr sz="1650" b="1">
                <a:solidFill>
                  <a:srgbClr val="166B68"/>
                </a:solidFill>
                <a:latin typeface="Yu Gothic"/>
                <a:ea typeface="Yu Gothic"/>
                <a:cs typeface="Yu Gothic"/>
              </a:defRPr>
            </a:lvl4pPr>
            <a:lvl5pPr algn="ctr">
              <a:defRPr sz="1650" b="1">
                <a:solidFill>
                  <a:srgbClr val="166B68"/>
                </a:solidFill>
                <a:latin typeface="Yu Gothic"/>
                <a:ea typeface="Yu Gothic"/>
                <a:cs typeface="Yu Gothic"/>
              </a:defRPr>
            </a:lvl5pPr>
            <a:lvl6pPr algn="ctr">
              <a:defRPr sz="1650" b="1">
                <a:solidFill>
                  <a:srgbClr val="166B68"/>
                </a:solidFill>
                <a:latin typeface="Yu Gothic"/>
                <a:ea typeface="Yu Gothic"/>
                <a:cs typeface="Yu Gothic"/>
              </a:defRPr>
            </a:lvl6pPr>
            <a:lvl7pPr algn="ctr">
              <a:defRPr sz="1650" b="1">
                <a:solidFill>
                  <a:srgbClr val="166B68"/>
                </a:solidFill>
                <a:latin typeface="Yu Gothic"/>
                <a:ea typeface="Yu Gothic"/>
                <a:cs typeface="Yu Gothic"/>
              </a:defRPr>
            </a:lvl7pPr>
            <a:lvl8pPr algn="ctr">
              <a:defRPr sz="1650" b="1">
                <a:solidFill>
                  <a:srgbClr val="166B68"/>
                </a:solidFill>
                <a:latin typeface="Yu Gothic"/>
                <a:ea typeface="Yu Gothic"/>
                <a:cs typeface="Yu Gothic"/>
              </a:defRPr>
            </a:lvl8pPr>
            <a:lvl9pPr algn="ctr">
              <a:defRPr sz="1650" b="1">
                <a:solidFill>
                  <a:srgbClr val="166B68"/>
                </a:solidFill>
                <a:latin typeface="Yu Gothic"/>
                <a:ea typeface="Yu Gothic"/>
                <a:cs typeface="Yu Gothic"/>
              </a:defRPr>
            </a:lvl9pPr>
          </a:lstStyle>
          <a:p xmlns:a="http://schemas.openxmlformats.org/drawingml/2006/main">
            <a:pPr algn="ctr">
              <a:defRPr sz="1650" b="1">
                <a:solidFill>
                  <a:srgbClr val="166B68"/>
                </a:solidFill>
                <a:latin typeface="Yu Gothic"/>
                <a:ea typeface="Yu Gothic"/>
                <a:cs typeface="Yu Gothic"/>
              </a:defRPr>
            </a:pPr>
            <a:r>
              <a:rPr sz="1650" b="1">
                <a:solidFill>
                  <a:srgbClr val="166B68"/>
                </a:solidFill>
                <a:latin typeface="Yu Gothic"/>
                <a:ea typeface="Yu Gothic"/>
                <a:cs typeface="Yu Gothic"/>
              </a:rPr>
              <a:t>正 r</a:t>
            </a:r>
          </a:p>
        </p:txBody>
      </p:sp>
      <p:sp>
        <p:nvSpPr>
          <p:cNvPr id="16" name="">
            <a:extLst xmlns:a="http://schemas.openxmlformats.org/drawingml/2006/main">
              <a:ext uri="{FF2B5EF4-FFF2-40B4-BE49-F238E27FC236}">
                <a16:creationId xmlns:a16="http://schemas.microsoft.com/office/drawing/2014/main" id="{8E258033-C832-4FAC-BEE3-2F4A2A2BE685}"/>
              </a:ext>
            </a:extLst>
          </p:cNvPr>
          <p:cNvSpPr>
            <a:spLocks xmlns:a="http://schemas.openxmlformats.org/drawingml/2006/main" noGrp="1"/>
          </p:cNvSpPr>
          <p:nvPr/>
        </p:nvSpPr>
        <p:spPr>
          <a:xfrm xmlns:a="http://schemas.openxmlformats.org/drawingml/2006/main">
            <a:off x="7060406" y="2409825"/>
            <a:ext cx="723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82B33"/>
                </a:solidFill>
                <a:latin typeface="Yu Gothic"/>
                <a:ea typeface="Yu Gothic"/>
                <a:cs typeface="Yu Gothic"/>
              </a:defRPr>
            </a:defPPr>
            <a:lvl1pPr algn="ctr">
              <a:defRPr sz="1650" b="1">
                <a:solidFill>
                  <a:srgbClr val="182B33"/>
                </a:solidFill>
                <a:latin typeface="Yu Gothic"/>
                <a:ea typeface="Yu Gothic"/>
                <a:cs typeface="Yu Gothic"/>
              </a:defRPr>
            </a:lvl1pPr>
            <a:lvl2pPr algn="ctr">
              <a:defRPr sz="1650" b="1">
                <a:solidFill>
                  <a:srgbClr val="182B33"/>
                </a:solidFill>
                <a:latin typeface="Yu Gothic"/>
                <a:ea typeface="Yu Gothic"/>
                <a:cs typeface="Yu Gothic"/>
              </a:defRPr>
            </a:lvl2pPr>
            <a:lvl3pPr algn="ctr">
              <a:defRPr sz="1650" b="1">
                <a:solidFill>
                  <a:srgbClr val="182B33"/>
                </a:solidFill>
                <a:latin typeface="Yu Gothic"/>
                <a:ea typeface="Yu Gothic"/>
                <a:cs typeface="Yu Gothic"/>
              </a:defRPr>
            </a:lvl3pPr>
            <a:lvl4pPr algn="ctr">
              <a:defRPr sz="1650" b="1">
                <a:solidFill>
                  <a:srgbClr val="182B33"/>
                </a:solidFill>
                <a:latin typeface="Yu Gothic"/>
                <a:ea typeface="Yu Gothic"/>
                <a:cs typeface="Yu Gothic"/>
              </a:defRPr>
            </a:lvl4pPr>
            <a:lvl5pPr algn="ctr">
              <a:defRPr sz="1650" b="1">
                <a:solidFill>
                  <a:srgbClr val="182B33"/>
                </a:solidFill>
                <a:latin typeface="Yu Gothic"/>
                <a:ea typeface="Yu Gothic"/>
                <a:cs typeface="Yu Gothic"/>
              </a:defRPr>
            </a:lvl5pPr>
            <a:lvl6pPr algn="ctr">
              <a:defRPr sz="1650" b="1">
                <a:solidFill>
                  <a:srgbClr val="182B33"/>
                </a:solidFill>
                <a:latin typeface="Yu Gothic"/>
                <a:ea typeface="Yu Gothic"/>
                <a:cs typeface="Yu Gothic"/>
              </a:defRPr>
            </a:lvl6pPr>
            <a:lvl7pPr algn="ctr">
              <a:defRPr sz="1650" b="1">
                <a:solidFill>
                  <a:srgbClr val="182B33"/>
                </a:solidFill>
                <a:latin typeface="Yu Gothic"/>
                <a:ea typeface="Yu Gothic"/>
                <a:cs typeface="Yu Gothic"/>
              </a:defRPr>
            </a:lvl7pPr>
            <a:lvl8pPr algn="ctr">
              <a:defRPr sz="1650" b="1">
                <a:solidFill>
                  <a:srgbClr val="182B33"/>
                </a:solidFill>
                <a:latin typeface="Yu Gothic"/>
                <a:ea typeface="Yu Gothic"/>
                <a:cs typeface="Yu Gothic"/>
              </a:defRPr>
            </a:lvl8pPr>
            <a:lvl9pPr algn="ctr">
              <a:defRPr sz="1650" b="1">
                <a:solidFill>
                  <a:srgbClr val="182B33"/>
                </a:solidFill>
                <a:latin typeface="Yu Gothic"/>
                <a:ea typeface="Yu Gothic"/>
                <a:cs typeface="Yu Gothic"/>
              </a:defRPr>
            </a:lvl9pPr>
          </a:lstStyle>
          <a:p xmlns:a="http://schemas.openxmlformats.org/drawingml/2006/main">
            <a:pPr algn="ctr">
              <a:defRPr sz="1650" b="1">
                <a:solidFill>
                  <a:srgbClr val="182B33"/>
                </a:solidFill>
                <a:latin typeface="Yu Gothic"/>
                <a:ea typeface="Yu Gothic"/>
                <a:cs typeface="Yu Gothic"/>
              </a:defRPr>
            </a:pPr>
            <a:r>
              <a:rPr sz="1650" b="1">
                <a:solidFill>
                  <a:srgbClr val="182B33"/>
                </a:solidFill>
                <a:latin typeface="Yu Gothic"/>
                <a:ea typeface="Yu Gothic"/>
                <a:cs typeface="Yu Gothic"/>
              </a:rPr>
              <a:t>目標</a:t>
            </a:r>
          </a:p>
        </p:txBody>
      </p:sp>
      <p:sp>
        <p:nvSpPr>
          <p:cNvPr id="17" name="">
            <a:extLst xmlns:a="http://schemas.openxmlformats.org/drawingml/2006/main">
              <a:ext uri="{FF2B5EF4-FFF2-40B4-BE49-F238E27FC236}">
                <a16:creationId xmlns:a16="http://schemas.microsoft.com/office/drawing/2014/main" id="{A19BE2E5-CDDC-4DD9-BD15-7EA9CAE0B2B2}"/>
              </a:ext>
            </a:extLst>
          </p:cNvPr>
          <p:cNvSpPr>
            <a:spLocks xmlns:a="http://schemas.openxmlformats.org/drawingml/2006/main" noGrp="1"/>
          </p:cNvSpPr>
          <p:nvPr/>
        </p:nvSpPr>
        <p:spPr>
          <a:xfrm xmlns:a="http://schemas.openxmlformats.org/drawingml/2006/main">
            <a:off x="7250906" y="4712970"/>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82B33"/>
                </a:solidFill>
                <a:latin typeface="Yu Gothic"/>
                <a:ea typeface="Yu Gothic"/>
                <a:cs typeface="Yu Gothic"/>
              </a:defRPr>
            </a:defPPr>
            <a:lvl1pPr algn="ctr">
              <a:defRPr sz="1650" b="1">
                <a:solidFill>
                  <a:srgbClr val="182B33"/>
                </a:solidFill>
                <a:latin typeface="Yu Gothic"/>
                <a:ea typeface="Yu Gothic"/>
                <a:cs typeface="Yu Gothic"/>
              </a:defRPr>
            </a:lvl1pPr>
            <a:lvl2pPr algn="ctr">
              <a:defRPr sz="1650" b="1">
                <a:solidFill>
                  <a:srgbClr val="182B33"/>
                </a:solidFill>
                <a:latin typeface="Yu Gothic"/>
                <a:ea typeface="Yu Gothic"/>
                <a:cs typeface="Yu Gothic"/>
              </a:defRPr>
            </a:lvl2pPr>
            <a:lvl3pPr algn="ctr">
              <a:defRPr sz="1650" b="1">
                <a:solidFill>
                  <a:srgbClr val="182B33"/>
                </a:solidFill>
                <a:latin typeface="Yu Gothic"/>
                <a:ea typeface="Yu Gothic"/>
                <a:cs typeface="Yu Gothic"/>
              </a:defRPr>
            </a:lvl3pPr>
            <a:lvl4pPr algn="ctr">
              <a:defRPr sz="1650" b="1">
                <a:solidFill>
                  <a:srgbClr val="182B33"/>
                </a:solidFill>
                <a:latin typeface="Yu Gothic"/>
                <a:ea typeface="Yu Gothic"/>
                <a:cs typeface="Yu Gothic"/>
              </a:defRPr>
            </a:lvl4pPr>
            <a:lvl5pPr algn="ctr">
              <a:defRPr sz="1650" b="1">
                <a:solidFill>
                  <a:srgbClr val="182B33"/>
                </a:solidFill>
                <a:latin typeface="Yu Gothic"/>
                <a:ea typeface="Yu Gothic"/>
                <a:cs typeface="Yu Gothic"/>
              </a:defRPr>
            </a:lvl5pPr>
            <a:lvl6pPr algn="ctr">
              <a:defRPr sz="1650" b="1">
                <a:solidFill>
                  <a:srgbClr val="182B33"/>
                </a:solidFill>
                <a:latin typeface="Yu Gothic"/>
                <a:ea typeface="Yu Gothic"/>
                <a:cs typeface="Yu Gothic"/>
              </a:defRPr>
            </a:lvl6pPr>
            <a:lvl7pPr algn="ctr">
              <a:defRPr sz="1650" b="1">
                <a:solidFill>
                  <a:srgbClr val="182B33"/>
                </a:solidFill>
                <a:latin typeface="Yu Gothic"/>
                <a:ea typeface="Yu Gothic"/>
                <a:cs typeface="Yu Gothic"/>
              </a:defRPr>
            </a:lvl7pPr>
            <a:lvl8pPr algn="ctr">
              <a:defRPr sz="1650" b="1">
                <a:solidFill>
                  <a:srgbClr val="182B33"/>
                </a:solidFill>
                <a:latin typeface="Yu Gothic"/>
                <a:ea typeface="Yu Gothic"/>
                <a:cs typeface="Yu Gothic"/>
              </a:defRPr>
            </a:lvl8pPr>
            <a:lvl9pPr algn="ctr">
              <a:defRPr sz="1650" b="1">
                <a:solidFill>
                  <a:srgbClr val="182B33"/>
                </a:solidFill>
                <a:latin typeface="Yu Gothic"/>
                <a:ea typeface="Yu Gothic"/>
                <a:cs typeface="Yu Gothic"/>
              </a:defRPr>
            </a:lvl9pPr>
          </a:lstStyle>
          <a:p xmlns:a="http://schemas.openxmlformats.org/drawingml/2006/main">
            <a:pPr algn="ctr">
              <a:defRPr sz="1650" b="1">
                <a:solidFill>
                  <a:srgbClr val="182B33"/>
                </a:solidFill>
                <a:latin typeface="Yu Gothic"/>
                <a:ea typeface="Yu Gothic"/>
                <a:cs typeface="Yu Gothic"/>
              </a:defRPr>
            </a:pPr>
            <a:r>
              <a:rPr sz="1650" b="1">
                <a:solidFill>
                  <a:srgbClr val="182B33"/>
                </a:solidFill>
                <a:latin typeface="Yu Gothic"/>
                <a:ea typeface="Yu Gothic"/>
                <a:cs typeface="Yu Gothic"/>
              </a:rPr>
              <a:t>O</a:t>
            </a:r>
          </a:p>
        </p:txBody>
      </p:sp>
      <p:sp>
        <p:nvSpPr>
          <p:cNvPr id="18" name="">
            <a:extLst xmlns:a="http://schemas.openxmlformats.org/drawingml/2006/main">
              <a:ext uri="{FF2B5EF4-FFF2-40B4-BE49-F238E27FC236}">
                <a16:creationId xmlns:a16="http://schemas.microsoft.com/office/drawing/2014/main" id="{37D1911E-AC43-4347-813E-73D393613DA0}"/>
              </a:ext>
            </a:extLst>
          </p:cNvPr>
          <p:cNvSpPr>
            <a:spLocks xmlns:a="http://schemas.openxmlformats.org/drawingml/2006/main" noGrp="1"/>
          </p:cNvSpPr>
          <p:nvPr/>
        </p:nvSpPr>
        <p:spPr>
          <a:xfrm xmlns:a="http://schemas.openxmlformats.org/drawingml/2006/main">
            <a:off x="7098506" y="4408170"/>
            <a:ext cx="647700" cy="9525"/>
          </a:xfrm>
          <a:custGeom xmlns:a="http://schemas.openxmlformats.org/drawingml/2006/main">
            <a:pathLst>
              <a:path w="647700" h="9525">
                <a:moveTo>
                  <a:pt x="0" y="0"/>
                </a:moveTo>
                <a:lnTo>
                  <a:pt x="647700" y="0"/>
                </a:lnTo>
              </a:path>
            </a:pathLst>
          </a:custGeom>
          <a:noFill xmlns:a="http://schemas.openxmlformats.org/drawingml/2006/main"/>
          <a:ln xmlns:a="http://schemas.openxmlformats.org/drawingml/2006/main" w="57150">
            <a:solidFill>
              <a:srgbClr val="166B68"/>
            </a:solidFill>
            <a:prstDash val="solid"/>
          </a:ln>
        </p:spPr>
      </p:sp>
      <p:sp>
        <p:nvSpPr>
          <p:cNvPr id="19" name="">
            <a:extLst xmlns:a="http://schemas.openxmlformats.org/drawingml/2006/main">
              <a:ext uri="{FF2B5EF4-FFF2-40B4-BE49-F238E27FC236}">
                <a16:creationId xmlns:a16="http://schemas.microsoft.com/office/drawing/2014/main" id="{4641BBE6-5F8F-43AC-BB31-8B1DF07BFAF9}"/>
              </a:ext>
            </a:extLst>
          </p:cNvPr>
          <p:cNvSpPr>
            <a:spLocks xmlns:a="http://schemas.openxmlformats.org/drawingml/2006/main" noGrp="1"/>
          </p:cNvSpPr>
          <p:nvPr/>
        </p:nvSpPr>
        <p:spPr>
          <a:xfrm xmlns:a="http://schemas.openxmlformats.org/drawingml/2006/main">
            <a:off x="8824913" y="1981200"/>
            <a:ext cx="2462213" cy="3790950"/>
          </a:xfrm>
          <a:prstGeom xmlns:a="http://schemas.openxmlformats.org/drawingml/2006/main" prst="roundRect">
            <a:avLst>
              <a:gd name="adj" fmla="val 3095"/>
            </a:avLst>
          </a:prstGeom>
          <a:solidFill xmlns:a="http://schemas.openxmlformats.org/drawingml/2006/main">
            <a:srgbClr val="EEF5F4"/>
          </a:solidFill>
          <a:ln xmlns:a="http://schemas.openxmlformats.org/drawingml/2006/main" w="19050">
            <a:solidFill>
              <a:srgbClr val="CFD9DD"/>
            </a:solidFill>
          </a:ln>
        </p:spPr>
      </p:sp>
      <p:sp>
        <p:nvSpPr>
          <p:cNvPr id="20" name="">
            <a:extLst xmlns:a="http://schemas.openxmlformats.org/drawingml/2006/main">
              <a:ext uri="{FF2B5EF4-FFF2-40B4-BE49-F238E27FC236}">
                <a16:creationId xmlns:a16="http://schemas.microsoft.com/office/drawing/2014/main" id="{CF5909EB-94C0-4C6D-9673-6CA5E1B7C15C}"/>
              </a:ext>
            </a:extLst>
          </p:cNvPr>
          <p:cNvSpPr>
            <a:spLocks xmlns:a="http://schemas.openxmlformats.org/drawingml/2006/main" noGrp="1"/>
          </p:cNvSpPr>
          <p:nvPr/>
        </p:nvSpPr>
        <p:spPr>
          <a:xfrm xmlns:a="http://schemas.openxmlformats.org/drawingml/2006/main">
            <a:off x="10056019" y="2667000"/>
            <a:ext cx="9525" cy="1969770"/>
          </a:xfrm>
          <a:custGeom xmlns:a="http://schemas.openxmlformats.org/drawingml/2006/main">
            <a:pathLst>
              <a:path w="9525" h="1969770">
                <a:moveTo>
                  <a:pt x="0" y="1969770"/>
                </a:moveTo>
                <a:lnTo>
                  <a:pt x="0" y="0"/>
                </a:lnTo>
              </a:path>
            </a:pathLst>
          </a:custGeom>
          <a:noFill xmlns:a="http://schemas.openxmlformats.org/drawingml/2006/main"/>
          <a:ln xmlns:a="http://schemas.openxmlformats.org/drawingml/2006/main" w="38100">
            <a:solidFill>
              <a:srgbClr val="A94737"/>
            </a:solidFill>
            <a:prstDash val="solid"/>
          </a:ln>
        </p:spPr>
      </p:sp>
      <p:sp>
        <p:nvSpPr>
          <p:cNvPr id="21" name="">
            <a:extLst xmlns:a="http://schemas.openxmlformats.org/drawingml/2006/main">
              <a:ext uri="{FF2B5EF4-FFF2-40B4-BE49-F238E27FC236}">
                <a16:creationId xmlns:a16="http://schemas.microsoft.com/office/drawing/2014/main" id="{3D8AD5ED-69D1-4369-8BE1-225432D6A281}"/>
              </a:ext>
            </a:extLst>
          </p:cNvPr>
          <p:cNvSpPr>
            <a:spLocks xmlns:a="http://schemas.openxmlformats.org/drawingml/2006/main" noGrp="1"/>
          </p:cNvSpPr>
          <p:nvPr/>
        </p:nvSpPr>
        <p:spPr>
          <a:xfrm xmlns:a="http://schemas.openxmlformats.org/drawingml/2006/main">
            <a:off x="9979819" y="4560570"/>
            <a:ext cx="152400" cy="152400"/>
          </a:xfrm>
          <a:prstGeom xmlns:a="http://schemas.openxmlformats.org/drawingml/2006/main" prst="ellipse">
            <a:avLst/>
          </a:prstGeom>
          <a:solidFill xmlns:a="http://schemas.openxmlformats.org/drawingml/2006/main">
            <a:srgbClr val="A94737"/>
          </a:solidFill>
          <a:ln xmlns:a="http://schemas.openxmlformats.org/drawingml/2006/main" w="9525">
            <a:solidFill>
              <a:srgbClr val="A94737"/>
            </a:solidFill>
          </a:ln>
        </p:spPr>
      </p:sp>
      <p:sp>
        <p:nvSpPr>
          <p:cNvPr id="22" name="">
            <a:extLst xmlns:a="http://schemas.openxmlformats.org/drawingml/2006/main">
              <a:ext uri="{FF2B5EF4-FFF2-40B4-BE49-F238E27FC236}">
                <a16:creationId xmlns:a16="http://schemas.microsoft.com/office/drawing/2014/main" id="{A4D4CD6A-1C78-4860-8E95-426BC8467325}"/>
              </a:ext>
            </a:extLst>
          </p:cNvPr>
          <p:cNvSpPr>
            <a:spLocks xmlns:a="http://schemas.openxmlformats.org/drawingml/2006/main" noGrp="1"/>
          </p:cNvSpPr>
          <p:nvPr/>
        </p:nvSpPr>
        <p:spPr>
          <a:xfrm xmlns:a="http://schemas.openxmlformats.org/drawingml/2006/main">
            <a:off x="9989344" y="2600325"/>
            <a:ext cx="133350" cy="133350"/>
          </a:xfrm>
          <a:prstGeom xmlns:a="http://schemas.openxmlformats.org/drawingml/2006/main" prst="ellipse">
            <a:avLst/>
          </a:prstGeom>
          <a:solidFill xmlns:a="http://schemas.openxmlformats.org/drawingml/2006/main">
            <a:srgbClr val="182B33"/>
          </a:solidFill>
          <a:ln xmlns:a="http://schemas.openxmlformats.org/drawingml/2006/main" w="9525">
            <a:solidFill>
              <a:srgbClr val="182B33"/>
            </a:solidFill>
          </a:ln>
        </p:spPr>
      </p:sp>
      <p:sp>
        <p:nvSpPr>
          <p:cNvPr id="23" name="">
            <a:extLst xmlns:a="http://schemas.openxmlformats.org/drawingml/2006/main">
              <a:ext uri="{FF2B5EF4-FFF2-40B4-BE49-F238E27FC236}">
                <a16:creationId xmlns:a16="http://schemas.microsoft.com/office/drawing/2014/main" id="{082A64E5-93F0-44DD-BAC1-269612D95C16}"/>
              </a:ext>
            </a:extLst>
          </p:cNvPr>
          <p:cNvSpPr>
            <a:spLocks xmlns:a="http://schemas.openxmlformats.org/drawingml/2006/main" noGrp="1"/>
          </p:cNvSpPr>
          <p:nvPr/>
        </p:nvSpPr>
        <p:spPr>
          <a:xfrm xmlns:a="http://schemas.openxmlformats.org/drawingml/2006/main">
            <a:off x="8901113" y="2066925"/>
            <a:ext cx="2309813"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A94737"/>
                </a:solidFill>
                <a:latin typeface="Yu Gothic"/>
                <a:ea typeface="Yu Gothic"/>
                <a:cs typeface="Yu Gothic"/>
              </a:defRPr>
            </a:defPPr>
            <a:lvl1pPr algn="ctr">
              <a:defRPr sz="1650" b="1">
                <a:solidFill>
                  <a:srgbClr val="A94737"/>
                </a:solidFill>
                <a:latin typeface="Yu Gothic"/>
                <a:ea typeface="Yu Gothic"/>
                <a:cs typeface="Yu Gothic"/>
              </a:defRPr>
            </a:lvl1pPr>
            <a:lvl2pPr algn="ctr">
              <a:defRPr sz="1650" b="1">
                <a:solidFill>
                  <a:srgbClr val="A94737"/>
                </a:solidFill>
                <a:latin typeface="Yu Gothic"/>
                <a:ea typeface="Yu Gothic"/>
                <a:cs typeface="Yu Gothic"/>
              </a:defRPr>
            </a:lvl2pPr>
            <a:lvl3pPr algn="ctr">
              <a:defRPr sz="1650" b="1">
                <a:solidFill>
                  <a:srgbClr val="A94737"/>
                </a:solidFill>
                <a:latin typeface="Yu Gothic"/>
                <a:ea typeface="Yu Gothic"/>
                <a:cs typeface="Yu Gothic"/>
              </a:defRPr>
            </a:lvl3pPr>
            <a:lvl4pPr algn="ctr">
              <a:defRPr sz="1650" b="1">
                <a:solidFill>
                  <a:srgbClr val="A94737"/>
                </a:solidFill>
                <a:latin typeface="Yu Gothic"/>
                <a:ea typeface="Yu Gothic"/>
                <a:cs typeface="Yu Gothic"/>
              </a:defRPr>
            </a:lvl4pPr>
            <a:lvl5pPr algn="ctr">
              <a:defRPr sz="1650" b="1">
                <a:solidFill>
                  <a:srgbClr val="A94737"/>
                </a:solidFill>
                <a:latin typeface="Yu Gothic"/>
                <a:ea typeface="Yu Gothic"/>
                <a:cs typeface="Yu Gothic"/>
              </a:defRPr>
            </a:lvl5pPr>
            <a:lvl6pPr algn="ctr">
              <a:defRPr sz="1650" b="1">
                <a:solidFill>
                  <a:srgbClr val="A94737"/>
                </a:solidFill>
                <a:latin typeface="Yu Gothic"/>
                <a:ea typeface="Yu Gothic"/>
                <a:cs typeface="Yu Gothic"/>
              </a:defRPr>
            </a:lvl6pPr>
            <a:lvl7pPr algn="ctr">
              <a:defRPr sz="1650" b="1">
                <a:solidFill>
                  <a:srgbClr val="A94737"/>
                </a:solidFill>
                <a:latin typeface="Yu Gothic"/>
                <a:ea typeface="Yu Gothic"/>
                <a:cs typeface="Yu Gothic"/>
              </a:defRPr>
            </a:lvl7pPr>
            <a:lvl8pPr algn="ctr">
              <a:defRPr sz="1650" b="1">
                <a:solidFill>
                  <a:srgbClr val="A94737"/>
                </a:solidFill>
                <a:latin typeface="Yu Gothic"/>
                <a:ea typeface="Yu Gothic"/>
                <a:cs typeface="Yu Gothic"/>
              </a:defRPr>
            </a:lvl8pPr>
            <a:lvl9pPr algn="ctr">
              <a:defRPr sz="1650" b="1">
                <a:solidFill>
                  <a:srgbClr val="A94737"/>
                </a:solidFill>
                <a:latin typeface="Yu Gothic"/>
                <a:ea typeface="Yu Gothic"/>
                <a:cs typeface="Yu Gothic"/>
              </a:defRPr>
            </a:lvl9pPr>
          </a:lstStyle>
          <a:p xmlns:a="http://schemas.openxmlformats.org/drawingml/2006/main">
            <a:pPr algn="ctr">
              <a:defRPr sz="1650" b="1">
                <a:solidFill>
                  <a:srgbClr val="A94737"/>
                </a:solidFill>
                <a:latin typeface="Yu Gothic"/>
                <a:ea typeface="Yu Gothic"/>
                <a:cs typeface="Yu Gothic"/>
              </a:defRPr>
            </a:pPr>
            <a:r>
              <a:rPr sz="1650" b="1">
                <a:solidFill>
                  <a:srgbClr val="A94737"/>
                </a:solidFill>
                <a:latin typeface="Yu Gothic"/>
                <a:ea typeface="Yu Gothic"/>
                <a:cs typeface="Yu Gothic"/>
              </a:rPr>
              <a:t>反 l</a:t>
            </a:r>
          </a:p>
        </p:txBody>
      </p:sp>
      <p:sp>
        <p:nvSpPr>
          <p:cNvPr id="24" name="">
            <a:extLst xmlns:a="http://schemas.openxmlformats.org/drawingml/2006/main">
              <a:ext uri="{FF2B5EF4-FFF2-40B4-BE49-F238E27FC236}">
                <a16:creationId xmlns:a16="http://schemas.microsoft.com/office/drawing/2014/main" id="{ED0E4DA0-3869-4BEB-9EF1-8AC64D0BFC1E}"/>
              </a:ext>
            </a:extLst>
          </p:cNvPr>
          <p:cNvSpPr>
            <a:spLocks xmlns:a="http://schemas.openxmlformats.org/drawingml/2006/main" noGrp="1"/>
          </p:cNvSpPr>
          <p:nvPr/>
        </p:nvSpPr>
        <p:spPr>
          <a:xfrm xmlns:a="http://schemas.openxmlformats.org/drawingml/2006/main">
            <a:off x="9694069" y="2409825"/>
            <a:ext cx="723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82B33"/>
                </a:solidFill>
                <a:latin typeface="Yu Gothic"/>
                <a:ea typeface="Yu Gothic"/>
                <a:cs typeface="Yu Gothic"/>
              </a:defRPr>
            </a:defPPr>
            <a:lvl1pPr algn="ctr">
              <a:defRPr sz="1650" b="1">
                <a:solidFill>
                  <a:srgbClr val="182B33"/>
                </a:solidFill>
                <a:latin typeface="Yu Gothic"/>
                <a:ea typeface="Yu Gothic"/>
                <a:cs typeface="Yu Gothic"/>
              </a:defRPr>
            </a:lvl1pPr>
            <a:lvl2pPr algn="ctr">
              <a:defRPr sz="1650" b="1">
                <a:solidFill>
                  <a:srgbClr val="182B33"/>
                </a:solidFill>
                <a:latin typeface="Yu Gothic"/>
                <a:ea typeface="Yu Gothic"/>
                <a:cs typeface="Yu Gothic"/>
              </a:defRPr>
            </a:lvl2pPr>
            <a:lvl3pPr algn="ctr">
              <a:defRPr sz="1650" b="1">
                <a:solidFill>
                  <a:srgbClr val="182B33"/>
                </a:solidFill>
                <a:latin typeface="Yu Gothic"/>
                <a:ea typeface="Yu Gothic"/>
                <a:cs typeface="Yu Gothic"/>
              </a:defRPr>
            </a:lvl3pPr>
            <a:lvl4pPr algn="ctr">
              <a:defRPr sz="1650" b="1">
                <a:solidFill>
                  <a:srgbClr val="182B33"/>
                </a:solidFill>
                <a:latin typeface="Yu Gothic"/>
                <a:ea typeface="Yu Gothic"/>
                <a:cs typeface="Yu Gothic"/>
              </a:defRPr>
            </a:lvl4pPr>
            <a:lvl5pPr algn="ctr">
              <a:defRPr sz="1650" b="1">
                <a:solidFill>
                  <a:srgbClr val="182B33"/>
                </a:solidFill>
                <a:latin typeface="Yu Gothic"/>
                <a:ea typeface="Yu Gothic"/>
                <a:cs typeface="Yu Gothic"/>
              </a:defRPr>
            </a:lvl5pPr>
            <a:lvl6pPr algn="ctr">
              <a:defRPr sz="1650" b="1">
                <a:solidFill>
                  <a:srgbClr val="182B33"/>
                </a:solidFill>
                <a:latin typeface="Yu Gothic"/>
                <a:ea typeface="Yu Gothic"/>
                <a:cs typeface="Yu Gothic"/>
              </a:defRPr>
            </a:lvl6pPr>
            <a:lvl7pPr algn="ctr">
              <a:defRPr sz="1650" b="1">
                <a:solidFill>
                  <a:srgbClr val="182B33"/>
                </a:solidFill>
                <a:latin typeface="Yu Gothic"/>
                <a:ea typeface="Yu Gothic"/>
                <a:cs typeface="Yu Gothic"/>
              </a:defRPr>
            </a:lvl7pPr>
            <a:lvl8pPr algn="ctr">
              <a:defRPr sz="1650" b="1">
                <a:solidFill>
                  <a:srgbClr val="182B33"/>
                </a:solidFill>
                <a:latin typeface="Yu Gothic"/>
                <a:ea typeface="Yu Gothic"/>
                <a:cs typeface="Yu Gothic"/>
              </a:defRPr>
            </a:lvl8pPr>
            <a:lvl9pPr algn="ctr">
              <a:defRPr sz="1650" b="1">
                <a:solidFill>
                  <a:srgbClr val="182B33"/>
                </a:solidFill>
                <a:latin typeface="Yu Gothic"/>
                <a:ea typeface="Yu Gothic"/>
                <a:cs typeface="Yu Gothic"/>
              </a:defRPr>
            </a:lvl9pPr>
          </a:lstStyle>
          <a:p xmlns:a="http://schemas.openxmlformats.org/drawingml/2006/main">
            <a:pPr algn="ctr">
              <a:defRPr sz="1650" b="1">
                <a:solidFill>
                  <a:srgbClr val="182B33"/>
                </a:solidFill>
                <a:latin typeface="Yu Gothic"/>
                <a:ea typeface="Yu Gothic"/>
                <a:cs typeface="Yu Gothic"/>
              </a:defRPr>
            </a:pPr>
            <a:r>
              <a:rPr sz="1650" b="1">
                <a:solidFill>
                  <a:srgbClr val="182B33"/>
                </a:solidFill>
                <a:latin typeface="Yu Gothic"/>
                <a:ea typeface="Yu Gothic"/>
                <a:cs typeface="Yu Gothic"/>
              </a:rPr>
              <a:t>目標</a:t>
            </a:r>
          </a:p>
        </p:txBody>
      </p:sp>
      <p:sp>
        <p:nvSpPr>
          <p:cNvPr id="25" name="">
            <a:extLst xmlns:a="http://schemas.openxmlformats.org/drawingml/2006/main">
              <a:ext uri="{FF2B5EF4-FFF2-40B4-BE49-F238E27FC236}">
                <a16:creationId xmlns:a16="http://schemas.microsoft.com/office/drawing/2014/main" id="{30189493-967A-4615-840B-D7079D8A4F8B}"/>
              </a:ext>
            </a:extLst>
          </p:cNvPr>
          <p:cNvSpPr>
            <a:spLocks xmlns:a="http://schemas.openxmlformats.org/drawingml/2006/main" noGrp="1"/>
          </p:cNvSpPr>
          <p:nvPr/>
        </p:nvSpPr>
        <p:spPr>
          <a:xfrm xmlns:a="http://schemas.openxmlformats.org/drawingml/2006/main">
            <a:off x="9884569" y="4712970"/>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82B33"/>
                </a:solidFill>
                <a:latin typeface="Yu Gothic"/>
                <a:ea typeface="Yu Gothic"/>
                <a:cs typeface="Yu Gothic"/>
              </a:defRPr>
            </a:defPPr>
            <a:lvl1pPr algn="ctr">
              <a:defRPr sz="1650" b="1">
                <a:solidFill>
                  <a:srgbClr val="182B33"/>
                </a:solidFill>
                <a:latin typeface="Yu Gothic"/>
                <a:ea typeface="Yu Gothic"/>
                <a:cs typeface="Yu Gothic"/>
              </a:defRPr>
            </a:lvl1pPr>
            <a:lvl2pPr algn="ctr">
              <a:defRPr sz="1650" b="1">
                <a:solidFill>
                  <a:srgbClr val="182B33"/>
                </a:solidFill>
                <a:latin typeface="Yu Gothic"/>
                <a:ea typeface="Yu Gothic"/>
                <a:cs typeface="Yu Gothic"/>
              </a:defRPr>
            </a:lvl2pPr>
            <a:lvl3pPr algn="ctr">
              <a:defRPr sz="1650" b="1">
                <a:solidFill>
                  <a:srgbClr val="182B33"/>
                </a:solidFill>
                <a:latin typeface="Yu Gothic"/>
                <a:ea typeface="Yu Gothic"/>
                <a:cs typeface="Yu Gothic"/>
              </a:defRPr>
            </a:lvl3pPr>
            <a:lvl4pPr algn="ctr">
              <a:defRPr sz="1650" b="1">
                <a:solidFill>
                  <a:srgbClr val="182B33"/>
                </a:solidFill>
                <a:latin typeface="Yu Gothic"/>
                <a:ea typeface="Yu Gothic"/>
                <a:cs typeface="Yu Gothic"/>
              </a:defRPr>
            </a:lvl4pPr>
            <a:lvl5pPr algn="ctr">
              <a:defRPr sz="1650" b="1">
                <a:solidFill>
                  <a:srgbClr val="182B33"/>
                </a:solidFill>
                <a:latin typeface="Yu Gothic"/>
                <a:ea typeface="Yu Gothic"/>
                <a:cs typeface="Yu Gothic"/>
              </a:defRPr>
            </a:lvl5pPr>
            <a:lvl6pPr algn="ctr">
              <a:defRPr sz="1650" b="1">
                <a:solidFill>
                  <a:srgbClr val="182B33"/>
                </a:solidFill>
                <a:latin typeface="Yu Gothic"/>
                <a:ea typeface="Yu Gothic"/>
                <a:cs typeface="Yu Gothic"/>
              </a:defRPr>
            </a:lvl6pPr>
            <a:lvl7pPr algn="ctr">
              <a:defRPr sz="1650" b="1">
                <a:solidFill>
                  <a:srgbClr val="182B33"/>
                </a:solidFill>
                <a:latin typeface="Yu Gothic"/>
                <a:ea typeface="Yu Gothic"/>
                <a:cs typeface="Yu Gothic"/>
              </a:defRPr>
            </a:lvl7pPr>
            <a:lvl8pPr algn="ctr">
              <a:defRPr sz="1650" b="1">
                <a:solidFill>
                  <a:srgbClr val="182B33"/>
                </a:solidFill>
                <a:latin typeface="Yu Gothic"/>
                <a:ea typeface="Yu Gothic"/>
                <a:cs typeface="Yu Gothic"/>
              </a:defRPr>
            </a:lvl8pPr>
            <a:lvl9pPr algn="ctr">
              <a:defRPr sz="1650" b="1">
                <a:solidFill>
                  <a:srgbClr val="182B33"/>
                </a:solidFill>
                <a:latin typeface="Yu Gothic"/>
                <a:ea typeface="Yu Gothic"/>
                <a:cs typeface="Yu Gothic"/>
              </a:defRPr>
            </a:lvl9pPr>
          </a:lstStyle>
          <a:p xmlns:a="http://schemas.openxmlformats.org/drawingml/2006/main">
            <a:pPr algn="ctr">
              <a:defRPr sz="1650" b="1">
                <a:solidFill>
                  <a:srgbClr val="182B33"/>
                </a:solidFill>
                <a:latin typeface="Yu Gothic"/>
                <a:ea typeface="Yu Gothic"/>
                <a:cs typeface="Yu Gothic"/>
              </a:defRPr>
            </a:pPr>
            <a:r>
              <a:rPr sz="1650" b="1">
                <a:solidFill>
                  <a:srgbClr val="182B33"/>
                </a:solidFill>
                <a:latin typeface="Yu Gothic"/>
                <a:ea typeface="Yu Gothic"/>
                <a:cs typeface="Yu Gothic"/>
              </a:rPr>
              <a:t>O</a:t>
            </a:r>
          </a:p>
        </p:txBody>
      </p:sp>
      <p:sp>
        <p:nvSpPr>
          <p:cNvPr id="26" name="">
            <a:extLst xmlns:a="http://schemas.openxmlformats.org/drawingml/2006/main">
              <a:ext uri="{FF2B5EF4-FFF2-40B4-BE49-F238E27FC236}">
                <a16:creationId xmlns:a16="http://schemas.microsoft.com/office/drawing/2014/main" id="{85F59D91-B549-4A8F-8077-C2A7ECC60140}"/>
              </a:ext>
            </a:extLst>
          </p:cNvPr>
          <p:cNvSpPr>
            <a:spLocks xmlns:a="http://schemas.openxmlformats.org/drawingml/2006/main" noGrp="1"/>
          </p:cNvSpPr>
          <p:nvPr/>
        </p:nvSpPr>
        <p:spPr>
          <a:xfrm xmlns:a="http://schemas.openxmlformats.org/drawingml/2006/main">
            <a:off x="9732169" y="4408170"/>
            <a:ext cx="647700" cy="9525"/>
          </a:xfrm>
          <a:custGeom xmlns:a="http://schemas.openxmlformats.org/drawingml/2006/main">
            <a:pathLst>
              <a:path w="647700" h="9525">
                <a:moveTo>
                  <a:pt x="0" y="0"/>
                </a:moveTo>
                <a:lnTo>
                  <a:pt x="647700" y="0"/>
                </a:lnTo>
              </a:path>
            </a:pathLst>
          </a:custGeom>
          <a:noFill xmlns:a="http://schemas.openxmlformats.org/drawingml/2006/main"/>
          <a:ln xmlns:a="http://schemas.openxmlformats.org/drawingml/2006/main" w="57150">
            <a:solidFill>
              <a:srgbClr val="A94737"/>
            </a:solidFill>
            <a:prstDash val="solid"/>
          </a:ln>
        </p:spPr>
      </p:sp>
      <p:sp>
        <p:nvSpPr>
          <p:cNvPr id="27" name="">
            <a:extLst xmlns:a="http://schemas.openxmlformats.org/drawingml/2006/main">
              <a:ext uri="{FF2B5EF4-FFF2-40B4-BE49-F238E27FC236}">
                <a16:creationId xmlns:a16="http://schemas.microsoft.com/office/drawing/2014/main" id="{366771B7-6126-48BA-AA78-370A62BDFD4B}"/>
              </a:ext>
            </a:extLst>
          </p:cNvPr>
          <p:cNvSpPr>
            <a:spLocks xmlns:a="http://schemas.openxmlformats.org/drawingml/2006/main" noGrp="1"/>
          </p:cNvSpPr>
          <p:nvPr/>
        </p:nvSpPr>
        <p:spPr>
          <a:xfrm xmlns:a="http://schemas.openxmlformats.org/drawingml/2006/main">
            <a:off x="9808369" y="4408170"/>
            <a:ext cx="495300" cy="247650"/>
          </a:xfrm>
          <a:custGeom xmlns:a="http://schemas.openxmlformats.org/drawingml/2006/main">
            <a:pathLst>
              <a:path w="495300" h="247650">
                <a:moveTo>
                  <a:pt x="495300" y="0"/>
                </a:moveTo>
                <a:lnTo>
                  <a:pt x="494358" y="21584"/>
                </a:lnTo>
                <a:lnTo>
                  <a:pt x="491538" y="43004"/>
                </a:lnTo>
                <a:lnTo>
                  <a:pt x="486862" y="64097"/>
                </a:lnTo>
                <a:lnTo>
                  <a:pt x="480365" y="84701"/>
                </a:lnTo>
                <a:lnTo>
                  <a:pt x="472097" y="104661"/>
                </a:lnTo>
                <a:lnTo>
                  <a:pt x="462121" y="123825"/>
                </a:lnTo>
                <a:lnTo>
                  <a:pt x="450513" y="142046"/>
                </a:lnTo>
                <a:lnTo>
                  <a:pt x="437361" y="159186"/>
                </a:lnTo>
                <a:lnTo>
                  <a:pt x="422765" y="175115"/>
                </a:lnTo>
                <a:lnTo>
                  <a:pt x="406836" y="189711"/>
                </a:lnTo>
                <a:lnTo>
                  <a:pt x="389696" y="202863"/>
                </a:lnTo>
                <a:lnTo>
                  <a:pt x="371475" y="214471"/>
                </a:lnTo>
                <a:lnTo>
                  <a:pt x="352311" y="224447"/>
                </a:lnTo>
                <a:lnTo>
                  <a:pt x="332351" y="232715"/>
                </a:lnTo>
                <a:lnTo>
                  <a:pt x="311747" y="239212"/>
                </a:lnTo>
                <a:lnTo>
                  <a:pt x="290654" y="243888"/>
                </a:lnTo>
                <a:lnTo>
                  <a:pt x="269234" y="246708"/>
                </a:lnTo>
                <a:lnTo>
                  <a:pt x="247650" y="247650"/>
                </a:lnTo>
                <a:lnTo>
                  <a:pt x="226066" y="246708"/>
                </a:lnTo>
                <a:lnTo>
                  <a:pt x="204646" y="243888"/>
                </a:lnTo>
                <a:lnTo>
                  <a:pt x="183553" y="239212"/>
                </a:lnTo>
                <a:lnTo>
                  <a:pt x="162949" y="232715"/>
                </a:lnTo>
                <a:lnTo>
                  <a:pt x="142989" y="224447"/>
                </a:lnTo>
                <a:lnTo>
                  <a:pt x="123825" y="214471"/>
                </a:lnTo>
                <a:lnTo>
                  <a:pt x="105604" y="202863"/>
                </a:lnTo>
                <a:lnTo>
                  <a:pt x="88464" y="189711"/>
                </a:lnTo>
                <a:lnTo>
                  <a:pt x="72535" y="175115"/>
                </a:lnTo>
                <a:lnTo>
                  <a:pt x="57939" y="159186"/>
                </a:lnTo>
                <a:lnTo>
                  <a:pt x="44787" y="142046"/>
                </a:lnTo>
                <a:lnTo>
                  <a:pt x="33179" y="123825"/>
                </a:lnTo>
                <a:lnTo>
                  <a:pt x="23203" y="104661"/>
                </a:lnTo>
                <a:lnTo>
                  <a:pt x="14935" y="84701"/>
                </a:lnTo>
                <a:lnTo>
                  <a:pt x="8438" y="64097"/>
                </a:lnTo>
                <a:lnTo>
                  <a:pt x="3762" y="43004"/>
                </a:lnTo>
                <a:lnTo>
                  <a:pt x="942" y="21584"/>
                </a:lnTo>
                <a:lnTo>
                  <a:pt x="0" y="0"/>
                </a:lnTo>
              </a:path>
            </a:pathLst>
          </a:custGeom>
          <a:noFill xmlns:a="http://schemas.openxmlformats.org/drawingml/2006/main"/>
          <a:ln xmlns:a="http://schemas.openxmlformats.org/drawingml/2006/main" w="28575">
            <a:solidFill>
              <a:srgbClr val="A94737"/>
            </a:solidFill>
            <a:prstDash val="solid"/>
          </a:ln>
        </p:spPr>
      </p:sp>
    </p:spTree>
    <p:extLst>
      <p:ext uri="{BB962C8B-B14F-4D97-AF65-F5344CB8AC3E}">
        <p14:creationId xmlns:p14="http://schemas.microsoft.com/office/powerpoint/2010/main" val="53304680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1" name="">
            <a:extLst xmlns:a="http://schemas.openxmlformats.org/drawingml/2006/main">
              <a:ext uri="{FF2B5EF4-FFF2-40B4-BE49-F238E27FC236}">
                <a16:creationId xmlns:a16="http://schemas.microsoft.com/office/drawing/2014/main" id="{C8E7289C-FADB-4A97-ADE3-E80FFC4A288A}"/>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3AE1ECEB-2D20-45AB-B1EA-8F77DBEEA50C}"/>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4-3 減らす｜18–29分</a:t>
            </a:r>
          </a:p>
        </p:txBody>
      </p:sp>
      <p:sp>
        <p:nvSpPr>
          <p:cNvPr id="3" name="">
            <a:extLst xmlns:a="http://schemas.openxmlformats.org/drawingml/2006/main">
              <a:ext uri="{FF2B5EF4-FFF2-40B4-BE49-F238E27FC236}">
                <a16:creationId xmlns:a16="http://schemas.microsoft.com/office/drawing/2014/main" id="{B00D981F-6478-4D71-A740-667AA4FA0AFE}"/>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視準軸のずれは、反転で向きが逆になる</a:t>
            </a:r>
          </a:p>
        </p:txBody>
      </p:sp>
      <p:sp>
        <p:nvSpPr>
          <p:cNvPr id="4" name="">
            <a:extLst xmlns:a="http://schemas.openxmlformats.org/drawingml/2006/main">
              <a:ext uri="{FF2B5EF4-FFF2-40B4-BE49-F238E27FC236}">
                <a16:creationId xmlns:a16="http://schemas.microsoft.com/office/drawing/2014/main" id="{EFF96443-5933-4ABA-B77D-EE20904F67FC}"/>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C877EDCD-9BC2-4329-BB39-FE448A4A57D0}"/>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627F3C1B-DEB5-4F51-8AE1-706CF75B5C9B}"/>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18</a:t>
            </a:r>
          </a:p>
        </p:txBody>
      </p:sp>
      <p:sp>
        <p:nvSpPr>
          <p:cNvPr id="7" name="">
            <a:extLst xmlns:a="http://schemas.openxmlformats.org/drawingml/2006/main">
              <a:ext uri="{FF2B5EF4-FFF2-40B4-BE49-F238E27FC236}">
                <a16:creationId xmlns:a16="http://schemas.microsoft.com/office/drawing/2014/main" id="{5452418A-DE30-415A-B9D2-365BC9041C5A}"/>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同じ目標を見ても、小さなずれが乗る</a:t>
            </a:r>
          </a:p>
        </p:txBody>
      </p:sp>
      <p:sp>
        <p:nvSpPr>
          <p:cNvPr id="8" name="">
            <a:extLst xmlns:a="http://schemas.openxmlformats.org/drawingml/2006/main">
              <a:ext uri="{FF2B5EF4-FFF2-40B4-BE49-F238E27FC236}">
                <a16:creationId xmlns:a16="http://schemas.microsoft.com/office/drawing/2014/main" id="{0EB234C4-E52D-489D-9191-3323EFEB3E51}"/>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正では＋c、反では−c</a:t>
            </a:r>
          </a:p>
        </p:txBody>
      </p:sp>
      <p:sp>
        <p:nvSpPr>
          <p:cNvPr id="9" name="">
            <a:extLst xmlns:a="http://schemas.openxmlformats.org/drawingml/2006/main">
              <a:ext uri="{FF2B5EF4-FFF2-40B4-BE49-F238E27FC236}">
                <a16:creationId xmlns:a16="http://schemas.microsoft.com/office/drawing/2014/main" id="{B83F864B-6D30-46B5-A340-7DDA0B8C0479}"/>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同じ基準へ直して比べる</a:t>
            </a:r>
          </a:p>
        </p:txBody>
      </p:sp>
      <p:sp>
        <p:nvSpPr>
          <p:cNvPr id="10" name="">
            <a:extLst xmlns:a="http://schemas.openxmlformats.org/drawingml/2006/main">
              <a:ext uri="{FF2B5EF4-FFF2-40B4-BE49-F238E27FC236}">
                <a16:creationId xmlns:a16="http://schemas.microsoft.com/office/drawing/2014/main" id="{ABB25CA4-6656-4D35-9B50-B6CFDD4808C7}"/>
              </a:ext>
            </a:extLst>
          </p:cNvPr>
          <p:cNvSpPr>
            <a:spLocks xmlns:a="http://schemas.openxmlformats.org/drawingml/2006/main" noGrp="1"/>
          </p:cNvSpPr>
          <p:nvPr/>
        </p:nvSpPr>
        <p:spPr>
          <a:xfrm xmlns:a="http://schemas.openxmlformats.org/drawingml/2006/main">
            <a:off x="7465219" y="2457450"/>
            <a:ext cx="9525" cy="2011680"/>
          </a:xfrm>
          <a:custGeom xmlns:a="http://schemas.openxmlformats.org/drawingml/2006/main">
            <a:pathLst>
              <a:path w="9525" h="2011680">
                <a:moveTo>
                  <a:pt x="0" y="2011680"/>
                </a:moveTo>
                <a:lnTo>
                  <a:pt x="0" y="0"/>
                </a:lnTo>
              </a:path>
            </a:pathLst>
          </a:custGeom>
          <a:noFill xmlns:a="http://schemas.openxmlformats.org/drawingml/2006/main"/>
          <a:ln xmlns:a="http://schemas.openxmlformats.org/drawingml/2006/main" w="19050">
            <a:solidFill>
              <a:srgbClr val="CFD9DD"/>
            </a:solidFill>
            <a:prstDash val="dash"/>
          </a:ln>
        </p:spPr>
      </p:sp>
      <p:sp>
        <p:nvSpPr>
          <p:cNvPr id="11" name="">
            <a:extLst xmlns:a="http://schemas.openxmlformats.org/drawingml/2006/main">
              <a:ext uri="{FF2B5EF4-FFF2-40B4-BE49-F238E27FC236}">
                <a16:creationId xmlns:a16="http://schemas.microsoft.com/office/drawing/2014/main" id="{D81B058E-D8AE-4DE1-9D48-AC4821C42360}"/>
              </a:ext>
            </a:extLst>
          </p:cNvPr>
          <p:cNvSpPr>
            <a:spLocks xmlns:a="http://schemas.openxmlformats.org/drawingml/2006/main" noGrp="1"/>
          </p:cNvSpPr>
          <p:nvPr/>
        </p:nvSpPr>
        <p:spPr>
          <a:xfrm xmlns:a="http://schemas.openxmlformats.org/drawingml/2006/main">
            <a:off x="7465219" y="2457450"/>
            <a:ext cx="333375" cy="2011680"/>
          </a:xfrm>
          <a:custGeom xmlns:a="http://schemas.openxmlformats.org/drawingml/2006/main">
            <a:pathLst>
              <a:path w="333375" h="2011680">
                <a:moveTo>
                  <a:pt x="0" y="2011680"/>
                </a:moveTo>
                <a:lnTo>
                  <a:pt x="333375" y="0"/>
                </a:lnTo>
              </a:path>
            </a:pathLst>
          </a:custGeom>
          <a:noFill xmlns:a="http://schemas.openxmlformats.org/drawingml/2006/main"/>
          <a:ln xmlns:a="http://schemas.openxmlformats.org/drawingml/2006/main" w="38100">
            <a:solidFill>
              <a:srgbClr val="166B68"/>
            </a:solidFill>
            <a:prstDash val="solid"/>
          </a:ln>
        </p:spPr>
      </p:sp>
      <p:sp>
        <p:nvSpPr>
          <p:cNvPr id="12" name="">
            <a:extLst xmlns:a="http://schemas.openxmlformats.org/drawingml/2006/main">
              <a:ext uri="{FF2B5EF4-FFF2-40B4-BE49-F238E27FC236}">
                <a16:creationId xmlns:a16="http://schemas.microsoft.com/office/drawing/2014/main" id="{315A2CD5-743B-4E7A-BC5E-A3C6D9546F06}"/>
              </a:ext>
            </a:extLst>
          </p:cNvPr>
          <p:cNvSpPr>
            <a:spLocks xmlns:a="http://schemas.openxmlformats.org/drawingml/2006/main" noGrp="1"/>
          </p:cNvSpPr>
          <p:nvPr/>
        </p:nvSpPr>
        <p:spPr>
          <a:xfrm xmlns:a="http://schemas.openxmlformats.org/drawingml/2006/main">
            <a:off x="7465219" y="3802380"/>
            <a:ext cx="9525" cy="9525"/>
          </a:xfrm>
          <a:custGeom xmlns:a="http://schemas.openxmlformats.org/drawingml/2006/main">
            <a:pathLst>
              <a:path w="9525" h="9525">
                <a:moveTo>
                  <a:pt x="0" y="0"/>
                </a:moveTo>
                <a:lnTo>
                  <a:pt x="5818" y="25"/>
                </a:lnTo>
              </a:path>
            </a:pathLst>
          </a:custGeom>
          <a:noFill xmlns:a="http://schemas.openxmlformats.org/drawingml/2006/main"/>
          <a:ln xmlns:a="http://schemas.openxmlformats.org/drawingml/2006/main" w="28575">
            <a:solidFill>
              <a:srgbClr val="166B68"/>
            </a:solidFill>
            <a:prstDash val="solid"/>
          </a:ln>
        </p:spPr>
      </p:sp>
      <p:sp>
        <p:nvSpPr>
          <p:cNvPr id="13" name="">
            <a:extLst xmlns:a="http://schemas.openxmlformats.org/drawingml/2006/main">
              <a:ext uri="{FF2B5EF4-FFF2-40B4-BE49-F238E27FC236}">
                <a16:creationId xmlns:a16="http://schemas.microsoft.com/office/drawing/2014/main" id="{7516C11D-21C5-4BC1-9B1A-6C7190A6DD7B}"/>
              </a:ext>
            </a:extLst>
          </p:cNvPr>
          <p:cNvSpPr>
            <a:spLocks xmlns:a="http://schemas.openxmlformats.org/drawingml/2006/main" noGrp="1"/>
          </p:cNvSpPr>
          <p:nvPr/>
        </p:nvSpPr>
        <p:spPr>
          <a:xfrm xmlns:a="http://schemas.openxmlformats.org/drawingml/2006/main">
            <a:off x="7471037" y="3802405"/>
            <a:ext cx="9525" cy="9525"/>
          </a:xfrm>
          <a:custGeom xmlns:a="http://schemas.openxmlformats.org/drawingml/2006/main">
            <a:pathLst>
              <a:path w="9525" h="9525">
                <a:moveTo>
                  <a:pt x="0" y="0"/>
                </a:moveTo>
                <a:lnTo>
                  <a:pt x="5818" y="76"/>
                </a:lnTo>
              </a:path>
            </a:pathLst>
          </a:custGeom>
          <a:noFill xmlns:a="http://schemas.openxmlformats.org/drawingml/2006/main"/>
          <a:ln xmlns:a="http://schemas.openxmlformats.org/drawingml/2006/main" w="28575">
            <a:solidFill>
              <a:srgbClr val="166B68"/>
            </a:solidFill>
            <a:prstDash val="solid"/>
          </a:ln>
        </p:spPr>
      </p:sp>
      <p:sp>
        <p:nvSpPr>
          <p:cNvPr id="14" name="">
            <a:extLst xmlns:a="http://schemas.openxmlformats.org/drawingml/2006/main">
              <a:ext uri="{FF2B5EF4-FFF2-40B4-BE49-F238E27FC236}">
                <a16:creationId xmlns:a16="http://schemas.microsoft.com/office/drawing/2014/main" id="{AC9F65A1-2BA4-4EC8-8797-5651AAFA1D9D}"/>
              </a:ext>
            </a:extLst>
          </p:cNvPr>
          <p:cNvSpPr>
            <a:spLocks xmlns:a="http://schemas.openxmlformats.org/drawingml/2006/main" noGrp="1"/>
          </p:cNvSpPr>
          <p:nvPr/>
        </p:nvSpPr>
        <p:spPr>
          <a:xfrm xmlns:a="http://schemas.openxmlformats.org/drawingml/2006/main">
            <a:off x="7476855" y="3802482"/>
            <a:ext cx="9525" cy="9525"/>
          </a:xfrm>
          <a:custGeom xmlns:a="http://schemas.openxmlformats.org/drawingml/2006/main">
            <a:pathLst>
              <a:path w="9525" h="9525">
                <a:moveTo>
                  <a:pt x="0" y="0"/>
                </a:moveTo>
                <a:lnTo>
                  <a:pt x="5817" y="127"/>
                </a:lnTo>
              </a:path>
            </a:pathLst>
          </a:custGeom>
          <a:noFill xmlns:a="http://schemas.openxmlformats.org/drawingml/2006/main"/>
          <a:ln xmlns:a="http://schemas.openxmlformats.org/drawingml/2006/main" w="28575">
            <a:solidFill>
              <a:srgbClr val="166B68"/>
            </a:solidFill>
            <a:prstDash val="solid"/>
          </a:ln>
        </p:spPr>
      </p:sp>
      <p:sp>
        <p:nvSpPr>
          <p:cNvPr id="15" name="">
            <a:extLst xmlns:a="http://schemas.openxmlformats.org/drawingml/2006/main">
              <a:ext uri="{FF2B5EF4-FFF2-40B4-BE49-F238E27FC236}">
                <a16:creationId xmlns:a16="http://schemas.microsoft.com/office/drawing/2014/main" id="{4FB60DBF-3C63-4B15-88B3-010A6B04ED7F}"/>
              </a:ext>
            </a:extLst>
          </p:cNvPr>
          <p:cNvSpPr>
            <a:spLocks xmlns:a="http://schemas.openxmlformats.org/drawingml/2006/main" noGrp="1"/>
          </p:cNvSpPr>
          <p:nvPr/>
        </p:nvSpPr>
        <p:spPr>
          <a:xfrm xmlns:a="http://schemas.openxmlformats.org/drawingml/2006/main">
            <a:off x="7482672" y="3802608"/>
            <a:ext cx="9525" cy="9525"/>
          </a:xfrm>
          <a:custGeom xmlns:a="http://schemas.openxmlformats.org/drawingml/2006/main">
            <a:pathLst>
              <a:path w="9525" h="9525">
                <a:moveTo>
                  <a:pt x="0" y="0"/>
                </a:moveTo>
                <a:lnTo>
                  <a:pt x="5816" y="178"/>
                </a:lnTo>
              </a:path>
            </a:pathLst>
          </a:custGeom>
          <a:noFill xmlns:a="http://schemas.openxmlformats.org/drawingml/2006/main"/>
          <a:ln xmlns:a="http://schemas.openxmlformats.org/drawingml/2006/main" w="28575">
            <a:solidFill>
              <a:srgbClr val="166B68"/>
            </a:solidFill>
            <a:prstDash val="solid"/>
          </a:ln>
        </p:spPr>
      </p:sp>
      <p:sp>
        <p:nvSpPr>
          <p:cNvPr id="16" name="">
            <a:extLst xmlns:a="http://schemas.openxmlformats.org/drawingml/2006/main">
              <a:ext uri="{FF2B5EF4-FFF2-40B4-BE49-F238E27FC236}">
                <a16:creationId xmlns:a16="http://schemas.microsoft.com/office/drawing/2014/main" id="{375AC26E-6B8E-4BC1-863B-9C97BDD74250}"/>
              </a:ext>
            </a:extLst>
          </p:cNvPr>
          <p:cNvSpPr>
            <a:spLocks xmlns:a="http://schemas.openxmlformats.org/drawingml/2006/main" noGrp="1"/>
          </p:cNvSpPr>
          <p:nvPr/>
        </p:nvSpPr>
        <p:spPr>
          <a:xfrm xmlns:a="http://schemas.openxmlformats.org/drawingml/2006/main">
            <a:off x="7488488" y="3802786"/>
            <a:ext cx="9525" cy="9525"/>
          </a:xfrm>
          <a:custGeom xmlns:a="http://schemas.openxmlformats.org/drawingml/2006/main">
            <a:pathLst>
              <a:path w="9525" h="9525">
                <a:moveTo>
                  <a:pt x="0" y="0"/>
                </a:moveTo>
                <a:lnTo>
                  <a:pt x="5814" y="228"/>
                </a:lnTo>
              </a:path>
            </a:pathLst>
          </a:custGeom>
          <a:noFill xmlns:a="http://schemas.openxmlformats.org/drawingml/2006/main"/>
          <a:ln xmlns:a="http://schemas.openxmlformats.org/drawingml/2006/main" w="28575">
            <a:solidFill>
              <a:srgbClr val="166B68"/>
            </a:solidFill>
            <a:prstDash val="solid"/>
          </a:ln>
        </p:spPr>
      </p:sp>
      <p:sp>
        <p:nvSpPr>
          <p:cNvPr id="17" name="">
            <a:extLst xmlns:a="http://schemas.openxmlformats.org/drawingml/2006/main">
              <a:ext uri="{FF2B5EF4-FFF2-40B4-BE49-F238E27FC236}">
                <a16:creationId xmlns:a16="http://schemas.microsoft.com/office/drawing/2014/main" id="{417038F5-0086-4810-BF34-5673A2D43214}"/>
              </a:ext>
            </a:extLst>
          </p:cNvPr>
          <p:cNvSpPr>
            <a:spLocks xmlns:a="http://schemas.openxmlformats.org/drawingml/2006/main" noGrp="1"/>
          </p:cNvSpPr>
          <p:nvPr/>
        </p:nvSpPr>
        <p:spPr>
          <a:xfrm xmlns:a="http://schemas.openxmlformats.org/drawingml/2006/main">
            <a:off x="7494302" y="3803015"/>
            <a:ext cx="9525" cy="9525"/>
          </a:xfrm>
          <a:custGeom xmlns:a="http://schemas.openxmlformats.org/drawingml/2006/main">
            <a:pathLst>
              <a:path w="9525" h="9525">
                <a:moveTo>
                  <a:pt x="0" y="0"/>
                </a:moveTo>
                <a:lnTo>
                  <a:pt x="5812" y="279"/>
                </a:lnTo>
              </a:path>
            </a:pathLst>
          </a:custGeom>
          <a:noFill xmlns:a="http://schemas.openxmlformats.org/drawingml/2006/main"/>
          <a:ln xmlns:a="http://schemas.openxmlformats.org/drawingml/2006/main" w="28575">
            <a:solidFill>
              <a:srgbClr val="166B68"/>
            </a:solidFill>
            <a:prstDash val="solid"/>
          </a:ln>
        </p:spPr>
      </p:sp>
      <p:sp>
        <p:nvSpPr>
          <p:cNvPr id="18" name="">
            <a:extLst xmlns:a="http://schemas.openxmlformats.org/drawingml/2006/main">
              <a:ext uri="{FF2B5EF4-FFF2-40B4-BE49-F238E27FC236}">
                <a16:creationId xmlns:a16="http://schemas.microsoft.com/office/drawing/2014/main" id="{64C55FAA-04AE-4CE0-B671-05D3E3A99FB5}"/>
              </a:ext>
            </a:extLst>
          </p:cNvPr>
          <p:cNvSpPr>
            <a:spLocks xmlns:a="http://schemas.openxmlformats.org/drawingml/2006/main" noGrp="1"/>
          </p:cNvSpPr>
          <p:nvPr/>
        </p:nvSpPr>
        <p:spPr>
          <a:xfrm xmlns:a="http://schemas.openxmlformats.org/drawingml/2006/main">
            <a:off x="7500114" y="3803294"/>
            <a:ext cx="9525" cy="9525"/>
          </a:xfrm>
          <a:custGeom xmlns:a="http://schemas.openxmlformats.org/drawingml/2006/main">
            <a:pathLst>
              <a:path w="9525" h="9525">
                <a:moveTo>
                  <a:pt x="0" y="0"/>
                </a:moveTo>
                <a:lnTo>
                  <a:pt x="5809" y="330"/>
                </a:lnTo>
              </a:path>
            </a:pathLst>
          </a:custGeom>
          <a:noFill xmlns:a="http://schemas.openxmlformats.org/drawingml/2006/main"/>
          <a:ln xmlns:a="http://schemas.openxmlformats.org/drawingml/2006/main" w="28575">
            <a:solidFill>
              <a:srgbClr val="166B68"/>
            </a:solidFill>
            <a:prstDash val="solid"/>
          </a:ln>
        </p:spPr>
      </p:sp>
      <p:sp>
        <p:nvSpPr>
          <p:cNvPr id="19" name="">
            <a:extLst xmlns:a="http://schemas.openxmlformats.org/drawingml/2006/main">
              <a:ext uri="{FF2B5EF4-FFF2-40B4-BE49-F238E27FC236}">
                <a16:creationId xmlns:a16="http://schemas.microsoft.com/office/drawing/2014/main" id="{F9475A2A-AD87-479D-ACBC-9CEDB068FD4F}"/>
              </a:ext>
            </a:extLst>
          </p:cNvPr>
          <p:cNvSpPr>
            <a:spLocks xmlns:a="http://schemas.openxmlformats.org/drawingml/2006/main" noGrp="1"/>
          </p:cNvSpPr>
          <p:nvPr/>
        </p:nvSpPr>
        <p:spPr>
          <a:xfrm xmlns:a="http://schemas.openxmlformats.org/drawingml/2006/main">
            <a:off x="7505923" y="3803624"/>
            <a:ext cx="9525" cy="9525"/>
          </a:xfrm>
          <a:custGeom xmlns:a="http://schemas.openxmlformats.org/drawingml/2006/main">
            <a:pathLst>
              <a:path w="9525" h="9525">
                <a:moveTo>
                  <a:pt x="0" y="0"/>
                </a:moveTo>
                <a:lnTo>
                  <a:pt x="5806" y="381"/>
                </a:lnTo>
              </a:path>
            </a:pathLst>
          </a:custGeom>
          <a:noFill xmlns:a="http://schemas.openxmlformats.org/drawingml/2006/main"/>
          <a:ln xmlns:a="http://schemas.openxmlformats.org/drawingml/2006/main" w="28575">
            <a:solidFill>
              <a:srgbClr val="166B68"/>
            </a:solidFill>
            <a:prstDash val="solid"/>
          </a:ln>
        </p:spPr>
      </p:sp>
      <p:sp>
        <p:nvSpPr>
          <p:cNvPr id="20" name="">
            <a:extLst xmlns:a="http://schemas.openxmlformats.org/drawingml/2006/main">
              <a:ext uri="{FF2B5EF4-FFF2-40B4-BE49-F238E27FC236}">
                <a16:creationId xmlns:a16="http://schemas.microsoft.com/office/drawing/2014/main" id="{8E93478C-C8C1-43ED-8626-8894D73DA41B}"/>
              </a:ext>
            </a:extLst>
          </p:cNvPr>
          <p:cNvSpPr>
            <a:spLocks xmlns:a="http://schemas.openxmlformats.org/drawingml/2006/main" noGrp="1"/>
          </p:cNvSpPr>
          <p:nvPr/>
        </p:nvSpPr>
        <p:spPr>
          <a:xfrm xmlns:a="http://schemas.openxmlformats.org/drawingml/2006/main">
            <a:off x="7511729" y="3804004"/>
            <a:ext cx="9525" cy="9525"/>
          </a:xfrm>
          <a:custGeom xmlns:a="http://schemas.openxmlformats.org/drawingml/2006/main">
            <a:pathLst>
              <a:path w="9525" h="9525">
                <a:moveTo>
                  <a:pt x="0" y="0"/>
                </a:moveTo>
                <a:lnTo>
                  <a:pt x="5802" y="431"/>
                </a:lnTo>
              </a:path>
            </a:pathLst>
          </a:custGeom>
          <a:noFill xmlns:a="http://schemas.openxmlformats.org/drawingml/2006/main"/>
          <a:ln xmlns:a="http://schemas.openxmlformats.org/drawingml/2006/main" w="28575">
            <a:solidFill>
              <a:srgbClr val="166B68"/>
            </a:solidFill>
            <a:prstDash val="solid"/>
          </a:ln>
        </p:spPr>
      </p:sp>
      <p:sp>
        <p:nvSpPr>
          <p:cNvPr id="21" name="">
            <a:extLst xmlns:a="http://schemas.openxmlformats.org/drawingml/2006/main">
              <a:ext uri="{FF2B5EF4-FFF2-40B4-BE49-F238E27FC236}">
                <a16:creationId xmlns:a16="http://schemas.microsoft.com/office/drawing/2014/main" id="{026624F0-5C1F-4CBA-949C-114AA09BEFD7}"/>
              </a:ext>
            </a:extLst>
          </p:cNvPr>
          <p:cNvSpPr>
            <a:spLocks xmlns:a="http://schemas.openxmlformats.org/drawingml/2006/main" noGrp="1"/>
          </p:cNvSpPr>
          <p:nvPr/>
        </p:nvSpPr>
        <p:spPr>
          <a:xfrm xmlns:a="http://schemas.openxmlformats.org/drawingml/2006/main">
            <a:off x="7517531" y="3804435"/>
            <a:ext cx="9525" cy="9525"/>
          </a:xfrm>
          <a:custGeom xmlns:a="http://schemas.openxmlformats.org/drawingml/2006/main">
            <a:pathLst>
              <a:path w="9525" h="9525">
                <a:moveTo>
                  <a:pt x="0" y="0"/>
                </a:moveTo>
                <a:lnTo>
                  <a:pt x="5798" y="482"/>
                </a:lnTo>
              </a:path>
            </a:pathLst>
          </a:custGeom>
          <a:noFill xmlns:a="http://schemas.openxmlformats.org/drawingml/2006/main"/>
          <a:ln xmlns:a="http://schemas.openxmlformats.org/drawingml/2006/main" w="28575">
            <a:solidFill>
              <a:srgbClr val="166B68"/>
            </a:solidFill>
            <a:prstDash val="solid"/>
          </a:ln>
        </p:spPr>
      </p:sp>
      <p:sp>
        <p:nvSpPr>
          <p:cNvPr id="22" name="">
            <a:extLst xmlns:a="http://schemas.openxmlformats.org/drawingml/2006/main">
              <a:ext uri="{FF2B5EF4-FFF2-40B4-BE49-F238E27FC236}">
                <a16:creationId xmlns:a16="http://schemas.microsoft.com/office/drawing/2014/main" id="{AFA3B870-7920-44F1-92AC-E955F4B68A04}"/>
              </a:ext>
            </a:extLst>
          </p:cNvPr>
          <p:cNvSpPr>
            <a:spLocks xmlns:a="http://schemas.openxmlformats.org/drawingml/2006/main" noGrp="1"/>
          </p:cNvSpPr>
          <p:nvPr/>
        </p:nvSpPr>
        <p:spPr>
          <a:xfrm xmlns:a="http://schemas.openxmlformats.org/drawingml/2006/main">
            <a:off x="7523330" y="3804917"/>
            <a:ext cx="9525" cy="9525"/>
          </a:xfrm>
          <a:custGeom xmlns:a="http://schemas.openxmlformats.org/drawingml/2006/main">
            <a:pathLst>
              <a:path w="9525" h="9525">
                <a:moveTo>
                  <a:pt x="0" y="0"/>
                </a:moveTo>
                <a:lnTo>
                  <a:pt x="5794" y="532"/>
                </a:lnTo>
              </a:path>
            </a:pathLst>
          </a:custGeom>
          <a:noFill xmlns:a="http://schemas.openxmlformats.org/drawingml/2006/main"/>
          <a:ln xmlns:a="http://schemas.openxmlformats.org/drawingml/2006/main" w="28575">
            <a:solidFill>
              <a:srgbClr val="166B68"/>
            </a:solidFill>
            <a:prstDash val="solid"/>
          </a:ln>
        </p:spPr>
      </p:sp>
      <p:sp>
        <p:nvSpPr>
          <p:cNvPr id="23" name="">
            <a:extLst xmlns:a="http://schemas.openxmlformats.org/drawingml/2006/main">
              <a:ext uri="{FF2B5EF4-FFF2-40B4-BE49-F238E27FC236}">
                <a16:creationId xmlns:a16="http://schemas.microsoft.com/office/drawing/2014/main" id="{1332CF3D-4D39-4AA6-A27B-5A7478B9220E}"/>
              </a:ext>
            </a:extLst>
          </p:cNvPr>
          <p:cNvSpPr>
            <a:spLocks xmlns:a="http://schemas.openxmlformats.org/drawingml/2006/main" noGrp="1"/>
          </p:cNvSpPr>
          <p:nvPr/>
        </p:nvSpPr>
        <p:spPr>
          <a:xfrm xmlns:a="http://schemas.openxmlformats.org/drawingml/2006/main">
            <a:off x="7529124" y="3805450"/>
            <a:ext cx="9525" cy="9525"/>
          </a:xfrm>
          <a:custGeom xmlns:a="http://schemas.openxmlformats.org/drawingml/2006/main">
            <a:pathLst>
              <a:path w="9525" h="9525">
                <a:moveTo>
                  <a:pt x="0" y="0"/>
                </a:moveTo>
                <a:lnTo>
                  <a:pt x="5789" y="583"/>
                </a:lnTo>
              </a:path>
            </a:pathLst>
          </a:custGeom>
          <a:noFill xmlns:a="http://schemas.openxmlformats.org/drawingml/2006/main"/>
          <a:ln xmlns:a="http://schemas.openxmlformats.org/drawingml/2006/main" w="28575">
            <a:solidFill>
              <a:srgbClr val="166B68"/>
            </a:solidFill>
            <a:prstDash val="solid"/>
          </a:ln>
        </p:spPr>
      </p:sp>
      <p:sp>
        <p:nvSpPr>
          <p:cNvPr id="24" name="">
            <a:extLst xmlns:a="http://schemas.openxmlformats.org/drawingml/2006/main">
              <a:ext uri="{FF2B5EF4-FFF2-40B4-BE49-F238E27FC236}">
                <a16:creationId xmlns:a16="http://schemas.microsoft.com/office/drawing/2014/main" id="{6D8A2808-CE45-4DC3-AF98-DE44E69BE928}"/>
              </a:ext>
            </a:extLst>
          </p:cNvPr>
          <p:cNvSpPr>
            <a:spLocks xmlns:a="http://schemas.openxmlformats.org/drawingml/2006/main" noGrp="1"/>
          </p:cNvSpPr>
          <p:nvPr/>
        </p:nvSpPr>
        <p:spPr>
          <a:xfrm xmlns:a="http://schemas.openxmlformats.org/drawingml/2006/main">
            <a:off x="7534913" y="3806033"/>
            <a:ext cx="9525" cy="9525"/>
          </a:xfrm>
          <a:custGeom xmlns:a="http://schemas.openxmlformats.org/drawingml/2006/main">
            <a:pathLst>
              <a:path w="9525" h="9525">
                <a:moveTo>
                  <a:pt x="0" y="0"/>
                </a:moveTo>
                <a:lnTo>
                  <a:pt x="5784" y="633"/>
                </a:lnTo>
              </a:path>
            </a:pathLst>
          </a:custGeom>
          <a:noFill xmlns:a="http://schemas.openxmlformats.org/drawingml/2006/main"/>
          <a:ln xmlns:a="http://schemas.openxmlformats.org/drawingml/2006/main" w="28575">
            <a:solidFill>
              <a:srgbClr val="166B68"/>
            </a:solidFill>
            <a:prstDash val="solid"/>
          </a:ln>
        </p:spPr>
      </p:sp>
      <p:sp>
        <p:nvSpPr>
          <p:cNvPr id="25" name="">
            <a:extLst xmlns:a="http://schemas.openxmlformats.org/drawingml/2006/main">
              <a:ext uri="{FF2B5EF4-FFF2-40B4-BE49-F238E27FC236}">
                <a16:creationId xmlns:a16="http://schemas.microsoft.com/office/drawing/2014/main" id="{140B4D2A-87D2-4D67-BD5E-DBD30338A27D}"/>
              </a:ext>
            </a:extLst>
          </p:cNvPr>
          <p:cNvSpPr>
            <a:spLocks xmlns:a="http://schemas.openxmlformats.org/drawingml/2006/main" noGrp="1"/>
          </p:cNvSpPr>
          <p:nvPr/>
        </p:nvSpPr>
        <p:spPr>
          <a:xfrm xmlns:a="http://schemas.openxmlformats.org/drawingml/2006/main">
            <a:off x="7540697" y="3806666"/>
            <a:ext cx="9525" cy="9525"/>
          </a:xfrm>
          <a:custGeom xmlns:a="http://schemas.openxmlformats.org/drawingml/2006/main">
            <a:pathLst>
              <a:path w="9525" h="9525">
                <a:moveTo>
                  <a:pt x="0" y="0"/>
                </a:moveTo>
                <a:lnTo>
                  <a:pt x="5778" y="684"/>
                </a:lnTo>
              </a:path>
            </a:pathLst>
          </a:custGeom>
          <a:noFill xmlns:a="http://schemas.openxmlformats.org/drawingml/2006/main"/>
          <a:ln xmlns:a="http://schemas.openxmlformats.org/drawingml/2006/main" w="28575">
            <a:solidFill>
              <a:srgbClr val="166B68"/>
            </a:solidFill>
            <a:prstDash val="solid"/>
          </a:ln>
        </p:spPr>
      </p:sp>
      <p:sp>
        <p:nvSpPr>
          <p:cNvPr id="26" name="">
            <a:extLst xmlns:a="http://schemas.openxmlformats.org/drawingml/2006/main">
              <a:ext uri="{FF2B5EF4-FFF2-40B4-BE49-F238E27FC236}">
                <a16:creationId xmlns:a16="http://schemas.microsoft.com/office/drawing/2014/main" id="{9CA70181-B1D7-4FD9-AF8C-DB18EAA1815D}"/>
              </a:ext>
            </a:extLst>
          </p:cNvPr>
          <p:cNvSpPr>
            <a:spLocks xmlns:a="http://schemas.openxmlformats.org/drawingml/2006/main" noGrp="1"/>
          </p:cNvSpPr>
          <p:nvPr/>
        </p:nvSpPr>
        <p:spPr>
          <a:xfrm xmlns:a="http://schemas.openxmlformats.org/drawingml/2006/main">
            <a:off x="7546475" y="3807350"/>
            <a:ext cx="9525" cy="9525"/>
          </a:xfrm>
          <a:custGeom xmlns:a="http://schemas.openxmlformats.org/drawingml/2006/main">
            <a:pathLst>
              <a:path w="9525" h="9525">
                <a:moveTo>
                  <a:pt x="0" y="0"/>
                </a:moveTo>
                <a:lnTo>
                  <a:pt x="5772" y="734"/>
                </a:lnTo>
              </a:path>
            </a:pathLst>
          </a:custGeom>
          <a:noFill xmlns:a="http://schemas.openxmlformats.org/drawingml/2006/main"/>
          <a:ln xmlns:a="http://schemas.openxmlformats.org/drawingml/2006/main" w="28575">
            <a:solidFill>
              <a:srgbClr val="166B68"/>
            </a:solidFill>
            <a:prstDash val="solid"/>
          </a:ln>
        </p:spPr>
      </p:sp>
      <p:sp>
        <p:nvSpPr>
          <p:cNvPr id="27" name="">
            <a:extLst xmlns:a="http://schemas.openxmlformats.org/drawingml/2006/main">
              <a:ext uri="{FF2B5EF4-FFF2-40B4-BE49-F238E27FC236}">
                <a16:creationId xmlns:a16="http://schemas.microsoft.com/office/drawing/2014/main" id="{2F9FBD9B-FDED-4C52-B7D5-E89A2FC1C4BF}"/>
              </a:ext>
            </a:extLst>
          </p:cNvPr>
          <p:cNvSpPr>
            <a:spLocks xmlns:a="http://schemas.openxmlformats.org/drawingml/2006/main" noGrp="1"/>
          </p:cNvSpPr>
          <p:nvPr/>
        </p:nvSpPr>
        <p:spPr>
          <a:xfrm xmlns:a="http://schemas.openxmlformats.org/drawingml/2006/main">
            <a:off x="7552247" y="3808084"/>
            <a:ext cx="9525" cy="9525"/>
          </a:xfrm>
          <a:custGeom xmlns:a="http://schemas.openxmlformats.org/drawingml/2006/main">
            <a:pathLst>
              <a:path w="9525" h="9525">
                <a:moveTo>
                  <a:pt x="0" y="0"/>
                </a:moveTo>
                <a:lnTo>
                  <a:pt x="5765" y="785"/>
                </a:lnTo>
              </a:path>
            </a:pathLst>
          </a:custGeom>
          <a:noFill xmlns:a="http://schemas.openxmlformats.org/drawingml/2006/main"/>
          <a:ln xmlns:a="http://schemas.openxmlformats.org/drawingml/2006/main" w="28575">
            <a:solidFill>
              <a:srgbClr val="166B68"/>
            </a:solidFill>
            <a:prstDash val="solid"/>
          </a:ln>
        </p:spPr>
      </p:sp>
      <p:sp>
        <p:nvSpPr>
          <p:cNvPr id="28" name="">
            <a:extLst xmlns:a="http://schemas.openxmlformats.org/drawingml/2006/main">
              <a:ext uri="{FF2B5EF4-FFF2-40B4-BE49-F238E27FC236}">
                <a16:creationId xmlns:a16="http://schemas.microsoft.com/office/drawing/2014/main" id="{39BD2B7C-2E8E-4DE3-B213-72AA20F4A374}"/>
              </a:ext>
            </a:extLst>
          </p:cNvPr>
          <p:cNvSpPr>
            <a:spLocks xmlns:a="http://schemas.openxmlformats.org/drawingml/2006/main" noGrp="1"/>
          </p:cNvSpPr>
          <p:nvPr/>
        </p:nvSpPr>
        <p:spPr>
          <a:xfrm xmlns:a="http://schemas.openxmlformats.org/drawingml/2006/main">
            <a:off x="7558012" y="3808869"/>
            <a:ext cx="9525" cy="9525"/>
          </a:xfrm>
          <a:custGeom xmlns:a="http://schemas.openxmlformats.org/drawingml/2006/main">
            <a:pathLst>
              <a:path w="9525" h="9525">
                <a:moveTo>
                  <a:pt x="0" y="0"/>
                </a:moveTo>
                <a:lnTo>
                  <a:pt x="5758" y="835"/>
                </a:lnTo>
              </a:path>
            </a:pathLst>
          </a:custGeom>
          <a:noFill xmlns:a="http://schemas.openxmlformats.org/drawingml/2006/main"/>
          <a:ln xmlns:a="http://schemas.openxmlformats.org/drawingml/2006/main" w="28575">
            <a:solidFill>
              <a:srgbClr val="166B68"/>
            </a:solidFill>
            <a:prstDash val="solid"/>
          </a:ln>
        </p:spPr>
      </p:sp>
      <p:sp>
        <p:nvSpPr>
          <p:cNvPr id="29" name="">
            <a:extLst xmlns:a="http://schemas.openxmlformats.org/drawingml/2006/main">
              <a:ext uri="{FF2B5EF4-FFF2-40B4-BE49-F238E27FC236}">
                <a16:creationId xmlns:a16="http://schemas.microsoft.com/office/drawing/2014/main" id="{5EE8C678-801F-46CE-B6EB-CA42FC785B6A}"/>
              </a:ext>
            </a:extLst>
          </p:cNvPr>
          <p:cNvSpPr>
            <a:spLocks xmlns:a="http://schemas.openxmlformats.org/drawingml/2006/main" noGrp="1"/>
          </p:cNvSpPr>
          <p:nvPr/>
        </p:nvSpPr>
        <p:spPr>
          <a:xfrm xmlns:a="http://schemas.openxmlformats.org/drawingml/2006/main">
            <a:off x="7563771" y="3809704"/>
            <a:ext cx="9525" cy="9525"/>
          </a:xfrm>
          <a:custGeom xmlns:a="http://schemas.openxmlformats.org/drawingml/2006/main">
            <a:pathLst>
              <a:path w="9525" h="9525">
                <a:moveTo>
                  <a:pt x="0" y="0"/>
                </a:moveTo>
                <a:lnTo>
                  <a:pt x="5751" y="885"/>
                </a:lnTo>
              </a:path>
            </a:pathLst>
          </a:custGeom>
          <a:noFill xmlns:a="http://schemas.openxmlformats.org/drawingml/2006/main"/>
          <a:ln xmlns:a="http://schemas.openxmlformats.org/drawingml/2006/main" w="28575">
            <a:solidFill>
              <a:srgbClr val="166B68"/>
            </a:solidFill>
            <a:prstDash val="solid"/>
          </a:ln>
        </p:spPr>
      </p:sp>
      <p:sp>
        <p:nvSpPr>
          <p:cNvPr id="30" name="">
            <a:extLst xmlns:a="http://schemas.openxmlformats.org/drawingml/2006/main">
              <a:ext uri="{FF2B5EF4-FFF2-40B4-BE49-F238E27FC236}">
                <a16:creationId xmlns:a16="http://schemas.microsoft.com/office/drawing/2014/main" id="{878196CF-390D-49A2-BA3F-BF1522F8BC36}"/>
              </a:ext>
            </a:extLst>
          </p:cNvPr>
          <p:cNvSpPr>
            <a:spLocks xmlns:a="http://schemas.openxmlformats.org/drawingml/2006/main" noGrp="1"/>
          </p:cNvSpPr>
          <p:nvPr/>
        </p:nvSpPr>
        <p:spPr>
          <a:xfrm xmlns:a="http://schemas.openxmlformats.org/drawingml/2006/main">
            <a:off x="7569521" y="3810589"/>
            <a:ext cx="9525" cy="9525"/>
          </a:xfrm>
          <a:custGeom xmlns:a="http://schemas.openxmlformats.org/drawingml/2006/main">
            <a:pathLst>
              <a:path w="9525" h="9525">
                <a:moveTo>
                  <a:pt x="0" y="0"/>
                </a:moveTo>
                <a:lnTo>
                  <a:pt x="5743" y="935"/>
                </a:lnTo>
              </a:path>
            </a:pathLst>
          </a:custGeom>
          <a:noFill xmlns:a="http://schemas.openxmlformats.org/drawingml/2006/main"/>
          <a:ln xmlns:a="http://schemas.openxmlformats.org/drawingml/2006/main" w="28575">
            <a:solidFill>
              <a:srgbClr val="166B68"/>
            </a:solidFill>
            <a:prstDash val="solid"/>
          </a:ln>
        </p:spPr>
      </p:sp>
      <p:sp>
        <p:nvSpPr>
          <p:cNvPr id="31" name="">
            <a:extLst xmlns:a="http://schemas.openxmlformats.org/drawingml/2006/main">
              <a:ext uri="{FF2B5EF4-FFF2-40B4-BE49-F238E27FC236}">
                <a16:creationId xmlns:a16="http://schemas.microsoft.com/office/drawing/2014/main" id="{C2E369AE-CDCD-44B6-8512-31B1A796C0E1}"/>
              </a:ext>
            </a:extLst>
          </p:cNvPr>
          <p:cNvSpPr>
            <a:spLocks xmlns:a="http://schemas.openxmlformats.org/drawingml/2006/main" noGrp="1"/>
          </p:cNvSpPr>
          <p:nvPr/>
        </p:nvSpPr>
        <p:spPr>
          <a:xfrm xmlns:a="http://schemas.openxmlformats.org/drawingml/2006/main">
            <a:off x="7575264" y="3811524"/>
            <a:ext cx="9525" cy="9525"/>
          </a:xfrm>
          <a:custGeom xmlns:a="http://schemas.openxmlformats.org/drawingml/2006/main">
            <a:pathLst>
              <a:path w="9525" h="9525">
                <a:moveTo>
                  <a:pt x="0" y="0"/>
                </a:moveTo>
                <a:lnTo>
                  <a:pt x="5734" y="985"/>
                </a:lnTo>
              </a:path>
            </a:pathLst>
          </a:custGeom>
          <a:noFill xmlns:a="http://schemas.openxmlformats.org/drawingml/2006/main"/>
          <a:ln xmlns:a="http://schemas.openxmlformats.org/drawingml/2006/main" w="28575">
            <a:solidFill>
              <a:srgbClr val="166B68"/>
            </a:solidFill>
            <a:prstDash val="solid"/>
          </a:ln>
        </p:spPr>
      </p:sp>
      <p:sp>
        <p:nvSpPr>
          <p:cNvPr id="32" name="">
            <a:extLst xmlns:a="http://schemas.openxmlformats.org/drawingml/2006/main">
              <a:ext uri="{FF2B5EF4-FFF2-40B4-BE49-F238E27FC236}">
                <a16:creationId xmlns:a16="http://schemas.microsoft.com/office/drawing/2014/main" id="{6C9BCB7E-60EB-44F2-AB68-87DAF4A209D9}"/>
              </a:ext>
            </a:extLst>
          </p:cNvPr>
          <p:cNvSpPr>
            <a:spLocks xmlns:a="http://schemas.openxmlformats.org/drawingml/2006/main" noGrp="1"/>
          </p:cNvSpPr>
          <p:nvPr/>
        </p:nvSpPr>
        <p:spPr>
          <a:xfrm xmlns:a="http://schemas.openxmlformats.org/drawingml/2006/main">
            <a:off x="7580999" y="3812509"/>
            <a:ext cx="9525" cy="9525"/>
          </a:xfrm>
          <a:custGeom xmlns:a="http://schemas.openxmlformats.org/drawingml/2006/main">
            <a:pathLst>
              <a:path w="9525" h="9525">
                <a:moveTo>
                  <a:pt x="0" y="0"/>
                </a:moveTo>
                <a:lnTo>
                  <a:pt x="5726" y="1035"/>
                </a:lnTo>
              </a:path>
            </a:pathLst>
          </a:custGeom>
          <a:noFill xmlns:a="http://schemas.openxmlformats.org/drawingml/2006/main"/>
          <a:ln xmlns:a="http://schemas.openxmlformats.org/drawingml/2006/main" w="28575">
            <a:solidFill>
              <a:srgbClr val="166B68"/>
            </a:solidFill>
            <a:prstDash val="solid"/>
          </a:ln>
        </p:spPr>
      </p:sp>
      <p:sp>
        <p:nvSpPr>
          <p:cNvPr id="33" name="">
            <a:extLst xmlns:a="http://schemas.openxmlformats.org/drawingml/2006/main">
              <a:ext uri="{FF2B5EF4-FFF2-40B4-BE49-F238E27FC236}">
                <a16:creationId xmlns:a16="http://schemas.microsoft.com/office/drawing/2014/main" id="{694A0162-7081-479D-ADA3-3FE6C8F68FCB}"/>
              </a:ext>
            </a:extLst>
          </p:cNvPr>
          <p:cNvSpPr>
            <a:spLocks xmlns:a="http://schemas.openxmlformats.org/drawingml/2006/main" noGrp="1"/>
          </p:cNvSpPr>
          <p:nvPr/>
        </p:nvSpPr>
        <p:spPr>
          <a:xfrm xmlns:a="http://schemas.openxmlformats.org/drawingml/2006/main">
            <a:off x="7586724" y="3813545"/>
            <a:ext cx="9525" cy="9525"/>
          </a:xfrm>
          <a:custGeom xmlns:a="http://schemas.openxmlformats.org/drawingml/2006/main">
            <a:pathLst>
              <a:path w="9525" h="9525">
                <a:moveTo>
                  <a:pt x="0" y="0"/>
                </a:moveTo>
                <a:lnTo>
                  <a:pt x="5716" y="1085"/>
                </a:lnTo>
              </a:path>
            </a:pathLst>
          </a:custGeom>
          <a:noFill xmlns:a="http://schemas.openxmlformats.org/drawingml/2006/main"/>
          <a:ln xmlns:a="http://schemas.openxmlformats.org/drawingml/2006/main" w="28575">
            <a:solidFill>
              <a:srgbClr val="166B68"/>
            </a:solidFill>
            <a:prstDash val="solid"/>
          </a:ln>
        </p:spPr>
      </p:sp>
      <p:sp>
        <p:nvSpPr>
          <p:cNvPr id="34" name="">
            <a:extLst xmlns:a="http://schemas.openxmlformats.org/drawingml/2006/main">
              <a:ext uri="{FF2B5EF4-FFF2-40B4-BE49-F238E27FC236}">
                <a16:creationId xmlns:a16="http://schemas.microsoft.com/office/drawing/2014/main" id="{C5ECCD99-7F25-441A-AB43-3668F0923661}"/>
              </a:ext>
            </a:extLst>
          </p:cNvPr>
          <p:cNvSpPr>
            <a:spLocks xmlns:a="http://schemas.openxmlformats.org/drawingml/2006/main" noGrp="1"/>
          </p:cNvSpPr>
          <p:nvPr/>
        </p:nvSpPr>
        <p:spPr>
          <a:xfrm xmlns:a="http://schemas.openxmlformats.org/drawingml/2006/main">
            <a:off x="7592441" y="3814630"/>
            <a:ext cx="9525" cy="9525"/>
          </a:xfrm>
          <a:custGeom xmlns:a="http://schemas.openxmlformats.org/drawingml/2006/main">
            <a:pathLst>
              <a:path w="9525" h="9525">
                <a:moveTo>
                  <a:pt x="0" y="0"/>
                </a:moveTo>
                <a:lnTo>
                  <a:pt x="5707" y="1135"/>
                </a:lnTo>
              </a:path>
            </a:pathLst>
          </a:custGeom>
          <a:noFill xmlns:a="http://schemas.openxmlformats.org/drawingml/2006/main"/>
          <a:ln xmlns:a="http://schemas.openxmlformats.org/drawingml/2006/main" w="28575">
            <a:solidFill>
              <a:srgbClr val="166B68"/>
            </a:solidFill>
            <a:prstDash val="solid"/>
          </a:ln>
        </p:spPr>
      </p:sp>
      <p:sp>
        <p:nvSpPr>
          <p:cNvPr id="35" name="">
            <a:extLst xmlns:a="http://schemas.openxmlformats.org/drawingml/2006/main">
              <a:ext uri="{FF2B5EF4-FFF2-40B4-BE49-F238E27FC236}">
                <a16:creationId xmlns:a16="http://schemas.microsoft.com/office/drawing/2014/main" id="{2A26C1F4-2236-4F90-9DB1-8E1AEF01D9B8}"/>
              </a:ext>
            </a:extLst>
          </p:cNvPr>
          <p:cNvSpPr>
            <a:spLocks xmlns:a="http://schemas.openxmlformats.org/drawingml/2006/main" noGrp="1"/>
          </p:cNvSpPr>
          <p:nvPr/>
        </p:nvSpPr>
        <p:spPr>
          <a:xfrm xmlns:a="http://schemas.openxmlformats.org/drawingml/2006/main">
            <a:off x="7598147" y="3815765"/>
            <a:ext cx="9525" cy="9525"/>
          </a:xfrm>
          <a:custGeom xmlns:a="http://schemas.openxmlformats.org/drawingml/2006/main">
            <a:pathLst>
              <a:path w="9525" h="9525">
                <a:moveTo>
                  <a:pt x="0" y="0"/>
                </a:moveTo>
                <a:lnTo>
                  <a:pt x="5697" y="1185"/>
                </a:lnTo>
              </a:path>
            </a:pathLst>
          </a:custGeom>
          <a:noFill xmlns:a="http://schemas.openxmlformats.org/drawingml/2006/main"/>
          <a:ln xmlns:a="http://schemas.openxmlformats.org/drawingml/2006/main" w="28575">
            <a:solidFill>
              <a:srgbClr val="166B68"/>
            </a:solidFill>
            <a:prstDash val="solid"/>
          </a:ln>
        </p:spPr>
      </p:sp>
      <p:sp>
        <p:nvSpPr>
          <p:cNvPr id="36" name="">
            <a:extLst xmlns:a="http://schemas.openxmlformats.org/drawingml/2006/main">
              <a:ext uri="{FF2B5EF4-FFF2-40B4-BE49-F238E27FC236}">
                <a16:creationId xmlns:a16="http://schemas.microsoft.com/office/drawing/2014/main" id="{B3BC3ED3-2800-46A7-9FCE-04E05E44A14A}"/>
              </a:ext>
            </a:extLst>
          </p:cNvPr>
          <p:cNvSpPr>
            <a:spLocks xmlns:a="http://schemas.openxmlformats.org/drawingml/2006/main" noGrp="1"/>
          </p:cNvSpPr>
          <p:nvPr/>
        </p:nvSpPr>
        <p:spPr>
          <a:xfrm xmlns:a="http://schemas.openxmlformats.org/drawingml/2006/main">
            <a:off x="7417594" y="4421505"/>
            <a:ext cx="95250" cy="95250"/>
          </a:xfrm>
          <a:prstGeom xmlns:a="http://schemas.openxmlformats.org/drawingml/2006/main" prst="ellipse">
            <a:avLst/>
          </a:prstGeom>
          <a:solidFill xmlns:a="http://schemas.openxmlformats.org/drawingml/2006/main">
            <a:srgbClr val="166B68"/>
          </a:solidFill>
          <a:ln xmlns:a="http://schemas.openxmlformats.org/drawingml/2006/main" w="0">
            <a:solidFill>
              <a:srgbClr val="166B68"/>
            </a:solidFill>
          </a:ln>
        </p:spPr>
      </p:sp>
      <p:sp>
        <p:nvSpPr>
          <p:cNvPr id="37" name="">
            <a:extLst xmlns:a="http://schemas.openxmlformats.org/drawingml/2006/main">
              <a:ext uri="{FF2B5EF4-FFF2-40B4-BE49-F238E27FC236}">
                <a16:creationId xmlns:a16="http://schemas.microsoft.com/office/drawing/2014/main" id="{C7906017-37FE-4148-AFFF-B04AAF406549}"/>
              </a:ext>
            </a:extLst>
          </p:cNvPr>
          <p:cNvSpPr>
            <a:spLocks xmlns:a="http://schemas.openxmlformats.org/drawingml/2006/main" noGrp="1"/>
          </p:cNvSpPr>
          <p:nvPr/>
        </p:nvSpPr>
        <p:spPr>
          <a:xfrm xmlns:a="http://schemas.openxmlformats.org/drawingml/2006/main">
            <a:off x="6750844" y="1695450"/>
            <a:ext cx="171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025">
                <a:solidFill>
                  <a:srgbClr val="166B68"/>
                </a:solidFill>
                <a:latin typeface="Yu Gothic"/>
                <a:ea typeface="Yu Gothic"/>
                <a:cs typeface="Yu Gothic"/>
              </a:defRPr>
            </a:defPPr>
            <a:lvl1pPr>
              <a:defRPr sz="2025">
                <a:solidFill>
                  <a:srgbClr val="166B68"/>
                </a:solidFill>
                <a:latin typeface="Yu Gothic"/>
                <a:ea typeface="Yu Gothic"/>
                <a:cs typeface="Yu Gothic"/>
              </a:defRPr>
            </a:lvl1pPr>
            <a:lvl2pPr>
              <a:defRPr sz="2025">
                <a:solidFill>
                  <a:srgbClr val="166B68"/>
                </a:solidFill>
                <a:latin typeface="Yu Gothic"/>
                <a:ea typeface="Yu Gothic"/>
                <a:cs typeface="Yu Gothic"/>
              </a:defRPr>
            </a:lvl2pPr>
            <a:lvl3pPr>
              <a:defRPr sz="2025">
                <a:solidFill>
                  <a:srgbClr val="166B68"/>
                </a:solidFill>
                <a:latin typeface="Yu Gothic"/>
                <a:ea typeface="Yu Gothic"/>
                <a:cs typeface="Yu Gothic"/>
              </a:defRPr>
            </a:lvl3pPr>
            <a:lvl4pPr>
              <a:defRPr sz="2025">
                <a:solidFill>
                  <a:srgbClr val="166B68"/>
                </a:solidFill>
                <a:latin typeface="Yu Gothic"/>
                <a:ea typeface="Yu Gothic"/>
                <a:cs typeface="Yu Gothic"/>
              </a:defRPr>
            </a:lvl4pPr>
            <a:lvl5pPr>
              <a:defRPr sz="2025">
                <a:solidFill>
                  <a:srgbClr val="166B68"/>
                </a:solidFill>
                <a:latin typeface="Yu Gothic"/>
                <a:ea typeface="Yu Gothic"/>
                <a:cs typeface="Yu Gothic"/>
              </a:defRPr>
            </a:lvl5pPr>
            <a:lvl6pPr>
              <a:defRPr sz="2025">
                <a:solidFill>
                  <a:srgbClr val="166B68"/>
                </a:solidFill>
                <a:latin typeface="Yu Gothic"/>
                <a:ea typeface="Yu Gothic"/>
                <a:cs typeface="Yu Gothic"/>
              </a:defRPr>
            </a:lvl6pPr>
            <a:lvl7pPr>
              <a:defRPr sz="2025">
                <a:solidFill>
                  <a:srgbClr val="166B68"/>
                </a:solidFill>
                <a:latin typeface="Yu Gothic"/>
                <a:ea typeface="Yu Gothic"/>
                <a:cs typeface="Yu Gothic"/>
              </a:defRPr>
            </a:lvl7pPr>
            <a:lvl8pPr>
              <a:defRPr sz="2025">
                <a:solidFill>
                  <a:srgbClr val="166B68"/>
                </a:solidFill>
                <a:latin typeface="Yu Gothic"/>
                <a:ea typeface="Yu Gothic"/>
                <a:cs typeface="Yu Gothic"/>
              </a:defRPr>
            </a:lvl8pPr>
            <a:lvl9pPr>
              <a:defRPr sz="2025">
                <a:solidFill>
                  <a:srgbClr val="166B68"/>
                </a:solidFill>
                <a:latin typeface="Yu Gothic"/>
                <a:ea typeface="Yu Gothic"/>
                <a:cs typeface="Yu Gothic"/>
              </a:defRPr>
            </a:lvl9pPr>
          </a:lstStyle>
          <a:p xmlns:a="http://schemas.openxmlformats.org/drawingml/2006/main">
            <a:pPr>
              <a:defRPr sz="2025">
                <a:solidFill>
                  <a:srgbClr val="166B68"/>
                </a:solidFill>
                <a:latin typeface="Yu Gothic"/>
                <a:ea typeface="Yu Gothic"/>
                <a:cs typeface="Yu Gothic"/>
              </a:defRPr>
            </a:pPr>
            <a:r>
              <a:rPr sz="2025">
                <a:solidFill>
                  <a:srgbClr val="166B68"/>
                </a:solidFill>
                <a:latin typeface="Yu Gothic"/>
                <a:ea typeface="Yu Gothic"/>
                <a:cs typeface="Yu Gothic"/>
              </a:rPr>
              <a:t>正：＋c</a:t>
            </a:r>
          </a:p>
        </p:txBody>
      </p:sp>
      <p:sp>
        <p:nvSpPr>
          <p:cNvPr id="38" name="">
            <a:extLst xmlns:a="http://schemas.openxmlformats.org/drawingml/2006/main">
              <a:ext uri="{FF2B5EF4-FFF2-40B4-BE49-F238E27FC236}">
                <a16:creationId xmlns:a16="http://schemas.microsoft.com/office/drawing/2014/main" id="{39B6B74B-9B0F-4CB5-ABEA-ABB25EB2F2AA}"/>
              </a:ext>
            </a:extLst>
          </p:cNvPr>
          <p:cNvSpPr>
            <a:spLocks xmlns:a="http://schemas.openxmlformats.org/drawingml/2006/main" noGrp="1"/>
          </p:cNvSpPr>
          <p:nvPr/>
        </p:nvSpPr>
        <p:spPr>
          <a:xfrm xmlns:a="http://schemas.openxmlformats.org/drawingml/2006/main">
            <a:off x="7369969" y="4554855"/>
            <a:ext cx="47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a:solidFill>
                  <a:srgbClr val="166B68"/>
                </a:solidFill>
                <a:latin typeface="Yu Gothic"/>
                <a:ea typeface="Yu Gothic"/>
                <a:cs typeface="Yu Gothic"/>
              </a:defRPr>
            </a:defPPr>
            <a:lvl1pPr>
              <a:defRPr sz="1875">
                <a:solidFill>
                  <a:srgbClr val="166B68"/>
                </a:solidFill>
                <a:latin typeface="Yu Gothic"/>
                <a:ea typeface="Yu Gothic"/>
                <a:cs typeface="Yu Gothic"/>
              </a:defRPr>
            </a:lvl1pPr>
            <a:lvl2pPr>
              <a:defRPr sz="1875">
                <a:solidFill>
                  <a:srgbClr val="166B68"/>
                </a:solidFill>
                <a:latin typeface="Yu Gothic"/>
                <a:ea typeface="Yu Gothic"/>
                <a:cs typeface="Yu Gothic"/>
              </a:defRPr>
            </a:lvl2pPr>
            <a:lvl3pPr>
              <a:defRPr sz="1875">
                <a:solidFill>
                  <a:srgbClr val="166B68"/>
                </a:solidFill>
                <a:latin typeface="Yu Gothic"/>
                <a:ea typeface="Yu Gothic"/>
                <a:cs typeface="Yu Gothic"/>
              </a:defRPr>
            </a:lvl3pPr>
            <a:lvl4pPr>
              <a:defRPr sz="1875">
                <a:solidFill>
                  <a:srgbClr val="166B68"/>
                </a:solidFill>
                <a:latin typeface="Yu Gothic"/>
                <a:ea typeface="Yu Gothic"/>
                <a:cs typeface="Yu Gothic"/>
              </a:defRPr>
            </a:lvl4pPr>
            <a:lvl5pPr>
              <a:defRPr sz="1875">
                <a:solidFill>
                  <a:srgbClr val="166B68"/>
                </a:solidFill>
                <a:latin typeface="Yu Gothic"/>
                <a:ea typeface="Yu Gothic"/>
                <a:cs typeface="Yu Gothic"/>
              </a:defRPr>
            </a:lvl5pPr>
            <a:lvl6pPr>
              <a:defRPr sz="1875">
                <a:solidFill>
                  <a:srgbClr val="166B68"/>
                </a:solidFill>
                <a:latin typeface="Yu Gothic"/>
                <a:ea typeface="Yu Gothic"/>
                <a:cs typeface="Yu Gothic"/>
              </a:defRPr>
            </a:lvl6pPr>
            <a:lvl7pPr>
              <a:defRPr sz="1875">
                <a:solidFill>
                  <a:srgbClr val="166B68"/>
                </a:solidFill>
                <a:latin typeface="Yu Gothic"/>
                <a:ea typeface="Yu Gothic"/>
                <a:cs typeface="Yu Gothic"/>
              </a:defRPr>
            </a:lvl7pPr>
            <a:lvl8pPr>
              <a:defRPr sz="1875">
                <a:solidFill>
                  <a:srgbClr val="166B68"/>
                </a:solidFill>
                <a:latin typeface="Yu Gothic"/>
                <a:ea typeface="Yu Gothic"/>
                <a:cs typeface="Yu Gothic"/>
              </a:defRPr>
            </a:lvl8pPr>
            <a:lvl9pPr>
              <a:defRPr sz="1875">
                <a:solidFill>
                  <a:srgbClr val="166B68"/>
                </a:solidFill>
                <a:latin typeface="Yu Gothic"/>
                <a:ea typeface="Yu Gothic"/>
                <a:cs typeface="Yu Gothic"/>
              </a:defRPr>
            </a:lvl9pPr>
          </a:lstStyle>
          <a:p xmlns:a="http://schemas.openxmlformats.org/drawingml/2006/main">
            <a:pPr>
              <a:defRPr sz="1875">
                <a:solidFill>
                  <a:srgbClr val="166B68"/>
                </a:solidFill>
                <a:latin typeface="Yu Gothic"/>
                <a:ea typeface="Yu Gothic"/>
                <a:cs typeface="Yu Gothic"/>
              </a:defRPr>
            </a:pPr>
            <a:r>
              <a:rPr sz="1875">
                <a:solidFill>
                  <a:srgbClr val="166B68"/>
                </a:solidFill>
                <a:latin typeface="Yu Gothic"/>
                <a:ea typeface="Yu Gothic"/>
                <a:cs typeface="Yu Gothic"/>
              </a:rPr>
              <a:t>O</a:t>
            </a:r>
          </a:p>
        </p:txBody>
      </p:sp>
      <p:sp>
        <p:nvSpPr>
          <p:cNvPr id="39" name="">
            <a:extLst xmlns:a="http://schemas.openxmlformats.org/drawingml/2006/main">
              <a:ext uri="{FF2B5EF4-FFF2-40B4-BE49-F238E27FC236}">
                <a16:creationId xmlns:a16="http://schemas.microsoft.com/office/drawing/2014/main" id="{D82EF2C4-AF29-4F6E-B9E2-5601D96E6579}"/>
              </a:ext>
            </a:extLst>
          </p:cNvPr>
          <p:cNvSpPr>
            <a:spLocks xmlns:a="http://schemas.openxmlformats.org/drawingml/2006/main" noGrp="1"/>
          </p:cNvSpPr>
          <p:nvPr/>
        </p:nvSpPr>
        <p:spPr>
          <a:xfrm xmlns:a="http://schemas.openxmlformats.org/drawingml/2006/main">
            <a:off x="7674769" y="3516630"/>
            <a:ext cx="85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a:solidFill>
                  <a:srgbClr val="166B68"/>
                </a:solidFill>
                <a:latin typeface="Yu Gothic"/>
                <a:ea typeface="Yu Gothic"/>
                <a:cs typeface="Yu Gothic"/>
              </a:defRPr>
            </a:defPPr>
            <a:lvl1pPr>
              <a:defRPr sz="1875">
                <a:solidFill>
                  <a:srgbClr val="166B68"/>
                </a:solidFill>
                <a:latin typeface="Yu Gothic"/>
                <a:ea typeface="Yu Gothic"/>
                <a:cs typeface="Yu Gothic"/>
              </a:defRPr>
            </a:lvl1pPr>
            <a:lvl2pPr>
              <a:defRPr sz="1875">
                <a:solidFill>
                  <a:srgbClr val="166B68"/>
                </a:solidFill>
                <a:latin typeface="Yu Gothic"/>
                <a:ea typeface="Yu Gothic"/>
                <a:cs typeface="Yu Gothic"/>
              </a:defRPr>
            </a:lvl2pPr>
            <a:lvl3pPr>
              <a:defRPr sz="1875">
                <a:solidFill>
                  <a:srgbClr val="166B68"/>
                </a:solidFill>
                <a:latin typeface="Yu Gothic"/>
                <a:ea typeface="Yu Gothic"/>
                <a:cs typeface="Yu Gothic"/>
              </a:defRPr>
            </a:lvl3pPr>
            <a:lvl4pPr>
              <a:defRPr sz="1875">
                <a:solidFill>
                  <a:srgbClr val="166B68"/>
                </a:solidFill>
                <a:latin typeface="Yu Gothic"/>
                <a:ea typeface="Yu Gothic"/>
                <a:cs typeface="Yu Gothic"/>
              </a:defRPr>
            </a:lvl4pPr>
            <a:lvl5pPr>
              <a:defRPr sz="1875">
                <a:solidFill>
                  <a:srgbClr val="166B68"/>
                </a:solidFill>
                <a:latin typeface="Yu Gothic"/>
                <a:ea typeface="Yu Gothic"/>
                <a:cs typeface="Yu Gothic"/>
              </a:defRPr>
            </a:lvl5pPr>
            <a:lvl6pPr>
              <a:defRPr sz="1875">
                <a:solidFill>
                  <a:srgbClr val="166B68"/>
                </a:solidFill>
                <a:latin typeface="Yu Gothic"/>
                <a:ea typeface="Yu Gothic"/>
                <a:cs typeface="Yu Gothic"/>
              </a:defRPr>
            </a:lvl6pPr>
            <a:lvl7pPr>
              <a:defRPr sz="1875">
                <a:solidFill>
                  <a:srgbClr val="166B68"/>
                </a:solidFill>
                <a:latin typeface="Yu Gothic"/>
                <a:ea typeface="Yu Gothic"/>
                <a:cs typeface="Yu Gothic"/>
              </a:defRPr>
            </a:lvl7pPr>
            <a:lvl8pPr>
              <a:defRPr sz="1875">
                <a:solidFill>
                  <a:srgbClr val="166B68"/>
                </a:solidFill>
                <a:latin typeface="Yu Gothic"/>
                <a:ea typeface="Yu Gothic"/>
                <a:cs typeface="Yu Gothic"/>
              </a:defRPr>
            </a:lvl8pPr>
            <a:lvl9pPr>
              <a:defRPr sz="1875">
                <a:solidFill>
                  <a:srgbClr val="166B68"/>
                </a:solidFill>
                <a:latin typeface="Yu Gothic"/>
                <a:ea typeface="Yu Gothic"/>
                <a:cs typeface="Yu Gothic"/>
              </a:defRPr>
            </a:lvl9pPr>
          </a:lstStyle>
          <a:p xmlns:a="http://schemas.openxmlformats.org/drawingml/2006/main">
            <a:pPr>
              <a:defRPr sz="1875">
                <a:solidFill>
                  <a:srgbClr val="166B68"/>
                </a:solidFill>
                <a:latin typeface="Yu Gothic"/>
                <a:ea typeface="Yu Gothic"/>
                <a:cs typeface="Yu Gothic"/>
              </a:defRPr>
            </a:pPr>
            <a:r>
              <a:rPr sz="1875">
                <a:solidFill>
                  <a:srgbClr val="166B68"/>
                </a:solidFill>
                <a:latin typeface="Yu Gothic"/>
                <a:ea typeface="Yu Gothic"/>
                <a:cs typeface="Yu Gothic"/>
              </a:rPr>
              <a:t>＋c</a:t>
            </a:r>
          </a:p>
        </p:txBody>
      </p:sp>
      <p:sp>
        <p:nvSpPr>
          <p:cNvPr id="40" name="">
            <a:extLst xmlns:a="http://schemas.openxmlformats.org/drawingml/2006/main">
              <a:ext uri="{FF2B5EF4-FFF2-40B4-BE49-F238E27FC236}">
                <a16:creationId xmlns:a16="http://schemas.microsoft.com/office/drawing/2014/main" id="{DC286B1E-F371-4EE7-8F5E-BE697DAFA5AA}"/>
              </a:ext>
            </a:extLst>
          </p:cNvPr>
          <p:cNvSpPr>
            <a:spLocks xmlns:a="http://schemas.openxmlformats.org/drawingml/2006/main" noGrp="1"/>
          </p:cNvSpPr>
          <p:nvPr/>
        </p:nvSpPr>
        <p:spPr>
          <a:xfrm xmlns:a="http://schemas.openxmlformats.org/drawingml/2006/main">
            <a:off x="10013156" y="2457450"/>
            <a:ext cx="9525" cy="2011680"/>
          </a:xfrm>
          <a:custGeom xmlns:a="http://schemas.openxmlformats.org/drawingml/2006/main">
            <a:pathLst>
              <a:path w="9525" h="2011680">
                <a:moveTo>
                  <a:pt x="0" y="2011680"/>
                </a:moveTo>
                <a:lnTo>
                  <a:pt x="0" y="0"/>
                </a:lnTo>
              </a:path>
            </a:pathLst>
          </a:custGeom>
          <a:noFill xmlns:a="http://schemas.openxmlformats.org/drawingml/2006/main"/>
          <a:ln xmlns:a="http://schemas.openxmlformats.org/drawingml/2006/main" w="19050">
            <a:solidFill>
              <a:srgbClr val="CFD9DD"/>
            </a:solidFill>
            <a:prstDash val="dash"/>
          </a:ln>
        </p:spPr>
      </p:sp>
      <p:sp>
        <p:nvSpPr>
          <p:cNvPr id="41" name="">
            <a:extLst xmlns:a="http://schemas.openxmlformats.org/drawingml/2006/main">
              <a:ext uri="{FF2B5EF4-FFF2-40B4-BE49-F238E27FC236}">
                <a16:creationId xmlns:a16="http://schemas.microsoft.com/office/drawing/2014/main" id="{3BBF6F1C-DA60-474F-BCA2-9FDBC7C4E3A5}"/>
              </a:ext>
            </a:extLst>
          </p:cNvPr>
          <p:cNvSpPr>
            <a:spLocks xmlns:a="http://schemas.openxmlformats.org/drawingml/2006/main" noGrp="1"/>
          </p:cNvSpPr>
          <p:nvPr/>
        </p:nvSpPr>
        <p:spPr>
          <a:xfrm xmlns:a="http://schemas.openxmlformats.org/drawingml/2006/main">
            <a:off x="9679781" y="2457450"/>
            <a:ext cx="333375" cy="2011680"/>
          </a:xfrm>
          <a:custGeom xmlns:a="http://schemas.openxmlformats.org/drawingml/2006/main">
            <a:pathLst>
              <a:path w="333375" h="2011680">
                <a:moveTo>
                  <a:pt x="333375" y="2011680"/>
                </a:moveTo>
                <a:lnTo>
                  <a:pt x="0" y="0"/>
                </a:lnTo>
              </a:path>
            </a:pathLst>
          </a:custGeom>
          <a:noFill xmlns:a="http://schemas.openxmlformats.org/drawingml/2006/main"/>
          <a:ln xmlns:a="http://schemas.openxmlformats.org/drawingml/2006/main" w="38100">
            <a:solidFill>
              <a:srgbClr val="A94737"/>
            </a:solidFill>
            <a:prstDash val="solid"/>
          </a:ln>
        </p:spPr>
      </p:sp>
      <p:sp>
        <p:nvSpPr>
          <p:cNvPr id="42" name="">
            <a:extLst xmlns:a="http://schemas.openxmlformats.org/drawingml/2006/main">
              <a:ext uri="{FF2B5EF4-FFF2-40B4-BE49-F238E27FC236}">
                <a16:creationId xmlns:a16="http://schemas.microsoft.com/office/drawing/2014/main" id="{6C23CDB4-056A-4C6F-8CDE-CDCF9F9E45DB}"/>
              </a:ext>
            </a:extLst>
          </p:cNvPr>
          <p:cNvSpPr>
            <a:spLocks xmlns:a="http://schemas.openxmlformats.org/drawingml/2006/main" noGrp="1"/>
          </p:cNvSpPr>
          <p:nvPr/>
        </p:nvSpPr>
        <p:spPr>
          <a:xfrm xmlns:a="http://schemas.openxmlformats.org/drawingml/2006/main">
            <a:off x="9874531" y="3815765"/>
            <a:ext cx="9525" cy="9525"/>
          </a:xfrm>
          <a:custGeom xmlns:a="http://schemas.openxmlformats.org/drawingml/2006/main">
            <a:pathLst>
              <a:path w="9525" h="9525">
                <a:moveTo>
                  <a:pt x="0" y="1185"/>
                </a:moveTo>
                <a:lnTo>
                  <a:pt x="5697" y="0"/>
                </a:lnTo>
              </a:path>
            </a:pathLst>
          </a:custGeom>
          <a:noFill xmlns:a="http://schemas.openxmlformats.org/drawingml/2006/main"/>
          <a:ln xmlns:a="http://schemas.openxmlformats.org/drawingml/2006/main" w="28575">
            <a:solidFill>
              <a:srgbClr val="A94737"/>
            </a:solidFill>
            <a:prstDash val="solid"/>
          </a:ln>
        </p:spPr>
      </p:sp>
      <p:sp>
        <p:nvSpPr>
          <p:cNvPr id="43" name="">
            <a:extLst xmlns:a="http://schemas.openxmlformats.org/drawingml/2006/main">
              <a:ext uri="{FF2B5EF4-FFF2-40B4-BE49-F238E27FC236}">
                <a16:creationId xmlns:a16="http://schemas.microsoft.com/office/drawing/2014/main" id="{7EC70729-BA9A-4022-B6DE-843AF43ED027}"/>
              </a:ext>
            </a:extLst>
          </p:cNvPr>
          <p:cNvSpPr>
            <a:spLocks xmlns:a="http://schemas.openxmlformats.org/drawingml/2006/main" noGrp="1"/>
          </p:cNvSpPr>
          <p:nvPr/>
        </p:nvSpPr>
        <p:spPr>
          <a:xfrm xmlns:a="http://schemas.openxmlformats.org/drawingml/2006/main">
            <a:off x="9880228" y="3814630"/>
            <a:ext cx="9525" cy="9525"/>
          </a:xfrm>
          <a:custGeom xmlns:a="http://schemas.openxmlformats.org/drawingml/2006/main">
            <a:pathLst>
              <a:path w="9525" h="9525">
                <a:moveTo>
                  <a:pt x="0" y="1135"/>
                </a:moveTo>
                <a:lnTo>
                  <a:pt x="5707" y="0"/>
                </a:lnTo>
              </a:path>
            </a:pathLst>
          </a:custGeom>
          <a:noFill xmlns:a="http://schemas.openxmlformats.org/drawingml/2006/main"/>
          <a:ln xmlns:a="http://schemas.openxmlformats.org/drawingml/2006/main" w="28575">
            <a:solidFill>
              <a:srgbClr val="A94737"/>
            </a:solidFill>
            <a:prstDash val="solid"/>
          </a:ln>
        </p:spPr>
      </p:sp>
      <p:sp>
        <p:nvSpPr>
          <p:cNvPr id="44" name="">
            <a:extLst xmlns:a="http://schemas.openxmlformats.org/drawingml/2006/main">
              <a:ext uri="{FF2B5EF4-FFF2-40B4-BE49-F238E27FC236}">
                <a16:creationId xmlns:a16="http://schemas.microsoft.com/office/drawing/2014/main" id="{88BE549F-D14C-4B1B-90B4-D488A270A784}"/>
              </a:ext>
            </a:extLst>
          </p:cNvPr>
          <p:cNvSpPr>
            <a:spLocks xmlns:a="http://schemas.openxmlformats.org/drawingml/2006/main" noGrp="1"/>
          </p:cNvSpPr>
          <p:nvPr/>
        </p:nvSpPr>
        <p:spPr>
          <a:xfrm xmlns:a="http://schemas.openxmlformats.org/drawingml/2006/main">
            <a:off x="9885934" y="3813545"/>
            <a:ext cx="9525" cy="9525"/>
          </a:xfrm>
          <a:custGeom xmlns:a="http://schemas.openxmlformats.org/drawingml/2006/main">
            <a:pathLst>
              <a:path w="9525" h="9525">
                <a:moveTo>
                  <a:pt x="0" y="1085"/>
                </a:moveTo>
                <a:lnTo>
                  <a:pt x="5716" y="0"/>
                </a:lnTo>
              </a:path>
            </a:pathLst>
          </a:custGeom>
          <a:noFill xmlns:a="http://schemas.openxmlformats.org/drawingml/2006/main"/>
          <a:ln xmlns:a="http://schemas.openxmlformats.org/drawingml/2006/main" w="28575">
            <a:solidFill>
              <a:srgbClr val="A94737"/>
            </a:solidFill>
            <a:prstDash val="solid"/>
          </a:ln>
        </p:spPr>
      </p:sp>
      <p:sp>
        <p:nvSpPr>
          <p:cNvPr id="45" name="">
            <a:extLst xmlns:a="http://schemas.openxmlformats.org/drawingml/2006/main">
              <a:ext uri="{FF2B5EF4-FFF2-40B4-BE49-F238E27FC236}">
                <a16:creationId xmlns:a16="http://schemas.microsoft.com/office/drawing/2014/main" id="{A283C773-95F8-4B3D-96F7-EB5FDAD580E5}"/>
              </a:ext>
            </a:extLst>
          </p:cNvPr>
          <p:cNvSpPr>
            <a:spLocks xmlns:a="http://schemas.openxmlformats.org/drawingml/2006/main" noGrp="1"/>
          </p:cNvSpPr>
          <p:nvPr/>
        </p:nvSpPr>
        <p:spPr>
          <a:xfrm xmlns:a="http://schemas.openxmlformats.org/drawingml/2006/main">
            <a:off x="9891651" y="3812509"/>
            <a:ext cx="9525" cy="9525"/>
          </a:xfrm>
          <a:custGeom xmlns:a="http://schemas.openxmlformats.org/drawingml/2006/main">
            <a:pathLst>
              <a:path w="9525" h="9525">
                <a:moveTo>
                  <a:pt x="0" y="1035"/>
                </a:moveTo>
                <a:lnTo>
                  <a:pt x="5726" y="0"/>
                </a:lnTo>
              </a:path>
            </a:pathLst>
          </a:custGeom>
          <a:noFill xmlns:a="http://schemas.openxmlformats.org/drawingml/2006/main"/>
          <a:ln xmlns:a="http://schemas.openxmlformats.org/drawingml/2006/main" w="28575">
            <a:solidFill>
              <a:srgbClr val="A94737"/>
            </a:solidFill>
            <a:prstDash val="solid"/>
          </a:ln>
        </p:spPr>
      </p:sp>
      <p:sp>
        <p:nvSpPr>
          <p:cNvPr id="46" name="">
            <a:extLst xmlns:a="http://schemas.openxmlformats.org/drawingml/2006/main">
              <a:ext uri="{FF2B5EF4-FFF2-40B4-BE49-F238E27FC236}">
                <a16:creationId xmlns:a16="http://schemas.microsoft.com/office/drawing/2014/main" id="{9103EA0A-6330-4807-8F8B-88D092740776}"/>
              </a:ext>
            </a:extLst>
          </p:cNvPr>
          <p:cNvSpPr>
            <a:spLocks xmlns:a="http://schemas.openxmlformats.org/drawingml/2006/main" noGrp="1"/>
          </p:cNvSpPr>
          <p:nvPr/>
        </p:nvSpPr>
        <p:spPr>
          <a:xfrm xmlns:a="http://schemas.openxmlformats.org/drawingml/2006/main">
            <a:off x="9897376" y="3811524"/>
            <a:ext cx="9525" cy="9525"/>
          </a:xfrm>
          <a:custGeom xmlns:a="http://schemas.openxmlformats.org/drawingml/2006/main">
            <a:pathLst>
              <a:path w="9525" h="9525">
                <a:moveTo>
                  <a:pt x="0" y="985"/>
                </a:moveTo>
                <a:lnTo>
                  <a:pt x="5734" y="0"/>
                </a:lnTo>
              </a:path>
            </a:pathLst>
          </a:custGeom>
          <a:noFill xmlns:a="http://schemas.openxmlformats.org/drawingml/2006/main"/>
          <a:ln xmlns:a="http://schemas.openxmlformats.org/drawingml/2006/main" w="28575">
            <a:solidFill>
              <a:srgbClr val="A94737"/>
            </a:solidFill>
            <a:prstDash val="solid"/>
          </a:ln>
        </p:spPr>
      </p:sp>
      <p:sp>
        <p:nvSpPr>
          <p:cNvPr id="47" name="">
            <a:extLst xmlns:a="http://schemas.openxmlformats.org/drawingml/2006/main">
              <a:ext uri="{FF2B5EF4-FFF2-40B4-BE49-F238E27FC236}">
                <a16:creationId xmlns:a16="http://schemas.microsoft.com/office/drawing/2014/main" id="{C11B7525-CF67-4485-830C-5DC793F97ACC}"/>
              </a:ext>
            </a:extLst>
          </p:cNvPr>
          <p:cNvSpPr>
            <a:spLocks xmlns:a="http://schemas.openxmlformats.org/drawingml/2006/main" noGrp="1"/>
          </p:cNvSpPr>
          <p:nvPr/>
        </p:nvSpPr>
        <p:spPr>
          <a:xfrm xmlns:a="http://schemas.openxmlformats.org/drawingml/2006/main">
            <a:off x="9903111" y="3810589"/>
            <a:ext cx="9525" cy="9525"/>
          </a:xfrm>
          <a:custGeom xmlns:a="http://schemas.openxmlformats.org/drawingml/2006/main">
            <a:pathLst>
              <a:path w="9525" h="9525">
                <a:moveTo>
                  <a:pt x="0" y="935"/>
                </a:moveTo>
                <a:lnTo>
                  <a:pt x="5743" y="0"/>
                </a:lnTo>
              </a:path>
            </a:pathLst>
          </a:custGeom>
          <a:noFill xmlns:a="http://schemas.openxmlformats.org/drawingml/2006/main"/>
          <a:ln xmlns:a="http://schemas.openxmlformats.org/drawingml/2006/main" w="28575">
            <a:solidFill>
              <a:srgbClr val="A94737"/>
            </a:solidFill>
            <a:prstDash val="solid"/>
          </a:ln>
        </p:spPr>
      </p:sp>
      <p:sp>
        <p:nvSpPr>
          <p:cNvPr id="48" name="">
            <a:extLst xmlns:a="http://schemas.openxmlformats.org/drawingml/2006/main">
              <a:ext uri="{FF2B5EF4-FFF2-40B4-BE49-F238E27FC236}">
                <a16:creationId xmlns:a16="http://schemas.microsoft.com/office/drawing/2014/main" id="{814F3367-8867-4EFE-95FB-095BB63A080F}"/>
              </a:ext>
            </a:extLst>
          </p:cNvPr>
          <p:cNvSpPr>
            <a:spLocks xmlns:a="http://schemas.openxmlformats.org/drawingml/2006/main" noGrp="1"/>
          </p:cNvSpPr>
          <p:nvPr/>
        </p:nvSpPr>
        <p:spPr>
          <a:xfrm xmlns:a="http://schemas.openxmlformats.org/drawingml/2006/main">
            <a:off x="9908854" y="3809704"/>
            <a:ext cx="9525" cy="9525"/>
          </a:xfrm>
          <a:custGeom xmlns:a="http://schemas.openxmlformats.org/drawingml/2006/main">
            <a:pathLst>
              <a:path w="9525" h="9525">
                <a:moveTo>
                  <a:pt x="0" y="885"/>
                </a:moveTo>
                <a:lnTo>
                  <a:pt x="5751" y="0"/>
                </a:lnTo>
              </a:path>
            </a:pathLst>
          </a:custGeom>
          <a:noFill xmlns:a="http://schemas.openxmlformats.org/drawingml/2006/main"/>
          <a:ln xmlns:a="http://schemas.openxmlformats.org/drawingml/2006/main" w="28575">
            <a:solidFill>
              <a:srgbClr val="A94737"/>
            </a:solidFill>
            <a:prstDash val="solid"/>
          </a:ln>
        </p:spPr>
      </p:sp>
      <p:sp>
        <p:nvSpPr>
          <p:cNvPr id="49" name="">
            <a:extLst xmlns:a="http://schemas.openxmlformats.org/drawingml/2006/main">
              <a:ext uri="{FF2B5EF4-FFF2-40B4-BE49-F238E27FC236}">
                <a16:creationId xmlns:a16="http://schemas.microsoft.com/office/drawing/2014/main" id="{BE0C8A2E-8051-4D4D-8A8A-2B671D70CC79}"/>
              </a:ext>
            </a:extLst>
          </p:cNvPr>
          <p:cNvSpPr>
            <a:spLocks xmlns:a="http://schemas.openxmlformats.org/drawingml/2006/main" noGrp="1"/>
          </p:cNvSpPr>
          <p:nvPr/>
        </p:nvSpPr>
        <p:spPr>
          <a:xfrm xmlns:a="http://schemas.openxmlformats.org/drawingml/2006/main">
            <a:off x="9914604" y="3808869"/>
            <a:ext cx="9525" cy="9525"/>
          </a:xfrm>
          <a:custGeom xmlns:a="http://schemas.openxmlformats.org/drawingml/2006/main">
            <a:pathLst>
              <a:path w="9525" h="9525">
                <a:moveTo>
                  <a:pt x="0" y="835"/>
                </a:moveTo>
                <a:lnTo>
                  <a:pt x="5758" y="0"/>
                </a:lnTo>
              </a:path>
            </a:pathLst>
          </a:custGeom>
          <a:noFill xmlns:a="http://schemas.openxmlformats.org/drawingml/2006/main"/>
          <a:ln xmlns:a="http://schemas.openxmlformats.org/drawingml/2006/main" w="28575">
            <a:solidFill>
              <a:srgbClr val="A94737"/>
            </a:solidFill>
            <a:prstDash val="solid"/>
          </a:ln>
        </p:spPr>
      </p:sp>
      <p:sp>
        <p:nvSpPr>
          <p:cNvPr id="50" name="">
            <a:extLst xmlns:a="http://schemas.openxmlformats.org/drawingml/2006/main">
              <a:ext uri="{FF2B5EF4-FFF2-40B4-BE49-F238E27FC236}">
                <a16:creationId xmlns:a16="http://schemas.microsoft.com/office/drawing/2014/main" id="{BC6FB44D-06DF-4BC9-A40E-390056715364}"/>
              </a:ext>
            </a:extLst>
          </p:cNvPr>
          <p:cNvSpPr>
            <a:spLocks xmlns:a="http://schemas.openxmlformats.org/drawingml/2006/main" noGrp="1"/>
          </p:cNvSpPr>
          <p:nvPr/>
        </p:nvSpPr>
        <p:spPr>
          <a:xfrm xmlns:a="http://schemas.openxmlformats.org/drawingml/2006/main">
            <a:off x="9920363" y="3808084"/>
            <a:ext cx="9525" cy="9525"/>
          </a:xfrm>
          <a:custGeom xmlns:a="http://schemas.openxmlformats.org/drawingml/2006/main">
            <a:pathLst>
              <a:path w="9525" h="9525">
                <a:moveTo>
                  <a:pt x="0" y="785"/>
                </a:moveTo>
                <a:lnTo>
                  <a:pt x="5765" y="0"/>
                </a:lnTo>
              </a:path>
            </a:pathLst>
          </a:custGeom>
          <a:noFill xmlns:a="http://schemas.openxmlformats.org/drawingml/2006/main"/>
          <a:ln xmlns:a="http://schemas.openxmlformats.org/drawingml/2006/main" w="28575">
            <a:solidFill>
              <a:srgbClr val="A94737"/>
            </a:solidFill>
            <a:prstDash val="solid"/>
          </a:ln>
        </p:spPr>
      </p:sp>
      <p:sp>
        <p:nvSpPr>
          <p:cNvPr id="51" name="">
            <a:extLst xmlns:a="http://schemas.openxmlformats.org/drawingml/2006/main">
              <a:ext uri="{FF2B5EF4-FFF2-40B4-BE49-F238E27FC236}">
                <a16:creationId xmlns:a16="http://schemas.microsoft.com/office/drawing/2014/main" id="{C3E2B675-C72F-455B-B249-7F20EBC2584B}"/>
              </a:ext>
            </a:extLst>
          </p:cNvPr>
          <p:cNvSpPr>
            <a:spLocks xmlns:a="http://schemas.openxmlformats.org/drawingml/2006/main" noGrp="1"/>
          </p:cNvSpPr>
          <p:nvPr/>
        </p:nvSpPr>
        <p:spPr>
          <a:xfrm xmlns:a="http://schemas.openxmlformats.org/drawingml/2006/main">
            <a:off x="9926128" y="3807350"/>
            <a:ext cx="9525" cy="9525"/>
          </a:xfrm>
          <a:custGeom xmlns:a="http://schemas.openxmlformats.org/drawingml/2006/main">
            <a:pathLst>
              <a:path w="9525" h="9525">
                <a:moveTo>
                  <a:pt x="0" y="734"/>
                </a:moveTo>
                <a:lnTo>
                  <a:pt x="5772" y="0"/>
                </a:lnTo>
              </a:path>
            </a:pathLst>
          </a:custGeom>
          <a:noFill xmlns:a="http://schemas.openxmlformats.org/drawingml/2006/main"/>
          <a:ln xmlns:a="http://schemas.openxmlformats.org/drawingml/2006/main" w="28575">
            <a:solidFill>
              <a:srgbClr val="A94737"/>
            </a:solidFill>
            <a:prstDash val="solid"/>
          </a:ln>
        </p:spPr>
      </p:sp>
      <p:sp>
        <p:nvSpPr>
          <p:cNvPr id="52" name="">
            <a:extLst xmlns:a="http://schemas.openxmlformats.org/drawingml/2006/main">
              <a:ext uri="{FF2B5EF4-FFF2-40B4-BE49-F238E27FC236}">
                <a16:creationId xmlns:a16="http://schemas.microsoft.com/office/drawing/2014/main" id="{C8252D36-29E7-4EC9-B371-01AE0D849365}"/>
              </a:ext>
            </a:extLst>
          </p:cNvPr>
          <p:cNvSpPr>
            <a:spLocks xmlns:a="http://schemas.openxmlformats.org/drawingml/2006/main" noGrp="1"/>
          </p:cNvSpPr>
          <p:nvPr/>
        </p:nvSpPr>
        <p:spPr>
          <a:xfrm xmlns:a="http://schemas.openxmlformats.org/drawingml/2006/main">
            <a:off x="9931900" y="3806666"/>
            <a:ext cx="9525" cy="9525"/>
          </a:xfrm>
          <a:custGeom xmlns:a="http://schemas.openxmlformats.org/drawingml/2006/main">
            <a:pathLst>
              <a:path w="9525" h="9525">
                <a:moveTo>
                  <a:pt x="0" y="684"/>
                </a:moveTo>
                <a:lnTo>
                  <a:pt x="5778" y="0"/>
                </a:lnTo>
              </a:path>
            </a:pathLst>
          </a:custGeom>
          <a:noFill xmlns:a="http://schemas.openxmlformats.org/drawingml/2006/main"/>
          <a:ln xmlns:a="http://schemas.openxmlformats.org/drawingml/2006/main" w="28575">
            <a:solidFill>
              <a:srgbClr val="A94737"/>
            </a:solidFill>
            <a:prstDash val="solid"/>
          </a:ln>
        </p:spPr>
      </p:sp>
      <p:sp>
        <p:nvSpPr>
          <p:cNvPr id="53" name="">
            <a:extLst xmlns:a="http://schemas.openxmlformats.org/drawingml/2006/main">
              <a:ext uri="{FF2B5EF4-FFF2-40B4-BE49-F238E27FC236}">
                <a16:creationId xmlns:a16="http://schemas.microsoft.com/office/drawing/2014/main" id="{DEBD395A-2FC5-4FA8-BEE3-BA2C531F4D6D}"/>
              </a:ext>
            </a:extLst>
          </p:cNvPr>
          <p:cNvSpPr>
            <a:spLocks xmlns:a="http://schemas.openxmlformats.org/drawingml/2006/main" noGrp="1"/>
          </p:cNvSpPr>
          <p:nvPr/>
        </p:nvSpPr>
        <p:spPr>
          <a:xfrm xmlns:a="http://schemas.openxmlformats.org/drawingml/2006/main">
            <a:off x="9937678" y="3806033"/>
            <a:ext cx="9525" cy="9525"/>
          </a:xfrm>
          <a:custGeom xmlns:a="http://schemas.openxmlformats.org/drawingml/2006/main">
            <a:pathLst>
              <a:path w="9525" h="9525">
                <a:moveTo>
                  <a:pt x="0" y="633"/>
                </a:moveTo>
                <a:lnTo>
                  <a:pt x="5784" y="0"/>
                </a:lnTo>
              </a:path>
            </a:pathLst>
          </a:custGeom>
          <a:noFill xmlns:a="http://schemas.openxmlformats.org/drawingml/2006/main"/>
          <a:ln xmlns:a="http://schemas.openxmlformats.org/drawingml/2006/main" w="28575">
            <a:solidFill>
              <a:srgbClr val="A94737"/>
            </a:solidFill>
            <a:prstDash val="solid"/>
          </a:ln>
        </p:spPr>
      </p:sp>
      <p:sp>
        <p:nvSpPr>
          <p:cNvPr id="54" name="">
            <a:extLst xmlns:a="http://schemas.openxmlformats.org/drawingml/2006/main">
              <a:ext uri="{FF2B5EF4-FFF2-40B4-BE49-F238E27FC236}">
                <a16:creationId xmlns:a16="http://schemas.microsoft.com/office/drawing/2014/main" id="{13E6CB28-44B2-4DA0-B0FF-2333D1980EA0}"/>
              </a:ext>
            </a:extLst>
          </p:cNvPr>
          <p:cNvSpPr>
            <a:spLocks xmlns:a="http://schemas.openxmlformats.org/drawingml/2006/main" noGrp="1"/>
          </p:cNvSpPr>
          <p:nvPr/>
        </p:nvSpPr>
        <p:spPr>
          <a:xfrm xmlns:a="http://schemas.openxmlformats.org/drawingml/2006/main">
            <a:off x="9943462" y="3805450"/>
            <a:ext cx="9525" cy="9525"/>
          </a:xfrm>
          <a:custGeom xmlns:a="http://schemas.openxmlformats.org/drawingml/2006/main">
            <a:pathLst>
              <a:path w="9525" h="9525">
                <a:moveTo>
                  <a:pt x="0" y="583"/>
                </a:moveTo>
                <a:lnTo>
                  <a:pt x="5789" y="0"/>
                </a:lnTo>
              </a:path>
            </a:pathLst>
          </a:custGeom>
          <a:noFill xmlns:a="http://schemas.openxmlformats.org/drawingml/2006/main"/>
          <a:ln xmlns:a="http://schemas.openxmlformats.org/drawingml/2006/main" w="28575">
            <a:solidFill>
              <a:srgbClr val="A94737"/>
            </a:solidFill>
            <a:prstDash val="solid"/>
          </a:ln>
        </p:spPr>
      </p:sp>
      <p:sp>
        <p:nvSpPr>
          <p:cNvPr id="55" name="">
            <a:extLst xmlns:a="http://schemas.openxmlformats.org/drawingml/2006/main">
              <a:ext uri="{FF2B5EF4-FFF2-40B4-BE49-F238E27FC236}">
                <a16:creationId xmlns:a16="http://schemas.microsoft.com/office/drawing/2014/main" id="{F1A0CB20-2C5F-4E18-8293-B4CEF65E2CA0}"/>
              </a:ext>
            </a:extLst>
          </p:cNvPr>
          <p:cNvSpPr>
            <a:spLocks xmlns:a="http://schemas.openxmlformats.org/drawingml/2006/main" noGrp="1"/>
          </p:cNvSpPr>
          <p:nvPr/>
        </p:nvSpPr>
        <p:spPr>
          <a:xfrm xmlns:a="http://schemas.openxmlformats.org/drawingml/2006/main">
            <a:off x="9949251" y="3804917"/>
            <a:ext cx="9525" cy="9525"/>
          </a:xfrm>
          <a:custGeom xmlns:a="http://schemas.openxmlformats.org/drawingml/2006/main">
            <a:pathLst>
              <a:path w="9525" h="9525">
                <a:moveTo>
                  <a:pt x="0" y="532"/>
                </a:moveTo>
                <a:lnTo>
                  <a:pt x="5794" y="0"/>
                </a:lnTo>
              </a:path>
            </a:pathLst>
          </a:custGeom>
          <a:noFill xmlns:a="http://schemas.openxmlformats.org/drawingml/2006/main"/>
          <a:ln xmlns:a="http://schemas.openxmlformats.org/drawingml/2006/main" w="28575">
            <a:solidFill>
              <a:srgbClr val="A94737"/>
            </a:solidFill>
            <a:prstDash val="solid"/>
          </a:ln>
        </p:spPr>
      </p:sp>
      <p:sp>
        <p:nvSpPr>
          <p:cNvPr id="56" name="">
            <a:extLst xmlns:a="http://schemas.openxmlformats.org/drawingml/2006/main">
              <a:ext uri="{FF2B5EF4-FFF2-40B4-BE49-F238E27FC236}">
                <a16:creationId xmlns:a16="http://schemas.microsoft.com/office/drawing/2014/main" id="{221F74ED-7F7F-47B0-9AD6-22223540C937}"/>
              </a:ext>
            </a:extLst>
          </p:cNvPr>
          <p:cNvSpPr>
            <a:spLocks xmlns:a="http://schemas.openxmlformats.org/drawingml/2006/main" noGrp="1"/>
          </p:cNvSpPr>
          <p:nvPr/>
        </p:nvSpPr>
        <p:spPr>
          <a:xfrm xmlns:a="http://schemas.openxmlformats.org/drawingml/2006/main">
            <a:off x="9955045" y="3804435"/>
            <a:ext cx="9525" cy="9525"/>
          </a:xfrm>
          <a:custGeom xmlns:a="http://schemas.openxmlformats.org/drawingml/2006/main">
            <a:pathLst>
              <a:path w="9525" h="9525">
                <a:moveTo>
                  <a:pt x="0" y="482"/>
                </a:moveTo>
                <a:lnTo>
                  <a:pt x="5798" y="0"/>
                </a:lnTo>
              </a:path>
            </a:pathLst>
          </a:custGeom>
          <a:noFill xmlns:a="http://schemas.openxmlformats.org/drawingml/2006/main"/>
          <a:ln xmlns:a="http://schemas.openxmlformats.org/drawingml/2006/main" w="28575">
            <a:solidFill>
              <a:srgbClr val="A94737"/>
            </a:solidFill>
            <a:prstDash val="solid"/>
          </a:ln>
        </p:spPr>
      </p:sp>
      <p:sp>
        <p:nvSpPr>
          <p:cNvPr id="57" name="">
            <a:extLst xmlns:a="http://schemas.openxmlformats.org/drawingml/2006/main">
              <a:ext uri="{FF2B5EF4-FFF2-40B4-BE49-F238E27FC236}">
                <a16:creationId xmlns:a16="http://schemas.microsoft.com/office/drawing/2014/main" id="{5502287E-0427-4CEF-B564-1080A3332DC1}"/>
              </a:ext>
            </a:extLst>
          </p:cNvPr>
          <p:cNvSpPr>
            <a:spLocks xmlns:a="http://schemas.openxmlformats.org/drawingml/2006/main" noGrp="1"/>
          </p:cNvSpPr>
          <p:nvPr/>
        </p:nvSpPr>
        <p:spPr>
          <a:xfrm xmlns:a="http://schemas.openxmlformats.org/drawingml/2006/main">
            <a:off x="9960844" y="3804004"/>
            <a:ext cx="9525" cy="9525"/>
          </a:xfrm>
          <a:custGeom xmlns:a="http://schemas.openxmlformats.org/drawingml/2006/main">
            <a:pathLst>
              <a:path w="9525" h="9525">
                <a:moveTo>
                  <a:pt x="0" y="431"/>
                </a:moveTo>
                <a:lnTo>
                  <a:pt x="5802" y="0"/>
                </a:lnTo>
              </a:path>
            </a:pathLst>
          </a:custGeom>
          <a:noFill xmlns:a="http://schemas.openxmlformats.org/drawingml/2006/main"/>
          <a:ln xmlns:a="http://schemas.openxmlformats.org/drawingml/2006/main" w="28575">
            <a:solidFill>
              <a:srgbClr val="A94737"/>
            </a:solidFill>
            <a:prstDash val="solid"/>
          </a:ln>
        </p:spPr>
      </p:sp>
      <p:sp>
        <p:nvSpPr>
          <p:cNvPr id="58" name="">
            <a:extLst xmlns:a="http://schemas.openxmlformats.org/drawingml/2006/main">
              <a:ext uri="{FF2B5EF4-FFF2-40B4-BE49-F238E27FC236}">
                <a16:creationId xmlns:a16="http://schemas.microsoft.com/office/drawing/2014/main" id="{5A3EDDDC-890E-4DEB-A05B-238C9BB0AC68}"/>
              </a:ext>
            </a:extLst>
          </p:cNvPr>
          <p:cNvSpPr>
            <a:spLocks xmlns:a="http://schemas.openxmlformats.org/drawingml/2006/main" noGrp="1"/>
          </p:cNvSpPr>
          <p:nvPr/>
        </p:nvSpPr>
        <p:spPr>
          <a:xfrm xmlns:a="http://schemas.openxmlformats.org/drawingml/2006/main">
            <a:off x="9966646" y="3803624"/>
            <a:ext cx="9525" cy="9525"/>
          </a:xfrm>
          <a:custGeom xmlns:a="http://schemas.openxmlformats.org/drawingml/2006/main">
            <a:pathLst>
              <a:path w="9525" h="9525">
                <a:moveTo>
                  <a:pt x="0" y="381"/>
                </a:moveTo>
                <a:lnTo>
                  <a:pt x="5806" y="0"/>
                </a:lnTo>
              </a:path>
            </a:pathLst>
          </a:custGeom>
          <a:noFill xmlns:a="http://schemas.openxmlformats.org/drawingml/2006/main"/>
          <a:ln xmlns:a="http://schemas.openxmlformats.org/drawingml/2006/main" w="28575">
            <a:solidFill>
              <a:srgbClr val="A94737"/>
            </a:solidFill>
            <a:prstDash val="solid"/>
          </a:ln>
        </p:spPr>
      </p:sp>
      <p:sp>
        <p:nvSpPr>
          <p:cNvPr id="59" name="">
            <a:extLst xmlns:a="http://schemas.openxmlformats.org/drawingml/2006/main">
              <a:ext uri="{FF2B5EF4-FFF2-40B4-BE49-F238E27FC236}">
                <a16:creationId xmlns:a16="http://schemas.microsoft.com/office/drawing/2014/main" id="{F7488342-0D23-4140-87A9-AF7583E63FF7}"/>
              </a:ext>
            </a:extLst>
          </p:cNvPr>
          <p:cNvSpPr>
            <a:spLocks xmlns:a="http://schemas.openxmlformats.org/drawingml/2006/main" noGrp="1"/>
          </p:cNvSpPr>
          <p:nvPr/>
        </p:nvSpPr>
        <p:spPr>
          <a:xfrm xmlns:a="http://schemas.openxmlformats.org/drawingml/2006/main">
            <a:off x="9972452" y="3803294"/>
            <a:ext cx="9525" cy="9525"/>
          </a:xfrm>
          <a:custGeom xmlns:a="http://schemas.openxmlformats.org/drawingml/2006/main">
            <a:pathLst>
              <a:path w="9525" h="9525">
                <a:moveTo>
                  <a:pt x="0" y="330"/>
                </a:moveTo>
                <a:lnTo>
                  <a:pt x="5809" y="0"/>
                </a:lnTo>
              </a:path>
            </a:pathLst>
          </a:custGeom>
          <a:noFill xmlns:a="http://schemas.openxmlformats.org/drawingml/2006/main"/>
          <a:ln xmlns:a="http://schemas.openxmlformats.org/drawingml/2006/main" w="28575">
            <a:solidFill>
              <a:srgbClr val="A94737"/>
            </a:solidFill>
            <a:prstDash val="solid"/>
          </a:ln>
        </p:spPr>
      </p:sp>
      <p:sp>
        <p:nvSpPr>
          <p:cNvPr id="60" name="">
            <a:extLst xmlns:a="http://schemas.openxmlformats.org/drawingml/2006/main">
              <a:ext uri="{FF2B5EF4-FFF2-40B4-BE49-F238E27FC236}">
                <a16:creationId xmlns:a16="http://schemas.microsoft.com/office/drawing/2014/main" id="{01643B4B-946E-4EE0-9C70-1C5E8E9902C9}"/>
              </a:ext>
            </a:extLst>
          </p:cNvPr>
          <p:cNvSpPr>
            <a:spLocks xmlns:a="http://schemas.openxmlformats.org/drawingml/2006/main" noGrp="1"/>
          </p:cNvSpPr>
          <p:nvPr/>
        </p:nvSpPr>
        <p:spPr>
          <a:xfrm xmlns:a="http://schemas.openxmlformats.org/drawingml/2006/main">
            <a:off x="9978261" y="3803015"/>
            <a:ext cx="9525" cy="9525"/>
          </a:xfrm>
          <a:custGeom xmlns:a="http://schemas.openxmlformats.org/drawingml/2006/main">
            <a:pathLst>
              <a:path w="9525" h="9525">
                <a:moveTo>
                  <a:pt x="0" y="279"/>
                </a:moveTo>
                <a:lnTo>
                  <a:pt x="5812" y="0"/>
                </a:lnTo>
              </a:path>
            </a:pathLst>
          </a:custGeom>
          <a:noFill xmlns:a="http://schemas.openxmlformats.org/drawingml/2006/main"/>
          <a:ln xmlns:a="http://schemas.openxmlformats.org/drawingml/2006/main" w="28575">
            <a:solidFill>
              <a:srgbClr val="A94737"/>
            </a:solidFill>
            <a:prstDash val="solid"/>
          </a:ln>
        </p:spPr>
      </p:sp>
      <p:sp>
        <p:nvSpPr>
          <p:cNvPr id="61" name="">
            <a:extLst xmlns:a="http://schemas.openxmlformats.org/drawingml/2006/main">
              <a:ext uri="{FF2B5EF4-FFF2-40B4-BE49-F238E27FC236}">
                <a16:creationId xmlns:a16="http://schemas.microsoft.com/office/drawing/2014/main" id="{2A689EFE-9365-4B3B-AC4B-210849EEE1D4}"/>
              </a:ext>
            </a:extLst>
          </p:cNvPr>
          <p:cNvSpPr>
            <a:spLocks xmlns:a="http://schemas.openxmlformats.org/drawingml/2006/main" noGrp="1"/>
          </p:cNvSpPr>
          <p:nvPr/>
        </p:nvSpPr>
        <p:spPr>
          <a:xfrm xmlns:a="http://schemas.openxmlformats.org/drawingml/2006/main">
            <a:off x="9984073" y="3802786"/>
            <a:ext cx="9525" cy="9525"/>
          </a:xfrm>
          <a:custGeom xmlns:a="http://schemas.openxmlformats.org/drawingml/2006/main">
            <a:pathLst>
              <a:path w="9525" h="9525">
                <a:moveTo>
                  <a:pt x="0" y="228"/>
                </a:moveTo>
                <a:lnTo>
                  <a:pt x="5814" y="0"/>
                </a:lnTo>
              </a:path>
            </a:pathLst>
          </a:custGeom>
          <a:noFill xmlns:a="http://schemas.openxmlformats.org/drawingml/2006/main"/>
          <a:ln xmlns:a="http://schemas.openxmlformats.org/drawingml/2006/main" w="28575">
            <a:solidFill>
              <a:srgbClr val="A94737"/>
            </a:solidFill>
            <a:prstDash val="solid"/>
          </a:ln>
        </p:spPr>
      </p:sp>
      <p:sp>
        <p:nvSpPr>
          <p:cNvPr id="62" name="">
            <a:extLst xmlns:a="http://schemas.openxmlformats.org/drawingml/2006/main">
              <a:ext uri="{FF2B5EF4-FFF2-40B4-BE49-F238E27FC236}">
                <a16:creationId xmlns:a16="http://schemas.microsoft.com/office/drawing/2014/main" id="{36F3CCF0-33D2-4AFB-83A5-4E230839436D}"/>
              </a:ext>
            </a:extLst>
          </p:cNvPr>
          <p:cNvSpPr>
            <a:spLocks xmlns:a="http://schemas.openxmlformats.org/drawingml/2006/main" noGrp="1"/>
          </p:cNvSpPr>
          <p:nvPr/>
        </p:nvSpPr>
        <p:spPr>
          <a:xfrm xmlns:a="http://schemas.openxmlformats.org/drawingml/2006/main">
            <a:off x="9989887" y="3802608"/>
            <a:ext cx="9525" cy="9525"/>
          </a:xfrm>
          <a:custGeom xmlns:a="http://schemas.openxmlformats.org/drawingml/2006/main">
            <a:pathLst>
              <a:path w="9525" h="9525">
                <a:moveTo>
                  <a:pt x="0" y="178"/>
                </a:moveTo>
                <a:lnTo>
                  <a:pt x="5816" y="0"/>
                </a:lnTo>
              </a:path>
            </a:pathLst>
          </a:custGeom>
          <a:noFill xmlns:a="http://schemas.openxmlformats.org/drawingml/2006/main"/>
          <a:ln xmlns:a="http://schemas.openxmlformats.org/drawingml/2006/main" w="28575">
            <a:solidFill>
              <a:srgbClr val="A94737"/>
            </a:solidFill>
            <a:prstDash val="solid"/>
          </a:ln>
        </p:spPr>
      </p:sp>
      <p:sp>
        <p:nvSpPr>
          <p:cNvPr id="63" name="">
            <a:extLst xmlns:a="http://schemas.openxmlformats.org/drawingml/2006/main">
              <a:ext uri="{FF2B5EF4-FFF2-40B4-BE49-F238E27FC236}">
                <a16:creationId xmlns:a16="http://schemas.microsoft.com/office/drawing/2014/main" id="{3AD9AC1B-E225-43F3-BDEE-2FD198E86F9D}"/>
              </a:ext>
            </a:extLst>
          </p:cNvPr>
          <p:cNvSpPr>
            <a:spLocks xmlns:a="http://schemas.openxmlformats.org/drawingml/2006/main" noGrp="1"/>
          </p:cNvSpPr>
          <p:nvPr/>
        </p:nvSpPr>
        <p:spPr>
          <a:xfrm xmlns:a="http://schemas.openxmlformats.org/drawingml/2006/main">
            <a:off x="9995703" y="3802482"/>
            <a:ext cx="9525" cy="9525"/>
          </a:xfrm>
          <a:custGeom xmlns:a="http://schemas.openxmlformats.org/drawingml/2006/main">
            <a:pathLst>
              <a:path w="9525" h="9525">
                <a:moveTo>
                  <a:pt x="0" y="127"/>
                </a:moveTo>
                <a:lnTo>
                  <a:pt x="5817" y="0"/>
                </a:lnTo>
              </a:path>
            </a:pathLst>
          </a:custGeom>
          <a:noFill xmlns:a="http://schemas.openxmlformats.org/drawingml/2006/main"/>
          <a:ln xmlns:a="http://schemas.openxmlformats.org/drawingml/2006/main" w="28575">
            <a:solidFill>
              <a:srgbClr val="A94737"/>
            </a:solidFill>
            <a:prstDash val="solid"/>
          </a:ln>
        </p:spPr>
      </p:sp>
      <p:sp>
        <p:nvSpPr>
          <p:cNvPr id="64" name="">
            <a:extLst xmlns:a="http://schemas.openxmlformats.org/drawingml/2006/main">
              <a:ext uri="{FF2B5EF4-FFF2-40B4-BE49-F238E27FC236}">
                <a16:creationId xmlns:a16="http://schemas.microsoft.com/office/drawing/2014/main" id="{C7823E13-A736-4933-BA55-B49D138900FC}"/>
              </a:ext>
            </a:extLst>
          </p:cNvPr>
          <p:cNvSpPr>
            <a:spLocks xmlns:a="http://schemas.openxmlformats.org/drawingml/2006/main" noGrp="1"/>
          </p:cNvSpPr>
          <p:nvPr/>
        </p:nvSpPr>
        <p:spPr>
          <a:xfrm xmlns:a="http://schemas.openxmlformats.org/drawingml/2006/main">
            <a:off x="10001520" y="3802405"/>
            <a:ext cx="9525" cy="9525"/>
          </a:xfrm>
          <a:custGeom xmlns:a="http://schemas.openxmlformats.org/drawingml/2006/main">
            <a:pathLst>
              <a:path w="9525" h="9525">
                <a:moveTo>
                  <a:pt x="0" y="76"/>
                </a:moveTo>
                <a:lnTo>
                  <a:pt x="5818" y="0"/>
                </a:lnTo>
              </a:path>
            </a:pathLst>
          </a:custGeom>
          <a:noFill xmlns:a="http://schemas.openxmlformats.org/drawingml/2006/main"/>
          <a:ln xmlns:a="http://schemas.openxmlformats.org/drawingml/2006/main" w="28575">
            <a:solidFill>
              <a:srgbClr val="A94737"/>
            </a:solidFill>
            <a:prstDash val="solid"/>
          </a:ln>
        </p:spPr>
      </p:sp>
      <p:sp>
        <p:nvSpPr>
          <p:cNvPr id="65" name="">
            <a:extLst xmlns:a="http://schemas.openxmlformats.org/drawingml/2006/main">
              <a:ext uri="{FF2B5EF4-FFF2-40B4-BE49-F238E27FC236}">
                <a16:creationId xmlns:a16="http://schemas.microsoft.com/office/drawing/2014/main" id="{3ED92D25-E928-4F0D-8D1A-D48018033C5B}"/>
              </a:ext>
            </a:extLst>
          </p:cNvPr>
          <p:cNvSpPr>
            <a:spLocks xmlns:a="http://schemas.openxmlformats.org/drawingml/2006/main" noGrp="1"/>
          </p:cNvSpPr>
          <p:nvPr/>
        </p:nvSpPr>
        <p:spPr>
          <a:xfrm xmlns:a="http://schemas.openxmlformats.org/drawingml/2006/main">
            <a:off x="10007338" y="3802380"/>
            <a:ext cx="9525" cy="9525"/>
          </a:xfrm>
          <a:custGeom xmlns:a="http://schemas.openxmlformats.org/drawingml/2006/main">
            <a:pathLst>
              <a:path w="9525" h="9525">
                <a:moveTo>
                  <a:pt x="0" y="25"/>
                </a:moveTo>
                <a:lnTo>
                  <a:pt x="5818" y="0"/>
                </a:lnTo>
              </a:path>
            </a:pathLst>
          </a:custGeom>
          <a:noFill xmlns:a="http://schemas.openxmlformats.org/drawingml/2006/main"/>
          <a:ln xmlns:a="http://schemas.openxmlformats.org/drawingml/2006/main" w="28575">
            <a:solidFill>
              <a:srgbClr val="A94737"/>
            </a:solidFill>
            <a:prstDash val="solid"/>
          </a:ln>
        </p:spPr>
      </p:sp>
      <p:sp>
        <p:nvSpPr>
          <p:cNvPr id="66" name="">
            <a:extLst xmlns:a="http://schemas.openxmlformats.org/drawingml/2006/main">
              <a:ext uri="{FF2B5EF4-FFF2-40B4-BE49-F238E27FC236}">
                <a16:creationId xmlns:a16="http://schemas.microsoft.com/office/drawing/2014/main" id="{FCA9677D-2F3C-4D5B-BC0B-624E4BC5AA5B}"/>
              </a:ext>
            </a:extLst>
          </p:cNvPr>
          <p:cNvSpPr>
            <a:spLocks xmlns:a="http://schemas.openxmlformats.org/drawingml/2006/main" noGrp="1"/>
          </p:cNvSpPr>
          <p:nvPr/>
        </p:nvSpPr>
        <p:spPr>
          <a:xfrm xmlns:a="http://schemas.openxmlformats.org/drawingml/2006/main">
            <a:off x="9965531" y="4421505"/>
            <a:ext cx="95250" cy="95250"/>
          </a:xfrm>
          <a:prstGeom xmlns:a="http://schemas.openxmlformats.org/drawingml/2006/main" prst="ellipse">
            <a:avLst/>
          </a:prstGeom>
          <a:solidFill xmlns:a="http://schemas.openxmlformats.org/drawingml/2006/main">
            <a:srgbClr val="A94737"/>
          </a:solidFill>
          <a:ln xmlns:a="http://schemas.openxmlformats.org/drawingml/2006/main" w="0">
            <a:solidFill>
              <a:srgbClr val="A94737"/>
            </a:solidFill>
          </a:ln>
        </p:spPr>
      </p:sp>
      <p:sp>
        <p:nvSpPr>
          <p:cNvPr id="67" name="">
            <a:extLst xmlns:a="http://schemas.openxmlformats.org/drawingml/2006/main">
              <a:ext uri="{FF2B5EF4-FFF2-40B4-BE49-F238E27FC236}">
                <a16:creationId xmlns:a16="http://schemas.microsoft.com/office/drawing/2014/main" id="{FFAA7832-6E8A-46C6-9854-31E565D5F3F2}"/>
              </a:ext>
            </a:extLst>
          </p:cNvPr>
          <p:cNvSpPr>
            <a:spLocks xmlns:a="http://schemas.openxmlformats.org/drawingml/2006/main" noGrp="1"/>
          </p:cNvSpPr>
          <p:nvPr/>
        </p:nvSpPr>
        <p:spPr>
          <a:xfrm xmlns:a="http://schemas.openxmlformats.org/drawingml/2006/main">
            <a:off x="9298781" y="1695450"/>
            <a:ext cx="171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025">
                <a:solidFill>
                  <a:srgbClr val="A94737"/>
                </a:solidFill>
                <a:latin typeface="Yu Gothic"/>
                <a:ea typeface="Yu Gothic"/>
                <a:cs typeface="Yu Gothic"/>
              </a:defRPr>
            </a:defPPr>
            <a:lvl1pPr>
              <a:defRPr sz="2025">
                <a:solidFill>
                  <a:srgbClr val="A94737"/>
                </a:solidFill>
                <a:latin typeface="Yu Gothic"/>
                <a:ea typeface="Yu Gothic"/>
                <a:cs typeface="Yu Gothic"/>
              </a:defRPr>
            </a:lvl1pPr>
            <a:lvl2pPr>
              <a:defRPr sz="2025">
                <a:solidFill>
                  <a:srgbClr val="A94737"/>
                </a:solidFill>
                <a:latin typeface="Yu Gothic"/>
                <a:ea typeface="Yu Gothic"/>
                <a:cs typeface="Yu Gothic"/>
              </a:defRPr>
            </a:lvl2pPr>
            <a:lvl3pPr>
              <a:defRPr sz="2025">
                <a:solidFill>
                  <a:srgbClr val="A94737"/>
                </a:solidFill>
                <a:latin typeface="Yu Gothic"/>
                <a:ea typeface="Yu Gothic"/>
                <a:cs typeface="Yu Gothic"/>
              </a:defRPr>
            </a:lvl3pPr>
            <a:lvl4pPr>
              <a:defRPr sz="2025">
                <a:solidFill>
                  <a:srgbClr val="A94737"/>
                </a:solidFill>
                <a:latin typeface="Yu Gothic"/>
                <a:ea typeface="Yu Gothic"/>
                <a:cs typeface="Yu Gothic"/>
              </a:defRPr>
            </a:lvl4pPr>
            <a:lvl5pPr>
              <a:defRPr sz="2025">
                <a:solidFill>
                  <a:srgbClr val="A94737"/>
                </a:solidFill>
                <a:latin typeface="Yu Gothic"/>
                <a:ea typeface="Yu Gothic"/>
                <a:cs typeface="Yu Gothic"/>
              </a:defRPr>
            </a:lvl5pPr>
            <a:lvl6pPr>
              <a:defRPr sz="2025">
                <a:solidFill>
                  <a:srgbClr val="A94737"/>
                </a:solidFill>
                <a:latin typeface="Yu Gothic"/>
                <a:ea typeface="Yu Gothic"/>
                <a:cs typeface="Yu Gothic"/>
              </a:defRPr>
            </a:lvl6pPr>
            <a:lvl7pPr>
              <a:defRPr sz="2025">
                <a:solidFill>
                  <a:srgbClr val="A94737"/>
                </a:solidFill>
                <a:latin typeface="Yu Gothic"/>
                <a:ea typeface="Yu Gothic"/>
                <a:cs typeface="Yu Gothic"/>
              </a:defRPr>
            </a:lvl7pPr>
            <a:lvl8pPr>
              <a:defRPr sz="2025">
                <a:solidFill>
                  <a:srgbClr val="A94737"/>
                </a:solidFill>
                <a:latin typeface="Yu Gothic"/>
                <a:ea typeface="Yu Gothic"/>
                <a:cs typeface="Yu Gothic"/>
              </a:defRPr>
            </a:lvl8pPr>
            <a:lvl9pPr>
              <a:defRPr sz="2025">
                <a:solidFill>
                  <a:srgbClr val="A94737"/>
                </a:solidFill>
                <a:latin typeface="Yu Gothic"/>
                <a:ea typeface="Yu Gothic"/>
                <a:cs typeface="Yu Gothic"/>
              </a:defRPr>
            </a:lvl9pPr>
          </a:lstStyle>
          <a:p xmlns:a="http://schemas.openxmlformats.org/drawingml/2006/main">
            <a:pPr>
              <a:defRPr sz="2025">
                <a:solidFill>
                  <a:srgbClr val="A94737"/>
                </a:solidFill>
                <a:latin typeface="Yu Gothic"/>
                <a:ea typeface="Yu Gothic"/>
                <a:cs typeface="Yu Gothic"/>
              </a:defRPr>
            </a:pPr>
            <a:r>
              <a:rPr sz="2025">
                <a:solidFill>
                  <a:srgbClr val="A94737"/>
                </a:solidFill>
                <a:latin typeface="Yu Gothic"/>
                <a:ea typeface="Yu Gothic"/>
                <a:cs typeface="Yu Gothic"/>
              </a:rPr>
              <a:t>反：−c</a:t>
            </a:r>
          </a:p>
        </p:txBody>
      </p:sp>
      <p:sp>
        <p:nvSpPr>
          <p:cNvPr id="68" name="">
            <a:extLst xmlns:a="http://schemas.openxmlformats.org/drawingml/2006/main">
              <a:ext uri="{FF2B5EF4-FFF2-40B4-BE49-F238E27FC236}">
                <a16:creationId xmlns:a16="http://schemas.microsoft.com/office/drawing/2014/main" id="{F6A0699D-B22E-43CF-B9BE-6E3FA7EBF41F}"/>
              </a:ext>
            </a:extLst>
          </p:cNvPr>
          <p:cNvSpPr>
            <a:spLocks xmlns:a="http://schemas.openxmlformats.org/drawingml/2006/main" noGrp="1"/>
          </p:cNvSpPr>
          <p:nvPr/>
        </p:nvSpPr>
        <p:spPr>
          <a:xfrm xmlns:a="http://schemas.openxmlformats.org/drawingml/2006/main">
            <a:off x="9917906" y="4554855"/>
            <a:ext cx="47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a:solidFill>
                  <a:srgbClr val="A94737"/>
                </a:solidFill>
                <a:latin typeface="Yu Gothic"/>
                <a:ea typeface="Yu Gothic"/>
                <a:cs typeface="Yu Gothic"/>
              </a:defRPr>
            </a:defPPr>
            <a:lvl1pPr>
              <a:defRPr sz="1875">
                <a:solidFill>
                  <a:srgbClr val="A94737"/>
                </a:solidFill>
                <a:latin typeface="Yu Gothic"/>
                <a:ea typeface="Yu Gothic"/>
                <a:cs typeface="Yu Gothic"/>
              </a:defRPr>
            </a:lvl1pPr>
            <a:lvl2pPr>
              <a:defRPr sz="1875">
                <a:solidFill>
                  <a:srgbClr val="A94737"/>
                </a:solidFill>
                <a:latin typeface="Yu Gothic"/>
                <a:ea typeface="Yu Gothic"/>
                <a:cs typeface="Yu Gothic"/>
              </a:defRPr>
            </a:lvl2pPr>
            <a:lvl3pPr>
              <a:defRPr sz="1875">
                <a:solidFill>
                  <a:srgbClr val="A94737"/>
                </a:solidFill>
                <a:latin typeface="Yu Gothic"/>
                <a:ea typeface="Yu Gothic"/>
                <a:cs typeface="Yu Gothic"/>
              </a:defRPr>
            </a:lvl3pPr>
            <a:lvl4pPr>
              <a:defRPr sz="1875">
                <a:solidFill>
                  <a:srgbClr val="A94737"/>
                </a:solidFill>
                <a:latin typeface="Yu Gothic"/>
                <a:ea typeface="Yu Gothic"/>
                <a:cs typeface="Yu Gothic"/>
              </a:defRPr>
            </a:lvl4pPr>
            <a:lvl5pPr>
              <a:defRPr sz="1875">
                <a:solidFill>
                  <a:srgbClr val="A94737"/>
                </a:solidFill>
                <a:latin typeface="Yu Gothic"/>
                <a:ea typeface="Yu Gothic"/>
                <a:cs typeface="Yu Gothic"/>
              </a:defRPr>
            </a:lvl5pPr>
            <a:lvl6pPr>
              <a:defRPr sz="1875">
                <a:solidFill>
                  <a:srgbClr val="A94737"/>
                </a:solidFill>
                <a:latin typeface="Yu Gothic"/>
                <a:ea typeface="Yu Gothic"/>
                <a:cs typeface="Yu Gothic"/>
              </a:defRPr>
            </a:lvl6pPr>
            <a:lvl7pPr>
              <a:defRPr sz="1875">
                <a:solidFill>
                  <a:srgbClr val="A94737"/>
                </a:solidFill>
                <a:latin typeface="Yu Gothic"/>
                <a:ea typeface="Yu Gothic"/>
                <a:cs typeface="Yu Gothic"/>
              </a:defRPr>
            </a:lvl7pPr>
            <a:lvl8pPr>
              <a:defRPr sz="1875">
                <a:solidFill>
                  <a:srgbClr val="A94737"/>
                </a:solidFill>
                <a:latin typeface="Yu Gothic"/>
                <a:ea typeface="Yu Gothic"/>
                <a:cs typeface="Yu Gothic"/>
              </a:defRPr>
            </a:lvl8pPr>
            <a:lvl9pPr>
              <a:defRPr sz="1875">
                <a:solidFill>
                  <a:srgbClr val="A94737"/>
                </a:solidFill>
                <a:latin typeface="Yu Gothic"/>
                <a:ea typeface="Yu Gothic"/>
                <a:cs typeface="Yu Gothic"/>
              </a:defRPr>
            </a:lvl9pPr>
          </a:lstStyle>
          <a:p xmlns:a="http://schemas.openxmlformats.org/drawingml/2006/main">
            <a:pPr>
              <a:defRPr sz="1875">
                <a:solidFill>
                  <a:srgbClr val="A94737"/>
                </a:solidFill>
                <a:latin typeface="Yu Gothic"/>
                <a:ea typeface="Yu Gothic"/>
                <a:cs typeface="Yu Gothic"/>
              </a:defRPr>
            </a:pPr>
            <a:r>
              <a:rPr sz="1875">
                <a:solidFill>
                  <a:srgbClr val="A94737"/>
                </a:solidFill>
                <a:latin typeface="Yu Gothic"/>
                <a:ea typeface="Yu Gothic"/>
                <a:cs typeface="Yu Gothic"/>
              </a:rPr>
              <a:t>O</a:t>
            </a:r>
          </a:p>
        </p:txBody>
      </p:sp>
      <p:sp>
        <p:nvSpPr>
          <p:cNvPr id="69" name="">
            <a:extLst xmlns:a="http://schemas.openxmlformats.org/drawingml/2006/main">
              <a:ext uri="{FF2B5EF4-FFF2-40B4-BE49-F238E27FC236}">
                <a16:creationId xmlns:a16="http://schemas.microsoft.com/office/drawing/2014/main" id="{0B2FF350-66C4-407E-9236-969A25389AFA}"/>
              </a:ext>
            </a:extLst>
          </p:cNvPr>
          <p:cNvSpPr>
            <a:spLocks xmlns:a="http://schemas.openxmlformats.org/drawingml/2006/main" noGrp="1"/>
          </p:cNvSpPr>
          <p:nvPr/>
        </p:nvSpPr>
        <p:spPr>
          <a:xfrm xmlns:a="http://schemas.openxmlformats.org/drawingml/2006/main">
            <a:off x="9155906" y="3516630"/>
            <a:ext cx="85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a:solidFill>
                  <a:srgbClr val="A94737"/>
                </a:solidFill>
                <a:latin typeface="Yu Gothic"/>
                <a:ea typeface="Yu Gothic"/>
                <a:cs typeface="Yu Gothic"/>
              </a:defRPr>
            </a:defPPr>
            <a:lvl1pPr>
              <a:defRPr sz="1875">
                <a:solidFill>
                  <a:srgbClr val="A94737"/>
                </a:solidFill>
                <a:latin typeface="Yu Gothic"/>
                <a:ea typeface="Yu Gothic"/>
                <a:cs typeface="Yu Gothic"/>
              </a:defRPr>
            </a:lvl1pPr>
            <a:lvl2pPr>
              <a:defRPr sz="1875">
                <a:solidFill>
                  <a:srgbClr val="A94737"/>
                </a:solidFill>
                <a:latin typeface="Yu Gothic"/>
                <a:ea typeface="Yu Gothic"/>
                <a:cs typeface="Yu Gothic"/>
              </a:defRPr>
            </a:lvl2pPr>
            <a:lvl3pPr>
              <a:defRPr sz="1875">
                <a:solidFill>
                  <a:srgbClr val="A94737"/>
                </a:solidFill>
                <a:latin typeface="Yu Gothic"/>
                <a:ea typeface="Yu Gothic"/>
                <a:cs typeface="Yu Gothic"/>
              </a:defRPr>
            </a:lvl3pPr>
            <a:lvl4pPr>
              <a:defRPr sz="1875">
                <a:solidFill>
                  <a:srgbClr val="A94737"/>
                </a:solidFill>
                <a:latin typeface="Yu Gothic"/>
                <a:ea typeface="Yu Gothic"/>
                <a:cs typeface="Yu Gothic"/>
              </a:defRPr>
            </a:lvl4pPr>
            <a:lvl5pPr>
              <a:defRPr sz="1875">
                <a:solidFill>
                  <a:srgbClr val="A94737"/>
                </a:solidFill>
                <a:latin typeface="Yu Gothic"/>
                <a:ea typeface="Yu Gothic"/>
                <a:cs typeface="Yu Gothic"/>
              </a:defRPr>
            </a:lvl5pPr>
            <a:lvl6pPr>
              <a:defRPr sz="1875">
                <a:solidFill>
                  <a:srgbClr val="A94737"/>
                </a:solidFill>
                <a:latin typeface="Yu Gothic"/>
                <a:ea typeface="Yu Gothic"/>
                <a:cs typeface="Yu Gothic"/>
              </a:defRPr>
            </a:lvl6pPr>
            <a:lvl7pPr>
              <a:defRPr sz="1875">
                <a:solidFill>
                  <a:srgbClr val="A94737"/>
                </a:solidFill>
                <a:latin typeface="Yu Gothic"/>
                <a:ea typeface="Yu Gothic"/>
                <a:cs typeface="Yu Gothic"/>
              </a:defRPr>
            </a:lvl7pPr>
            <a:lvl8pPr>
              <a:defRPr sz="1875">
                <a:solidFill>
                  <a:srgbClr val="A94737"/>
                </a:solidFill>
                <a:latin typeface="Yu Gothic"/>
                <a:ea typeface="Yu Gothic"/>
                <a:cs typeface="Yu Gothic"/>
              </a:defRPr>
            </a:lvl8pPr>
            <a:lvl9pPr>
              <a:defRPr sz="1875">
                <a:solidFill>
                  <a:srgbClr val="A94737"/>
                </a:solidFill>
                <a:latin typeface="Yu Gothic"/>
                <a:ea typeface="Yu Gothic"/>
                <a:cs typeface="Yu Gothic"/>
              </a:defRPr>
            </a:lvl9pPr>
          </a:lstStyle>
          <a:p xmlns:a="http://schemas.openxmlformats.org/drawingml/2006/main">
            <a:pPr>
              <a:defRPr sz="1875">
                <a:solidFill>
                  <a:srgbClr val="A94737"/>
                </a:solidFill>
                <a:latin typeface="Yu Gothic"/>
                <a:ea typeface="Yu Gothic"/>
                <a:cs typeface="Yu Gothic"/>
              </a:defRPr>
            </a:pPr>
            <a:r>
              <a:rPr sz="1875">
                <a:solidFill>
                  <a:srgbClr val="A94737"/>
                </a:solidFill>
                <a:latin typeface="Yu Gothic"/>
                <a:ea typeface="Yu Gothic"/>
                <a:cs typeface="Yu Gothic"/>
              </a:rPr>
              <a:t>−c</a:t>
            </a:r>
          </a:p>
        </p:txBody>
      </p:sp>
      <p:sp>
        <p:nvSpPr>
          <p:cNvPr id="70" name="">
            <a:extLst xmlns:a="http://schemas.openxmlformats.org/drawingml/2006/main">
              <a:ext uri="{FF2B5EF4-FFF2-40B4-BE49-F238E27FC236}">
                <a16:creationId xmlns:a16="http://schemas.microsoft.com/office/drawing/2014/main" id="{338AEFBF-6DCD-47B2-8785-F4CD7F64E53B}"/>
              </a:ext>
            </a:extLst>
          </p:cNvPr>
          <p:cNvSpPr>
            <a:spLocks xmlns:a="http://schemas.openxmlformats.org/drawingml/2006/main" noGrp="1"/>
          </p:cNvSpPr>
          <p:nvPr/>
        </p:nvSpPr>
        <p:spPr>
          <a:xfrm xmlns:a="http://schemas.openxmlformats.org/drawingml/2006/main">
            <a:off x="6210300" y="5505450"/>
            <a:ext cx="50577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650">
                <a:solidFill>
                  <a:srgbClr val="52616A"/>
                </a:solidFill>
                <a:latin typeface="Yu Gothic"/>
                <a:ea typeface="Yu Gothic"/>
                <a:cs typeface="Yu Gothic"/>
              </a:defRPr>
            </a:defPPr>
            <a:lvl1pPr>
              <a:defRPr sz="1650">
                <a:solidFill>
                  <a:srgbClr val="52616A"/>
                </a:solidFill>
                <a:latin typeface="Yu Gothic"/>
                <a:ea typeface="Yu Gothic"/>
                <a:cs typeface="Yu Gothic"/>
              </a:defRPr>
            </a:lvl1pPr>
            <a:lvl2pPr>
              <a:defRPr sz="1650">
                <a:solidFill>
                  <a:srgbClr val="52616A"/>
                </a:solidFill>
                <a:latin typeface="Yu Gothic"/>
                <a:ea typeface="Yu Gothic"/>
                <a:cs typeface="Yu Gothic"/>
              </a:defRPr>
            </a:lvl2pPr>
            <a:lvl3pPr>
              <a:defRPr sz="1650">
                <a:solidFill>
                  <a:srgbClr val="52616A"/>
                </a:solidFill>
                <a:latin typeface="Yu Gothic"/>
                <a:ea typeface="Yu Gothic"/>
                <a:cs typeface="Yu Gothic"/>
              </a:defRPr>
            </a:lvl3pPr>
            <a:lvl4pPr>
              <a:defRPr sz="1650">
                <a:solidFill>
                  <a:srgbClr val="52616A"/>
                </a:solidFill>
                <a:latin typeface="Yu Gothic"/>
                <a:ea typeface="Yu Gothic"/>
                <a:cs typeface="Yu Gothic"/>
              </a:defRPr>
            </a:lvl4pPr>
            <a:lvl5pPr>
              <a:defRPr sz="1650">
                <a:solidFill>
                  <a:srgbClr val="52616A"/>
                </a:solidFill>
                <a:latin typeface="Yu Gothic"/>
                <a:ea typeface="Yu Gothic"/>
                <a:cs typeface="Yu Gothic"/>
              </a:defRPr>
            </a:lvl5pPr>
            <a:lvl6pPr>
              <a:defRPr sz="1650">
                <a:solidFill>
                  <a:srgbClr val="52616A"/>
                </a:solidFill>
                <a:latin typeface="Yu Gothic"/>
                <a:ea typeface="Yu Gothic"/>
                <a:cs typeface="Yu Gothic"/>
              </a:defRPr>
            </a:lvl6pPr>
            <a:lvl7pPr>
              <a:defRPr sz="1650">
                <a:solidFill>
                  <a:srgbClr val="52616A"/>
                </a:solidFill>
                <a:latin typeface="Yu Gothic"/>
                <a:ea typeface="Yu Gothic"/>
                <a:cs typeface="Yu Gothic"/>
              </a:defRPr>
            </a:lvl7pPr>
            <a:lvl8pPr>
              <a:defRPr sz="1650">
                <a:solidFill>
                  <a:srgbClr val="52616A"/>
                </a:solidFill>
                <a:latin typeface="Yu Gothic"/>
                <a:ea typeface="Yu Gothic"/>
                <a:cs typeface="Yu Gothic"/>
              </a:defRPr>
            </a:lvl8pPr>
            <a:lvl9pPr>
              <a:defRPr sz="1650">
                <a:solidFill>
                  <a:srgbClr val="52616A"/>
                </a:solidFill>
                <a:latin typeface="Yu Gothic"/>
                <a:ea typeface="Yu Gothic"/>
                <a:cs typeface="Yu Gothic"/>
              </a:defRPr>
            </a:lvl9pPr>
          </a:lstStyle>
          <a:p xmlns:a="http://schemas.openxmlformats.org/drawingml/2006/main">
            <a:pPr>
              <a:defRPr sz="1650">
                <a:solidFill>
                  <a:srgbClr val="52616A"/>
                </a:solidFill>
                <a:latin typeface="Yu Gothic"/>
                <a:ea typeface="Yu Gothic"/>
                <a:cs typeface="Yu Gothic"/>
              </a:defRPr>
            </a:pPr>
            <a:r>
              <a:rPr sz="1650">
                <a:solidFill>
                  <a:srgbClr val="52616A"/>
                </a:solidFill>
                <a:latin typeface="Yu Gothic"/>
                <a:ea typeface="Yu Gothic"/>
                <a:cs typeface="Yu Gothic"/>
              </a:rPr>
              <a:t>同じ器械点の姿勢比較／角を誇張</a:t>
            </a:r>
          </a:p>
        </p:txBody>
      </p:sp>
    </p:spTree>
    <p:extLst>
      <p:ext uri="{BB962C8B-B14F-4D97-AF65-F5344CB8AC3E}">
        <p14:creationId xmlns:p14="http://schemas.microsoft.com/office/powerpoint/2010/main" val="9249861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B2936C7-F28C-452D-AF7D-D208CD3585A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1B3C5453-63B0-4C7B-9631-F9348B3CD1AD}"/>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4-3 減らす｜18–29分</a:t>
            </a:r>
          </a:p>
        </p:txBody>
      </p:sp>
      <p:sp>
        <p:nvSpPr>
          <p:cNvPr id="3" name="">
            <a:extLst xmlns:a="http://schemas.openxmlformats.org/drawingml/2006/main">
              <a:ext uri="{FF2B5EF4-FFF2-40B4-BE49-F238E27FC236}">
                <a16:creationId xmlns:a16="http://schemas.microsoft.com/office/drawing/2014/main" id="{AD0161C1-804F-497D-A2BC-8693911FA29E}"/>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反対符号の成分は、平均で相殺する</a:t>
            </a:r>
          </a:p>
        </p:txBody>
      </p:sp>
      <p:sp>
        <p:nvSpPr>
          <p:cNvPr id="4" name="">
            <a:extLst xmlns:a="http://schemas.openxmlformats.org/drawingml/2006/main">
              <a:ext uri="{FF2B5EF4-FFF2-40B4-BE49-F238E27FC236}">
                <a16:creationId xmlns:a16="http://schemas.microsoft.com/office/drawing/2014/main" id="{AA77F97E-6073-45D3-8E99-BB00F372AFC4}"/>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64F2015A-5E34-4540-9014-8554E546D731}"/>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1FAB4049-B681-498D-999F-8D81A7B812C7}"/>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19</a:t>
            </a:r>
          </a:p>
        </p:txBody>
      </p:sp>
      <p:sp>
        <p:nvSpPr>
          <p:cNvPr id="7" name="">
            <a:extLst xmlns:a="http://schemas.openxmlformats.org/drawingml/2006/main">
              <a:ext uri="{FF2B5EF4-FFF2-40B4-BE49-F238E27FC236}">
                <a16:creationId xmlns:a16="http://schemas.microsoft.com/office/drawing/2014/main" id="{959F137F-9006-4260-B6D9-7B9F2984566E}"/>
              </a:ext>
            </a:extLst>
          </p:cNvPr>
          <p:cNvSpPr>
            <a:spLocks xmlns:a="http://schemas.openxmlformats.org/drawingml/2006/main" noGrp="1"/>
          </p:cNvSpPr>
          <p:nvPr/>
        </p:nvSpPr>
        <p:spPr>
          <a:xfrm xmlns:a="http://schemas.openxmlformats.org/drawingml/2006/main">
            <a:off x="1143000" y="1714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真の方向40°、正に＋3″、換算反に−3″</a:t>
            </a:r>
          </a:p>
        </p:txBody>
      </p:sp>
      <p:sp>
        <p:nvSpPr>
          <p:cNvPr id="8" name="">
            <a:extLst xmlns:a="http://schemas.openxmlformats.org/drawingml/2006/main">
              <a:ext uri="{FF2B5EF4-FFF2-40B4-BE49-F238E27FC236}">
                <a16:creationId xmlns:a16="http://schemas.microsoft.com/office/drawing/2014/main" id="{24A0574C-8688-44C9-901A-39E811B947BA}"/>
              </a:ext>
            </a:extLst>
          </p:cNvPr>
          <p:cNvSpPr>
            <a:spLocks xmlns:a="http://schemas.openxmlformats.org/drawingml/2006/main" noGrp="1"/>
          </p:cNvSpPr>
          <p:nvPr/>
        </p:nvSpPr>
        <p:spPr>
          <a:xfrm xmlns:a="http://schemas.openxmlformats.org/drawingml/2006/main">
            <a:off x="1143000" y="22860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正＝40°00′03″、換算反＝39°59′57″</a:t>
            </a:r>
          </a:p>
        </p:txBody>
      </p:sp>
      <p:sp>
        <p:nvSpPr>
          <p:cNvPr id="9" name="">
            <a:extLst xmlns:a="http://schemas.openxmlformats.org/drawingml/2006/main">
              <a:ext uri="{FF2B5EF4-FFF2-40B4-BE49-F238E27FC236}">
                <a16:creationId xmlns:a16="http://schemas.microsoft.com/office/drawing/2014/main" id="{E8818092-439D-4E75-919A-ABD68F2278F6}"/>
              </a:ext>
            </a:extLst>
          </p:cNvPr>
          <p:cNvSpPr>
            <a:spLocks xmlns:a="http://schemas.openxmlformats.org/drawingml/2006/main" noGrp="1"/>
          </p:cNvSpPr>
          <p:nvPr/>
        </p:nvSpPr>
        <p:spPr>
          <a:xfrm xmlns:a="http://schemas.openxmlformats.org/drawingml/2006/main">
            <a:off x="1143000" y="2857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共通の＋5″があれば平均にも＋5″残る</a:t>
            </a:r>
          </a:p>
        </p:txBody>
      </p:sp>
      <p:sp>
        <p:nvSpPr>
          <p:cNvPr id="10" name="">
            <a:extLst xmlns:a="http://schemas.openxmlformats.org/drawingml/2006/main">
              <a:ext uri="{FF2B5EF4-FFF2-40B4-BE49-F238E27FC236}">
                <a16:creationId xmlns:a16="http://schemas.microsoft.com/office/drawing/2014/main" id="{D85E2136-8F17-4211-A78A-FC7AF80D83B2}"/>
              </a:ext>
            </a:extLst>
          </p:cNvPr>
          <p:cNvSpPr>
            <a:spLocks xmlns:a="http://schemas.openxmlformats.org/drawingml/2006/main" noGrp="1"/>
          </p:cNvSpPr>
          <p:nvPr/>
        </p:nvSpPr>
        <p:spPr>
          <a:xfrm xmlns:a="http://schemas.openxmlformats.org/drawingml/2006/main">
            <a:off x="781050" y="52197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平均で減る成分と、残る成分がある</a:t>
            </a:r>
          </a:p>
        </p:txBody>
      </p:sp>
    </p:spTree>
    <p:extLst>
      <p:ext uri="{BB962C8B-B14F-4D97-AF65-F5344CB8AC3E}">
        <p14:creationId xmlns:p14="http://schemas.microsoft.com/office/powerpoint/2010/main" val="730966371"/>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E573FF9-0F07-434A-8B8C-1D2CB1C4346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4AA71D2F-5F93-4008-AF58-1ACC50B782CB}"/>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4-3 減らす｜18–29分</a:t>
            </a:r>
          </a:p>
        </p:txBody>
      </p:sp>
      <p:sp>
        <p:nvSpPr>
          <p:cNvPr id="3" name="">
            <a:extLst xmlns:a="http://schemas.openxmlformats.org/drawingml/2006/main">
              <a:ext uri="{FF2B5EF4-FFF2-40B4-BE49-F238E27FC236}">
                <a16:creationId xmlns:a16="http://schemas.microsoft.com/office/drawing/2014/main" id="{57D43908-0A08-4265-B15B-7417EB9AEEE3}"/>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正反観測で軽減するのは、この3つ</a:t>
            </a:r>
          </a:p>
        </p:txBody>
      </p:sp>
      <p:sp>
        <p:nvSpPr>
          <p:cNvPr id="4" name="">
            <a:extLst xmlns:a="http://schemas.openxmlformats.org/drawingml/2006/main">
              <a:ext uri="{FF2B5EF4-FFF2-40B4-BE49-F238E27FC236}">
                <a16:creationId xmlns:a16="http://schemas.microsoft.com/office/drawing/2014/main" id="{AAB9DE3E-EE1A-466A-A40F-1946ED87BF8B}"/>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F9684DE5-BC53-47D7-B09C-B7B78BD32210}"/>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497C1B62-58BF-4CAD-8978-8F5F3B16C52A}"/>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20</a:t>
            </a:r>
          </a:p>
        </p:txBody>
      </p:sp>
      <p:sp>
        <p:nvSpPr>
          <p:cNvPr id="7" name="">
            <a:extLst xmlns:a="http://schemas.openxmlformats.org/drawingml/2006/main">
              <a:ext uri="{FF2B5EF4-FFF2-40B4-BE49-F238E27FC236}">
                <a16:creationId xmlns:a16="http://schemas.microsoft.com/office/drawing/2014/main" id="{2BE6B614-DA0F-42C0-B08D-6B33C52A4B55}"/>
              </a:ext>
            </a:extLst>
          </p:cNvPr>
          <p:cNvSpPr>
            <a:spLocks xmlns:a="http://schemas.openxmlformats.org/drawingml/2006/main" noGrp="1"/>
          </p:cNvSpPr>
          <p:nvPr/>
        </p:nvSpPr>
        <p:spPr>
          <a:xfrm xmlns:a="http://schemas.openxmlformats.org/drawingml/2006/main">
            <a:off x="723900" y="157162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52616A"/>
                </a:solidFill>
                <a:latin typeface="Yu Gothic"/>
                <a:ea typeface="Yu Gothic"/>
                <a:cs typeface="Yu Gothic"/>
              </a:defRPr>
            </a:defPPr>
            <a:lvl1pPr algn="l">
              <a:defRPr sz="2250" b="1">
                <a:solidFill>
                  <a:srgbClr val="52616A"/>
                </a:solidFill>
                <a:latin typeface="Yu Gothic"/>
                <a:ea typeface="Yu Gothic"/>
                <a:cs typeface="Yu Gothic"/>
              </a:defRPr>
            </a:lvl1pPr>
            <a:lvl2pPr algn="l">
              <a:defRPr sz="2250" b="1">
                <a:solidFill>
                  <a:srgbClr val="52616A"/>
                </a:solidFill>
                <a:latin typeface="Yu Gothic"/>
                <a:ea typeface="Yu Gothic"/>
                <a:cs typeface="Yu Gothic"/>
              </a:defRPr>
            </a:lvl2pPr>
            <a:lvl3pPr algn="l">
              <a:defRPr sz="2250" b="1">
                <a:solidFill>
                  <a:srgbClr val="52616A"/>
                </a:solidFill>
                <a:latin typeface="Yu Gothic"/>
                <a:ea typeface="Yu Gothic"/>
                <a:cs typeface="Yu Gothic"/>
              </a:defRPr>
            </a:lvl3pPr>
            <a:lvl4pPr algn="l">
              <a:defRPr sz="2250" b="1">
                <a:solidFill>
                  <a:srgbClr val="52616A"/>
                </a:solidFill>
                <a:latin typeface="Yu Gothic"/>
                <a:ea typeface="Yu Gothic"/>
                <a:cs typeface="Yu Gothic"/>
              </a:defRPr>
            </a:lvl4pPr>
            <a:lvl5pPr algn="l">
              <a:defRPr sz="2250" b="1">
                <a:solidFill>
                  <a:srgbClr val="52616A"/>
                </a:solidFill>
                <a:latin typeface="Yu Gothic"/>
                <a:ea typeface="Yu Gothic"/>
                <a:cs typeface="Yu Gothic"/>
              </a:defRPr>
            </a:lvl5pPr>
            <a:lvl6pPr algn="l">
              <a:defRPr sz="2250" b="1">
                <a:solidFill>
                  <a:srgbClr val="52616A"/>
                </a:solidFill>
                <a:latin typeface="Yu Gothic"/>
                <a:ea typeface="Yu Gothic"/>
                <a:cs typeface="Yu Gothic"/>
              </a:defRPr>
            </a:lvl6pPr>
            <a:lvl7pPr algn="l">
              <a:defRPr sz="2250" b="1">
                <a:solidFill>
                  <a:srgbClr val="52616A"/>
                </a:solidFill>
                <a:latin typeface="Yu Gothic"/>
                <a:ea typeface="Yu Gothic"/>
                <a:cs typeface="Yu Gothic"/>
              </a:defRPr>
            </a:lvl7pPr>
            <a:lvl8pPr algn="l">
              <a:defRPr sz="2250" b="1">
                <a:solidFill>
                  <a:srgbClr val="52616A"/>
                </a:solidFill>
                <a:latin typeface="Yu Gothic"/>
                <a:ea typeface="Yu Gothic"/>
                <a:cs typeface="Yu Gothic"/>
              </a:defRPr>
            </a:lvl8pPr>
            <a:lvl9pPr algn="l">
              <a:defRPr sz="2250" b="1">
                <a:solidFill>
                  <a:srgbClr val="52616A"/>
                </a:solidFill>
                <a:latin typeface="Yu Gothic"/>
                <a:ea typeface="Yu Gothic"/>
                <a:cs typeface="Yu Gothic"/>
              </a:defRPr>
            </a:lvl9pPr>
          </a:lstStyle>
          <a:p xmlns:a="http://schemas.openxmlformats.org/drawingml/2006/main">
            <a:pPr algn="l">
              <a:defRPr sz="2250" b="1">
                <a:solidFill>
                  <a:srgbClr val="52616A"/>
                </a:solidFill>
                <a:latin typeface="Yu Gothic"/>
                <a:ea typeface="Yu Gothic"/>
                <a:cs typeface="Yu Gothic"/>
              </a:defRPr>
            </a:pPr>
            <a:r>
              <a:rPr sz="2250" b="1">
                <a:solidFill>
                  <a:srgbClr val="52616A"/>
                </a:solidFill>
                <a:latin typeface="Yu Gothic"/>
                <a:ea typeface="Yu Gothic"/>
                <a:cs typeface="Yu Gothic"/>
              </a:rPr>
              <a:t>同じ条件で反転し、平均する</a:t>
            </a:r>
          </a:p>
        </p:txBody>
      </p:sp>
      <p:graphicFrame>
        <p:nvGraphicFramePr>
          <p:cNvPr id="8" name="">
            <a:extLst xmlns:a="http://schemas.openxmlformats.org/drawingml/2006/main">
              <a:ext uri="{FF2B5EF4-FFF2-40B4-BE49-F238E27FC236}">
                <a16:creationId xmlns:a16="http://schemas.microsoft.com/office/drawing/2014/main" id="{F619A3F3-6B9E-46CA-9D3B-D1159AE62E2B}"/>
              </a:ext>
            </a:extLst>
          </p:cNvPr>
          <p:cNvGraphicFramePr/>
          <p:nvPr/>
        </p:nvGraphicFramePr>
        <p:xfrm>
          <a:off xmlns:a="http://schemas.openxmlformats.org/drawingml/2006/main" x="723900" y="2381250"/>
          <a:ext xmlns:a="http://schemas.openxmlformats.org/drawingml/2006/main" cx="10744200" cy="2762250"/>
        </p:xfrm>
        <a:graphic xmlns:a="http://schemas.openxmlformats.org/drawingml/2006/main">
          <a:graphicData uri="http://schemas.openxmlformats.org/drawingml/2006/table">
            <a:tbl>
              <a:tblPr/>
              <a:tblGrid>
                <a:gridCol w="4297680"/>
                <a:gridCol w="6446520"/>
              </a:tblGrid>
              <a:tr h="690563">
                <a:tc>
                  <a:txBody>
                    <a:bodyPr wrap="square" lIns="57150" tIns="57150" rIns="57150" bIns="57150">
                      <a:noAutofit/>
                    </a:bodyPr>
                    <a:lstStyle/>
                    <a:p>
                      <a:pPr algn="ctr"/>
                      <a:r>
                        <a:rPr sz="1950" b="1">
                          <a:solidFill>
                            <a:srgbClr val="FFFFFF"/>
                          </a:solidFill>
                          <a:latin typeface="Yu Gothic"/>
                          <a:ea typeface="Yu Gothic"/>
                          <a:cs typeface="Yu Gothic"/>
                        </a:rPr>
                        <a:t>誤差の種類</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由来</a:t>
                      </a:r>
                    </a:p>
                  </a:txBody>
                  <a:tcPr marL="91440" marR="91440" marT="45720" marB="45720" anchor="ctr">
                    <a:solidFill>
                      <a:srgbClr val="166B68"/>
                    </a:solidFill>
                  </a:tcPr>
                </a:tc>
              </a:tr>
              <a:tr h="690563">
                <a:tc>
                  <a:txBody>
                    <a:bodyPr wrap="square" lIns="57150" tIns="57150" rIns="57150" bIns="57150">
                      <a:noAutofit/>
                    </a:bodyPr>
                    <a:lstStyle/>
                    <a:p>
                      <a:pPr algn="ctr"/>
                      <a:r>
                        <a:rPr sz="1950" b="0">
                          <a:solidFill>
                            <a:srgbClr val="182B33"/>
                          </a:solidFill>
                          <a:latin typeface="Yu Gothic"/>
                          <a:ea typeface="Yu Gothic"/>
                          <a:cs typeface="Yu Gothic"/>
                        </a:rPr>
                        <a:t>視準軸誤差</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視準軸と水平軸の直交ずれ</a:t>
                      </a:r>
                    </a:p>
                  </a:txBody>
                  <a:tcPr marL="91440" marR="91440" marT="45720" marB="45720" anchor="ctr"/>
                </a:tc>
              </a:tr>
              <a:tr h="690563">
                <a:tc>
                  <a:txBody>
                    <a:bodyPr wrap="square" lIns="57150" tIns="57150" rIns="57150" bIns="57150">
                      <a:noAutofit/>
                    </a:bodyPr>
                    <a:lstStyle/>
                    <a:p>
                      <a:pPr algn="ctr"/>
                      <a:r>
                        <a:rPr sz="1950" b="0">
                          <a:solidFill>
                            <a:srgbClr val="182B33"/>
                          </a:solidFill>
                          <a:latin typeface="Yu Gothic"/>
                          <a:ea typeface="Yu Gothic"/>
                          <a:cs typeface="Yu Gothic"/>
                        </a:rPr>
                        <a:t>水平軸誤差</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水平軸と鉛直軸の直交ずれ</a:t>
                      </a:r>
                    </a:p>
                  </a:txBody>
                  <a:tcPr marL="91440" marR="91440" marT="45720" marB="45720" anchor="ctr"/>
                </a:tc>
              </a:tr>
              <a:tr h="690563">
                <a:tc>
                  <a:txBody>
                    <a:bodyPr wrap="square" lIns="57150" tIns="57150" rIns="57150" bIns="57150">
                      <a:noAutofit/>
                    </a:bodyPr>
                    <a:lstStyle/>
                    <a:p>
                      <a:pPr algn="ctr"/>
                      <a:r>
                        <a:rPr sz="1950" b="0">
                          <a:solidFill>
                            <a:srgbClr val="182B33"/>
                          </a:solidFill>
                          <a:latin typeface="Yu Gothic"/>
                          <a:ea typeface="Yu Gothic"/>
                          <a:cs typeface="Yu Gothic"/>
                        </a:rPr>
                        <a:t>水平目盛盤の偏心</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目盛円中心と回転中心のずれ</a:t>
                      </a:r>
                    </a:p>
                  </a:txBody>
                  <a:tcPr marL="91440" marR="91440" marT="45720" marB="45720" anchor="ctr"/>
                </a:tc>
              </a:tr>
            </a:tbl>
          </a:graphicData>
        </a:graphic>
      </p:graphicFrame>
    </p:spTree>
    <p:extLst>
      <p:ext uri="{BB962C8B-B14F-4D97-AF65-F5344CB8AC3E}">
        <p14:creationId xmlns:p14="http://schemas.microsoft.com/office/powerpoint/2010/main" val="210488259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1DEB3188-FCDF-44CF-838B-E8CF412A3642}"/>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CA4EBBD3-3EEE-4DDA-A318-AC7A20EC0C28}"/>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4-3 減らす｜18–29分</a:t>
            </a:r>
          </a:p>
        </p:txBody>
      </p:sp>
      <p:sp>
        <p:nvSpPr>
          <p:cNvPr id="3" name="">
            <a:extLst xmlns:a="http://schemas.openxmlformats.org/drawingml/2006/main">
              <a:ext uri="{FF2B5EF4-FFF2-40B4-BE49-F238E27FC236}">
                <a16:creationId xmlns:a16="http://schemas.microsoft.com/office/drawing/2014/main" id="{B2DE54D1-2CEA-4BAD-999E-86BE089FD308}"/>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目盛盤の偏心と、求心ずれは別物</a:t>
            </a:r>
          </a:p>
        </p:txBody>
      </p:sp>
      <p:sp>
        <p:nvSpPr>
          <p:cNvPr id="4" name="">
            <a:extLst xmlns:a="http://schemas.openxmlformats.org/drawingml/2006/main">
              <a:ext uri="{FF2B5EF4-FFF2-40B4-BE49-F238E27FC236}">
                <a16:creationId xmlns:a16="http://schemas.microsoft.com/office/drawing/2014/main" id="{0B1E2AE3-C185-40AC-B953-84A64F306060}"/>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012E0282-3306-4D01-A155-3316BB54DEE6}"/>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47FA5363-3BA7-47A6-83B5-4D365260AAF1}"/>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21</a:t>
            </a:r>
          </a:p>
        </p:txBody>
      </p:sp>
      <p:sp>
        <p:nvSpPr>
          <p:cNvPr id="7" name="">
            <a:extLst xmlns:a="http://schemas.openxmlformats.org/drawingml/2006/main">
              <a:ext uri="{FF2B5EF4-FFF2-40B4-BE49-F238E27FC236}">
                <a16:creationId xmlns:a16="http://schemas.microsoft.com/office/drawing/2014/main" id="{26B84F7F-60A0-4B4E-9F74-6CDA1DDE8C51}"/>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器械内部の中心ずれと</a:t>
            </a:r>
          </a:p>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据付位置のずれ</a:t>
            </a:r>
          </a:p>
        </p:txBody>
      </p:sp>
      <p:sp>
        <p:nvSpPr>
          <p:cNvPr id="8" name="">
            <a:extLst xmlns:a="http://schemas.openxmlformats.org/drawingml/2006/main">
              <a:ext uri="{FF2B5EF4-FFF2-40B4-BE49-F238E27FC236}">
                <a16:creationId xmlns:a16="http://schemas.microsoft.com/office/drawing/2014/main" id="{583E5934-6212-4DA8-8481-509235C69F4F}"/>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目盛盤の偏心：正反で軽減</a:t>
            </a:r>
          </a:p>
        </p:txBody>
      </p:sp>
      <p:sp>
        <p:nvSpPr>
          <p:cNvPr id="9" name="">
            <a:extLst xmlns:a="http://schemas.openxmlformats.org/drawingml/2006/main">
              <a:ext uri="{FF2B5EF4-FFF2-40B4-BE49-F238E27FC236}">
                <a16:creationId xmlns:a16="http://schemas.microsoft.com/office/drawing/2014/main" id="{51798046-938C-4A57-BB0D-69C42C9F0D47}"/>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求心ずれ・鉛直軸の傾き：残る</a:t>
            </a:r>
          </a:p>
        </p:txBody>
      </p:sp>
      <p:sp>
        <p:nvSpPr>
          <p:cNvPr id="10" name="">
            <a:extLst xmlns:a="http://schemas.openxmlformats.org/drawingml/2006/main">
              <a:ext uri="{FF2B5EF4-FFF2-40B4-BE49-F238E27FC236}">
                <a16:creationId xmlns:a16="http://schemas.microsoft.com/office/drawing/2014/main" id="{E86A6090-F20B-402B-B16F-EC193085725D}"/>
              </a:ext>
            </a:extLst>
          </p:cNvPr>
          <p:cNvSpPr>
            <a:spLocks xmlns:a="http://schemas.openxmlformats.org/drawingml/2006/main" noGrp="1"/>
          </p:cNvSpPr>
          <p:nvPr/>
        </p:nvSpPr>
        <p:spPr>
          <a:xfrm xmlns:a="http://schemas.openxmlformats.org/drawingml/2006/main">
            <a:off x="7296150" y="2541270"/>
            <a:ext cx="2682240" cy="2682240"/>
          </a:xfrm>
          <a:prstGeom xmlns:a="http://schemas.openxmlformats.org/drawingml/2006/main" prst="ellipse">
            <a:avLst/>
          </a:prstGeom>
          <a:noFill xmlns:a="http://schemas.openxmlformats.org/drawingml/2006/main"/>
          <a:ln xmlns:a="http://schemas.openxmlformats.org/drawingml/2006/main" w="38100">
            <a:solidFill>
              <a:srgbClr val="166B68"/>
            </a:solidFill>
            <a:prstDash val="solid"/>
          </a:ln>
        </p:spPr>
      </p:sp>
      <p:sp>
        <p:nvSpPr>
          <p:cNvPr id="11" name="">
            <a:extLst xmlns:a="http://schemas.openxmlformats.org/drawingml/2006/main">
              <a:ext uri="{FF2B5EF4-FFF2-40B4-BE49-F238E27FC236}">
                <a16:creationId xmlns:a16="http://schemas.microsoft.com/office/drawing/2014/main" id="{9B7F2A5D-4F9B-4DCC-8021-3CEEEC0A1F6D}"/>
              </a:ext>
            </a:extLst>
          </p:cNvPr>
          <p:cNvSpPr>
            <a:spLocks xmlns:a="http://schemas.openxmlformats.org/drawingml/2006/main" noGrp="1"/>
          </p:cNvSpPr>
          <p:nvPr/>
        </p:nvSpPr>
        <p:spPr>
          <a:xfrm xmlns:a="http://schemas.openxmlformats.org/drawingml/2006/main">
            <a:off x="8561070" y="3806190"/>
            <a:ext cx="152400" cy="1524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2" name="">
            <a:extLst xmlns:a="http://schemas.openxmlformats.org/drawingml/2006/main">
              <a:ext uri="{FF2B5EF4-FFF2-40B4-BE49-F238E27FC236}">
                <a16:creationId xmlns:a16="http://schemas.microsoft.com/office/drawing/2014/main" id="{3F29BC7F-12C8-48BA-95F6-87E3D5E3BDF7}"/>
              </a:ext>
            </a:extLst>
          </p:cNvPr>
          <p:cNvSpPr>
            <a:spLocks xmlns:a="http://schemas.openxmlformats.org/drawingml/2006/main" noGrp="1"/>
          </p:cNvSpPr>
          <p:nvPr/>
        </p:nvSpPr>
        <p:spPr>
          <a:xfrm xmlns:a="http://schemas.openxmlformats.org/drawingml/2006/main">
            <a:off x="9019699" y="3512820"/>
            <a:ext cx="152400" cy="152400"/>
          </a:xfrm>
          <a:prstGeom xmlns:a="http://schemas.openxmlformats.org/drawingml/2006/main" prst="ellipse">
            <a:avLst/>
          </a:prstGeom>
          <a:solidFill xmlns:a="http://schemas.openxmlformats.org/drawingml/2006/main">
            <a:srgbClr val="A94737"/>
          </a:solidFill>
          <a:ln xmlns:a="http://schemas.openxmlformats.org/drawingml/2006/main" w="9525">
            <a:solidFill>
              <a:srgbClr val="A94737"/>
            </a:solidFill>
          </a:ln>
        </p:spPr>
      </p:sp>
      <p:sp>
        <p:nvSpPr>
          <p:cNvPr id="13" name="">
            <a:extLst xmlns:a="http://schemas.openxmlformats.org/drawingml/2006/main">
              <a:ext uri="{FF2B5EF4-FFF2-40B4-BE49-F238E27FC236}">
                <a16:creationId xmlns:a16="http://schemas.microsoft.com/office/drawing/2014/main" id="{47B31970-4087-487E-8DE5-2DCDB97A3832}"/>
              </a:ext>
            </a:extLst>
          </p:cNvPr>
          <p:cNvSpPr>
            <a:spLocks xmlns:a="http://schemas.openxmlformats.org/drawingml/2006/main" noGrp="1"/>
          </p:cNvSpPr>
          <p:nvPr/>
        </p:nvSpPr>
        <p:spPr>
          <a:xfrm xmlns:a="http://schemas.openxmlformats.org/drawingml/2006/main">
            <a:off x="8637270" y="3589020"/>
            <a:ext cx="458629" cy="293370"/>
          </a:xfrm>
          <a:custGeom xmlns:a="http://schemas.openxmlformats.org/drawingml/2006/main">
            <a:pathLst>
              <a:path w="458629" h="293370">
                <a:moveTo>
                  <a:pt x="458629" y="0"/>
                </a:moveTo>
                <a:lnTo>
                  <a:pt x="0" y="293370"/>
                </a:lnTo>
              </a:path>
            </a:pathLst>
          </a:custGeom>
          <a:noFill xmlns:a="http://schemas.openxmlformats.org/drawingml/2006/main"/>
          <a:ln xmlns:a="http://schemas.openxmlformats.org/drawingml/2006/main" w="28575">
            <a:solidFill>
              <a:srgbClr val="A94737"/>
            </a:solidFill>
            <a:prstDash val="solid"/>
          </a:ln>
        </p:spPr>
      </p:sp>
      <p:sp>
        <p:nvSpPr>
          <p:cNvPr id="14" name="">
            <a:extLst xmlns:a="http://schemas.openxmlformats.org/drawingml/2006/main">
              <a:ext uri="{FF2B5EF4-FFF2-40B4-BE49-F238E27FC236}">
                <a16:creationId xmlns:a16="http://schemas.microsoft.com/office/drawing/2014/main" id="{E8E63F0F-5D2E-4E1C-9BD6-F6827639528F}"/>
              </a:ext>
            </a:extLst>
          </p:cNvPr>
          <p:cNvSpPr>
            <a:spLocks xmlns:a="http://schemas.openxmlformats.org/drawingml/2006/main" noGrp="1"/>
          </p:cNvSpPr>
          <p:nvPr/>
        </p:nvSpPr>
        <p:spPr>
          <a:xfrm xmlns:a="http://schemas.openxmlformats.org/drawingml/2006/main">
            <a:off x="7302558" y="3401368"/>
            <a:ext cx="2586598" cy="611884"/>
          </a:xfrm>
          <a:custGeom xmlns:a="http://schemas.openxmlformats.org/drawingml/2006/main">
            <a:pathLst>
              <a:path w="2586598" h="611884">
                <a:moveTo>
                  <a:pt x="2586598" y="0"/>
                </a:moveTo>
                <a:lnTo>
                  <a:pt x="0" y="611884"/>
                </a:lnTo>
              </a:path>
            </a:pathLst>
          </a:custGeom>
          <a:noFill xmlns:a="http://schemas.openxmlformats.org/drawingml/2006/main"/>
          <a:ln xmlns:a="http://schemas.openxmlformats.org/drawingml/2006/main" w="28575">
            <a:solidFill>
              <a:srgbClr val="182B33"/>
            </a:solidFill>
            <a:prstDash val="solid"/>
          </a:ln>
        </p:spPr>
      </p:sp>
      <p:sp>
        <p:nvSpPr>
          <p:cNvPr id="15" name="">
            <a:extLst xmlns:a="http://schemas.openxmlformats.org/drawingml/2006/main">
              <a:ext uri="{FF2B5EF4-FFF2-40B4-BE49-F238E27FC236}">
                <a16:creationId xmlns:a16="http://schemas.microsoft.com/office/drawing/2014/main" id="{02CAE6DB-8641-4D20-804A-81BF387A7F48}"/>
              </a:ext>
            </a:extLst>
          </p:cNvPr>
          <p:cNvSpPr>
            <a:spLocks xmlns:a="http://schemas.openxmlformats.org/drawingml/2006/main" noGrp="1"/>
          </p:cNvSpPr>
          <p:nvPr/>
        </p:nvSpPr>
        <p:spPr>
          <a:xfrm xmlns:a="http://schemas.openxmlformats.org/drawingml/2006/main">
            <a:off x="9832005" y="3344218"/>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6" name="">
            <a:extLst xmlns:a="http://schemas.openxmlformats.org/drawingml/2006/main">
              <a:ext uri="{FF2B5EF4-FFF2-40B4-BE49-F238E27FC236}">
                <a16:creationId xmlns:a16="http://schemas.microsoft.com/office/drawing/2014/main" id="{528C307D-F30F-4C76-9938-0BDF101B0DDF}"/>
              </a:ext>
            </a:extLst>
          </p:cNvPr>
          <p:cNvSpPr>
            <a:spLocks xmlns:a="http://schemas.openxmlformats.org/drawingml/2006/main" noGrp="1"/>
          </p:cNvSpPr>
          <p:nvPr/>
        </p:nvSpPr>
        <p:spPr>
          <a:xfrm xmlns:a="http://schemas.openxmlformats.org/drawingml/2006/main">
            <a:off x="9965355" y="3144193"/>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読Ⅰ</a:t>
            </a:r>
          </a:p>
        </p:txBody>
      </p:sp>
      <p:sp>
        <p:nvSpPr>
          <p:cNvPr id="17" name="">
            <a:extLst xmlns:a="http://schemas.openxmlformats.org/drawingml/2006/main">
              <a:ext uri="{FF2B5EF4-FFF2-40B4-BE49-F238E27FC236}">
                <a16:creationId xmlns:a16="http://schemas.microsoft.com/office/drawing/2014/main" id="{BE1A8072-3A63-45A4-B7BF-78CDBE91E53F}"/>
              </a:ext>
            </a:extLst>
          </p:cNvPr>
          <p:cNvSpPr>
            <a:spLocks xmlns:a="http://schemas.openxmlformats.org/drawingml/2006/main" noGrp="1"/>
          </p:cNvSpPr>
          <p:nvPr/>
        </p:nvSpPr>
        <p:spPr>
          <a:xfrm xmlns:a="http://schemas.openxmlformats.org/drawingml/2006/main">
            <a:off x="7245408" y="3956101"/>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8" name="">
            <a:extLst xmlns:a="http://schemas.openxmlformats.org/drawingml/2006/main">
              <a:ext uri="{FF2B5EF4-FFF2-40B4-BE49-F238E27FC236}">
                <a16:creationId xmlns:a16="http://schemas.microsoft.com/office/drawing/2014/main" id="{3052F201-2995-4688-8DFD-7E53F2E7F60C}"/>
              </a:ext>
            </a:extLst>
          </p:cNvPr>
          <p:cNvSpPr>
            <a:spLocks xmlns:a="http://schemas.openxmlformats.org/drawingml/2006/main" noGrp="1"/>
          </p:cNvSpPr>
          <p:nvPr/>
        </p:nvSpPr>
        <p:spPr>
          <a:xfrm xmlns:a="http://schemas.openxmlformats.org/drawingml/2006/main">
            <a:off x="6654858" y="4060876"/>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読Ⅱ</a:t>
            </a:r>
          </a:p>
        </p:txBody>
      </p:sp>
      <p:sp>
        <p:nvSpPr>
          <p:cNvPr id="19" name="">
            <a:extLst xmlns:a="http://schemas.openxmlformats.org/drawingml/2006/main">
              <a:ext uri="{FF2B5EF4-FFF2-40B4-BE49-F238E27FC236}">
                <a16:creationId xmlns:a16="http://schemas.microsoft.com/office/drawing/2014/main" id="{61F2308A-9EE0-4E8F-9AE9-839E248C24BF}"/>
              </a:ext>
            </a:extLst>
          </p:cNvPr>
          <p:cNvSpPr>
            <a:spLocks xmlns:a="http://schemas.openxmlformats.org/drawingml/2006/main" noGrp="1"/>
          </p:cNvSpPr>
          <p:nvPr/>
        </p:nvSpPr>
        <p:spPr>
          <a:xfrm xmlns:a="http://schemas.openxmlformats.org/drawingml/2006/main">
            <a:off x="7312343" y="2373630"/>
            <a:ext cx="1324927" cy="1508760"/>
          </a:xfrm>
          <a:custGeom xmlns:a="http://schemas.openxmlformats.org/drawingml/2006/main">
            <a:pathLst>
              <a:path w="1324927" h="1508760">
                <a:moveTo>
                  <a:pt x="1324927" y="1508760"/>
                </a:moveTo>
                <a:lnTo>
                  <a:pt x="0" y="0"/>
                </a:lnTo>
              </a:path>
            </a:pathLst>
          </a:custGeom>
          <a:noFill xmlns:a="http://schemas.openxmlformats.org/drawingml/2006/main"/>
          <a:ln xmlns:a="http://schemas.openxmlformats.org/drawingml/2006/main" w="19050">
            <a:solidFill>
              <a:srgbClr val="166B68"/>
            </a:solidFill>
            <a:prstDash val="solid"/>
          </a:ln>
        </p:spPr>
      </p:sp>
      <p:sp>
        <p:nvSpPr>
          <p:cNvPr id="20" name="">
            <a:extLst xmlns:a="http://schemas.openxmlformats.org/drawingml/2006/main">
              <a:ext uri="{FF2B5EF4-FFF2-40B4-BE49-F238E27FC236}">
                <a16:creationId xmlns:a16="http://schemas.microsoft.com/office/drawing/2014/main" id="{8A7696DD-F669-406B-A54D-FC634F399F12}"/>
              </a:ext>
            </a:extLst>
          </p:cNvPr>
          <p:cNvSpPr>
            <a:spLocks xmlns:a="http://schemas.openxmlformats.org/drawingml/2006/main" noGrp="1"/>
          </p:cNvSpPr>
          <p:nvPr/>
        </p:nvSpPr>
        <p:spPr>
          <a:xfrm xmlns:a="http://schemas.openxmlformats.org/drawingml/2006/main">
            <a:off x="6344126" y="2038350"/>
            <a:ext cx="1273969"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66B68"/>
                </a:solidFill>
                <a:latin typeface="Yu Gothic"/>
                <a:ea typeface="Yu Gothic"/>
                <a:cs typeface="Yu Gothic"/>
              </a:defRPr>
            </a:defPPr>
            <a:lvl1pPr algn="l">
              <a:defRPr sz="1650" b="1">
                <a:solidFill>
                  <a:srgbClr val="166B68"/>
                </a:solidFill>
                <a:latin typeface="Yu Gothic"/>
                <a:ea typeface="Yu Gothic"/>
                <a:cs typeface="Yu Gothic"/>
              </a:defRPr>
            </a:lvl1pPr>
            <a:lvl2pPr algn="l">
              <a:defRPr sz="1650" b="1">
                <a:solidFill>
                  <a:srgbClr val="166B68"/>
                </a:solidFill>
                <a:latin typeface="Yu Gothic"/>
                <a:ea typeface="Yu Gothic"/>
                <a:cs typeface="Yu Gothic"/>
              </a:defRPr>
            </a:lvl2pPr>
            <a:lvl3pPr algn="l">
              <a:defRPr sz="1650" b="1">
                <a:solidFill>
                  <a:srgbClr val="166B68"/>
                </a:solidFill>
                <a:latin typeface="Yu Gothic"/>
                <a:ea typeface="Yu Gothic"/>
                <a:cs typeface="Yu Gothic"/>
              </a:defRPr>
            </a:lvl3pPr>
            <a:lvl4pPr algn="l">
              <a:defRPr sz="1650" b="1">
                <a:solidFill>
                  <a:srgbClr val="166B68"/>
                </a:solidFill>
                <a:latin typeface="Yu Gothic"/>
                <a:ea typeface="Yu Gothic"/>
                <a:cs typeface="Yu Gothic"/>
              </a:defRPr>
            </a:lvl4pPr>
            <a:lvl5pPr algn="l">
              <a:defRPr sz="1650" b="1">
                <a:solidFill>
                  <a:srgbClr val="166B68"/>
                </a:solidFill>
                <a:latin typeface="Yu Gothic"/>
                <a:ea typeface="Yu Gothic"/>
                <a:cs typeface="Yu Gothic"/>
              </a:defRPr>
            </a:lvl5pPr>
            <a:lvl6pPr algn="l">
              <a:defRPr sz="1650" b="1">
                <a:solidFill>
                  <a:srgbClr val="166B68"/>
                </a:solidFill>
                <a:latin typeface="Yu Gothic"/>
                <a:ea typeface="Yu Gothic"/>
                <a:cs typeface="Yu Gothic"/>
              </a:defRPr>
            </a:lvl6pPr>
            <a:lvl7pPr algn="l">
              <a:defRPr sz="1650" b="1">
                <a:solidFill>
                  <a:srgbClr val="166B68"/>
                </a:solidFill>
                <a:latin typeface="Yu Gothic"/>
                <a:ea typeface="Yu Gothic"/>
                <a:cs typeface="Yu Gothic"/>
              </a:defRPr>
            </a:lvl7pPr>
            <a:lvl8pPr algn="l">
              <a:defRPr sz="1650" b="1">
                <a:solidFill>
                  <a:srgbClr val="166B68"/>
                </a:solidFill>
                <a:latin typeface="Yu Gothic"/>
                <a:ea typeface="Yu Gothic"/>
                <a:cs typeface="Yu Gothic"/>
              </a:defRPr>
            </a:lvl8pPr>
            <a:lvl9pPr algn="l">
              <a:defRPr sz="1650" b="1">
                <a:solidFill>
                  <a:srgbClr val="166B68"/>
                </a:solidFill>
                <a:latin typeface="Yu Gothic"/>
                <a:ea typeface="Yu Gothic"/>
                <a:cs typeface="Yu Gothic"/>
              </a:defRPr>
            </a:lvl9pPr>
          </a:lstStyle>
          <a:p xmlns:a="http://schemas.openxmlformats.org/drawingml/2006/main">
            <a:pPr algn="l">
              <a:defRPr sz="1650" b="1">
                <a:solidFill>
                  <a:srgbClr val="166B68"/>
                </a:solidFill>
                <a:latin typeface="Yu Gothic"/>
                <a:ea typeface="Yu Gothic"/>
                <a:cs typeface="Yu Gothic"/>
              </a:defRPr>
            </a:pPr>
            <a:r>
              <a:rPr sz="1650" b="1">
                <a:solidFill>
                  <a:srgbClr val="166B68"/>
                </a:solidFill>
                <a:latin typeface="Yu Gothic"/>
                <a:ea typeface="Yu Gothic"/>
                <a:cs typeface="Yu Gothic"/>
              </a:rPr>
              <a:t>目盛円中心</a:t>
            </a:r>
          </a:p>
        </p:txBody>
      </p:sp>
      <p:sp>
        <p:nvSpPr>
          <p:cNvPr id="21" name="">
            <a:extLst xmlns:a="http://schemas.openxmlformats.org/drawingml/2006/main">
              <a:ext uri="{FF2B5EF4-FFF2-40B4-BE49-F238E27FC236}">
                <a16:creationId xmlns:a16="http://schemas.microsoft.com/office/drawing/2014/main" id="{FF2E61B7-E0D7-41FD-A94C-CA5E1795D9F5}"/>
              </a:ext>
            </a:extLst>
          </p:cNvPr>
          <p:cNvSpPr>
            <a:spLocks xmlns:a="http://schemas.openxmlformats.org/drawingml/2006/main" noGrp="1"/>
          </p:cNvSpPr>
          <p:nvPr/>
        </p:nvSpPr>
        <p:spPr>
          <a:xfrm xmlns:a="http://schemas.openxmlformats.org/drawingml/2006/main">
            <a:off x="9095899" y="2205990"/>
            <a:ext cx="1019175" cy="1383030"/>
          </a:xfrm>
          <a:custGeom xmlns:a="http://schemas.openxmlformats.org/drawingml/2006/main">
            <a:pathLst>
              <a:path w="1019175" h="1383030">
                <a:moveTo>
                  <a:pt x="0" y="1383030"/>
                </a:moveTo>
                <a:lnTo>
                  <a:pt x="1019175" y="0"/>
                </a:lnTo>
              </a:path>
            </a:pathLst>
          </a:custGeom>
          <a:noFill xmlns:a="http://schemas.openxmlformats.org/drawingml/2006/main"/>
          <a:ln xmlns:a="http://schemas.openxmlformats.org/drawingml/2006/main" w="19050">
            <a:solidFill>
              <a:srgbClr val="A94737"/>
            </a:solidFill>
            <a:prstDash val="solid"/>
          </a:ln>
        </p:spPr>
      </p:sp>
      <p:sp>
        <p:nvSpPr>
          <p:cNvPr id="22" name="">
            <a:extLst xmlns:a="http://schemas.openxmlformats.org/drawingml/2006/main">
              <a:ext uri="{FF2B5EF4-FFF2-40B4-BE49-F238E27FC236}">
                <a16:creationId xmlns:a16="http://schemas.microsoft.com/office/drawing/2014/main" id="{AF61435D-2A9B-44F6-AB07-2CEC72834219}"/>
              </a:ext>
            </a:extLst>
          </p:cNvPr>
          <p:cNvSpPr>
            <a:spLocks xmlns:a="http://schemas.openxmlformats.org/drawingml/2006/main" noGrp="1"/>
          </p:cNvSpPr>
          <p:nvPr/>
        </p:nvSpPr>
        <p:spPr>
          <a:xfrm xmlns:a="http://schemas.openxmlformats.org/drawingml/2006/main">
            <a:off x="10064115" y="1870710"/>
            <a:ext cx="1121093"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A94737"/>
                </a:solidFill>
                <a:latin typeface="Yu Gothic"/>
                <a:ea typeface="Yu Gothic"/>
                <a:cs typeface="Yu Gothic"/>
              </a:defRPr>
            </a:defPPr>
            <a:lvl1pPr algn="l">
              <a:defRPr sz="1650" b="1">
                <a:solidFill>
                  <a:srgbClr val="A94737"/>
                </a:solidFill>
                <a:latin typeface="Yu Gothic"/>
                <a:ea typeface="Yu Gothic"/>
                <a:cs typeface="Yu Gothic"/>
              </a:defRPr>
            </a:lvl1pPr>
            <a:lvl2pPr algn="l">
              <a:defRPr sz="1650" b="1">
                <a:solidFill>
                  <a:srgbClr val="A94737"/>
                </a:solidFill>
                <a:latin typeface="Yu Gothic"/>
                <a:ea typeface="Yu Gothic"/>
                <a:cs typeface="Yu Gothic"/>
              </a:defRPr>
            </a:lvl2pPr>
            <a:lvl3pPr algn="l">
              <a:defRPr sz="1650" b="1">
                <a:solidFill>
                  <a:srgbClr val="A94737"/>
                </a:solidFill>
                <a:latin typeface="Yu Gothic"/>
                <a:ea typeface="Yu Gothic"/>
                <a:cs typeface="Yu Gothic"/>
              </a:defRPr>
            </a:lvl3pPr>
            <a:lvl4pPr algn="l">
              <a:defRPr sz="1650" b="1">
                <a:solidFill>
                  <a:srgbClr val="A94737"/>
                </a:solidFill>
                <a:latin typeface="Yu Gothic"/>
                <a:ea typeface="Yu Gothic"/>
                <a:cs typeface="Yu Gothic"/>
              </a:defRPr>
            </a:lvl4pPr>
            <a:lvl5pPr algn="l">
              <a:defRPr sz="1650" b="1">
                <a:solidFill>
                  <a:srgbClr val="A94737"/>
                </a:solidFill>
                <a:latin typeface="Yu Gothic"/>
                <a:ea typeface="Yu Gothic"/>
                <a:cs typeface="Yu Gothic"/>
              </a:defRPr>
            </a:lvl5pPr>
            <a:lvl6pPr algn="l">
              <a:defRPr sz="1650" b="1">
                <a:solidFill>
                  <a:srgbClr val="A94737"/>
                </a:solidFill>
                <a:latin typeface="Yu Gothic"/>
                <a:ea typeface="Yu Gothic"/>
                <a:cs typeface="Yu Gothic"/>
              </a:defRPr>
            </a:lvl6pPr>
            <a:lvl7pPr algn="l">
              <a:defRPr sz="1650" b="1">
                <a:solidFill>
                  <a:srgbClr val="A94737"/>
                </a:solidFill>
                <a:latin typeface="Yu Gothic"/>
                <a:ea typeface="Yu Gothic"/>
                <a:cs typeface="Yu Gothic"/>
              </a:defRPr>
            </a:lvl7pPr>
            <a:lvl8pPr algn="l">
              <a:defRPr sz="1650" b="1">
                <a:solidFill>
                  <a:srgbClr val="A94737"/>
                </a:solidFill>
                <a:latin typeface="Yu Gothic"/>
                <a:ea typeface="Yu Gothic"/>
                <a:cs typeface="Yu Gothic"/>
              </a:defRPr>
            </a:lvl8pPr>
            <a:lvl9pPr algn="l">
              <a:defRPr sz="1650" b="1">
                <a:solidFill>
                  <a:srgbClr val="A94737"/>
                </a:solidFill>
                <a:latin typeface="Yu Gothic"/>
                <a:ea typeface="Yu Gothic"/>
                <a:cs typeface="Yu Gothic"/>
              </a:defRPr>
            </a:lvl9pPr>
          </a:lstStyle>
          <a:p xmlns:a="http://schemas.openxmlformats.org/drawingml/2006/main">
            <a:pPr algn="l">
              <a:defRPr sz="1650" b="1">
                <a:solidFill>
                  <a:srgbClr val="A94737"/>
                </a:solidFill>
                <a:latin typeface="Yu Gothic"/>
                <a:ea typeface="Yu Gothic"/>
                <a:cs typeface="Yu Gothic"/>
              </a:defRPr>
            </a:pPr>
            <a:r>
              <a:rPr sz="1650" b="1">
                <a:solidFill>
                  <a:srgbClr val="A94737"/>
                </a:solidFill>
                <a:latin typeface="Yu Gothic"/>
                <a:ea typeface="Yu Gothic"/>
                <a:cs typeface="Yu Gothic"/>
              </a:rPr>
              <a:t>回転中心</a:t>
            </a:r>
          </a:p>
        </p:txBody>
      </p:sp>
      <p:sp>
        <p:nvSpPr>
          <p:cNvPr id="23" name="">
            <a:extLst xmlns:a="http://schemas.openxmlformats.org/drawingml/2006/main">
              <a:ext uri="{FF2B5EF4-FFF2-40B4-BE49-F238E27FC236}">
                <a16:creationId xmlns:a16="http://schemas.microsoft.com/office/drawing/2014/main" id="{B6451BB6-6DC4-4BD5-BDF9-ABD56769128A}"/>
              </a:ext>
            </a:extLst>
          </p:cNvPr>
          <p:cNvSpPr>
            <a:spLocks xmlns:a="http://schemas.openxmlformats.org/drawingml/2006/main" noGrp="1"/>
          </p:cNvSpPr>
          <p:nvPr/>
        </p:nvSpPr>
        <p:spPr>
          <a:xfrm xmlns:a="http://schemas.openxmlformats.org/drawingml/2006/main">
            <a:off x="6238875" y="5534025"/>
            <a:ext cx="5000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52616A"/>
                </a:solidFill>
                <a:latin typeface="Yu Gothic"/>
                <a:ea typeface="Yu Gothic"/>
                <a:cs typeface="Yu Gothic"/>
              </a:defRPr>
            </a:defPPr>
            <a:lvl1pPr algn="ctr">
              <a:defRPr sz="1650" b="1">
                <a:solidFill>
                  <a:srgbClr val="52616A"/>
                </a:solidFill>
                <a:latin typeface="Yu Gothic"/>
                <a:ea typeface="Yu Gothic"/>
                <a:cs typeface="Yu Gothic"/>
              </a:defRPr>
            </a:lvl1pPr>
            <a:lvl2pPr algn="ctr">
              <a:defRPr sz="1650" b="1">
                <a:solidFill>
                  <a:srgbClr val="52616A"/>
                </a:solidFill>
                <a:latin typeface="Yu Gothic"/>
                <a:ea typeface="Yu Gothic"/>
                <a:cs typeface="Yu Gothic"/>
              </a:defRPr>
            </a:lvl2pPr>
            <a:lvl3pPr algn="ctr">
              <a:defRPr sz="1650" b="1">
                <a:solidFill>
                  <a:srgbClr val="52616A"/>
                </a:solidFill>
                <a:latin typeface="Yu Gothic"/>
                <a:ea typeface="Yu Gothic"/>
                <a:cs typeface="Yu Gothic"/>
              </a:defRPr>
            </a:lvl3pPr>
            <a:lvl4pPr algn="ctr">
              <a:defRPr sz="1650" b="1">
                <a:solidFill>
                  <a:srgbClr val="52616A"/>
                </a:solidFill>
                <a:latin typeface="Yu Gothic"/>
                <a:ea typeface="Yu Gothic"/>
                <a:cs typeface="Yu Gothic"/>
              </a:defRPr>
            </a:lvl4pPr>
            <a:lvl5pPr algn="ctr">
              <a:defRPr sz="1650" b="1">
                <a:solidFill>
                  <a:srgbClr val="52616A"/>
                </a:solidFill>
                <a:latin typeface="Yu Gothic"/>
                <a:ea typeface="Yu Gothic"/>
                <a:cs typeface="Yu Gothic"/>
              </a:defRPr>
            </a:lvl5pPr>
            <a:lvl6pPr algn="ctr">
              <a:defRPr sz="1650" b="1">
                <a:solidFill>
                  <a:srgbClr val="52616A"/>
                </a:solidFill>
                <a:latin typeface="Yu Gothic"/>
                <a:ea typeface="Yu Gothic"/>
                <a:cs typeface="Yu Gothic"/>
              </a:defRPr>
            </a:lvl6pPr>
            <a:lvl7pPr algn="ctr">
              <a:defRPr sz="1650" b="1">
                <a:solidFill>
                  <a:srgbClr val="52616A"/>
                </a:solidFill>
                <a:latin typeface="Yu Gothic"/>
                <a:ea typeface="Yu Gothic"/>
                <a:cs typeface="Yu Gothic"/>
              </a:defRPr>
            </a:lvl7pPr>
            <a:lvl8pPr algn="ctr">
              <a:defRPr sz="1650" b="1">
                <a:solidFill>
                  <a:srgbClr val="52616A"/>
                </a:solidFill>
                <a:latin typeface="Yu Gothic"/>
                <a:ea typeface="Yu Gothic"/>
                <a:cs typeface="Yu Gothic"/>
              </a:defRPr>
            </a:lvl8pPr>
            <a:lvl9pPr algn="ctr">
              <a:defRPr sz="1650" b="1">
                <a:solidFill>
                  <a:srgbClr val="52616A"/>
                </a:solidFill>
                <a:latin typeface="Yu Gothic"/>
                <a:ea typeface="Yu Gothic"/>
                <a:cs typeface="Yu Gothic"/>
              </a:defRPr>
            </a:lvl9pPr>
          </a:lstStyle>
          <a:p xmlns:a="http://schemas.openxmlformats.org/drawingml/2006/main">
            <a:pPr algn="ctr">
              <a:defRPr sz="1650" b="1">
                <a:solidFill>
                  <a:srgbClr val="52616A"/>
                </a:solidFill>
                <a:latin typeface="Yu Gothic"/>
                <a:ea typeface="Yu Gothic"/>
                <a:cs typeface="Yu Gothic"/>
              </a:defRPr>
            </a:pPr>
            <a:r>
              <a:rPr sz="1650" b="1">
                <a:solidFill>
                  <a:srgbClr val="52616A"/>
                </a:solidFill>
                <a:latin typeface="Yu Gothic"/>
                <a:ea typeface="Yu Gothic"/>
                <a:cs typeface="Yu Gothic"/>
              </a:rPr>
              <a:t>読Ⅰ と 読Ⅱ は180°対向読み</a:t>
            </a:r>
          </a:p>
        </p:txBody>
      </p:sp>
    </p:spTree>
    <p:extLst>
      <p:ext uri="{BB962C8B-B14F-4D97-AF65-F5344CB8AC3E}">
        <p14:creationId xmlns:p14="http://schemas.microsoft.com/office/powerpoint/2010/main" val="39333337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C79CE7D-3CA9-481F-A74C-3893932F303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48515685-3564-4F3E-8DEB-0CD1430D2E2E}"/>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4-3 減らす｜18–29分</a:t>
            </a:r>
          </a:p>
        </p:txBody>
      </p:sp>
      <p:sp>
        <p:nvSpPr>
          <p:cNvPr id="3" name="">
            <a:extLst xmlns:a="http://schemas.openxmlformats.org/drawingml/2006/main">
              <a:ext uri="{FF2B5EF4-FFF2-40B4-BE49-F238E27FC236}">
                <a16:creationId xmlns:a16="http://schemas.microsoft.com/office/drawing/2014/main" id="{211B2CB0-58EB-457A-9C62-7AE0095DF5E2}"/>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試験の型：正反で軽減できないもの</a:t>
            </a:r>
          </a:p>
        </p:txBody>
      </p:sp>
      <p:sp>
        <p:nvSpPr>
          <p:cNvPr id="4" name="">
            <a:extLst xmlns:a="http://schemas.openxmlformats.org/drawingml/2006/main">
              <a:ext uri="{FF2B5EF4-FFF2-40B4-BE49-F238E27FC236}">
                <a16:creationId xmlns:a16="http://schemas.microsoft.com/office/drawing/2014/main" id="{A4494A24-BA99-4DAB-AB40-2568A92ED98A}"/>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025721C5-F83C-45D5-9675-BB69A1DC53FB}"/>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205B4454-479B-403E-AC99-30EBE12D11DC}"/>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22</a:t>
            </a:r>
          </a:p>
        </p:txBody>
      </p:sp>
      <p:sp>
        <p:nvSpPr>
          <p:cNvPr id="7" name="">
            <a:extLst xmlns:a="http://schemas.openxmlformats.org/drawingml/2006/main">
              <a:ext uri="{FF2B5EF4-FFF2-40B4-BE49-F238E27FC236}">
                <a16:creationId xmlns:a16="http://schemas.microsoft.com/office/drawing/2014/main" id="{658D321B-EE3B-4732-86A9-C1D5C5C01FD5}"/>
              </a:ext>
            </a:extLst>
          </p:cNvPr>
          <p:cNvSpPr>
            <a:spLocks xmlns:a="http://schemas.openxmlformats.org/drawingml/2006/main" noGrp="1"/>
          </p:cNvSpPr>
          <p:nvPr/>
        </p:nvSpPr>
        <p:spPr>
          <a:xfrm xmlns:a="http://schemas.openxmlformats.org/drawingml/2006/main">
            <a:off x="781050" y="161925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850" b="1">
                <a:solidFill>
                  <a:srgbClr val="182B33"/>
                </a:solidFill>
                <a:latin typeface="Yu Gothic"/>
                <a:ea typeface="Yu Gothic"/>
                <a:cs typeface="Yu Gothic"/>
              </a:defRPr>
            </a:defPPr>
            <a:lvl1pPr algn="l">
              <a:defRPr sz="2850" b="1">
                <a:solidFill>
                  <a:srgbClr val="182B33"/>
                </a:solidFill>
                <a:latin typeface="Yu Gothic"/>
                <a:ea typeface="Yu Gothic"/>
                <a:cs typeface="Yu Gothic"/>
              </a:defRPr>
            </a:lvl1pPr>
            <a:lvl2pPr algn="l">
              <a:defRPr sz="2850" b="1">
                <a:solidFill>
                  <a:srgbClr val="182B33"/>
                </a:solidFill>
                <a:latin typeface="Yu Gothic"/>
                <a:ea typeface="Yu Gothic"/>
                <a:cs typeface="Yu Gothic"/>
              </a:defRPr>
            </a:lvl2pPr>
            <a:lvl3pPr algn="l">
              <a:defRPr sz="2850" b="1">
                <a:solidFill>
                  <a:srgbClr val="182B33"/>
                </a:solidFill>
                <a:latin typeface="Yu Gothic"/>
                <a:ea typeface="Yu Gothic"/>
                <a:cs typeface="Yu Gothic"/>
              </a:defRPr>
            </a:lvl3pPr>
            <a:lvl4pPr algn="l">
              <a:defRPr sz="2850" b="1">
                <a:solidFill>
                  <a:srgbClr val="182B33"/>
                </a:solidFill>
                <a:latin typeface="Yu Gothic"/>
                <a:ea typeface="Yu Gothic"/>
                <a:cs typeface="Yu Gothic"/>
              </a:defRPr>
            </a:lvl4pPr>
            <a:lvl5pPr algn="l">
              <a:defRPr sz="2850" b="1">
                <a:solidFill>
                  <a:srgbClr val="182B33"/>
                </a:solidFill>
                <a:latin typeface="Yu Gothic"/>
                <a:ea typeface="Yu Gothic"/>
                <a:cs typeface="Yu Gothic"/>
              </a:defRPr>
            </a:lvl5pPr>
            <a:lvl6pPr algn="l">
              <a:defRPr sz="2850" b="1">
                <a:solidFill>
                  <a:srgbClr val="182B33"/>
                </a:solidFill>
                <a:latin typeface="Yu Gothic"/>
                <a:ea typeface="Yu Gothic"/>
                <a:cs typeface="Yu Gothic"/>
              </a:defRPr>
            </a:lvl6pPr>
            <a:lvl7pPr algn="l">
              <a:defRPr sz="2850" b="1">
                <a:solidFill>
                  <a:srgbClr val="182B33"/>
                </a:solidFill>
                <a:latin typeface="Yu Gothic"/>
                <a:ea typeface="Yu Gothic"/>
                <a:cs typeface="Yu Gothic"/>
              </a:defRPr>
            </a:lvl7pPr>
            <a:lvl8pPr algn="l">
              <a:defRPr sz="2850" b="1">
                <a:solidFill>
                  <a:srgbClr val="182B33"/>
                </a:solidFill>
                <a:latin typeface="Yu Gothic"/>
                <a:ea typeface="Yu Gothic"/>
                <a:cs typeface="Yu Gothic"/>
              </a:defRPr>
            </a:lvl8pPr>
            <a:lvl9pPr algn="l">
              <a:defRPr sz="2850" b="1">
                <a:solidFill>
                  <a:srgbClr val="182B33"/>
                </a:solidFill>
                <a:latin typeface="Yu Gothic"/>
                <a:ea typeface="Yu Gothic"/>
                <a:cs typeface="Yu Gothic"/>
              </a:defRPr>
            </a:lvl9pPr>
          </a:lstStyle>
          <a:p xmlns:a="http://schemas.openxmlformats.org/drawingml/2006/main">
            <a:pPr algn="l">
              <a:defRPr sz="2850" b="1">
                <a:solidFill>
                  <a:srgbClr val="182B33"/>
                </a:solidFill>
                <a:latin typeface="Yu Gothic"/>
                <a:ea typeface="Yu Gothic"/>
                <a:cs typeface="Yu Gothic"/>
              </a:defRPr>
            </a:pPr>
            <a:r>
              <a:rPr sz="2850" b="1">
                <a:solidFill>
                  <a:srgbClr val="182B33"/>
                </a:solidFill>
                <a:latin typeface="Yu Gothic"/>
                <a:ea typeface="Yu Gothic"/>
                <a:cs typeface="Yu Gothic"/>
              </a:rPr>
              <a:t>視準軸・水平軸・鉛直軸・目盛盤偏心</a:t>
            </a:r>
          </a:p>
        </p:txBody>
      </p:sp>
      <p:sp>
        <p:nvSpPr>
          <p:cNvPr id="8" name="">
            <a:extLst xmlns:a="http://schemas.openxmlformats.org/drawingml/2006/main">
              <a:ext uri="{FF2B5EF4-FFF2-40B4-BE49-F238E27FC236}">
                <a16:creationId xmlns:a16="http://schemas.microsoft.com/office/drawing/2014/main" id="{B14FFD4A-F1E4-4727-BB64-F9F446EEFE1E}"/>
              </a:ext>
            </a:extLst>
          </p:cNvPr>
          <p:cNvSpPr>
            <a:spLocks xmlns:a="http://schemas.openxmlformats.org/drawingml/2006/main" noGrp="1"/>
          </p:cNvSpPr>
          <p:nvPr/>
        </p:nvSpPr>
        <p:spPr>
          <a:xfrm xmlns:a="http://schemas.openxmlformats.org/drawingml/2006/main">
            <a:off x="1219200" y="28575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器械を反転しても、鉛直に戻らないのは？</a:t>
            </a:r>
          </a:p>
        </p:txBody>
      </p:sp>
    </p:spTree>
    <p:extLst>
      <p:ext uri="{BB962C8B-B14F-4D97-AF65-F5344CB8AC3E}">
        <p14:creationId xmlns:p14="http://schemas.microsoft.com/office/powerpoint/2010/main" val="1002694563"/>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DEA7F3D-373E-49AB-A6E5-F135362A2004}"/>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86CC7302-8411-46F6-BAF5-79F0136FB53D}"/>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4-3 減らす｜18–29分</a:t>
            </a:r>
          </a:p>
        </p:txBody>
      </p:sp>
      <p:sp>
        <p:nvSpPr>
          <p:cNvPr id="3" name="">
            <a:extLst xmlns:a="http://schemas.openxmlformats.org/drawingml/2006/main">
              <a:ext uri="{FF2B5EF4-FFF2-40B4-BE49-F238E27FC236}">
                <a16:creationId xmlns:a16="http://schemas.microsoft.com/office/drawing/2014/main" id="{C1B7E75C-4FE5-49D3-B86B-39A5EC8BEC6C}"/>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確認③：そろったら、正しいと言える？</a:t>
            </a:r>
          </a:p>
        </p:txBody>
      </p:sp>
      <p:sp>
        <p:nvSpPr>
          <p:cNvPr id="4" name="">
            <a:extLst xmlns:a="http://schemas.openxmlformats.org/drawingml/2006/main">
              <a:ext uri="{FF2B5EF4-FFF2-40B4-BE49-F238E27FC236}">
                <a16:creationId xmlns:a16="http://schemas.microsoft.com/office/drawing/2014/main" id="{69DA9B8F-3905-426C-9F3C-89B5E8177955}"/>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F956B476-A091-4729-B59B-928686BC3907}"/>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CDA5622B-770E-4523-9C99-7F5595C8156F}"/>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23</a:t>
            </a:r>
          </a:p>
        </p:txBody>
      </p:sp>
      <p:sp>
        <p:nvSpPr>
          <p:cNvPr id="7" name="">
            <a:extLst xmlns:a="http://schemas.openxmlformats.org/drawingml/2006/main">
              <a:ext uri="{FF2B5EF4-FFF2-40B4-BE49-F238E27FC236}">
                <a16:creationId xmlns:a16="http://schemas.microsoft.com/office/drawing/2014/main" id="{42FED7FA-877D-42D6-B5EC-C8001DD7F864}"/>
              </a:ext>
            </a:extLst>
          </p:cNvPr>
          <p:cNvSpPr>
            <a:spLocks xmlns:a="http://schemas.openxmlformats.org/drawingml/2006/main" noGrp="1"/>
          </p:cNvSpPr>
          <p:nvPr/>
        </p:nvSpPr>
        <p:spPr>
          <a:xfrm xmlns:a="http://schemas.openxmlformats.org/drawingml/2006/main">
            <a:off x="781050" y="161925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850" b="1">
                <a:solidFill>
                  <a:srgbClr val="182B33"/>
                </a:solidFill>
                <a:latin typeface="Yu Gothic"/>
                <a:ea typeface="Yu Gothic"/>
                <a:cs typeface="Yu Gothic"/>
              </a:defRPr>
            </a:defPPr>
            <a:lvl1pPr algn="l">
              <a:defRPr sz="2850" b="1">
                <a:solidFill>
                  <a:srgbClr val="182B33"/>
                </a:solidFill>
                <a:latin typeface="Yu Gothic"/>
                <a:ea typeface="Yu Gothic"/>
                <a:cs typeface="Yu Gothic"/>
              </a:defRPr>
            </a:lvl1pPr>
            <a:lvl2pPr algn="l">
              <a:defRPr sz="2850" b="1">
                <a:solidFill>
                  <a:srgbClr val="182B33"/>
                </a:solidFill>
                <a:latin typeface="Yu Gothic"/>
                <a:ea typeface="Yu Gothic"/>
                <a:cs typeface="Yu Gothic"/>
              </a:defRPr>
            </a:lvl2pPr>
            <a:lvl3pPr algn="l">
              <a:defRPr sz="2850" b="1">
                <a:solidFill>
                  <a:srgbClr val="182B33"/>
                </a:solidFill>
                <a:latin typeface="Yu Gothic"/>
                <a:ea typeface="Yu Gothic"/>
                <a:cs typeface="Yu Gothic"/>
              </a:defRPr>
            </a:lvl3pPr>
            <a:lvl4pPr algn="l">
              <a:defRPr sz="2850" b="1">
                <a:solidFill>
                  <a:srgbClr val="182B33"/>
                </a:solidFill>
                <a:latin typeface="Yu Gothic"/>
                <a:ea typeface="Yu Gothic"/>
                <a:cs typeface="Yu Gothic"/>
              </a:defRPr>
            </a:lvl4pPr>
            <a:lvl5pPr algn="l">
              <a:defRPr sz="2850" b="1">
                <a:solidFill>
                  <a:srgbClr val="182B33"/>
                </a:solidFill>
                <a:latin typeface="Yu Gothic"/>
                <a:ea typeface="Yu Gothic"/>
                <a:cs typeface="Yu Gothic"/>
              </a:defRPr>
            </a:lvl5pPr>
            <a:lvl6pPr algn="l">
              <a:defRPr sz="2850" b="1">
                <a:solidFill>
                  <a:srgbClr val="182B33"/>
                </a:solidFill>
                <a:latin typeface="Yu Gothic"/>
                <a:ea typeface="Yu Gothic"/>
                <a:cs typeface="Yu Gothic"/>
              </a:defRPr>
            </a:lvl6pPr>
            <a:lvl7pPr algn="l">
              <a:defRPr sz="2850" b="1">
                <a:solidFill>
                  <a:srgbClr val="182B33"/>
                </a:solidFill>
                <a:latin typeface="Yu Gothic"/>
                <a:ea typeface="Yu Gothic"/>
                <a:cs typeface="Yu Gothic"/>
              </a:defRPr>
            </a:lvl7pPr>
            <a:lvl8pPr algn="l">
              <a:defRPr sz="2850" b="1">
                <a:solidFill>
                  <a:srgbClr val="182B33"/>
                </a:solidFill>
                <a:latin typeface="Yu Gothic"/>
                <a:ea typeface="Yu Gothic"/>
                <a:cs typeface="Yu Gothic"/>
              </a:defRPr>
            </a:lvl8pPr>
            <a:lvl9pPr algn="l">
              <a:defRPr sz="2850" b="1">
                <a:solidFill>
                  <a:srgbClr val="182B33"/>
                </a:solidFill>
                <a:latin typeface="Yu Gothic"/>
                <a:ea typeface="Yu Gothic"/>
                <a:cs typeface="Yu Gothic"/>
              </a:defRPr>
            </a:lvl9pPr>
          </a:lstStyle>
          <a:p xmlns:a="http://schemas.openxmlformats.org/drawingml/2006/main">
            <a:pPr algn="l">
              <a:defRPr sz="2850" b="1">
                <a:solidFill>
                  <a:srgbClr val="182B33"/>
                </a:solidFill>
                <a:latin typeface="Yu Gothic"/>
                <a:ea typeface="Yu Gothic"/>
                <a:cs typeface="Yu Gothic"/>
              </a:defRPr>
            </a:pPr>
            <a:r>
              <a:rPr sz="2850" b="1">
                <a:solidFill>
                  <a:srgbClr val="182B33"/>
                </a:solidFill>
                <a:latin typeface="Yu Gothic"/>
                <a:ea typeface="Yu Gothic"/>
                <a:cs typeface="Yu Gothic"/>
              </a:rPr>
              <a:t>2回とも同じずれが加わっていたら？</a:t>
            </a:r>
          </a:p>
        </p:txBody>
      </p:sp>
      <p:sp>
        <p:nvSpPr>
          <p:cNvPr id="8" name="">
            <a:extLst xmlns:a="http://schemas.openxmlformats.org/drawingml/2006/main">
              <a:ext uri="{FF2B5EF4-FFF2-40B4-BE49-F238E27FC236}">
                <a16:creationId xmlns:a16="http://schemas.microsoft.com/office/drawing/2014/main" id="{DF2B5B4C-81F0-42EE-9435-F35B92ABEBB5}"/>
              </a:ext>
            </a:extLst>
          </p:cNvPr>
          <p:cNvSpPr>
            <a:spLocks xmlns:a="http://schemas.openxmlformats.org/drawingml/2006/main" noGrp="1"/>
          </p:cNvSpPr>
          <p:nvPr/>
        </p:nvSpPr>
        <p:spPr>
          <a:xfrm xmlns:a="http://schemas.openxmlformats.org/drawingml/2006/main">
            <a:off x="1219200" y="28575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正反の一致＝全誤差が消えた証拠ではない</a:t>
            </a:r>
          </a:p>
        </p:txBody>
      </p:sp>
    </p:spTree>
    <p:extLst>
      <p:ext uri="{BB962C8B-B14F-4D97-AF65-F5344CB8AC3E}">
        <p14:creationId xmlns:p14="http://schemas.microsoft.com/office/powerpoint/2010/main" val="1365060347"/>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2E0F96F6-F1BD-43C7-B0BC-AECCD9E0A372}"/>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F3E7FA1B-BED0-4F1E-BBD7-1327EB086E79}"/>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4-4 点検｜29–43分</a:t>
            </a:r>
          </a:p>
        </p:txBody>
      </p:sp>
      <p:sp>
        <p:nvSpPr>
          <p:cNvPr id="3" name="">
            <a:extLst xmlns:a="http://schemas.openxmlformats.org/drawingml/2006/main">
              <a:ext uri="{FF2B5EF4-FFF2-40B4-BE49-F238E27FC236}">
                <a16:creationId xmlns:a16="http://schemas.microsoft.com/office/drawing/2014/main" id="{11C3445A-16A4-4AD7-A81B-D9A93C649E0F}"/>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同じ点から、複数の方向を1対回測る</a:t>
            </a:r>
          </a:p>
        </p:txBody>
      </p:sp>
      <p:sp>
        <p:nvSpPr>
          <p:cNvPr id="4" name="">
            <a:extLst xmlns:a="http://schemas.openxmlformats.org/drawingml/2006/main">
              <a:ext uri="{FF2B5EF4-FFF2-40B4-BE49-F238E27FC236}">
                <a16:creationId xmlns:a16="http://schemas.microsoft.com/office/drawing/2014/main" id="{BC3670D5-A0AA-4204-87EF-0F9A31C141B8}"/>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EA6E2395-6E43-4026-8EE5-E0257D005023}"/>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FDC858E2-A516-4C43-87F6-CFDF2EA5817B}"/>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24</a:t>
            </a:r>
          </a:p>
        </p:txBody>
      </p:sp>
      <p:sp>
        <p:nvSpPr>
          <p:cNvPr id="7" name="">
            <a:extLst xmlns:a="http://schemas.openxmlformats.org/drawingml/2006/main">
              <a:ext uri="{FF2B5EF4-FFF2-40B4-BE49-F238E27FC236}">
                <a16:creationId xmlns:a16="http://schemas.microsoft.com/office/drawing/2014/main" id="{F2EB3112-5E98-467F-9508-C1986D2044CE}"/>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例：正 A→B→C、反 C→B→A</a:t>
            </a:r>
          </a:p>
        </p:txBody>
      </p:sp>
      <p:sp>
        <p:nvSpPr>
          <p:cNvPr id="8" name="">
            <a:extLst xmlns:a="http://schemas.openxmlformats.org/drawingml/2006/main">
              <a:ext uri="{FF2B5EF4-FFF2-40B4-BE49-F238E27FC236}">
                <a16:creationId xmlns:a16="http://schemas.microsoft.com/office/drawing/2014/main" id="{46314388-20A9-4BD7-B28C-7F3CB218DA6E}"/>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零方向はA</a:t>
            </a:r>
          </a:p>
        </p:txBody>
      </p:sp>
      <p:sp>
        <p:nvSpPr>
          <p:cNvPr id="9" name="">
            <a:extLst xmlns:a="http://schemas.openxmlformats.org/drawingml/2006/main">
              <a:ext uri="{FF2B5EF4-FFF2-40B4-BE49-F238E27FC236}">
                <a16:creationId xmlns:a16="http://schemas.microsoft.com/office/drawing/2014/main" id="{FB83DDAF-B8DE-4A10-8DC1-DFA144BDAE24}"/>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次の対回では初期目盛を変える</a:t>
            </a:r>
          </a:p>
        </p:txBody>
      </p:sp>
      <p:sp>
        <p:nvSpPr>
          <p:cNvPr id="10" name="">
            <a:extLst xmlns:a="http://schemas.openxmlformats.org/drawingml/2006/main">
              <a:ext uri="{FF2B5EF4-FFF2-40B4-BE49-F238E27FC236}">
                <a16:creationId xmlns:a16="http://schemas.microsoft.com/office/drawing/2014/main" id="{811BD572-7EDB-4851-8F8A-CF1A6CD7A2FE}"/>
              </a:ext>
            </a:extLst>
          </p:cNvPr>
          <p:cNvSpPr>
            <a:spLocks xmlns:a="http://schemas.openxmlformats.org/drawingml/2006/main" noGrp="1"/>
          </p:cNvSpPr>
          <p:nvPr/>
        </p:nvSpPr>
        <p:spPr>
          <a:xfrm xmlns:a="http://schemas.openxmlformats.org/drawingml/2006/main">
            <a:off x="8739188" y="2277237"/>
            <a:ext cx="9525" cy="1362075"/>
          </a:xfrm>
          <a:custGeom xmlns:a="http://schemas.openxmlformats.org/drawingml/2006/main">
            <a:pathLst>
              <a:path w="9525" h="1362075">
                <a:moveTo>
                  <a:pt x="0" y="1362075"/>
                </a:moveTo>
                <a:lnTo>
                  <a:pt x="0" y="0"/>
                </a:lnTo>
              </a:path>
            </a:pathLst>
          </a:custGeom>
          <a:noFill xmlns:a="http://schemas.openxmlformats.org/drawingml/2006/main"/>
          <a:ln xmlns:a="http://schemas.openxmlformats.org/drawingml/2006/main" w="28575">
            <a:solidFill>
              <a:srgbClr val="182B33"/>
            </a:solidFill>
            <a:prstDash val="solid"/>
          </a:ln>
        </p:spPr>
      </p:sp>
      <p:sp>
        <p:nvSpPr>
          <p:cNvPr id="11" name="">
            <a:extLst xmlns:a="http://schemas.openxmlformats.org/drawingml/2006/main">
              <a:ext uri="{FF2B5EF4-FFF2-40B4-BE49-F238E27FC236}">
                <a16:creationId xmlns:a16="http://schemas.microsoft.com/office/drawing/2014/main" id="{91521D44-E6E0-4CCA-B498-B3B58DDA09F9}"/>
              </a:ext>
            </a:extLst>
          </p:cNvPr>
          <p:cNvSpPr>
            <a:spLocks xmlns:a="http://schemas.openxmlformats.org/drawingml/2006/main" noGrp="1"/>
          </p:cNvSpPr>
          <p:nvPr/>
        </p:nvSpPr>
        <p:spPr>
          <a:xfrm xmlns:a="http://schemas.openxmlformats.org/drawingml/2006/main">
            <a:off x="8739188" y="3250639"/>
            <a:ext cx="1305443" cy="388673"/>
          </a:xfrm>
          <a:custGeom xmlns:a="http://schemas.openxmlformats.org/drawingml/2006/main">
            <a:pathLst>
              <a:path w="1305443" h="388673">
                <a:moveTo>
                  <a:pt x="0" y="388673"/>
                </a:moveTo>
                <a:lnTo>
                  <a:pt x="1305443" y="0"/>
                </a:lnTo>
              </a:path>
            </a:pathLst>
          </a:custGeom>
          <a:noFill xmlns:a="http://schemas.openxmlformats.org/drawingml/2006/main"/>
          <a:ln xmlns:a="http://schemas.openxmlformats.org/drawingml/2006/main" w="28575">
            <a:solidFill>
              <a:srgbClr val="182B33"/>
            </a:solidFill>
            <a:prstDash val="solid"/>
          </a:ln>
        </p:spPr>
      </p:sp>
      <p:sp>
        <p:nvSpPr>
          <p:cNvPr id="12" name="">
            <a:extLst xmlns:a="http://schemas.openxmlformats.org/drawingml/2006/main">
              <a:ext uri="{FF2B5EF4-FFF2-40B4-BE49-F238E27FC236}">
                <a16:creationId xmlns:a16="http://schemas.microsoft.com/office/drawing/2014/main" id="{1FDBBC36-3153-4854-8CD1-4DC355A66451}"/>
              </a:ext>
            </a:extLst>
          </p:cNvPr>
          <p:cNvSpPr>
            <a:spLocks xmlns:a="http://schemas.openxmlformats.org/drawingml/2006/main" noGrp="1"/>
          </p:cNvSpPr>
          <p:nvPr/>
        </p:nvSpPr>
        <p:spPr>
          <a:xfrm xmlns:a="http://schemas.openxmlformats.org/drawingml/2006/main">
            <a:off x="8739188" y="3176207"/>
            <a:ext cx="443851" cy="330957"/>
          </a:xfrm>
          <a:custGeom xmlns:a="http://schemas.openxmlformats.org/drawingml/2006/main">
            <a:pathLst>
              <a:path w="443851" h="330957">
                <a:moveTo>
                  <a:pt x="0" y="0"/>
                </a:moveTo>
                <a:lnTo>
                  <a:pt x="39514" y="1689"/>
                </a:lnTo>
                <a:lnTo>
                  <a:pt x="78740" y="6743"/>
                </a:lnTo>
                <a:lnTo>
                  <a:pt x="117392" y="15126"/>
                </a:lnTo>
                <a:lnTo>
                  <a:pt x="155187" y="26776"/>
                </a:lnTo>
                <a:lnTo>
                  <a:pt x="191851" y="41608"/>
                </a:lnTo>
                <a:lnTo>
                  <a:pt x="227115" y="59515"/>
                </a:lnTo>
                <a:lnTo>
                  <a:pt x="260723" y="80365"/>
                </a:lnTo>
                <a:lnTo>
                  <a:pt x="292429" y="104007"/>
                </a:lnTo>
                <a:lnTo>
                  <a:pt x="322002" y="130267"/>
                </a:lnTo>
                <a:lnTo>
                  <a:pt x="349227" y="158956"/>
                </a:lnTo>
                <a:lnTo>
                  <a:pt x="373905" y="189862"/>
                </a:lnTo>
                <a:lnTo>
                  <a:pt x="395856" y="222762"/>
                </a:lnTo>
                <a:lnTo>
                  <a:pt x="414919" y="257415"/>
                </a:lnTo>
                <a:lnTo>
                  <a:pt x="430956" y="293567"/>
                </a:lnTo>
                <a:lnTo>
                  <a:pt x="443851" y="330957"/>
                </a:lnTo>
              </a:path>
            </a:pathLst>
          </a:custGeom>
          <a:noFill xmlns:a="http://schemas.openxmlformats.org/drawingml/2006/main"/>
          <a:ln xmlns:a="http://schemas.openxmlformats.org/drawingml/2006/main" w="38100">
            <a:solidFill>
              <a:srgbClr val="166B68"/>
            </a:solidFill>
            <a:prstDash val="solid"/>
          </a:ln>
        </p:spPr>
      </p:sp>
      <p:sp>
        <p:nvSpPr>
          <p:cNvPr id="13" name="">
            <a:extLst xmlns:a="http://schemas.openxmlformats.org/drawingml/2006/main">
              <a:ext uri="{FF2B5EF4-FFF2-40B4-BE49-F238E27FC236}">
                <a16:creationId xmlns:a16="http://schemas.microsoft.com/office/drawing/2014/main" id="{37DA76B0-FE54-492C-9117-ABCCCCFC865C}"/>
              </a:ext>
            </a:extLst>
          </p:cNvPr>
          <p:cNvSpPr>
            <a:spLocks xmlns:a="http://schemas.openxmlformats.org/drawingml/2006/main" noGrp="1"/>
          </p:cNvSpPr>
          <p:nvPr/>
        </p:nvSpPr>
        <p:spPr>
          <a:xfrm xmlns:a="http://schemas.openxmlformats.org/drawingml/2006/main">
            <a:off x="9147704" y="3388486"/>
            <a:ext cx="35334" cy="118677"/>
          </a:xfrm>
          <a:custGeom xmlns:a="http://schemas.openxmlformats.org/drawingml/2006/main">
            <a:pathLst>
              <a:path w="35334" h="118677">
                <a:moveTo>
                  <a:pt x="0" y="0"/>
                </a:moveTo>
                <a:lnTo>
                  <a:pt x="35334" y="118677"/>
                </a:lnTo>
              </a:path>
            </a:pathLst>
          </a:custGeom>
          <a:noFill xmlns:a="http://schemas.openxmlformats.org/drawingml/2006/main"/>
          <a:ln xmlns:a="http://schemas.openxmlformats.org/drawingml/2006/main" w="28575">
            <a:solidFill>
              <a:srgbClr val="166B68"/>
            </a:solidFill>
            <a:prstDash val="solid"/>
          </a:ln>
        </p:spPr>
      </p:sp>
      <p:sp>
        <p:nvSpPr>
          <p:cNvPr id="14" name="">
            <a:extLst xmlns:a="http://schemas.openxmlformats.org/drawingml/2006/main">
              <a:ext uri="{FF2B5EF4-FFF2-40B4-BE49-F238E27FC236}">
                <a16:creationId xmlns:a16="http://schemas.microsoft.com/office/drawing/2014/main" id="{1C0B8FD9-1E89-45F2-8707-71CBF0FED155}"/>
              </a:ext>
            </a:extLst>
          </p:cNvPr>
          <p:cNvSpPr>
            <a:spLocks xmlns:a="http://schemas.openxmlformats.org/drawingml/2006/main" noGrp="1"/>
          </p:cNvSpPr>
          <p:nvPr/>
        </p:nvSpPr>
        <p:spPr>
          <a:xfrm xmlns:a="http://schemas.openxmlformats.org/drawingml/2006/main">
            <a:off x="9112151" y="3415130"/>
            <a:ext cx="95432" cy="92033"/>
          </a:xfrm>
          <a:custGeom xmlns:a="http://schemas.openxmlformats.org/drawingml/2006/main">
            <a:pathLst>
              <a:path w="95432" h="92033">
                <a:moveTo>
                  <a:pt x="0" y="28413"/>
                </a:moveTo>
                <a:lnTo>
                  <a:pt x="70888" y="92033"/>
                </a:lnTo>
                <a:lnTo>
                  <a:pt x="95432" y="0"/>
                </a:lnTo>
              </a:path>
            </a:pathLst>
          </a:custGeom>
          <a:noFill xmlns:a="http://schemas.openxmlformats.org/drawingml/2006/main"/>
          <a:ln xmlns:a="http://schemas.openxmlformats.org/drawingml/2006/main" w="28575">
            <a:solidFill>
              <a:srgbClr val="166B68"/>
            </a:solidFill>
            <a:prstDash val="solid"/>
          </a:ln>
        </p:spPr>
      </p:sp>
      <p:sp>
        <p:nvSpPr>
          <p:cNvPr id="15" name="">
            <a:extLst xmlns:a="http://schemas.openxmlformats.org/drawingml/2006/main">
              <a:ext uri="{FF2B5EF4-FFF2-40B4-BE49-F238E27FC236}">
                <a16:creationId xmlns:a16="http://schemas.microsoft.com/office/drawing/2014/main" id="{20F7A59E-E82D-4C50-A5D7-63C29AC62145}"/>
              </a:ext>
            </a:extLst>
          </p:cNvPr>
          <p:cNvSpPr>
            <a:spLocks xmlns:a="http://schemas.openxmlformats.org/drawingml/2006/main" noGrp="1"/>
          </p:cNvSpPr>
          <p:nvPr/>
        </p:nvSpPr>
        <p:spPr>
          <a:xfrm xmlns:a="http://schemas.openxmlformats.org/drawingml/2006/main">
            <a:off x="8682038" y="2220087"/>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6" name="">
            <a:extLst xmlns:a="http://schemas.openxmlformats.org/drawingml/2006/main">
              <a:ext uri="{FF2B5EF4-FFF2-40B4-BE49-F238E27FC236}">
                <a16:creationId xmlns:a16="http://schemas.microsoft.com/office/drawing/2014/main" id="{32376BFA-7CBC-4269-9CBE-0EB2D1E7037B}"/>
              </a:ext>
            </a:extLst>
          </p:cNvPr>
          <p:cNvSpPr>
            <a:spLocks xmlns:a="http://schemas.openxmlformats.org/drawingml/2006/main" noGrp="1"/>
          </p:cNvSpPr>
          <p:nvPr/>
        </p:nvSpPr>
        <p:spPr>
          <a:xfrm xmlns:a="http://schemas.openxmlformats.org/drawingml/2006/main">
            <a:off x="8501063" y="2020062"/>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A</a:t>
            </a:r>
          </a:p>
        </p:txBody>
      </p:sp>
      <p:sp>
        <p:nvSpPr>
          <p:cNvPr id="17" name="">
            <a:extLst xmlns:a="http://schemas.openxmlformats.org/drawingml/2006/main">
              <a:ext uri="{FF2B5EF4-FFF2-40B4-BE49-F238E27FC236}">
                <a16:creationId xmlns:a16="http://schemas.microsoft.com/office/drawing/2014/main" id="{221071D7-761C-4B9F-B93D-A334442DAD49}"/>
              </a:ext>
            </a:extLst>
          </p:cNvPr>
          <p:cNvSpPr>
            <a:spLocks xmlns:a="http://schemas.openxmlformats.org/drawingml/2006/main" noGrp="1"/>
          </p:cNvSpPr>
          <p:nvPr/>
        </p:nvSpPr>
        <p:spPr>
          <a:xfrm xmlns:a="http://schemas.openxmlformats.org/drawingml/2006/main">
            <a:off x="8682038" y="3582162"/>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8" name="">
            <a:extLst xmlns:a="http://schemas.openxmlformats.org/drawingml/2006/main">
              <a:ext uri="{FF2B5EF4-FFF2-40B4-BE49-F238E27FC236}">
                <a16:creationId xmlns:a16="http://schemas.microsoft.com/office/drawing/2014/main" id="{AD9B7830-C6B9-4A94-B48D-9B19C8812321}"/>
              </a:ext>
            </a:extLst>
          </p:cNvPr>
          <p:cNvSpPr>
            <a:spLocks xmlns:a="http://schemas.openxmlformats.org/drawingml/2006/main" noGrp="1"/>
          </p:cNvSpPr>
          <p:nvPr/>
        </p:nvSpPr>
        <p:spPr>
          <a:xfrm xmlns:a="http://schemas.openxmlformats.org/drawingml/2006/main">
            <a:off x="8462963" y="3686937"/>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O</a:t>
            </a:r>
          </a:p>
        </p:txBody>
      </p:sp>
      <p:sp>
        <p:nvSpPr>
          <p:cNvPr id="19" name="">
            <a:extLst xmlns:a="http://schemas.openxmlformats.org/drawingml/2006/main">
              <a:ext uri="{FF2B5EF4-FFF2-40B4-BE49-F238E27FC236}">
                <a16:creationId xmlns:a16="http://schemas.microsoft.com/office/drawing/2014/main" id="{2D03AF2D-1191-40A8-BB2A-38A8F2C5878B}"/>
              </a:ext>
            </a:extLst>
          </p:cNvPr>
          <p:cNvSpPr>
            <a:spLocks xmlns:a="http://schemas.openxmlformats.org/drawingml/2006/main" noGrp="1"/>
          </p:cNvSpPr>
          <p:nvPr/>
        </p:nvSpPr>
        <p:spPr>
          <a:xfrm xmlns:a="http://schemas.openxmlformats.org/drawingml/2006/main">
            <a:off x="9987480" y="3193489"/>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20" name="">
            <a:extLst xmlns:a="http://schemas.openxmlformats.org/drawingml/2006/main">
              <a:ext uri="{FF2B5EF4-FFF2-40B4-BE49-F238E27FC236}">
                <a16:creationId xmlns:a16="http://schemas.microsoft.com/office/drawing/2014/main" id="{2D6A4F34-25BE-478A-B2F5-D65E2396CAD2}"/>
              </a:ext>
            </a:extLst>
          </p:cNvPr>
          <p:cNvSpPr>
            <a:spLocks xmlns:a="http://schemas.openxmlformats.org/drawingml/2006/main" noGrp="1"/>
          </p:cNvSpPr>
          <p:nvPr/>
        </p:nvSpPr>
        <p:spPr>
          <a:xfrm xmlns:a="http://schemas.openxmlformats.org/drawingml/2006/main">
            <a:off x="10130355" y="3079189"/>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B</a:t>
            </a:r>
          </a:p>
        </p:txBody>
      </p:sp>
      <p:sp>
        <p:nvSpPr>
          <p:cNvPr id="21" name="">
            <a:extLst xmlns:a="http://schemas.openxmlformats.org/drawingml/2006/main">
              <a:ext uri="{FF2B5EF4-FFF2-40B4-BE49-F238E27FC236}">
                <a16:creationId xmlns:a16="http://schemas.microsoft.com/office/drawing/2014/main" id="{35207B49-0D49-4811-9396-B048712BA83E}"/>
              </a:ext>
            </a:extLst>
          </p:cNvPr>
          <p:cNvSpPr>
            <a:spLocks xmlns:a="http://schemas.openxmlformats.org/drawingml/2006/main" noGrp="1"/>
          </p:cNvSpPr>
          <p:nvPr/>
        </p:nvSpPr>
        <p:spPr>
          <a:xfrm xmlns:a="http://schemas.openxmlformats.org/drawingml/2006/main">
            <a:off x="9358313" y="2753963"/>
            <a:ext cx="1047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66B68"/>
                </a:solidFill>
                <a:latin typeface="Yu Gothic"/>
                <a:ea typeface="Yu Gothic"/>
                <a:cs typeface="Yu Gothic"/>
              </a:defRPr>
            </a:defPPr>
            <a:lvl1pPr algn="l">
              <a:defRPr sz="1650" b="1">
                <a:solidFill>
                  <a:srgbClr val="166B68"/>
                </a:solidFill>
                <a:latin typeface="Yu Gothic"/>
                <a:ea typeface="Yu Gothic"/>
                <a:cs typeface="Yu Gothic"/>
              </a:defRPr>
            </a:lvl1pPr>
            <a:lvl2pPr algn="l">
              <a:defRPr sz="1650" b="1">
                <a:solidFill>
                  <a:srgbClr val="166B68"/>
                </a:solidFill>
                <a:latin typeface="Yu Gothic"/>
                <a:ea typeface="Yu Gothic"/>
                <a:cs typeface="Yu Gothic"/>
              </a:defRPr>
            </a:lvl2pPr>
            <a:lvl3pPr algn="l">
              <a:defRPr sz="1650" b="1">
                <a:solidFill>
                  <a:srgbClr val="166B68"/>
                </a:solidFill>
                <a:latin typeface="Yu Gothic"/>
                <a:ea typeface="Yu Gothic"/>
                <a:cs typeface="Yu Gothic"/>
              </a:defRPr>
            </a:lvl3pPr>
            <a:lvl4pPr algn="l">
              <a:defRPr sz="1650" b="1">
                <a:solidFill>
                  <a:srgbClr val="166B68"/>
                </a:solidFill>
                <a:latin typeface="Yu Gothic"/>
                <a:ea typeface="Yu Gothic"/>
                <a:cs typeface="Yu Gothic"/>
              </a:defRPr>
            </a:lvl4pPr>
            <a:lvl5pPr algn="l">
              <a:defRPr sz="1650" b="1">
                <a:solidFill>
                  <a:srgbClr val="166B68"/>
                </a:solidFill>
                <a:latin typeface="Yu Gothic"/>
                <a:ea typeface="Yu Gothic"/>
                <a:cs typeface="Yu Gothic"/>
              </a:defRPr>
            </a:lvl5pPr>
            <a:lvl6pPr algn="l">
              <a:defRPr sz="1650" b="1">
                <a:solidFill>
                  <a:srgbClr val="166B68"/>
                </a:solidFill>
                <a:latin typeface="Yu Gothic"/>
                <a:ea typeface="Yu Gothic"/>
                <a:cs typeface="Yu Gothic"/>
              </a:defRPr>
            </a:lvl6pPr>
            <a:lvl7pPr algn="l">
              <a:defRPr sz="1650" b="1">
                <a:solidFill>
                  <a:srgbClr val="166B68"/>
                </a:solidFill>
                <a:latin typeface="Yu Gothic"/>
                <a:ea typeface="Yu Gothic"/>
                <a:cs typeface="Yu Gothic"/>
              </a:defRPr>
            </a:lvl7pPr>
            <a:lvl8pPr algn="l">
              <a:defRPr sz="1650" b="1">
                <a:solidFill>
                  <a:srgbClr val="166B68"/>
                </a:solidFill>
                <a:latin typeface="Yu Gothic"/>
                <a:ea typeface="Yu Gothic"/>
                <a:cs typeface="Yu Gothic"/>
              </a:defRPr>
            </a:lvl8pPr>
            <a:lvl9pPr algn="l">
              <a:defRPr sz="1650" b="1">
                <a:solidFill>
                  <a:srgbClr val="166B68"/>
                </a:solidFill>
                <a:latin typeface="Yu Gothic"/>
                <a:ea typeface="Yu Gothic"/>
                <a:cs typeface="Yu Gothic"/>
              </a:defRPr>
            </a:lvl9pPr>
          </a:lstStyle>
          <a:p xmlns:a="http://schemas.openxmlformats.org/drawingml/2006/main">
            <a:pPr algn="l">
              <a:defRPr sz="1650" b="1">
                <a:solidFill>
                  <a:srgbClr val="166B68"/>
                </a:solidFill>
                <a:latin typeface="Yu Gothic"/>
                <a:ea typeface="Yu Gothic"/>
                <a:cs typeface="Yu Gothic"/>
              </a:defRPr>
            </a:pPr>
            <a:r>
              <a:rPr sz="1650" b="1">
                <a:solidFill>
                  <a:srgbClr val="166B68"/>
                </a:solidFill>
                <a:latin typeface="Yu Gothic"/>
                <a:ea typeface="Yu Gothic"/>
                <a:cs typeface="Yu Gothic"/>
              </a:rPr>
              <a:t>73.42°</a:t>
            </a:r>
          </a:p>
        </p:txBody>
      </p:sp>
      <p:sp>
        <p:nvSpPr>
          <p:cNvPr id="22" name="">
            <a:extLst xmlns:a="http://schemas.openxmlformats.org/drawingml/2006/main">
              <a:ext uri="{FF2B5EF4-FFF2-40B4-BE49-F238E27FC236}">
                <a16:creationId xmlns:a16="http://schemas.microsoft.com/office/drawing/2014/main" id="{4998A641-C127-4604-88CC-B6A67A914A38}"/>
              </a:ext>
            </a:extLst>
          </p:cNvPr>
          <p:cNvSpPr>
            <a:spLocks xmlns:a="http://schemas.openxmlformats.org/drawingml/2006/main" noGrp="1"/>
          </p:cNvSpPr>
          <p:nvPr/>
        </p:nvSpPr>
        <p:spPr>
          <a:xfrm xmlns:a="http://schemas.openxmlformats.org/drawingml/2006/main">
            <a:off x="8739188" y="3639312"/>
            <a:ext cx="832946" cy="1077706"/>
          </a:xfrm>
          <a:custGeom xmlns:a="http://schemas.openxmlformats.org/drawingml/2006/main">
            <a:pathLst>
              <a:path w="832946" h="1077706">
                <a:moveTo>
                  <a:pt x="0" y="0"/>
                </a:moveTo>
                <a:lnTo>
                  <a:pt x="832946" y="1077706"/>
                </a:lnTo>
              </a:path>
            </a:pathLst>
          </a:custGeom>
          <a:noFill xmlns:a="http://schemas.openxmlformats.org/drawingml/2006/main"/>
          <a:ln xmlns:a="http://schemas.openxmlformats.org/drawingml/2006/main" w="28575">
            <a:solidFill>
              <a:srgbClr val="182B33"/>
            </a:solidFill>
            <a:prstDash val="solid"/>
          </a:ln>
        </p:spPr>
      </p:sp>
      <p:sp>
        <p:nvSpPr>
          <p:cNvPr id="23" name="">
            <a:extLst xmlns:a="http://schemas.openxmlformats.org/drawingml/2006/main">
              <a:ext uri="{FF2B5EF4-FFF2-40B4-BE49-F238E27FC236}">
                <a16:creationId xmlns:a16="http://schemas.microsoft.com/office/drawing/2014/main" id="{0BCD3A1D-575C-4E85-A41F-BF8339A4584F}"/>
              </a:ext>
            </a:extLst>
          </p:cNvPr>
          <p:cNvSpPr>
            <a:spLocks xmlns:a="http://schemas.openxmlformats.org/drawingml/2006/main" noGrp="1"/>
          </p:cNvSpPr>
          <p:nvPr/>
        </p:nvSpPr>
        <p:spPr>
          <a:xfrm xmlns:a="http://schemas.openxmlformats.org/drawingml/2006/main">
            <a:off x="9147331" y="3448862"/>
            <a:ext cx="258937" cy="718526"/>
          </a:xfrm>
          <a:custGeom xmlns:a="http://schemas.openxmlformats.org/drawingml/2006/main">
            <a:pathLst>
              <a:path w="258937" h="718526">
                <a:moveTo>
                  <a:pt x="231524" y="0"/>
                </a:moveTo>
                <a:lnTo>
                  <a:pt x="245501" y="55563"/>
                </a:lnTo>
                <a:lnTo>
                  <a:pt x="254661" y="112119"/>
                </a:lnTo>
                <a:lnTo>
                  <a:pt x="258937" y="169253"/>
                </a:lnTo>
                <a:lnTo>
                  <a:pt x="258297" y="226543"/>
                </a:lnTo>
                <a:lnTo>
                  <a:pt x="252746" y="283567"/>
                </a:lnTo>
                <a:lnTo>
                  <a:pt x="242324" y="339905"/>
                </a:lnTo>
                <a:lnTo>
                  <a:pt x="227110" y="395141"/>
                </a:lnTo>
                <a:lnTo>
                  <a:pt x="207214" y="448870"/>
                </a:lnTo>
                <a:lnTo>
                  <a:pt x="182783" y="500693"/>
                </a:lnTo>
                <a:lnTo>
                  <a:pt x="153998" y="550231"/>
                </a:lnTo>
                <a:lnTo>
                  <a:pt x="121070" y="597117"/>
                </a:lnTo>
                <a:lnTo>
                  <a:pt x="84243" y="641007"/>
                </a:lnTo>
                <a:lnTo>
                  <a:pt x="43786" y="681576"/>
                </a:lnTo>
                <a:lnTo>
                  <a:pt x="0" y="718526"/>
                </a:lnTo>
              </a:path>
            </a:pathLst>
          </a:custGeom>
          <a:noFill xmlns:a="http://schemas.openxmlformats.org/drawingml/2006/main"/>
          <a:ln xmlns:a="http://schemas.openxmlformats.org/drawingml/2006/main" w="28575">
            <a:solidFill>
              <a:srgbClr val="A94737"/>
            </a:solidFill>
            <a:prstDash val="solid"/>
          </a:ln>
        </p:spPr>
      </p:sp>
      <p:sp>
        <p:nvSpPr>
          <p:cNvPr id="24" name="">
            <a:extLst xmlns:a="http://schemas.openxmlformats.org/drawingml/2006/main">
              <a:ext uri="{FF2B5EF4-FFF2-40B4-BE49-F238E27FC236}">
                <a16:creationId xmlns:a16="http://schemas.microsoft.com/office/drawing/2014/main" id="{267E4A18-AF45-4597-9ED2-B12DD4F27861}"/>
              </a:ext>
            </a:extLst>
          </p:cNvPr>
          <p:cNvSpPr>
            <a:spLocks xmlns:a="http://schemas.openxmlformats.org/drawingml/2006/main" noGrp="1"/>
          </p:cNvSpPr>
          <p:nvPr/>
        </p:nvSpPr>
        <p:spPr>
          <a:xfrm xmlns:a="http://schemas.openxmlformats.org/drawingml/2006/main">
            <a:off x="9147331" y="4091666"/>
            <a:ext cx="97973" cy="75722"/>
          </a:xfrm>
          <a:custGeom xmlns:a="http://schemas.openxmlformats.org/drawingml/2006/main">
            <a:pathLst>
              <a:path w="97973" h="75722">
                <a:moveTo>
                  <a:pt x="97973" y="0"/>
                </a:moveTo>
                <a:lnTo>
                  <a:pt x="0" y="75722"/>
                </a:lnTo>
              </a:path>
            </a:pathLst>
          </a:custGeom>
          <a:noFill xmlns:a="http://schemas.openxmlformats.org/drawingml/2006/main"/>
          <a:ln xmlns:a="http://schemas.openxmlformats.org/drawingml/2006/main" w="28575">
            <a:solidFill>
              <a:srgbClr val="A94737"/>
            </a:solidFill>
            <a:prstDash val="solid"/>
          </a:ln>
        </p:spPr>
      </p:sp>
      <p:sp>
        <p:nvSpPr>
          <p:cNvPr id="25" name="">
            <a:extLst xmlns:a="http://schemas.openxmlformats.org/drawingml/2006/main">
              <a:ext uri="{FF2B5EF4-FFF2-40B4-BE49-F238E27FC236}">
                <a16:creationId xmlns:a16="http://schemas.microsoft.com/office/drawing/2014/main" id="{F043FED8-04F5-4EFF-991B-F01584443492}"/>
              </a:ext>
            </a:extLst>
          </p:cNvPr>
          <p:cNvSpPr>
            <a:spLocks xmlns:a="http://schemas.openxmlformats.org/drawingml/2006/main" noGrp="1"/>
          </p:cNvSpPr>
          <p:nvPr/>
        </p:nvSpPr>
        <p:spPr>
          <a:xfrm xmlns:a="http://schemas.openxmlformats.org/drawingml/2006/main">
            <a:off x="9147331" y="4078338"/>
            <a:ext cx="94695" cy="89050"/>
          </a:xfrm>
          <a:custGeom xmlns:a="http://schemas.openxmlformats.org/drawingml/2006/main">
            <a:pathLst>
              <a:path w="94695" h="89050">
                <a:moveTo>
                  <a:pt x="33804" y="0"/>
                </a:moveTo>
                <a:lnTo>
                  <a:pt x="0" y="89050"/>
                </a:lnTo>
                <a:lnTo>
                  <a:pt x="94695" y="78784"/>
                </a:lnTo>
              </a:path>
            </a:pathLst>
          </a:custGeom>
          <a:noFill xmlns:a="http://schemas.openxmlformats.org/drawingml/2006/main"/>
          <a:ln xmlns:a="http://schemas.openxmlformats.org/drawingml/2006/main" w="28575">
            <a:solidFill>
              <a:srgbClr val="A94737"/>
            </a:solidFill>
            <a:prstDash val="solid"/>
          </a:ln>
        </p:spPr>
      </p:sp>
      <p:sp>
        <p:nvSpPr>
          <p:cNvPr id="26" name="">
            <a:extLst xmlns:a="http://schemas.openxmlformats.org/drawingml/2006/main">
              <a:ext uri="{FF2B5EF4-FFF2-40B4-BE49-F238E27FC236}">
                <a16:creationId xmlns:a16="http://schemas.microsoft.com/office/drawing/2014/main" id="{BF04D53E-F041-4B62-873E-DE7E0CA1C5A2}"/>
              </a:ext>
            </a:extLst>
          </p:cNvPr>
          <p:cNvSpPr>
            <a:spLocks xmlns:a="http://schemas.openxmlformats.org/drawingml/2006/main" noGrp="1"/>
          </p:cNvSpPr>
          <p:nvPr/>
        </p:nvSpPr>
        <p:spPr>
          <a:xfrm xmlns:a="http://schemas.openxmlformats.org/drawingml/2006/main">
            <a:off x="9514983" y="4659868"/>
            <a:ext cx="114300" cy="114300"/>
          </a:xfrm>
          <a:prstGeom xmlns:a="http://schemas.openxmlformats.org/drawingml/2006/main" prst="ellipse">
            <a:avLst/>
          </a:prstGeom>
          <a:solidFill xmlns:a="http://schemas.openxmlformats.org/drawingml/2006/main">
            <a:srgbClr val="A94737"/>
          </a:solidFill>
          <a:ln xmlns:a="http://schemas.openxmlformats.org/drawingml/2006/main" w="9525">
            <a:solidFill>
              <a:srgbClr val="A94737"/>
            </a:solidFill>
          </a:ln>
        </p:spPr>
      </p:sp>
      <p:sp>
        <p:nvSpPr>
          <p:cNvPr id="27" name="">
            <a:extLst xmlns:a="http://schemas.openxmlformats.org/drawingml/2006/main">
              <a:ext uri="{FF2B5EF4-FFF2-40B4-BE49-F238E27FC236}">
                <a16:creationId xmlns:a16="http://schemas.microsoft.com/office/drawing/2014/main" id="{EDB65B61-9A0D-408D-95D8-859DA8561E8E}"/>
              </a:ext>
            </a:extLst>
          </p:cNvPr>
          <p:cNvSpPr>
            <a:spLocks xmlns:a="http://schemas.openxmlformats.org/drawingml/2006/main" noGrp="1"/>
          </p:cNvSpPr>
          <p:nvPr/>
        </p:nvSpPr>
        <p:spPr>
          <a:xfrm xmlns:a="http://schemas.openxmlformats.org/drawingml/2006/main">
            <a:off x="9314958" y="4736068"/>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A94737"/>
                </a:solidFill>
                <a:latin typeface="Yu Gothic"/>
                <a:ea typeface="Yu Gothic"/>
                <a:cs typeface="Yu Gothic"/>
              </a:defRPr>
            </a:defPPr>
            <a:lvl1pPr algn="l">
              <a:defRPr sz="1650" b="1">
                <a:solidFill>
                  <a:srgbClr val="A94737"/>
                </a:solidFill>
                <a:latin typeface="Yu Gothic"/>
                <a:ea typeface="Yu Gothic"/>
                <a:cs typeface="Yu Gothic"/>
              </a:defRPr>
            </a:lvl1pPr>
            <a:lvl2pPr algn="l">
              <a:defRPr sz="1650" b="1">
                <a:solidFill>
                  <a:srgbClr val="A94737"/>
                </a:solidFill>
                <a:latin typeface="Yu Gothic"/>
                <a:ea typeface="Yu Gothic"/>
                <a:cs typeface="Yu Gothic"/>
              </a:defRPr>
            </a:lvl2pPr>
            <a:lvl3pPr algn="l">
              <a:defRPr sz="1650" b="1">
                <a:solidFill>
                  <a:srgbClr val="A94737"/>
                </a:solidFill>
                <a:latin typeface="Yu Gothic"/>
                <a:ea typeface="Yu Gothic"/>
                <a:cs typeface="Yu Gothic"/>
              </a:defRPr>
            </a:lvl3pPr>
            <a:lvl4pPr algn="l">
              <a:defRPr sz="1650" b="1">
                <a:solidFill>
                  <a:srgbClr val="A94737"/>
                </a:solidFill>
                <a:latin typeface="Yu Gothic"/>
                <a:ea typeface="Yu Gothic"/>
                <a:cs typeface="Yu Gothic"/>
              </a:defRPr>
            </a:lvl4pPr>
            <a:lvl5pPr algn="l">
              <a:defRPr sz="1650" b="1">
                <a:solidFill>
                  <a:srgbClr val="A94737"/>
                </a:solidFill>
                <a:latin typeface="Yu Gothic"/>
                <a:ea typeface="Yu Gothic"/>
                <a:cs typeface="Yu Gothic"/>
              </a:defRPr>
            </a:lvl5pPr>
            <a:lvl6pPr algn="l">
              <a:defRPr sz="1650" b="1">
                <a:solidFill>
                  <a:srgbClr val="A94737"/>
                </a:solidFill>
                <a:latin typeface="Yu Gothic"/>
                <a:ea typeface="Yu Gothic"/>
                <a:cs typeface="Yu Gothic"/>
              </a:defRPr>
            </a:lvl6pPr>
            <a:lvl7pPr algn="l">
              <a:defRPr sz="1650" b="1">
                <a:solidFill>
                  <a:srgbClr val="A94737"/>
                </a:solidFill>
                <a:latin typeface="Yu Gothic"/>
                <a:ea typeface="Yu Gothic"/>
                <a:cs typeface="Yu Gothic"/>
              </a:defRPr>
            </a:lvl7pPr>
            <a:lvl8pPr algn="l">
              <a:defRPr sz="1650" b="1">
                <a:solidFill>
                  <a:srgbClr val="A94737"/>
                </a:solidFill>
                <a:latin typeface="Yu Gothic"/>
                <a:ea typeface="Yu Gothic"/>
                <a:cs typeface="Yu Gothic"/>
              </a:defRPr>
            </a:lvl8pPr>
            <a:lvl9pPr algn="l">
              <a:defRPr sz="1650" b="1">
                <a:solidFill>
                  <a:srgbClr val="A94737"/>
                </a:solidFill>
                <a:latin typeface="Yu Gothic"/>
                <a:ea typeface="Yu Gothic"/>
                <a:cs typeface="Yu Gothic"/>
              </a:defRPr>
            </a:lvl9pPr>
          </a:lstStyle>
          <a:p xmlns:a="http://schemas.openxmlformats.org/drawingml/2006/main">
            <a:pPr algn="l">
              <a:defRPr sz="1650" b="1">
                <a:solidFill>
                  <a:srgbClr val="A94737"/>
                </a:solidFill>
                <a:latin typeface="Yu Gothic"/>
                <a:ea typeface="Yu Gothic"/>
                <a:cs typeface="Yu Gothic"/>
              </a:defRPr>
            </a:pPr>
            <a:r>
              <a:rPr sz="1650" b="1">
                <a:solidFill>
                  <a:srgbClr val="A94737"/>
                </a:solidFill>
                <a:latin typeface="Yu Gothic"/>
                <a:ea typeface="Yu Gothic"/>
                <a:cs typeface="Yu Gothic"/>
              </a:rPr>
              <a:t>C</a:t>
            </a:r>
          </a:p>
        </p:txBody>
      </p:sp>
      <p:sp>
        <p:nvSpPr>
          <p:cNvPr id="28" name="">
            <a:extLst xmlns:a="http://schemas.openxmlformats.org/drawingml/2006/main">
              <a:ext uri="{FF2B5EF4-FFF2-40B4-BE49-F238E27FC236}">
                <a16:creationId xmlns:a16="http://schemas.microsoft.com/office/drawing/2014/main" id="{8E576BD7-2124-4788-A186-6620E7336236}"/>
              </a:ext>
            </a:extLst>
          </p:cNvPr>
          <p:cNvSpPr>
            <a:spLocks xmlns:a="http://schemas.openxmlformats.org/drawingml/2006/main" noGrp="1"/>
          </p:cNvSpPr>
          <p:nvPr/>
        </p:nvSpPr>
        <p:spPr>
          <a:xfrm xmlns:a="http://schemas.openxmlformats.org/drawingml/2006/main">
            <a:off x="9352121" y="3639312"/>
            <a:ext cx="85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A94737"/>
                </a:solidFill>
                <a:latin typeface="Yu Gothic"/>
                <a:ea typeface="Yu Gothic"/>
                <a:cs typeface="Yu Gothic"/>
              </a:defRPr>
            </a:defPPr>
            <a:lvl1pPr algn="l">
              <a:defRPr sz="1650" b="1">
                <a:solidFill>
                  <a:srgbClr val="A94737"/>
                </a:solidFill>
                <a:latin typeface="Yu Gothic"/>
                <a:ea typeface="Yu Gothic"/>
                <a:cs typeface="Yu Gothic"/>
              </a:defRPr>
            </a:lvl1pPr>
            <a:lvl2pPr algn="l">
              <a:defRPr sz="1650" b="1">
                <a:solidFill>
                  <a:srgbClr val="A94737"/>
                </a:solidFill>
                <a:latin typeface="Yu Gothic"/>
                <a:ea typeface="Yu Gothic"/>
                <a:cs typeface="Yu Gothic"/>
              </a:defRPr>
            </a:lvl2pPr>
            <a:lvl3pPr algn="l">
              <a:defRPr sz="1650" b="1">
                <a:solidFill>
                  <a:srgbClr val="A94737"/>
                </a:solidFill>
                <a:latin typeface="Yu Gothic"/>
                <a:ea typeface="Yu Gothic"/>
                <a:cs typeface="Yu Gothic"/>
              </a:defRPr>
            </a:lvl3pPr>
            <a:lvl4pPr algn="l">
              <a:defRPr sz="1650" b="1">
                <a:solidFill>
                  <a:srgbClr val="A94737"/>
                </a:solidFill>
                <a:latin typeface="Yu Gothic"/>
                <a:ea typeface="Yu Gothic"/>
                <a:cs typeface="Yu Gothic"/>
              </a:defRPr>
            </a:lvl4pPr>
            <a:lvl5pPr algn="l">
              <a:defRPr sz="1650" b="1">
                <a:solidFill>
                  <a:srgbClr val="A94737"/>
                </a:solidFill>
                <a:latin typeface="Yu Gothic"/>
                <a:ea typeface="Yu Gothic"/>
                <a:cs typeface="Yu Gothic"/>
              </a:defRPr>
            </a:lvl5pPr>
            <a:lvl6pPr algn="l">
              <a:defRPr sz="1650" b="1">
                <a:solidFill>
                  <a:srgbClr val="A94737"/>
                </a:solidFill>
                <a:latin typeface="Yu Gothic"/>
                <a:ea typeface="Yu Gothic"/>
                <a:cs typeface="Yu Gothic"/>
              </a:defRPr>
            </a:lvl6pPr>
            <a:lvl7pPr algn="l">
              <a:defRPr sz="1650" b="1">
                <a:solidFill>
                  <a:srgbClr val="A94737"/>
                </a:solidFill>
                <a:latin typeface="Yu Gothic"/>
                <a:ea typeface="Yu Gothic"/>
                <a:cs typeface="Yu Gothic"/>
              </a:defRPr>
            </a:lvl7pPr>
            <a:lvl8pPr algn="l">
              <a:defRPr sz="1650" b="1">
                <a:solidFill>
                  <a:srgbClr val="A94737"/>
                </a:solidFill>
                <a:latin typeface="Yu Gothic"/>
                <a:ea typeface="Yu Gothic"/>
                <a:cs typeface="Yu Gothic"/>
              </a:defRPr>
            </a:lvl8pPr>
            <a:lvl9pPr algn="l">
              <a:defRPr sz="1650" b="1">
                <a:solidFill>
                  <a:srgbClr val="A94737"/>
                </a:solidFill>
                <a:latin typeface="Yu Gothic"/>
                <a:ea typeface="Yu Gothic"/>
                <a:cs typeface="Yu Gothic"/>
              </a:defRPr>
            </a:lvl9pPr>
          </a:lstStyle>
          <a:p xmlns:a="http://schemas.openxmlformats.org/drawingml/2006/main">
            <a:pPr algn="l">
              <a:defRPr sz="1650" b="1">
                <a:solidFill>
                  <a:srgbClr val="A94737"/>
                </a:solidFill>
                <a:latin typeface="Yu Gothic"/>
                <a:ea typeface="Yu Gothic"/>
                <a:cs typeface="Yu Gothic"/>
              </a:defRPr>
            </a:pPr>
            <a:r>
              <a:rPr sz="1650" b="1">
                <a:solidFill>
                  <a:srgbClr val="A94737"/>
                </a:solidFill>
                <a:latin typeface="Yu Gothic"/>
                <a:ea typeface="Yu Gothic"/>
                <a:cs typeface="Yu Gothic"/>
              </a:rPr>
              <a:t>68.88°</a:t>
            </a:r>
          </a:p>
        </p:txBody>
      </p:sp>
      <p:sp>
        <p:nvSpPr>
          <p:cNvPr id="29" name="">
            <a:extLst xmlns:a="http://schemas.openxmlformats.org/drawingml/2006/main">
              <a:ext uri="{FF2B5EF4-FFF2-40B4-BE49-F238E27FC236}">
                <a16:creationId xmlns:a16="http://schemas.microsoft.com/office/drawing/2014/main" id="{547CF206-BD47-4704-B411-4502A377E4B0}"/>
              </a:ext>
            </a:extLst>
          </p:cNvPr>
          <p:cNvSpPr>
            <a:spLocks xmlns:a="http://schemas.openxmlformats.org/drawingml/2006/main" noGrp="1"/>
          </p:cNvSpPr>
          <p:nvPr/>
        </p:nvSpPr>
        <p:spPr>
          <a:xfrm xmlns:a="http://schemas.openxmlformats.org/drawingml/2006/main">
            <a:off x="6267450" y="1815465"/>
            <a:ext cx="1619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52616A"/>
                </a:solidFill>
                <a:latin typeface="Yu Gothic"/>
                <a:ea typeface="Yu Gothic"/>
                <a:cs typeface="Yu Gothic"/>
              </a:defRPr>
            </a:defPPr>
            <a:lvl1pPr algn="l">
              <a:defRPr sz="1650" b="1">
                <a:solidFill>
                  <a:srgbClr val="52616A"/>
                </a:solidFill>
                <a:latin typeface="Yu Gothic"/>
                <a:ea typeface="Yu Gothic"/>
                <a:cs typeface="Yu Gothic"/>
              </a:defRPr>
            </a:lvl1pPr>
            <a:lvl2pPr algn="l">
              <a:defRPr sz="1650" b="1">
                <a:solidFill>
                  <a:srgbClr val="52616A"/>
                </a:solidFill>
                <a:latin typeface="Yu Gothic"/>
                <a:ea typeface="Yu Gothic"/>
                <a:cs typeface="Yu Gothic"/>
              </a:defRPr>
            </a:lvl2pPr>
            <a:lvl3pPr algn="l">
              <a:defRPr sz="1650" b="1">
                <a:solidFill>
                  <a:srgbClr val="52616A"/>
                </a:solidFill>
                <a:latin typeface="Yu Gothic"/>
                <a:ea typeface="Yu Gothic"/>
                <a:cs typeface="Yu Gothic"/>
              </a:defRPr>
            </a:lvl3pPr>
            <a:lvl4pPr algn="l">
              <a:defRPr sz="1650" b="1">
                <a:solidFill>
                  <a:srgbClr val="52616A"/>
                </a:solidFill>
                <a:latin typeface="Yu Gothic"/>
                <a:ea typeface="Yu Gothic"/>
                <a:cs typeface="Yu Gothic"/>
              </a:defRPr>
            </a:lvl4pPr>
            <a:lvl5pPr algn="l">
              <a:defRPr sz="1650" b="1">
                <a:solidFill>
                  <a:srgbClr val="52616A"/>
                </a:solidFill>
                <a:latin typeface="Yu Gothic"/>
                <a:ea typeface="Yu Gothic"/>
                <a:cs typeface="Yu Gothic"/>
              </a:defRPr>
            </a:lvl5pPr>
            <a:lvl6pPr algn="l">
              <a:defRPr sz="1650" b="1">
                <a:solidFill>
                  <a:srgbClr val="52616A"/>
                </a:solidFill>
                <a:latin typeface="Yu Gothic"/>
                <a:ea typeface="Yu Gothic"/>
                <a:cs typeface="Yu Gothic"/>
              </a:defRPr>
            </a:lvl6pPr>
            <a:lvl7pPr algn="l">
              <a:defRPr sz="1650" b="1">
                <a:solidFill>
                  <a:srgbClr val="52616A"/>
                </a:solidFill>
                <a:latin typeface="Yu Gothic"/>
                <a:ea typeface="Yu Gothic"/>
                <a:cs typeface="Yu Gothic"/>
              </a:defRPr>
            </a:lvl7pPr>
            <a:lvl8pPr algn="l">
              <a:defRPr sz="1650" b="1">
                <a:solidFill>
                  <a:srgbClr val="52616A"/>
                </a:solidFill>
                <a:latin typeface="Yu Gothic"/>
                <a:ea typeface="Yu Gothic"/>
                <a:cs typeface="Yu Gothic"/>
              </a:defRPr>
            </a:lvl8pPr>
            <a:lvl9pPr algn="l">
              <a:defRPr sz="1650" b="1">
                <a:solidFill>
                  <a:srgbClr val="52616A"/>
                </a:solidFill>
                <a:latin typeface="Yu Gothic"/>
                <a:ea typeface="Yu Gothic"/>
                <a:cs typeface="Yu Gothic"/>
              </a:defRPr>
            </a:lvl9pPr>
          </a:lstStyle>
          <a:p xmlns:a="http://schemas.openxmlformats.org/drawingml/2006/main">
            <a:pPr algn="l">
              <a:defRPr sz="1650" b="1">
                <a:solidFill>
                  <a:srgbClr val="52616A"/>
                </a:solidFill>
                <a:latin typeface="Yu Gothic"/>
                <a:ea typeface="Yu Gothic"/>
                <a:cs typeface="Yu Gothic"/>
              </a:defRPr>
            </a:pPr>
            <a:r>
              <a:rPr sz="1650" b="1">
                <a:solidFill>
                  <a:srgbClr val="52616A"/>
                </a:solidFill>
                <a:latin typeface="Yu Gothic"/>
                <a:ea typeface="Yu Gothic"/>
                <a:cs typeface="Yu Gothic"/>
              </a:rPr>
              <a:t>A → B → C</a:t>
            </a:r>
          </a:p>
        </p:txBody>
      </p:sp>
    </p:spTree>
    <p:extLst>
      <p:ext uri="{BB962C8B-B14F-4D97-AF65-F5344CB8AC3E}">
        <p14:creationId xmlns:p14="http://schemas.microsoft.com/office/powerpoint/2010/main" val="760873359"/>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2B3A46C-5835-4924-8EBF-B2086081A39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58B7AE43-29E6-4167-A40B-899CC38961B8}"/>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4-4 点検｜29–43分</a:t>
            </a:r>
          </a:p>
        </p:txBody>
      </p:sp>
      <p:sp>
        <p:nvSpPr>
          <p:cNvPr id="3" name="">
            <a:extLst xmlns:a="http://schemas.openxmlformats.org/drawingml/2006/main">
              <a:ext uri="{FF2B5EF4-FFF2-40B4-BE49-F238E27FC236}">
                <a16:creationId xmlns:a16="http://schemas.microsoft.com/office/drawing/2014/main" id="{47CB2E8C-0E3C-495D-92DA-D83CB5456009}"/>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第1対回：読んだ値を、そのまま残す</a:t>
            </a:r>
          </a:p>
        </p:txBody>
      </p:sp>
      <p:sp>
        <p:nvSpPr>
          <p:cNvPr id="4" name="">
            <a:extLst xmlns:a="http://schemas.openxmlformats.org/drawingml/2006/main">
              <a:ext uri="{FF2B5EF4-FFF2-40B4-BE49-F238E27FC236}">
                <a16:creationId xmlns:a16="http://schemas.microsoft.com/office/drawing/2014/main" id="{115C287A-DB52-4A5B-8703-370E8103BA3C}"/>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9B0DB006-B50D-4F19-881C-1766B2D74670}"/>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14AF1AF2-6612-42E8-9FBD-A2614A4B5A90}"/>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25</a:t>
            </a:r>
          </a:p>
        </p:txBody>
      </p:sp>
      <p:sp>
        <p:nvSpPr>
          <p:cNvPr id="7" name="">
            <a:extLst xmlns:a="http://schemas.openxmlformats.org/drawingml/2006/main">
              <a:ext uri="{FF2B5EF4-FFF2-40B4-BE49-F238E27FC236}">
                <a16:creationId xmlns:a16="http://schemas.microsoft.com/office/drawing/2014/main" id="{28BC59F3-9867-411E-BB3C-90D091806A86}"/>
              </a:ext>
            </a:extLst>
          </p:cNvPr>
          <p:cNvSpPr>
            <a:spLocks xmlns:a="http://schemas.openxmlformats.org/drawingml/2006/main" noGrp="1"/>
          </p:cNvSpPr>
          <p:nvPr/>
        </p:nvSpPr>
        <p:spPr>
          <a:xfrm xmlns:a="http://schemas.openxmlformats.org/drawingml/2006/main">
            <a:off x="723900" y="157162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52616A"/>
                </a:solidFill>
                <a:latin typeface="Yu Gothic"/>
                <a:ea typeface="Yu Gothic"/>
                <a:cs typeface="Yu Gothic"/>
              </a:defRPr>
            </a:defPPr>
            <a:lvl1pPr algn="l">
              <a:defRPr sz="2250" b="1">
                <a:solidFill>
                  <a:srgbClr val="52616A"/>
                </a:solidFill>
                <a:latin typeface="Yu Gothic"/>
                <a:ea typeface="Yu Gothic"/>
                <a:cs typeface="Yu Gothic"/>
              </a:defRPr>
            </a:lvl1pPr>
            <a:lvl2pPr algn="l">
              <a:defRPr sz="2250" b="1">
                <a:solidFill>
                  <a:srgbClr val="52616A"/>
                </a:solidFill>
                <a:latin typeface="Yu Gothic"/>
                <a:ea typeface="Yu Gothic"/>
                <a:cs typeface="Yu Gothic"/>
              </a:defRPr>
            </a:lvl2pPr>
            <a:lvl3pPr algn="l">
              <a:defRPr sz="2250" b="1">
                <a:solidFill>
                  <a:srgbClr val="52616A"/>
                </a:solidFill>
                <a:latin typeface="Yu Gothic"/>
                <a:ea typeface="Yu Gothic"/>
                <a:cs typeface="Yu Gothic"/>
              </a:defRPr>
            </a:lvl3pPr>
            <a:lvl4pPr algn="l">
              <a:defRPr sz="2250" b="1">
                <a:solidFill>
                  <a:srgbClr val="52616A"/>
                </a:solidFill>
                <a:latin typeface="Yu Gothic"/>
                <a:ea typeface="Yu Gothic"/>
                <a:cs typeface="Yu Gothic"/>
              </a:defRPr>
            </a:lvl4pPr>
            <a:lvl5pPr algn="l">
              <a:defRPr sz="2250" b="1">
                <a:solidFill>
                  <a:srgbClr val="52616A"/>
                </a:solidFill>
                <a:latin typeface="Yu Gothic"/>
                <a:ea typeface="Yu Gothic"/>
                <a:cs typeface="Yu Gothic"/>
              </a:defRPr>
            </a:lvl5pPr>
            <a:lvl6pPr algn="l">
              <a:defRPr sz="2250" b="1">
                <a:solidFill>
                  <a:srgbClr val="52616A"/>
                </a:solidFill>
                <a:latin typeface="Yu Gothic"/>
                <a:ea typeface="Yu Gothic"/>
                <a:cs typeface="Yu Gothic"/>
              </a:defRPr>
            </a:lvl6pPr>
            <a:lvl7pPr algn="l">
              <a:defRPr sz="2250" b="1">
                <a:solidFill>
                  <a:srgbClr val="52616A"/>
                </a:solidFill>
                <a:latin typeface="Yu Gothic"/>
                <a:ea typeface="Yu Gothic"/>
                <a:cs typeface="Yu Gothic"/>
              </a:defRPr>
            </a:lvl7pPr>
            <a:lvl8pPr algn="l">
              <a:defRPr sz="2250" b="1">
                <a:solidFill>
                  <a:srgbClr val="52616A"/>
                </a:solidFill>
                <a:latin typeface="Yu Gothic"/>
                <a:ea typeface="Yu Gothic"/>
                <a:cs typeface="Yu Gothic"/>
              </a:defRPr>
            </a:lvl8pPr>
            <a:lvl9pPr algn="l">
              <a:defRPr sz="2250" b="1">
                <a:solidFill>
                  <a:srgbClr val="52616A"/>
                </a:solidFill>
                <a:latin typeface="Yu Gothic"/>
                <a:ea typeface="Yu Gothic"/>
                <a:cs typeface="Yu Gothic"/>
              </a:defRPr>
            </a:lvl9pPr>
          </a:lstStyle>
          <a:p xmlns:a="http://schemas.openxmlformats.org/drawingml/2006/main">
            <a:pPr algn="l">
              <a:defRPr sz="2250" b="1">
                <a:solidFill>
                  <a:srgbClr val="52616A"/>
                </a:solidFill>
                <a:latin typeface="Yu Gothic"/>
                <a:ea typeface="Yu Gothic"/>
                <a:cs typeface="Yu Gothic"/>
              </a:defRPr>
            </a:pPr>
            <a:r>
              <a:rPr sz="2250" b="1">
                <a:solidFill>
                  <a:srgbClr val="52616A"/>
                </a:solidFill>
                <a:latin typeface="Yu Gothic"/>
                <a:ea typeface="Yu Gothic"/>
                <a:cs typeface="Yu Gothic"/>
              </a:rPr>
              <a:t>生読定。まだ水平角ではない</a:t>
            </a:r>
          </a:p>
        </p:txBody>
      </p:sp>
      <p:graphicFrame>
        <p:nvGraphicFramePr>
          <p:cNvPr id="8" name="">
            <a:extLst xmlns:a="http://schemas.openxmlformats.org/drawingml/2006/main">
              <a:ext uri="{FF2B5EF4-FFF2-40B4-BE49-F238E27FC236}">
                <a16:creationId xmlns:a16="http://schemas.microsoft.com/office/drawing/2014/main" id="{8EDBE702-B145-47E2-A3E1-797C37E31E4F}"/>
              </a:ext>
            </a:extLst>
          </p:cNvPr>
          <p:cNvGraphicFramePr/>
          <p:nvPr/>
        </p:nvGraphicFramePr>
        <p:xfrm>
          <a:off xmlns:a="http://schemas.openxmlformats.org/drawingml/2006/main" x="723900" y="2381250"/>
          <a:ext xmlns:a="http://schemas.openxmlformats.org/drawingml/2006/main" cx="10744200" cy="2762250"/>
        </p:xfrm>
        <a:graphic xmlns:a="http://schemas.openxmlformats.org/drawingml/2006/main">
          <a:graphicData uri="http://schemas.openxmlformats.org/drawingml/2006/table">
            <a:tbl>
              <a:tblPr/>
              <a:tblGrid>
                <a:gridCol w="1719072"/>
                <a:gridCol w="4512564"/>
                <a:gridCol w="4512564"/>
              </a:tblGrid>
              <a:tr h="920750">
                <a:tc>
                  <a:txBody>
                    <a:bodyPr wrap="square" lIns="57150" tIns="57150" rIns="57150" bIns="57150">
                      <a:noAutofit/>
                    </a:bodyPr>
                    <a:lstStyle/>
                    <a:p>
                      <a:pPr algn="ctr"/>
                      <a:r>
                        <a:rPr sz="1950" b="1">
                          <a:solidFill>
                            <a:srgbClr val="FFFFFF"/>
                          </a:solidFill>
                          <a:latin typeface="Yu Gothic"/>
                          <a:ea typeface="Yu Gothic"/>
                          <a:cs typeface="Yu Gothic"/>
                        </a:rPr>
                        <a:t>目標</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正 r</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反 l</a:t>
                      </a:r>
                    </a:p>
                  </a:txBody>
                  <a:tcPr marL="91440" marR="91440" marT="45720" marB="45720" anchor="ctr">
                    <a:solidFill>
                      <a:srgbClr val="166B68"/>
                    </a:solidFill>
                  </a:tcPr>
                </a:tc>
              </a:tr>
              <a:tr h="920750">
                <a:tc>
                  <a:txBody>
                    <a:bodyPr wrap="square" lIns="57150" tIns="57150" rIns="57150" bIns="57150">
                      <a:noAutofit/>
                    </a:bodyPr>
                    <a:lstStyle/>
                    <a:p>
                      <a:pPr algn="ctr"/>
                      <a:r>
                        <a:rPr sz="1950" b="0">
                          <a:solidFill>
                            <a:srgbClr val="182B33"/>
                          </a:solidFill>
                          <a:latin typeface="Yu Gothic"/>
                          <a:ea typeface="Yu Gothic"/>
                          <a:cs typeface="Yu Gothic"/>
                        </a:rPr>
                        <a:t>A</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12°15′20″</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192°15′26″</a:t>
                      </a:r>
                    </a:p>
                  </a:txBody>
                  <a:tcPr marL="91440" marR="91440" marT="45720" marB="45720" anchor="ctr"/>
                </a:tc>
              </a:tr>
              <a:tr h="920750">
                <a:tc>
                  <a:txBody>
                    <a:bodyPr wrap="square" lIns="57150" tIns="57150" rIns="57150" bIns="57150">
                      <a:noAutofit/>
                    </a:bodyPr>
                    <a:lstStyle/>
                    <a:p>
                      <a:pPr algn="ctr"/>
                      <a:r>
                        <a:rPr sz="1950" b="0">
                          <a:solidFill>
                            <a:srgbClr val="182B33"/>
                          </a:solidFill>
                          <a:latin typeface="Yu Gothic"/>
                          <a:ea typeface="Yu Gothic"/>
                          <a:cs typeface="Yu Gothic"/>
                        </a:rPr>
                        <a:t>B</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85°40′35″</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265°40′37″</a:t>
                      </a:r>
                    </a:p>
                  </a:txBody>
                  <a:tcPr marL="91440" marR="91440" marT="45720" marB="45720" anchor="ctr"/>
                </a:tc>
              </a:tr>
            </a:tbl>
          </a:graphicData>
        </a:graphic>
      </p:graphicFrame>
    </p:spTree>
    <p:extLst>
      <p:ext uri="{BB962C8B-B14F-4D97-AF65-F5344CB8AC3E}">
        <p14:creationId xmlns:p14="http://schemas.microsoft.com/office/powerpoint/2010/main" val="1274405487"/>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AA28918-AD95-440C-B871-A85921F8961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3273ECBB-1A9F-4287-8E2D-3B747CBD68EB}"/>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4-4 点検｜29–43分</a:t>
            </a:r>
          </a:p>
        </p:txBody>
      </p:sp>
      <p:sp>
        <p:nvSpPr>
          <p:cNvPr id="3" name="">
            <a:extLst xmlns:a="http://schemas.openxmlformats.org/drawingml/2006/main">
              <a:ext uri="{FF2B5EF4-FFF2-40B4-BE49-F238E27FC236}">
                <a16:creationId xmlns:a16="http://schemas.microsoft.com/office/drawing/2014/main" id="{6AB0D744-D9ED-45FD-87B5-AAAA500915D0}"/>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正と反で、それぞれAを引く</a:t>
            </a:r>
          </a:p>
        </p:txBody>
      </p:sp>
      <p:sp>
        <p:nvSpPr>
          <p:cNvPr id="4" name="">
            <a:extLst xmlns:a="http://schemas.openxmlformats.org/drawingml/2006/main">
              <a:ext uri="{FF2B5EF4-FFF2-40B4-BE49-F238E27FC236}">
                <a16:creationId xmlns:a16="http://schemas.microsoft.com/office/drawing/2014/main" id="{15725761-8103-4314-9EF3-1A8C48701D97}"/>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D550F9B9-A3B0-4622-B622-E1BB99616A6E}"/>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E9FE4BC6-ED18-4D3D-B098-35D9FDAFD1DE}"/>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26</a:t>
            </a:r>
          </a:p>
        </p:txBody>
      </p:sp>
      <p:sp>
        <p:nvSpPr>
          <p:cNvPr id="7" name="">
            <a:extLst xmlns:a="http://schemas.openxmlformats.org/drawingml/2006/main">
              <a:ext uri="{FF2B5EF4-FFF2-40B4-BE49-F238E27FC236}">
                <a16:creationId xmlns:a16="http://schemas.microsoft.com/office/drawing/2014/main" id="{AD81E1D3-1164-4702-A0E9-FD7C1B7E3A10}"/>
              </a:ext>
            </a:extLst>
          </p:cNvPr>
          <p:cNvSpPr>
            <a:spLocks xmlns:a="http://schemas.openxmlformats.org/drawingml/2006/main" noGrp="1"/>
          </p:cNvSpPr>
          <p:nvPr/>
        </p:nvSpPr>
        <p:spPr>
          <a:xfrm xmlns:a="http://schemas.openxmlformats.org/drawingml/2006/main">
            <a:off x="723900" y="1504950"/>
            <a:ext cx="10287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52616A"/>
                </a:solidFill>
                <a:latin typeface="Yu Gothic"/>
                <a:ea typeface="Yu Gothic"/>
                <a:cs typeface="Yu Gothic"/>
              </a:defRPr>
            </a:defPPr>
            <a:lvl1pPr algn="l">
              <a:defRPr sz="2250" b="1">
                <a:solidFill>
                  <a:srgbClr val="52616A"/>
                </a:solidFill>
                <a:latin typeface="Yu Gothic"/>
                <a:ea typeface="Yu Gothic"/>
                <a:cs typeface="Yu Gothic"/>
              </a:defRPr>
            </a:lvl1pPr>
            <a:lvl2pPr algn="l">
              <a:defRPr sz="2250" b="1">
                <a:solidFill>
                  <a:srgbClr val="52616A"/>
                </a:solidFill>
                <a:latin typeface="Yu Gothic"/>
                <a:ea typeface="Yu Gothic"/>
                <a:cs typeface="Yu Gothic"/>
              </a:defRPr>
            </a:lvl2pPr>
            <a:lvl3pPr algn="l">
              <a:defRPr sz="2250" b="1">
                <a:solidFill>
                  <a:srgbClr val="52616A"/>
                </a:solidFill>
                <a:latin typeface="Yu Gothic"/>
                <a:ea typeface="Yu Gothic"/>
                <a:cs typeface="Yu Gothic"/>
              </a:defRPr>
            </a:lvl3pPr>
            <a:lvl4pPr algn="l">
              <a:defRPr sz="2250" b="1">
                <a:solidFill>
                  <a:srgbClr val="52616A"/>
                </a:solidFill>
                <a:latin typeface="Yu Gothic"/>
                <a:ea typeface="Yu Gothic"/>
                <a:cs typeface="Yu Gothic"/>
              </a:defRPr>
            </a:lvl4pPr>
            <a:lvl5pPr algn="l">
              <a:defRPr sz="2250" b="1">
                <a:solidFill>
                  <a:srgbClr val="52616A"/>
                </a:solidFill>
                <a:latin typeface="Yu Gothic"/>
                <a:ea typeface="Yu Gothic"/>
                <a:cs typeface="Yu Gothic"/>
              </a:defRPr>
            </a:lvl5pPr>
            <a:lvl6pPr algn="l">
              <a:defRPr sz="2250" b="1">
                <a:solidFill>
                  <a:srgbClr val="52616A"/>
                </a:solidFill>
                <a:latin typeface="Yu Gothic"/>
                <a:ea typeface="Yu Gothic"/>
                <a:cs typeface="Yu Gothic"/>
              </a:defRPr>
            </a:lvl6pPr>
            <a:lvl7pPr algn="l">
              <a:defRPr sz="2250" b="1">
                <a:solidFill>
                  <a:srgbClr val="52616A"/>
                </a:solidFill>
                <a:latin typeface="Yu Gothic"/>
                <a:ea typeface="Yu Gothic"/>
                <a:cs typeface="Yu Gothic"/>
              </a:defRPr>
            </a:lvl7pPr>
            <a:lvl8pPr algn="l">
              <a:defRPr sz="2250" b="1">
                <a:solidFill>
                  <a:srgbClr val="52616A"/>
                </a:solidFill>
                <a:latin typeface="Yu Gothic"/>
                <a:ea typeface="Yu Gothic"/>
                <a:cs typeface="Yu Gothic"/>
              </a:defRPr>
            </a:lvl8pPr>
            <a:lvl9pPr algn="l">
              <a:defRPr sz="2250" b="1">
                <a:solidFill>
                  <a:srgbClr val="52616A"/>
                </a:solidFill>
                <a:latin typeface="Yu Gothic"/>
                <a:ea typeface="Yu Gothic"/>
                <a:cs typeface="Yu Gothic"/>
              </a:defRPr>
            </a:lvl9pPr>
          </a:lstStyle>
          <a:p xmlns:a="http://schemas.openxmlformats.org/drawingml/2006/main">
            <a:pPr algn="l">
              <a:defRPr sz="2250" b="1">
                <a:solidFill>
                  <a:srgbClr val="52616A"/>
                </a:solidFill>
                <a:latin typeface="Yu Gothic"/>
                <a:ea typeface="Yu Gothic"/>
                <a:cs typeface="Yu Gothic"/>
              </a:defRPr>
            </a:pPr>
            <a:r>
              <a:rPr sz="2250" b="1">
                <a:solidFill>
                  <a:srgbClr val="52616A"/>
                </a:solidFill>
                <a:latin typeface="Yu Gothic"/>
                <a:ea typeface="Yu Gothic"/>
                <a:cs typeface="Yu Gothic"/>
              </a:rPr>
              <a:t>結果 p・q＝その姿勢のB−その姿勢のA</a:t>
            </a:r>
          </a:p>
        </p:txBody>
      </p:sp>
      <p:sp>
        <p:nvSpPr>
          <p:cNvPr id="8" name="">
            <a:extLst xmlns:a="http://schemas.openxmlformats.org/drawingml/2006/main">
              <a:ext uri="{FF2B5EF4-FFF2-40B4-BE49-F238E27FC236}">
                <a16:creationId xmlns:a16="http://schemas.microsoft.com/office/drawing/2014/main" id="{165C235F-EC32-4323-9619-3908D3D42821}"/>
              </a:ext>
            </a:extLst>
          </p:cNvPr>
          <p:cNvSpPr>
            <a:spLocks xmlns:a="http://schemas.openxmlformats.org/drawingml/2006/main" noGrp="1"/>
          </p:cNvSpPr>
          <p:nvPr/>
        </p:nvSpPr>
        <p:spPr>
          <a:xfrm xmlns:a="http://schemas.openxmlformats.org/drawingml/2006/main">
            <a:off x="1143000" y="2143125"/>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正：85°40′35″−12°15′20″</a:t>
            </a:r>
          </a:p>
        </p:txBody>
      </p:sp>
      <p:sp>
        <p:nvSpPr>
          <p:cNvPr id="9" name="">
            <a:extLst xmlns:a="http://schemas.openxmlformats.org/drawingml/2006/main">
              <a:ext uri="{FF2B5EF4-FFF2-40B4-BE49-F238E27FC236}">
                <a16:creationId xmlns:a16="http://schemas.microsoft.com/office/drawing/2014/main" id="{75594B61-1B79-4E9C-BE6A-BD32A24E6F4D}"/>
              </a:ext>
            </a:extLst>
          </p:cNvPr>
          <p:cNvSpPr>
            <a:spLocks xmlns:a="http://schemas.openxmlformats.org/drawingml/2006/main" noGrp="1"/>
          </p:cNvSpPr>
          <p:nvPr/>
        </p:nvSpPr>
        <p:spPr>
          <a:xfrm xmlns:a="http://schemas.openxmlformats.org/drawingml/2006/main">
            <a:off x="1143000" y="2714625"/>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反：265°40′37″−192°15′26″</a:t>
            </a:r>
          </a:p>
        </p:txBody>
      </p:sp>
      <p:sp>
        <p:nvSpPr>
          <p:cNvPr id="10" name="">
            <a:extLst xmlns:a="http://schemas.openxmlformats.org/drawingml/2006/main">
              <a:ext uri="{FF2B5EF4-FFF2-40B4-BE49-F238E27FC236}">
                <a16:creationId xmlns:a16="http://schemas.microsoft.com/office/drawing/2014/main" id="{36931403-B65E-4796-8490-927F5FA3FD7C}"/>
              </a:ext>
            </a:extLst>
          </p:cNvPr>
          <p:cNvSpPr>
            <a:spLocks xmlns:a="http://schemas.openxmlformats.org/drawingml/2006/main" noGrp="1"/>
          </p:cNvSpPr>
          <p:nvPr/>
        </p:nvSpPr>
        <p:spPr>
          <a:xfrm xmlns:a="http://schemas.openxmlformats.org/drawingml/2006/main">
            <a:off x="781050" y="52197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正の結果73°25′15″／反の結果73°25′11″</a:t>
            </a:r>
          </a:p>
        </p:txBody>
      </p:sp>
    </p:spTree>
    <p:extLst>
      <p:ext uri="{BB962C8B-B14F-4D97-AF65-F5344CB8AC3E}">
        <p14:creationId xmlns:p14="http://schemas.microsoft.com/office/powerpoint/2010/main" val="1912949544"/>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A87A6F9-C238-4F32-918F-C481D246568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9668D6F1-5B15-4924-BDD2-FD7FF12CA1FC}"/>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4-4 点検｜29–43分</a:t>
            </a:r>
          </a:p>
        </p:txBody>
      </p:sp>
      <p:sp>
        <p:nvSpPr>
          <p:cNvPr id="3" name="">
            <a:extLst xmlns:a="http://schemas.openxmlformats.org/drawingml/2006/main">
              <a:ext uri="{FF2B5EF4-FFF2-40B4-BE49-F238E27FC236}">
                <a16:creationId xmlns:a16="http://schemas.microsoft.com/office/drawing/2014/main" id="{FDC78DE3-EF63-464B-81B7-60FA191CB51F}"/>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足して倍角、引いて較差</a:t>
            </a:r>
          </a:p>
        </p:txBody>
      </p:sp>
      <p:sp>
        <p:nvSpPr>
          <p:cNvPr id="4" name="">
            <a:extLst xmlns:a="http://schemas.openxmlformats.org/drawingml/2006/main">
              <a:ext uri="{FF2B5EF4-FFF2-40B4-BE49-F238E27FC236}">
                <a16:creationId xmlns:a16="http://schemas.microsoft.com/office/drawing/2014/main" id="{25DEAB47-068D-4167-B7F7-E929438C1F81}"/>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0F596320-AC07-458B-8045-4A9C16E88153}"/>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5645D8A2-71EB-479C-BC63-C11C81EE1DD8}"/>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27</a:t>
            </a:r>
          </a:p>
        </p:txBody>
      </p:sp>
      <p:sp>
        <p:nvSpPr>
          <p:cNvPr id="7" name="">
            <a:extLst xmlns:a="http://schemas.openxmlformats.org/drawingml/2006/main">
              <a:ext uri="{FF2B5EF4-FFF2-40B4-BE49-F238E27FC236}">
                <a16:creationId xmlns:a16="http://schemas.microsoft.com/office/drawing/2014/main" id="{30D2B0D6-05B5-4A23-89B4-CBD7E5216748}"/>
              </a:ext>
            </a:extLst>
          </p:cNvPr>
          <p:cNvSpPr>
            <a:spLocks xmlns:a="http://schemas.openxmlformats.org/drawingml/2006/main" noGrp="1"/>
          </p:cNvSpPr>
          <p:nvPr/>
        </p:nvSpPr>
        <p:spPr>
          <a:xfrm xmlns:a="http://schemas.openxmlformats.org/drawingml/2006/main">
            <a:off x="1143000" y="1714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倍角D＝p＋q＝146°50′26″</a:t>
            </a:r>
          </a:p>
        </p:txBody>
      </p:sp>
      <p:sp>
        <p:nvSpPr>
          <p:cNvPr id="8" name="">
            <a:extLst xmlns:a="http://schemas.openxmlformats.org/drawingml/2006/main">
              <a:ext uri="{FF2B5EF4-FFF2-40B4-BE49-F238E27FC236}">
                <a16:creationId xmlns:a16="http://schemas.microsoft.com/office/drawing/2014/main" id="{A03EEFD7-CBFF-4B8D-B8B4-C9BE8709CDF2}"/>
              </a:ext>
            </a:extLst>
          </p:cNvPr>
          <p:cNvSpPr>
            <a:spLocks xmlns:a="http://schemas.openxmlformats.org/drawingml/2006/main" noGrp="1"/>
          </p:cNvSpPr>
          <p:nvPr/>
        </p:nvSpPr>
        <p:spPr>
          <a:xfrm xmlns:a="http://schemas.openxmlformats.org/drawingml/2006/main">
            <a:off x="1143000" y="22860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較差C＝p−q＝＋4″</a:t>
            </a:r>
          </a:p>
        </p:txBody>
      </p:sp>
      <p:sp>
        <p:nvSpPr>
          <p:cNvPr id="9" name="">
            <a:extLst xmlns:a="http://schemas.openxmlformats.org/drawingml/2006/main">
              <a:ext uri="{FF2B5EF4-FFF2-40B4-BE49-F238E27FC236}">
                <a16:creationId xmlns:a16="http://schemas.microsoft.com/office/drawing/2014/main" id="{FC80418C-53CC-44D3-908E-CF06727325DF}"/>
              </a:ext>
            </a:extLst>
          </p:cNvPr>
          <p:cNvSpPr>
            <a:spLocks xmlns:a="http://schemas.openxmlformats.org/drawingml/2006/main" noGrp="1"/>
          </p:cNvSpPr>
          <p:nvPr/>
        </p:nvSpPr>
        <p:spPr>
          <a:xfrm xmlns:a="http://schemas.openxmlformats.org/drawingml/2006/main">
            <a:off x="1143000" y="2857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対回の角＝D/2＝73°25′13″</a:t>
            </a:r>
          </a:p>
        </p:txBody>
      </p:sp>
      <p:sp>
        <p:nvSpPr>
          <p:cNvPr id="10" name="">
            <a:extLst xmlns:a="http://schemas.openxmlformats.org/drawingml/2006/main">
              <a:ext uri="{FF2B5EF4-FFF2-40B4-BE49-F238E27FC236}">
                <a16:creationId xmlns:a16="http://schemas.microsoft.com/office/drawing/2014/main" id="{1539A8D0-B585-4220-BDE5-68B127AD9F44}"/>
              </a:ext>
            </a:extLst>
          </p:cNvPr>
          <p:cNvSpPr>
            <a:spLocks xmlns:a="http://schemas.openxmlformats.org/drawingml/2006/main" noGrp="1"/>
          </p:cNvSpPr>
          <p:nvPr/>
        </p:nvSpPr>
        <p:spPr>
          <a:xfrm xmlns:a="http://schemas.openxmlformats.org/drawingml/2006/main">
            <a:off x="781050" y="52197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比較するのは「零方向を引いた結果」</a:t>
            </a:r>
          </a:p>
        </p:txBody>
      </p:sp>
    </p:spTree>
    <p:extLst>
      <p:ext uri="{BB962C8B-B14F-4D97-AF65-F5344CB8AC3E}">
        <p14:creationId xmlns:p14="http://schemas.microsoft.com/office/powerpoint/2010/main" val="1486493890"/>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892324D-89DE-4096-B942-C15DB7C436E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A50488E7-9EEA-4387-878D-6D473DC19D6C}"/>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4-4 点検｜29–43分</a:t>
            </a:r>
          </a:p>
        </p:txBody>
      </p:sp>
      <p:sp>
        <p:nvSpPr>
          <p:cNvPr id="3" name="">
            <a:extLst xmlns:a="http://schemas.openxmlformats.org/drawingml/2006/main">
              <a:ext uri="{FF2B5EF4-FFF2-40B4-BE49-F238E27FC236}">
                <a16:creationId xmlns:a16="http://schemas.microsoft.com/office/drawing/2014/main" id="{106965E9-E924-4726-B973-2EA89673AE7C}"/>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較差は「器械の狂いの2倍」ではない</a:t>
            </a:r>
          </a:p>
        </p:txBody>
      </p:sp>
      <p:sp>
        <p:nvSpPr>
          <p:cNvPr id="4" name="">
            <a:extLst xmlns:a="http://schemas.openxmlformats.org/drawingml/2006/main">
              <a:ext uri="{FF2B5EF4-FFF2-40B4-BE49-F238E27FC236}">
                <a16:creationId xmlns:a16="http://schemas.microsoft.com/office/drawing/2014/main" id="{E280FA28-5958-4715-9BF7-22CB867CFE8E}"/>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A286EB21-8581-483E-A9AD-8D0A1EF70E3B}"/>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2D336068-0A73-4A96-B54A-AE0E69F07396}"/>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28</a:t>
            </a:r>
          </a:p>
        </p:txBody>
      </p:sp>
      <p:sp>
        <p:nvSpPr>
          <p:cNvPr id="7" name="">
            <a:extLst xmlns:a="http://schemas.openxmlformats.org/drawingml/2006/main">
              <a:ext uri="{FF2B5EF4-FFF2-40B4-BE49-F238E27FC236}">
                <a16:creationId xmlns:a16="http://schemas.microsoft.com/office/drawing/2014/main" id="{1A17FFBA-B16F-4199-8417-5DE6A1401259}"/>
              </a:ext>
            </a:extLst>
          </p:cNvPr>
          <p:cNvSpPr>
            <a:spLocks xmlns:a="http://schemas.openxmlformats.org/drawingml/2006/main" noGrp="1"/>
          </p:cNvSpPr>
          <p:nvPr/>
        </p:nvSpPr>
        <p:spPr>
          <a:xfrm xmlns:a="http://schemas.openxmlformats.org/drawingml/2006/main">
            <a:off x="723900" y="150495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75" b="1">
                <a:solidFill>
                  <a:srgbClr val="52616A"/>
                </a:solidFill>
                <a:latin typeface="Yu Gothic"/>
                <a:ea typeface="Yu Gothic"/>
                <a:cs typeface="Yu Gothic"/>
              </a:defRPr>
            </a:defPPr>
            <a:lvl1pPr algn="l">
              <a:defRPr sz="2175" b="1">
                <a:solidFill>
                  <a:srgbClr val="52616A"/>
                </a:solidFill>
                <a:latin typeface="Yu Gothic"/>
                <a:ea typeface="Yu Gothic"/>
                <a:cs typeface="Yu Gothic"/>
              </a:defRPr>
            </a:lvl1pPr>
            <a:lvl2pPr algn="l">
              <a:defRPr sz="2175" b="1">
                <a:solidFill>
                  <a:srgbClr val="52616A"/>
                </a:solidFill>
                <a:latin typeface="Yu Gothic"/>
                <a:ea typeface="Yu Gothic"/>
                <a:cs typeface="Yu Gothic"/>
              </a:defRPr>
            </a:lvl2pPr>
            <a:lvl3pPr algn="l">
              <a:defRPr sz="2175" b="1">
                <a:solidFill>
                  <a:srgbClr val="52616A"/>
                </a:solidFill>
                <a:latin typeface="Yu Gothic"/>
                <a:ea typeface="Yu Gothic"/>
                <a:cs typeface="Yu Gothic"/>
              </a:defRPr>
            </a:lvl3pPr>
            <a:lvl4pPr algn="l">
              <a:defRPr sz="2175" b="1">
                <a:solidFill>
                  <a:srgbClr val="52616A"/>
                </a:solidFill>
                <a:latin typeface="Yu Gothic"/>
                <a:ea typeface="Yu Gothic"/>
                <a:cs typeface="Yu Gothic"/>
              </a:defRPr>
            </a:lvl4pPr>
            <a:lvl5pPr algn="l">
              <a:defRPr sz="2175" b="1">
                <a:solidFill>
                  <a:srgbClr val="52616A"/>
                </a:solidFill>
                <a:latin typeface="Yu Gothic"/>
                <a:ea typeface="Yu Gothic"/>
                <a:cs typeface="Yu Gothic"/>
              </a:defRPr>
            </a:lvl5pPr>
            <a:lvl6pPr algn="l">
              <a:defRPr sz="2175" b="1">
                <a:solidFill>
                  <a:srgbClr val="52616A"/>
                </a:solidFill>
                <a:latin typeface="Yu Gothic"/>
                <a:ea typeface="Yu Gothic"/>
                <a:cs typeface="Yu Gothic"/>
              </a:defRPr>
            </a:lvl6pPr>
            <a:lvl7pPr algn="l">
              <a:defRPr sz="2175" b="1">
                <a:solidFill>
                  <a:srgbClr val="52616A"/>
                </a:solidFill>
                <a:latin typeface="Yu Gothic"/>
                <a:ea typeface="Yu Gothic"/>
                <a:cs typeface="Yu Gothic"/>
              </a:defRPr>
            </a:lvl7pPr>
            <a:lvl8pPr algn="l">
              <a:defRPr sz="2175" b="1">
                <a:solidFill>
                  <a:srgbClr val="52616A"/>
                </a:solidFill>
                <a:latin typeface="Yu Gothic"/>
                <a:ea typeface="Yu Gothic"/>
                <a:cs typeface="Yu Gothic"/>
              </a:defRPr>
            </a:lvl8pPr>
            <a:lvl9pPr algn="l">
              <a:defRPr sz="2175" b="1">
                <a:solidFill>
                  <a:srgbClr val="52616A"/>
                </a:solidFill>
                <a:latin typeface="Yu Gothic"/>
                <a:ea typeface="Yu Gothic"/>
                <a:cs typeface="Yu Gothic"/>
              </a:defRPr>
            </a:lvl9pPr>
          </a:lstStyle>
          <a:p xmlns:a="http://schemas.openxmlformats.org/drawingml/2006/main">
            <a:pPr algn="l">
              <a:defRPr sz="2175" b="1">
                <a:solidFill>
                  <a:srgbClr val="52616A"/>
                </a:solidFill>
                <a:latin typeface="Yu Gothic"/>
                <a:ea typeface="Yu Gothic"/>
                <a:cs typeface="Yu Gothic"/>
              </a:defRPr>
            </a:pPr>
            <a:r>
              <a:rPr sz="2175" b="1">
                <a:solidFill>
                  <a:srgbClr val="52616A"/>
                </a:solidFill>
                <a:latin typeface="Yu Gothic"/>
                <a:ea typeface="Yu Gothic"/>
                <a:cs typeface="Yu Gothic"/>
              </a:rPr>
              <a:t>AにもBにも同じずれが乗ったら？</a:t>
            </a:r>
          </a:p>
        </p:txBody>
      </p:sp>
      <p:sp>
        <p:nvSpPr>
          <p:cNvPr id="8" name="">
            <a:extLst xmlns:a="http://schemas.openxmlformats.org/drawingml/2006/main">
              <a:ext uri="{FF2B5EF4-FFF2-40B4-BE49-F238E27FC236}">
                <a16:creationId xmlns:a16="http://schemas.microsoft.com/office/drawing/2014/main" id="{CE23A160-E261-419E-9D09-D74F434FD3BE}"/>
              </a:ext>
            </a:extLst>
          </p:cNvPr>
          <p:cNvSpPr>
            <a:spLocks xmlns:a="http://schemas.openxmlformats.org/drawingml/2006/main" noGrp="1"/>
          </p:cNvSpPr>
          <p:nvPr/>
        </p:nvSpPr>
        <p:spPr>
          <a:xfrm xmlns:a="http://schemas.openxmlformats.org/drawingml/2006/main">
            <a:off x="6076950" y="2095500"/>
            <a:ext cx="0" cy="314325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9" name="">
            <a:extLst xmlns:a="http://schemas.openxmlformats.org/drawingml/2006/main">
              <a:ext uri="{FF2B5EF4-FFF2-40B4-BE49-F238E27FC236}">
                <a16:creationId xmlns:a16="http://schemas.microsoft.com/office/drawing/2014/main" id="{A7BACBEA-6433-4D19-82AE-AA4C05AC2D65}"/>
              </a:ext>
            </a:extLst>
          </p:cNvPr>
          <p:cNvSpPr>
            <a:spLocks xmlns:a="http://schemas.openxmlformats.org/drawingml/2006/main" noGrp="1"/>
          </p:cNvSpPr>
          <p:nvPr/>
        </p:nvSpPr>
        <p:spPr>
          <a:xfrm xmlns:a="http://schemas.openxmlformats.org/drawingml/2006/main">
            <a:off x="742950" y="209550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166B68"/>
                </a:solidFill>
                <a:latin typeface="Yu Gothic"/>
                <a:ea typeface="Yu Gothic"/>
                <a:cs typeface="Yu Gothic"/>
              </a:defRPr>
            </a:defPPr>
            <a:lvl1pPr algn="l">
              <a:defRPr sz="2550" b="1">
                <a:solidFill>
                  <a:srgbClr val="166B68"/>
                </a:solidFill>
                <a:latin typeface="Yu Gothic"/>
                <a:ea typeface="Yu Gothic"/>
                <a:cs typeface="Yu Gothic"/>
              </a:defRPr>
            </a:lvl1pPr>
            <a:lvl2pPr algn="l">
              <a:defRPr sz="2550" b="1">
                <a:solidFill>
                  <a:srgbClr val="166B68"/>
                </a:solidFill>
                <a:latin typeface="Yu Gothic"/>
                <a:ea typeface="Yu Gothic"/>
                <a:cs typeface="Yu Gothic"/>
              </a:defRPr>
            </a:lvl2pPr>
            <a:lvl3pPr algn="l">
              <a:defRPr sz="2550" b="1">
                <a:solidFill>
                  <a:srgbClr val="166B68"/>
                </a:solidFill>
                <a:latin typeface="Yu Gothic"/>
                <a:ea typeface="Yu Gothic"/>
                <a:cs typeface="Yu Gothic"/>
              </a:defRPr>
            </a:lvl3pPr>
            <a:lvl4pPr algn="l">
              <a:defRPr sz="2550" b="1">
                <a:solidFill>
                  <a:srgbClr val="166B68"/>
                </a:solidFill>
                <a:latin typeface="Yu Gothic"/>
                <a:ea typeface="Yu Gothic"/>
                <a:cs typeface="Yu Gothic"/>
              </a:defRPr>
            </a:lvl4pPr>
            <a:lvl5pPr algn="l">
              <a:defRPr sz="2550" b="1">
                <a:solidFill>
                  <a:srgbClr val="166B68"/>
                </a:solidFill>
                <a:latin typeface="Yu Gothic"/>
                <a:ea typeface="Yu Gothic"/>
                <a:cs typeface="Yu Gothic"/>
              </a:defRPr>
            </a:lvl5pPr>
            <a:lvl6pPr algn="l">
              <a:defRPr sz="2550" b="1">
                <a:solidFill>
                  <a:srgbClr val="166B68"/>
                </a:solidFill>
                <a:latin typeface="Yu Gothic"/>
                <a:ea typeface="Yu Gothic"/>
                <a:cs typeface="Yu Gothic"/>
              </a:defRPr>
            </a:lvl6pPr>
            <a:lvl7pPr algn="l">
              <a:defRPr sz="2550" b="1">
                <a:solidFill>
                  <a:srgbClr val="166B68"/>
                </a:solidFill>
                <a:latin typeface="Yu Gothic"/>
                <a:ea typeface="Yu Gothic"/>
                <a:cs typeface="Yu Gothic"/>
              </a:defRPr>
            </a:lvl7pPr>
            <a:lvl8pPr algn="l">
              <a:defRPr sz="2550" b="1">
                <a:solidFill>
                  <a:srgbClr val="166B68"/>
                </a:solidFill>
                <a:latin typeface="Yu Gothic"/>
                <a:ea typeface="Yu Gothic"/>
                <a:cs typeface="Yu Gothic"/>
              </a:defRPr>
            </a:lvl8pPr>
            <a:lvl9pPr algn="l">
              <a:defRPr sz="2550" b="1">
                <a:solidFill>
                  <a:srgbClr val="166B68"/>
                </a:solidFill>
                <a:latin typeface="Yu Gothic"/>
                <a:ea typeface="Yu Gothic"/>
                <a:cs typeface="Yu Gothic"/>
              </a:defRPr>
            </a:lvl9pPr>
          </a:lstStyle>
          <a:p xmlns:a="http://schemas.openxmlformats.org/drawingml/2006/main">
            <a:pPr algn="l">
              <a:defRPr sz="2550" b="1">
                <a:solidFill>
                  <a:srgbClr val="166B68"/>
                </a:solidFill>
                <a:latin typeface="Yu Gothic"/>
                <a:ea typeface="Yu Gothic"/>
                <a:cs typeface="Yu Gothic"/>
              </a:defRPr>
            </a:pPr>
            <a:r>
              <a:rPr sz="2550" b="1">
                <a:solidFill>
                  <a:srgbClr val="166B68"/>
                </a:solidFill>
                <a:latin typeface="Yu Gothic"/>
                <a:ea typeface="Yu Gothic"/>
                <a:cs typeface="Yu Gothic"/>
              </a:rPr>
              <a:t>正に共通の＋5″</a:t>
            </a:r>
          </a:p>
        </p:txBody>
      </p:sp>
      <p:sp>
        <p:nvSpPr>
          <p:cNvPr id="10" name="">
            <a:extLst xmlns:a="http://schemas.openxmlformats.org/drawingml/2006/main">
              <a:ext uri="{FF2B5EF4-FFF2-40B4-BE49-F238E27FC236}">
                <a16:creationId xmlns:a16="http://schemas.microsoft.com/office/drawing/2014/main" id="{05853183-B52D-4B94-AEA0-0F398DEA0B02}"/>
              </a:ext>
            </a:extLst>
          </p:cNvPr>
          <p:cNvSpPr>
            <a:spLocks xmlns:a="http://schemas.openxmlformats.org/drawingml/2006/main" noGrp="1"/>
          </p:cNvSpPr>
          <p:nvPr/>
        </p:nvSpPr>
        <p:spPr>
          <a:xfrm xmlns:a="http://schemas.openxmlformats.org/drawingml/2006/main">
            <a:off x="6477000" y="209550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A94737"/>
                </a:solidFill>
                <a:latin typeface="Yu Gothic"/>
                <a:ea typeface="Yu Gothic"/>
                <a:cs typeface="Yu Gothic"/>
              </a:defRPr>
            </a:defPPr>
            <a:lvl1pPr algn="l">
              <a:defRPr sz="2550" b="1">
                <a:solidFill>
                  <a:srgbClr val="A94737"/>
                </a:solidFill>
                <a:latin typeface="Yu Gothic"/>
                <a:ea typeface="Yu Gothic"/>
                <a:cs typeface="Yu Gothic"/>
              </a:defRPr>
            </a:lvl1pPr>
            <a:lvl2pPr algn="l">
              <a:defRPr sz="2550" b="1">
                <a:solidFill>
                  <a:srgbClr val="A94737"/>
                </a:solidFill>
                <a:latin typeface="Yu Gothic"/>
                <a:ea typeface="Yu Gothic"/>
                <a:cs typeface="Yu Gothic"/>
              </a:defRPr>
            </a:lvl2pPr>
            <a:lvl3pPr algn="l">
              <a:defRPr sz="2550" b="1">
                <a:solidFill>
                  <a:srgbClr val="A94737"/>
                </a:solidFill>
                <a:latin typeface="Yu Gothic"/>
                <a:ea typeface="Yu Gothic"/>
                <a:cs typeface="Yu Gothic"/>
              </a:defRPr>
            </a:lvl3pPr>
            <a:lvl4pPr algn="l">
              <a:defRPr sz="2550" b="1">
                <a:solidFill>
                  <a:srgbClr val="A94737"/>
                </a:solidFill>
                <a:latin typeface="Yu Gothic"/>
                <a:ea typeface="Yu Gothic"/>
                <a:cs typeface="Yu Gothic"/>
              </a:defRPr>
            </a:lvl4pPr>
            <a:lvl5pPr algn="l">
              <a:defRPr sz="2550" b="1">
                <a:solidFill>
                  <a:srgbClr val="A94737"/>
                </a:solidFill>
                <a:latin typeface="Yu Gothic"/>
                <a:ea typeface="Yu Gothic"/>
                <a:cs typeface="Yu Gothic"/>
              </a:defRPr>
            </a:lvl5pPr>
            <a:lvl6pPr algn="l">
              <a:defRPr sz="2550" b="1">
                <a:solidFill>
                  <a:srgbClr val="A94737"/>
                </a:solidFill>
                <a:latin typeface="Yu Gothic"/>
                <a:ea typeface="Yu Gothic"/>
                <a:cs typeface="Yu Gothic"/>
              </a:defRPr>
            </a:lvl6pPr>
            <a:lvl7pPr algn="l">
              <a:defRPr sz="2550" b="1">
                <a:solidFill>
                  <a:srgbClr val="A94737"/>
                </a:solidFill>
                <a:latin typeface="Yu Gothic"/>
                <a:ea typeface="Yu Gothic"/>
                <a:cs typeface="Yu Gothic"/>
              </a:defRPr>
            </a:lvl7pPr>
            <a:lvl8pPr algn="l">
              <a:defRPr sz="2550" b="1">
                <a:solidFill>
                  <a:srgbClr val="A94737"/>
                </a:solidFill>
                <a:latin typeface="Yu Gothic"/>
                <a:ea typeface="Yu Gothic"/>
                <a:cs typeface="Yu Gothic"/>
              </a:defRPr>
            </a:lvl8pPr>
            <a:lvl9pPr algn="l">
              <a:defRPr sz="2550" b="1">
                <a:solidFill>
                  <a:srgbClr val="A94737"/>
                </a:solidFill>
                <a:latin typeface="Yu Gothic"/>
                <a:ea typeface="Yu Gothic"/>
                <a:cs typeface="Yu Gothic"/>
              </a:defRPr>
            </a:lvl9pPr>
          </a:lstStyle>
          <a:p xmlns:a="http://schemas.openxmlformats.org/drawingml/2006/main">
            <a:pPr algn="l">
              <a:defRPr sz="2550" b="1">
                <a:solidFill>
                  <a:srgbClr val="A94737"/>
                </a:solidFill>
                <a:latin typeface="Yu Gothic"/>
                <a:ea typeface="Yu Gothic"/>
                <a:cs typeface="Yu Gothic"/>
              </a:defRPr>
            </a:pPr>
            <a:r>
              <a:rPr sz="2550" b="1">
                <a:solidFill>
                  <a:srgbClr val="A94737"/>
                </a:solidFill>
                <a:latin typeface="Yu Gothic"/>
                <a:ea typeface="Yu Gothic"/>
                <a:cs typeface="Yu Gothic"/>
              </a:rPr>
              <a:t>反に共通の−5″</a:t>
            </a:r>
          </a:p>
        </p:txBody>
      </p:sp>
      <p:sp>
        <p:nvSpPr>
          <p:cNvPr id="11" name="">
            <a:extLst xmlns:a="http://schemas.openxmlformats.org/drawingml/2006/main">
              <a:ext uri="{FF2B5EF4-FFF2-40B4-BE49-F238E27FC236}">
                <a16:creationId xmlns:a16="http://schemas.microsoft.com/office/drawing/2014/main" id="{309E0502-E7B0-491F-9505-3D55C283F1F7}"/>
              </a:ext>
            </a:extLst>
          </p:cNvPr>
          <p:cNvSpPr>
            <a:spLocks xmlns:a="http://schemas.openxmlformats.org/drawingml/2006/main" noGrp="1"/>
          </p:cNvSpPr>
          <p:nvPr/>
        </p:nvSpPr>
        <p:spPr>
          <a:xfrm xmlns:a="http://schemas.openxmlformats.org/drawingml/2006/main">
            <a:off x="1104900" y="26860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B−Aで＋5″が相殺</a:t>
            </a:r>
          </a:p>
        </p:txBody>
      </p:sp>
      <p:sp>
        <p:nvSpPr>
          <p:cNvPr id="12" name="">
            <a:extLst xmlns:a="http://schemas.openxmlformats.org/drawingml/2006/main">
              <a:ext uri="{FF2B5EF4-FFF2-40B4-BE49-F238E27FC236}">
                <a16:creationId xmlns:a16="http://schemas.microsoft.com/office/drawing/2014/main" id="{699D0E4B-0FFB-47EA-AE52-D14A3E934BB4}"/>
              </a:ext>
            </a:extLst>
          </p:cNvPr>
          <p:cNvSpPr>
            <a:spLocks xmlns:a="http://schemas.openxmlformats.org/drawingml/2006/main" noGrp="1"/>
          </p:cNvSpPr>
          <p:nvPr/>
        </p:nvSpPr>
        <p:spPr>
          <a:xfrm xmlns:a="http://schemas.openxmlformats.org/drawingml/2006/main">
            <a:off x="1104900" y="31813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正の結果＝60°</a:t>
            </a:r>
          </a:p>
        </p:txBody>
      </p:sp>
      <p:sp>
        <p:nvSpPr>
          <p:cNvPr id="13" name="">
            <a:extLst xmlns:a="http://schemas.openxmlformats.org/drawingml/2006/main">
              <a:ext uri="{FF2B5EF4-FFF2-40B4-BE49-F238E27FC236}">
                <a16:creationId xmlns:a16="http://schemas.microsoft.com/office/drawing/2014/main" id="{99F4747D-B25A-4365-BEE0-6FB512A5CDF1}"/>
              </a:ext>
            </a:extLst>
          </p:cNvPr>
          <p:cNvSpPr>
            <a:spLocks xmlns:a="http://schemas.openxmlformats.org/drawingml/2006/main" noGrp="1"/>
          </p:cNvSpPr>
          <p:nvPr/>
        </p:nvSpPr>
        <p:spPr>
          <a:xfrm xmlns:a="http://schemas.openxmlformats.org/drawingml/2006/main">
            <a:off x="6838950" y="26860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B−Aで−5″が相殺</a:t>
            </a:r>
          </a:p>
        </p:txBody>
      </p:sp>
      <p:sp>
        <p:nvSpPr>
          <p:cNvPr id="14" name="">
            <a:extLst xmlns:a="http://schemas.openxmlformats.org/drawingml/2006/main">
              <a:ext uri="{FF2B5EF4-FFF2-40B4-BE49-F238E27FC236}">
                <a16:creationId xmlns:a16="http://schemas.microsoft.com/office/drawing/2014/main" id="{7DBD23E1-51C9-48B6-8A91-AD304ADE0BEA}"/>
              </a:ext>
            </a:extLst>
          </p:cNvPr>
          <p:cNvSpPr>
            <a:spLocks xmlns:a="http://schemas.openxmlformats.org/drawingml/2006/main" noGrp="1"/>
          </p:cNvSpPr>
          <p:nvPr/>
        </p:nvSpPr>
        <p:spPr>
          <a:xfrm xmlns:a="http://schemas.openxmlformats.org/drawingml/2006/main">
            <a:off x="6838950" y="31813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反の結果＝60°</a:t>
            </a:r>
          </a:p>
        </p:txBody>
      </p:sp>
      <p:sp>
        <p:nvSpPr>
          <p:cNvPr id="15" name="">
            <a:extLst xmlns:a="http://schemas.openxmlformats.org/drawingml/2006/main">
              <a:ext uri="{FF2B5EF4-FFF2-40B4-BE49-F238E27FC236}">
                <a16:creationId xmlns:a16="http://schemas.microsoft.com/office/drawing/2014/main" id="{95B31F23-E359-4AD1-8386-2914B0824885}"/>
              </a:ext>
            </a:extLst>
          </p:cNvPr>
          <p:cNvSpPr>
            <a:spLocks xmlns:a="http://schemas.openxmlformats.org/drawingml/2006/main" noGrp="1"/>
          </p:cNvSpPr>
          <p:nvPr/>
        </p:nvSpPr>
        <p:spPr>
          <a:xfrm xmlns:a="http://schemas.openxmlformats.org/drawingml/2006/main">
            <a:off x="1104900" y="5143500"/>
            <a:ext cx="99631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0">
                <a:solidFill>
                  <a:srgbClr val="182B33"/>
                </a:solidFill>
                <a:latin typeface="Yu Gothic"/>
                <a:ea typeface="Yu Gothic"/>
                <a:cs typeface="Yu Gothic"/>
              </a:defRPr>
            </a:defPPr>
            <a:lvl1pPr algn="l">
              <a:defRPr sz="2025" b="0">
                <a:solidFill>
                  <a:srgbClr val="182B33"/>
                </a:solidFill>
                <a:latin typeface="Yu Gothic"/>
                <a:ea typeface="Yu Gothic"/>
                <a:cs typeface="Yu Gothic"/>
              </a:defRPr>
            </a:lvl1pPr>
            <a:lvl2pPr algn="l">
              <a:defRPr sz="2025" b="0">
                <a:solidFill>
                  <a:srgbClr val="182B33"/>
                </a:solidFill>
                <a:latin typeface="Yu Gothic"/>
                <a:ea typeface="Yu Gothic"/>
                <a:cs typeface="Yu Gothic"/>
              </a:defRPr>
            </a:lvl2pPr>
            <a:lvl3pPr algn="l">
              <a:defRPr sz="2025" b="0">
                <a:solidFill>
                  <a:srgbClr val="182B33"/>
                </a:solidFill>
                <a:latin typeface="Yu Gothic"/>
                <a:ea typeface="Yu Gothic"/>
                <a:cs typeface="Yu Gothic"/>
              </a:defRPr>
            </a:lvl3pPr>
            <a:lvl4pPr algn="l">
              <a:defRPr sz="2025" b="0">
                <a:solidFill>
                  <a:srgbClr val="182B33"/>
                </a:solidFill>
                <a:latin typeface="Yu Gothic"/>
                <a:ea typeface="Yu Gothic"/>
                <a:cs typeface="Yu Gothic"/>
              </a:defRPr>
            </a:lvl4pPr>
            <a:lvl5pPr algn="l">
              <a:defRPr sz="2025" b="0">
                <a:solidFill>
                  <a:srgbClr val="182B33"/>
                </a:solidFill>
                <a:latin typeface="Yu Gothic"/>
                <a:ea typeface="Yu Gothic"/>
                <a:cs typeface="Yu Gothic"/>
              </a:defRPr>
            </a:lvl5pPr>
            <a:lvl6pPr algn="l">
              <a:defRPr sz="2025" b="0">
                <a:solidFill>
                  <a:srgbClr val="182B33"/>
                </a:solidFill>
                <a:latin typeface="Yu Gothic"/>
                <a:ea typeface="Yu Gothic"/>
                <a:cs typeface="Yu Gothic"/>
              </a:defRPr>
            </a:lvl6pPr>
            <a:lvl7pPr algn="l">
              <a:defRPr sz="2025" b="0">
                <a:solidFill>
                  <a:srgbClr val="182B33"/>
                </a:solidFill>
                <a:latin typeface="Yu Gothic"/>
                <a:ea typeface="Yu Gothic"/>
                <a:cs typeface="Yu Gothic"/>
              </a:defRPr>
            </a:lvl7pPr>
            <a:lvl8pPr algn="l">
              <a:defRPr sz="2025" b="0">
                <a:solidFill>
                  <a:srgbClr val="182B33"/>
                </a:solidFill>
                <a:latin typeface="Yu Gothic"/>
                <a:ea typeface="Yu Gothic"/>
                <a:cs typeface="Yu Gothic"/>
              </a:defRPr>
            </a:lvl8pPr>
            <a:lvl9pPr algn="l">
              <a:defRPr sz="2025" b="0">
                <a:solidFill>
                  <a:srgbClr val="182B33"/>
                </a:solidFill>
                <a:latin typeface="Yu Gothic"/>
                <a:ea typeface="Yu Gothic"/>
                <a:cs typeface="Yu Gothic"/>
              </a:defRPr>
            </a:lvl9pPr>
          </a:lstStyle>
          <a:p xmlns:a="http://schemas.openxmlformats.org/drawingml/2006/main">
            <a:pPr algn="l">
              <a:defRPr sz="2025" b="0">
                <a:solidFill>
                  <a:srgbClr val="182B33"/>
                </a:solidFill>
                <a:latin typeface="Yu Gothic"/>
                <a:ea typeface="Yu Gothic"/>
                <a:cs typeface="Yu Gothic"/>
              </a:defRPr>
            </a:pPr>
            <a:r>
              <a:rPr sz="2025" b="0">
                <a:solidFill>
                  <a:srgbClr val="182B33"/>
                </a:solidFill>
                <a:latin typeface="Yu Gothic"/>
                <a:ea typeface="Yu Gothic"/>
                <a:cs typeface="Yu Gothic"/>
              </a:rPr>
              <a:t>較差0″でも、個々の読みにはずれがあり得る</a:t>
            </a:r>
          </a:p>
        </p:txBody>
      </p:sp>
    </p:spTree>
    <p:extLst>
      <p:ext uri="{BB962C8B-B14F-4D97-AF65-F5344CB8AC3E}">
        <p14:creationId xmlns:p14="http://schemas.microsoft.com/office/powerpoint/2010/main" val="1229955015"/>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840F369-0416-47D8-937F-B24CCB419B5E}"/>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8FB3653C-7E06-4660-B455-4338D25FC20E}"/>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4-4 点検｜29–43分</a:t>
            </a:r>
          </a:p>
        </p:txBody>
      </p:sp>
      <p:sp>
        <p:nvSpPr>
          <p:cNvPr id="3" name="">
            <a:extLst xmlns:a="http://schemas.openxmlformats.org/drawingml/2006/main">
              <a:ext uri="{FF2B5EF4-FFF2-40B4-BE49-F238E27FC236}">
                <a16:creationId xmlns:a16="http://schemas.microsoft.com/office/drawing/2014/main" id="{0B474422-F55A-4B94-87B1-E96F54AFBFA1}"/>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第2対回も、Aを別々に引く</a:t>
            </a:r>
          </a:p>
        </p:txBody>
      </p:sp>
      <p:sp>
        <p:nvSpPr>
          <p:cNvPr id="4" name="">
            <a:extLst xmlns:a="http://schemas.openxmlformats.org/drawingml/2006/main">
              <a:ext uri="{FF2B5EF4-FFF2-40B4-BE49-F238E27FC236}">
                <a16:creationId xmlns:a16="http://schemas.microsoft.com/office/drawing/2014/main" id="{3D1B7524-E2E0-4138-8318-A1473A375E9B}"/>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AE28497B-4FED-4882-91CC-3BF15AF51B7F}"/>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42335A69-C4E2-4FCE-BDDB-CC4B96B4B1F4}"/>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29</a:t>
            </a:r>
          </a:p>
        </p:txBody>
      </p:sp>
      <p:sp>
        <p:nvSpPr>
          <p:cNvPr id="7" name="">
            <a:extLst xmlns:a="http://schemas.openxmlformats.org/drawingml/2006/main">
              <a:ext uri="{FF2B5EF4-FFF2-40B4-BE49-F238E27FC236}">
                <a16:creationId xmlns:a16="http://schemas.microsoft.com/office/drawing/2014/main" id="{E26C5437-DE12-4693-9D8C-64B91EA7CBE1}"/>
              </a:ext>
            </a:extLst>
          </p:cNvPr>
          <p:cNvSpPr>
            <a:spLocks xmlns:a="http://schemas.openxmlformats.org/drawingml/2006/main" noGrp="1"/>
          </p:cNvSpPr>
          <p:nvPr/>
        </p:nvSpPr>
        <p:spPr>
          <a:xfrm xmlns:a="http://schemas.openxmlformats.org/drawingml/2006/main">
            <a:off x="723900" y="157162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52616A"/>
                </a:solidFill>
                <a:latin typeface="Yu Gothic"/>
                <a:ea typeface="Yu Gothic"/>
                <a:cs typeface="Yu Gothic"/>
              </a:defRPr>
            </a:defPPr>
            <a:lvl1pPr algn="l">
              <a:defRPr sz="2250" b="1">
                <a:solidFill>
                  <a:srgbClr val="52616A"/>
                </a:solidFill>
                <a:latin typeface="Yu Gothic"/>
                <a:ea typeface="Yu Gothic"/>
                <a:cs typeface="Yu Gothic"/>
              </a:defRPr>
            </a:lvl1pPr>
            <a:lvl2pPr algn="l">
              <a:defRPr sz="2250" b="1">
                <a:solidFill>
                  <a:srgbClr val="52616A"/>
                </a:solidFill>
                <a:latin typeface="Yu Gothic"/>
                <a:ea typeface="Yu Gothic"/>
                <a:cs typeface="Yu Gothic"/>
              </a:defRPr>
            </a:lvl2pPr>
            <a:lvl3pPr algn="l">
              <a:defRPr sz="2250" b="1">
                <a:solidFill>
                  <a:srgbClr val="52616A"/>
                </a:solidFill>
                <a:latin typeface="Yu Gothic"/>
                <a:ea typeface="Yu Gothic"/>
                <a:cs typeface="Yu Gothic"/>
              </a:defRPr>
            </a:lvl3pPr>
            <a:lvl4pPr algn="l">
              <a:defRPr sz="2250" b="1">
                <a:solidFill>
                  <a:srgbClr val="52616A"/>
                </a:solidFill>
                <a:latin typeface="Yu Gothic"/>
                <a:ea typeface="Yu Gothic"/>
                <a:cs typeface="Yu Gothic"/>
              </a:defRPr>
            </a:lvl4pPr>
            <a:lvl5pPr algn="l">
              <a:defRPr sz="2250" b="1">
                <a:solidFill>
                  <a:srgbClr val="52616A"/>
                </a:solidFill>
                <a:latin typeface="Yu Gothic"/>
                <a:ea typeface="Yu Gothic"/>
                <a:cs typeface="Yu Gothic"/>
              </a:defRPr>
            </a:lvl5pPr>
            <a:lvl6pPr algn="l">
              <a:defRPr sz="2250" b="1">
                <a:solidFill>
                  <a:srgbClr val="52616A"/>
                </a:solidFill>
                <a:latin typeface="Yu Gothic"/>
                <a:ea typeface="Yu Gothic"/>
                <a:cs typeface="Yu Gothic"/>
              </a:defRPr>
            </a:lvl6pPr>
            <a:lvl7pPr algn="l">
              <a:defRPr sz="2250" b="1">
                <a:solidFill>
                  <a:srgbClr val="52616A"/>
                </a:solidFill>
                <a:latin typeface="Yu Gothic"/>
                <a:ea typeface="Yu Gothic"/>
                <a:cs typeface="Yu Gothic"/>
              </a:defRPr>
            </a:lvl7pPr>
            <a:lvl8pPr algn="l">
              <a:defRPr sz="2250" b="1">
                <a:solidFill>
                  <a:srgbClr val="52616A"/>
                </a:solidFill>
                <a:latin typeface="Yu Gothic"/>
                <a:ea typeface="Yu Gothic"/>
                <a:cs typeface="Yu Gothic"/>
              </a:defRPr>
            </a:lvl8pPr>
            <a:lvl9pPr algn="l">
              <a:defRPr sz="2250" b="1">
                <a:solidFill>
                  <a:srgbClr val="52616A"/>
                </a:solidFill>
                <a:latin typeface="Yu Gothic"/>
                <a:ea typeface="Yu Gothic"/>
                <a:cs typeface="Yu Gothic"/>
              </a:defRPr>
            </a:lvl9pPr>
          </a:lstStyle>
          <a:p xmlns:a="http://schemas.openxmlformats.org/drawingml/2006/main">
            <a:pPr algn="l">
              <a:defRPr sz="2250" b="1">
                <a:solidFill>
                  <a:srgbClr val="52616A"/>
                </a:solidFill>
                <a:latin typeface="Yu Gothic"/>
                <a:ea typeface="Yu Gothic"/>
                <a:cs typeface="Yu Gothic"/>
              </a:defRPr>
            </a:pPr>
            <a:r>
              <a:rPr sz="2250" b="1">
                <a:solidFill>
                  <a:srgbClr val="52616A"/>
                </a:solidFill>
                <a:latin typeface="Yu Gothic"/>
                <a:ea typeface="Yu Gothic"/>
                <a:cs typeface="Yu Gothic"/>
              </a:rPr>
              <a:t>初期目盛を変えて観測する</a:t>
            </a:r>
          </a:p>
        </p:txBody>
      </p:sp>
      <p:graphicFrame>
        <p:nvGraphicFramePr>
          <p:cNvPr id="8" name="">
            <a:extLst xmlns:a="http://schemas.openxmlformats.org/drawingml/2006/main">
              <a:ext uri="{FF2B5EF4-FFF2-40B4-BE49-F238E27FC236}">
                <a16:creationId xmlns:a16="http://schemas.microsoft.com/office/drawing/2014/main" id="{814A9CE0-C51C-44D8-94AC-8DDB790B5AF7}"/>
              </a:ext>
            </a:extLst>
          </p:cNvPr>
          <p:cNvGraphicFramePr/>
          <p:nvPr/>
        </p:nvGraphicFramePr>
        <p:xfrm>
          <a:off xmlns:a="http://schemas.openxmlformats.org/drawingml/2006/main" x="723900" y="2381250"/>
          <a:ext xmlns:a="http://schemas.openxmlformats.org/drawingml/2006/main" cx="10744200" cy="2762250"/>
        </p:xfrm>
        <a:graphic xmlns:a="http://schemas.openxmlformats.org/drawingml/2006/main">
          <a:graphicData uri="http://schemas.openxmlformats.org/drawingml/2006/table">
            <a:tbl>
              <a:tblPr/>
              <a:tblGrid>
                <a:gridCol w="1719072"/>
                <a:gridCol w="4512564"/>
                <a:gridCol w="4512564"/>
              </a:tblGrid>
              <a:tr h="920750">
                <a:tc>
                  <a:txBody>
                    <a:bodyPr wrap="square" lIns="57150" tIns="57150" rIns="57150" bIns="57150">
                      <a:noAutofit/>
                    </a:bodyPr>
                    <a:lstStyle/>
                    <a:p>
                      <a:pPr algn="ctr"/>
                      <a:r>
                        <a:rPr sz="1950" b="1">
                          <a:solidFill>
                            <a:srgbClr val="FFFFFF"/>
                          </a:solidFill>
                          <a:latin typeface="Yu Gothic"/>
                          <a:ea typeface="Yu Gothic"/>
                          <a:cs typeface="Yu Gothic"/>
                        </a:rPr>
                        <a:t>目標</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正 r</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反 l</a:t>
                      </a:r>
                    </a:p>
                  </a:txBody>
                  <a:tcPr marL="91440" marR="91440" marT="45720" marB="45720" anchor="ctr">
                    <a:solidFill>
                      <a:srgbClr val="166B68"/>
                    </a:solidFill>
                  </a:tcPr>
                </a:tc>
              </a:tr>
              <a:tr h="920750">
                <a:tc>
                  <a:txBody>
                    <a:bodyPr wrap="square" lIns="57150" tIns="57150" rIns="57150" bIns="57150">
                      <a:noAutofit/>
                    </a:bodyPr>
                    <a:lstStyle/>
                    <a:p>
                      <a:pPr algn="ctr"/>
                      <a:r>
                        <a:rPr sz="1950" b="0">
                          <a:solidFill>
                            <a:srgbClr val="182B33"/>
                          </a:solidFill>
                          <a:latin typeface="Yu Gothic"/>
                          <a:ea typeface="Yu Gothic"/>
                          <a:cs typeface="Yu Gothic"/>
                        </a:rPr>
                        <a:t>A</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102°07′40″</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282°07′36″</a:t>
                      </a:r>
                    </a:p>
                  </a:txBody>
                  <a:tcPr marL="91440" marR="91440" marT="45720" marB="45720" anchor="ctr"/>
                </a:tc>
              </a:tr>
              <a:tr h="920750">
                <a:tc>
                  <a:txBody>
                    <a:bodyPr wrap="square" lIns="57150" tIns="57150" rIns="57150" bIns="57150">
                      <a:noAutofit/>
                    </a:bodyPr>
                    <a:lstStyle/>
                    <a:p>
                      <a:pPr algn="ctr"/>
                      <a:r>
                        <a:rPr sz="1950" b="0">
                          <a:solidFill>
                            <a:srgbClr val="182B33"/>
                          </a:solidFill>
                          <a:latin typeface="Yu Gothic"/>
                          <a:ea typeface="Yu Gothic"/>
                          <a:cs typeface="Yu Gothic"/>
                        </a:rPr>
                        <a:t>B</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175°32′49″</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355°32′47″</a:t>
                      </a:r>
                    </a:p>
                  </a:txBody>
                  <a:tcPr marL="91440" marR="91440" marT="45720" marB="45720" anchor="ctr"/>
                </a:tc>
              </a:tr>
            </a:tbl>
          </a:graphicData>
        </a:graphic>
      </p:graphicFrame>
      <p:sp>
        <p:nvSpPr>
          <p:cNvPr id="9" name="">
            <a:extLst xmlns:a="http://schemas.openxmlformats.org/drawingml/2006/main">
              <a:ext uri="{FF2B5EF4-FFF2-40B4-BE49-F238E27FC236}">
                <a16:creationId xmlns:a16="http://schemas.microsoft.com/office/drawing/2014/main" id="{C5DD6EA9-C026-47C3-A2F5-238CACB9EEF9}"/>
              </a:ext>
            </a:extLst>
          </p:cNvPr>
          <p:cNvSpPr>
            <a:spLocks xmlns:a="http://schemas.openxmlformats.org/drawingml/2006/main" noGrp="1"/>
          </p:cNvSpPr>
          <p:nvPr/>
        </p:nvSpPr>
        <p:spPr>
          <a:xfrm xmlns:a="http://schemas.openxmlformats.org/drawingml/2006/main">
            <a:off x="1085850" y="5619750"/>
            <a:ext cx="10058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0">
                <a:solidFill>
                  <a:srgbClr val="182B33"/>
                </a:solidFill>
                <a:latin typeface="Yu Gothic"/>
                <a:ea typeface="Yu Gothic"/>
                <a:cs typeface="Yu Gothic"/>
              </a:defRPr>
            </a:defPPr>
            <a:lvl1pPr algn="l">
              <a:defRPr sz="2025" b="0">
                <a:solidFill>
                  <a:srgbClr val="182B33"/>
                </a:solidFill>
                <a:latin typeface="Yu Gothic"/>
                <a:ea typeface="Yu Gothic"/>
                <a:cs typeface="Yu Gothic"/>
              </a:defRPr>
            </a:lvl1pPr>
            <a:lvl2pPr algn="l">
              <a:defRPr sz="2025" b="0">
                <a:solidFill>
                  <a:srgbClr val="182B33"/>
                </a:solidFill>
                <a:latin typeface="Yu Gothic"/>
                <a:ea typeface="Yu Gothic"/>
                <a:cs typeface="Yu Gothic"/>
              </a:defRPr>
            </a:lvl2pPr>
            <a:lvl3pPr algn="l">
              <a:defRPr sz="2025" b="0">
                <a:solidFill>
                  <a:srgbClr val="182B33"/>
                </a:solidFill>
                <a:latin typeface="Yu Gothic"/>
                <a:ea typeface="Yu Gothic"/>
                <a:cs typeface="Yu Gothic"/>
              </a:defRPr>
            </a:lvl3pPr>
            <a:lvl4pPr algn="l">
              <a:defRPr sz="2025" b="0">
                <a:solidFill>
                  <a:srgbClr val="182B33"/>
                </a:solidFill>
                <a:latin typeface="Yu Gothic"/>
                <a:ea typeface="Yu Gothic"/>
                <a:cs typeface="Yu Gothic"/>
              </a:defRPr>
            </a:lvl4pPr>
            <a:lvl5pPr algn="l">
              <a:defRPr sz="2025" b="0">
                <a:solidFill>
                  <a:srgbClr val="182B33"/>
                </a:solidFill>
                <a:latin typeface="Yu Gothic"/>
                <a:ea typeface="Yu Gothic"/>
                <a:cs typeface="Yu Gothic"/>
              </a:defRPr>
            </a:lvl5pPr>
            <a:lvl6pPr algn="l">
              <a:defRPr sz="2025" b="0">
                <a:solidFill>
                  <a:srgbClr val="182B33"/>
                </a:solidFill>
                <a:latin typeface="Yu Gothic"/>
                <a:ea typeface="Yu Gothic"/>
                <a:cs typeface="Yu Gothic"/>
              </a:defRPr>
            </a:lvl6pPr>
            <a:lvl7pPr algn="l">
              <a:defRPr sz="2025" b="0">
                <a:solidFill>
                  <a:srgbClr val="182B33"/>
                </a:solidFill>
                <a:latin typeface="Yu Gothic"/>
                <a:ea typeface="Yu Gothic"/>
                <a:cs typeface="Yu Gothic"/>
              </a:defRPr>
            </a:lvl7pPr>
            <a:lvl8pPr algn="l">
              <a:defRPr sz="2025" b="0">
                <a:solidFill>
                  <a:srgbClr val="182B33"/>
                </a:solidFill>
                <a:latin typeface="Yu Gothic"/>
                <a:ea typeface="Yu Gothic"/>
                <a:cs typeface="Yu Gothic"/>
              </a:defRPr>
            </a:lvl8pPr>
            <a:lvl9pPr algn="l">
              <a:defRPr sz="2025" b="0">
                <a:solidFill>
                  <a:srgbClr val="182B33"/>
                </a:solidFill>
                <a:latin typeface="Yu Gothic"/>
                <a:ea typeface="Yu Gothic"/>
                <a:cs typeface="Yu Gothic"/>
              </a:defRPr>
            </a:lvl9pPr>
          </a:lstStyle>
          <a:p xmlns:a="http://schemas.openxmlformats.org/drawingml/2006/main">
            <a:pPr algn="l">
              <a:defRPr sz="2025" b="0">
                <a:solidFill>
                  <a:srgbClr val="182B33"/>
                </a:solidFill>
                <a:latin typeface="Yu Gothic"/>
                <a:ea typeface="Yu Gothic"/>
                <a:cs typeface="Yu Gothic"/>
              </a:defRPr>
            </a:pPr>
            <a:r>
              <a:rPr sz="2025" b="0">
                <a:solidFill>
                  <a:srgbClr val="182B33"/>
                </a:solidFill>
                <a:latin typeface="Yu Gothic"/>
                <a:ea typeface="Yu Gothic"/>
                <a:cs typeface="Yu Gothic"/>
              </a:rPr>
              <a:t>正の結果73°25′09″／反の結果73°25′11″</a:t>
            </a:r>
          </a:p>
        </p:txBody>
      </p:sp>
    </p:spTree>
    <p:extLst>
      <p:ext uri="{BB962C8B-B14F-4D97-AF65-F5344CB8AC3E}">
        <p14:creationId xmlns:p14="http://schemas.microsoft.com/office/powerpoint/2010/main" val="634181479"/>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84E4106-794D-441B-8D02-8CF0D418BD2E}"/>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D1951263-E656-401F-A88E-6A1B44B6A789}"/>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4-4 点検｜29–43分</a:t>
            </a:r>
          </a:p>
        </p:txBody>
      </p:sp>
      <p:sp>
        <p:nvSpPr>
          <p:cNvPr id="3" name="">
            <a:extLst xmlns:a="http://schemas.openxmlformats.org/drawingml/2006/main">
              <a:ext uri="{FF2B5EF4-FFF2-40B4-BE49-F238E27FC236}">
                <a16:creationId xmlns:a16="http://schemas.microsoft.com/office/drawing/2014/main" id="{CF7D7CCC-EA9A-4241-A7C9-8D22D04A4F7B}"/>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同じ方向の、対回間の差を点検する</a:t>
            </a:r>
          </a:p>
        </p:txBody>
      </p:sp>
      <p:sp>
        <p:nvSpPr>
          <p:cNvPr id="4" name="">
            <a:extLst xmlns:a="http://schemas.openxmlformats.org/drawingml/2006/main">
              <a:ext uri="{FF2B5EF4-FFF2-40B4-BE49-F238E27FC236}">
                <a16:creationId xmlns:a16="http://schemas.microsoft.com/office/drawing/2014/main" id="{7EC43411-DC8F-4E31-B11B-BDC6ECEDF774}"/>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D126AEE0-B364-4293-BEF5-75E5D74EEBBC}"/>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27437CE2-F5BC-4520-9F6F-E5B1C4F00D75}"/>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30</a:t>
            </a:r>
          </a:p>
        </p:txBody>
      </p:sp>
      <p:sp>
        <p:nvSpPr>
          <p:cNvPr id="7" name="">
            <a:extLst xmlns:a="http://schemas.openxmlformats.org/drawingml/2006/main">
              <a:ext uri="{FF2B5EF4-FFF2-40B4-BE49-F238E27FC236}">
                <a16:creationId xmlns:a16="http://schemas.microsoft.com/office/drawing/2014/main" id="{D3B1D9C9-76DE-4FE1-BF0D-493487874663}"/>
              </a:ext>
            </a:extLst>
          </p:cNvPr>
          <p:cNvSpPr>
            <a:spLocks xmlns:a="http://schemas.openxmlformats.org/drawingml/2006/main" noGrp="1"/>
          </p:cNvSpPr>
          <p:nvPr/>
        </p:nvSpPr>
        <p:spPr>
          <a:xfrm xmlns:a="http://schemas.openxmlformats.org/drawingml/2006/main">
            <a:off x="723900" y="157162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52616A"/>
                </a:solidFill>
                <a:latin typeface="Yu Gothic"/>
                <a:ea typeface="Yu Gothic"/>
                <a:cs typeface="Yu Gothic"/>
              </a:defRPr>
            </a:defPPr>
            <a:lvl1pPr algn="l">
              <a:defRPr sz="2250" b="1">
                <a:solidFill>
                  <a:srgbClr val="52616A"/>
                </a:solidFill>
                <a:latin typeface="Yu Gothic"/>
                <a:ea typeface="Yu Gothic"/>
                <a:cs typeface="Yu Gothic"/>
              </a:defRPr>
            </a:lvl1pPr>
            <a:lvl2pPr algn="l">
              <a:defRPr sz="2250" b="1">
                <a:solidFill>
                  <a:srgbClr val="52616A"/>
                </a:solidFill>
                <a:latin typeface="Yu Gothic"/>
                <a:ea typeface="Yu Gothic"/>
                <a:cs typeface="Yu Gothic"/>
              </a:defRPr>
            </a:lvl2pPr>
            <a:lvl3pPr algn="l">
              <a:defRPr sz="2250" b="1">
                <a:solidFill>
                  <a:srgbClr val="52616A"/>
                </a:solidFill>
                <a:latin typeface="Yu Gothic"/>
                <a:ea typeface="Yu Gothic"/>
                <a:cs typeface="Yu Gothic"/>
              </a:defRPr>
            </a:lvl3pPr>
            <a:lvl4pPr algn="l">
              <a:defRPr sz="2250" b="1">
                <a:solidFill>
                  <a:srgbClr val="52616A"/>
                </a:solidFill>
                <a:latin typeface="Yu Gothic"/>
                <a:ea typeface="Yu Gothic"/>
                <a:cs typeface="Yu Gothic"/>
              </a:defRPr>
            </a:lvl4pPr>
            <a:lvl5pPr algn="l">
              <a:defRPr sz="2250" b="1">
                <a:solidFill>
                  <a:srgbClr val="52616A"/>
                </a:solidFill>
                <a:latin typeface="Yu Gothic"/>
                <a:ea typeface="Yu Gothic"/>
                <a:cs typeface="Yu Gothic"/>
              </a:defRPr>
            </a:lvl5pPr>
            <a:lvl6pPr algn="l">
              <a:defRPr sz="2250" b="1">
                <a:solidFill>
                  <a:srgbClr val="52616A"/>
                </a:solidFill>
                <a:latin typeface="Yu Gothic"/>
                <a:ea typeface="Yu Gothic"/>
                <a:cs typeface="Yu Gothic"/>
              </a:defRPr>
            </a:lvl6pPr>
            <a:lvl7pPr algn="l">
              <a:defRPr sz="2250" b="1">
                <a:solidFill>
                  <a:srgbClr val="52616A"/>
                </a:solidFill>
                <a:latin typeface="Yu Gothic"/>
                <a:ea typeface="Yu Gothic"/>
                <a:cs typeface="Yu Gothic"/>
              </a:defRPr>
            </a:lvl7pPr>
            <a:lvl8pPr algn="l">
              <a:defRPr sz="2250" b="1">
                <a:solidFill>
                  <a:srgbClr val="52616A"/>
                </a:solidFill>
                <a:latin typeface="Yu Gothic"/>
                <a:ea typeface="Yu Gothic"/>
                <a:cs typeface="Yu Gothic"/>
              </a:defRPr>
            </a:lvl8pPr>
            <a:lvl9pPr algn="l">
              <a:defRPr sz="2250" b="1">
                <a:solidFill>
                  <a:srgbClr val="52616A"/>
                </a:solidFill>
                <a:latin typeface="Yu Gothic"/>
                <a:ea typeface="Yu Gothic"/>
                <a:cs typeface="Yu Gothic"/>
              </a:defRPr>
            </a:lvl9pPr>
          </a:lstStyle>
          <a:p xmlns:a="http://schemas.openxmlformats.org/drawingml/2006/main">
            <a:pPr algn="l">
              <a:defRPr sz="2250" b="1">
                <a:solidFill>
                  <a:srgbClr val="52616A"/>
                </a:solidFill>
                <a:latin typeface="Yu Gothic"/>
                <a:ea typeface="Yu Gothic"/>
                <a:cs typeface="Yu Gothic"/>
              </a:defRPr>
            </a:pPr>
            <a:r>
              <a:rPr sz="2250" b="1">
                <a:solidFill>
                  <a:srgbClr val="52616A"/>
                </a:solidFill>
                <a:latin typeface="Yu Gothic"/>
                <a:ea typeface="Yu Gothic"/>
                <a:cs typeface="Yu Gothic"/>
              </a:rPr>
              <a:t>最大−最小。負の較差の扱いに注意</a:t>
            </a:r>
          </a:p>
        </p:txBody>
      </p:sp>
      <p:graphicFrame>
        <p:nvGraphicFramePr>
          <p:cNvPr id="8" name="">
            <a:extLst xmlns:a="http://schemas.openxmlformats.org/drawingml/2006/main">
              <a:ext uri="{FF2B5EF4-FFF2-40B4-BE49-F238E27FC236}">
                <a16:creationId xmlns:a16="http://schemas.microsoft.com/office/drawing/2014/main" id="{6868002E-D0DE-4130-9D6A-E5BC6F9A5C1B}"/>
              </a:ext>
            </a:extLst>
          </p:cNvPr>
          <p:cNvGraphicFramePr/>
          <p:nvPr/>
        </p:nvGraphicFramePr>
        <p:xfrm>
          <a:off xmlns:a="http://schemas.openxmlformats.org/drawingml/2006/main" x="723900" y="2381250"/>
          <a:ext xmlns:a="http://schemas.openxmlformats.org/drawingml/2006/main" cx="10744200" cy="2762250"/>
        </p:xfrm>
        <a:graphic xmlns:a="http://schemas.openxmlformats.org/drawingml/2006/main">
          <a:graphicData uri="http://schemas.openxmlformats.org/drawingml/2006/table">
            <a:tbl>
              <a:tblPr/>
              <a:tblGrid>
                <a:gridCol w="1826514"/>
                <a:gridCol w="5479542"/>
                <a:gridCol w="3438144"/>
              </a:tblGrid>
              <a:tr h="920750">
                <a:tc>
                  <a:txBody>
                    <a:bodyPr wrap="square" lIns="57150" tIns="57150" rIns="57150" bIns="57150">
                      <a:noAutofit/>
                    </a:bodyPr>
                    <a:lstStyle/>
                    <a:p>
                      <a:pPr algn="ctr"/>
                      <a:r>
                        <a:rPr sz="1950" b="1">
                          <a:solidFill>
                            <a:srgbClr val="FFFFFF"/>
                          </a:solidFill>
                          <a:latin typeface="Yu Gothic"/>
                          <a:ea typeface="Yu Gothic"/>
                          <a:cs typeface="Yu Gothic"/>
                        </a:rPr>
                        <a:t>対回</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倍角 D</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較差 C</a:t>
                      </a:r>
                    </a:p>
                  </a:txBody>
                  <a:tcPr marL="91440" marR="91440" marT="45720" marB="45720" anchor="ctr">
                    <a:solidFill>
                      <a:srgbClr val="166B68"/>
                    </a:solidFill>
                  </a:tcPr>
                </a:tc>
              </a:tr>
              <a:tr h="920750">
                <a:tc>
                  <a:txBody>
                    <a:bodyPr wrap="square" lIns="57150" tIns="57150" rIns="57150" bIns="57150">
                      <a:noAutofit/>
                    </a:bodyPr>
                    <a:lstStyle/>
                    <a:p>
                      <a:pPr algn="ctr"/>
                      <a:r>
                        <a:rPr sz="1950" b="0">
                          <a:solidFill>
                            <a:srgbClr val="182B33"/>
                          </a:solidFill>
                          <a:latin typeface="Yu Gothic"/>
                          <a:ea typeface="Yu Gothic"/>
                          <a:cs typeface="Yu Gothic"/>
                        </a:rPr>
                        <a:t>1</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146°50′26″</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＋4″</a:t>
                      </a:r>
                    </a:p>
                  </a:txBody>
                  <a:tcPr marL="91440" marR="91440" marT="45720" marB="45720" anchor="ctr"/>
                </a:tc>
              </a:tr>
              <a:tr h="920750">
                <a:tc>
                  <a:txBody>
                    <a:bodyPr wrap="square" lIns="57150" tIns="57150" rIns="57150" bIns="57150">
                      <a:noAutofit/>
                    </a:bodyPr>
                    <a:lstStyle/>
                    <a:p>
                      <a:pPr algn="ctr"/>
                      <a:r>
                        <a:rPr sz="1950" b="0">
                          <a:solidFill>
                            <a:srgbClr val="182B33"/>
                          </a:solidFill>
                          <a:latin typeface="Yu Gothic"/>
                          <a:ea typeface="Yu Gothic"/>
                          <a:cs typeface="Yu Gothic"/>
                        </a:rPr>
                        <a:t>2</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146°50′20″</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−2″</a:t>
                      </a:r>
                    </a:p>
                  </a:txBody>
                  <a:tcPr marL="91440" marR="91440" marT="45720" marB="45720" anchor="ctr"/>
                </a:tc>
              </a:tr>
            </a:tbl>
          </a:graphicData>
        </a:graphic>
      </p:graphicFrame>
      <p:sp>
        <p:nvSpPr>
          <p:cNvPr id="9" name="">
            <a:extLst xmlns:a="http://schemas.openxmlformats.org/drawingml/2006/main">
              <a:ext uri="{FF2B5EF4-FFF2-40B4-BE49-F238E27FC236}">
                <a16:creationId xmlns:a16="http://schemas.microsoft.com/office/drawing/2014/main" id="{71912A25-B54C-4A5E-81B4-7FD45CC27403}"/>
              </a:ext>
            </a:extLst>
          </p:cNvPr>
          <p:cNvSpPr>
            <a:spLocks xmlns:a="http://schemas.openxmlformats.org/drawingml/2006/main" noGrp="1"/>
          </p:cNvSpPr>
          <p:nvPr/>
        </p:nvSpPr>
        <p:spPr>
          <a:xfrm xmlns:a="http://schemas.openxmlformats.org/drawingml/2006/main">
            <a:off x="1085850" y="5619750"/>
            <a:ext cx="10058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0">
                <a:solidFill>
                  <a:srgbClr val="182B33"/>
                </a:solidFill>
                <a:latin typeface="Yu Gothic"/>
                <a:ea typeface="Yu Gothic"/>
                <a:cs typeface="Yu Gothic"/>
              </a:defRPr>
            </a:defPPr>
            <a:lvl1pPr algn="l">
              <a:defRPr sz="2025" b="0">
                <a:solidFill>
                  <a:srgbClr val="182B33"/>
                </a:solidFill>
                <a:latin typeface="Yu Gothic"/>
                <a:ea typeface="Yu Gothic"/>
                <a:cs typeface="Yu Gothic"/>
              </a:defRPr>
            </a:lvl1pPr>
            <a:lvl2pPr algn="l">
              <a:defRPr sz="2025" b="0">
                <a:solidFill>
                  <a:srgbClr val="182B33"/>
                </a:solidFill>
                <a:latin typeface="Yu Gothic"/>
                <a:ea typeface="Yu Gothic"/>
                <a:cs typeface="Yu Gothic"/>
              </a:defRPr>
            </a:lvl2pPr>
            <a:lvl3pPr algn="l">
              <a:defRPr sz="2025" b="0">
                <a:solidFill>
                  <a:srgbClr val="182B33"/>
                </a:solidFill>
                <a:latin typeface="Yu Gothic"/>
                <a:ea typeface="Yu Gothic"/>
                <a:cs typeface="Yu Gothic"/>
              </a:defRPr>
            </a:lvl3pPr>
            <a:lvl4pPr algn="l">
              <a:defRPr sz="2025" b="0">
                <a:solidFill>
                  <a:srgbClr val="182B33"/>
                </a:solidFill>
                <a:latin typeface="Yu Gothic"/>
                <a:ea typeface="Yu Gothic"/>
                <a:cs typeface="Yu Gothic"/>
              </a:defRPr>
            </a:lvl4pPr>
            <a:lvl5pPr algn="l">
              <a:defRPr sz="2025" b="0">
                <a:solidFill>
                  <a:srgbClr val="182B33"/>
                </a:solidFill>
                <a:latin typeface="Yu Gothic"/>
                <a:ea typeface="Yu Gothic"/>
                <a:cs typeface="Yu Gothic"/>
              </a:defRPr>
            </a:lvl5pPr>
            <a:lvl6pPr algn="l">
              <a:defRPr sz="2025" b="0">
                <a:solidFill>
                  <a:srgbClr val="182B33"/>
                </a:solidFill>
                <a:latin typeface="Yu Gothic"/>
                <a:ea typeface="Yu Gothic"/>
                <a:cs typeface="Yu Gothic"/>
              </a:defRPr>
            </a:lvl6pPr>
            <a:lvl7pPr algn="l">
              <a:defRPr sz="2025" b="0">
                <a:solidFill>
                  <a:srgbClr val="182B33"/>
                </a:solidFill>
                <a:latin typeface="Yu Gothic"/>
                <a:ea typeface="Yu Gothic"/>
                <a:cs typeface="Yu Gothic"/>
              </a:defRPr>
            </a:lvl7pPr>
            <a:lvl8pPr algn="l">
              <a:defRPr sz="2025" b="0">
                <a:solidFill>
                  <a:srgbClr val="182B33"/>
                </a:solidFill>
                <a:latin typeface="Yu Gothic"/>
                <a:ea typeface="Yu Gothic"/>
                <a:cs typeface="Yu Gothic"/>
              </a:defRPr>
            </a:lvl8pPr>
            <a:lvl9pPr algn="l">
              <a:defRPr sz="2025" b="0">
                <a:solidFill>
                  <a:srgbClr val="182B33"/>
                </a:solidFill>
                <a:latin typeface="Yu Gothic"/>
                <a:ea typeface="Yu Gothic"/>
                <a:cs typeface="Yu Gothic"/>
              </a:defRPr>
            </a:lvl9pPr>
          </a:lstStyle>
          <a:p xmlns:a="http://schemas.openxmlformats.org/drawingml/2006/main">
            <a:pPr algn="l">
              <a:defRPr sz="2025" b="0">
                <a:solidFill>
                  <a:srgbClr val="182B33"/>
                </a:solidFill>
                <a:latin typeface="Yu Gothic"/>
                <a:ea typeface="Yu Gothic"/>
                <a:cs typeface="Yu Gothic"/>
              </a:defRPr>
            </a:pPr>
            <a:r>
              <a:rPr sz="2025" b="0">
                <a:solidFill>
                  <a:srgbClr val="182B33"/>
                </a:solidFill>
                <a:latin typeface="Yu Gothic"/>
                <a:ea typeface="Yu Gothic"/>
                <a:cs typeface="Yu Gothic"/>
              </a:rPr>
              <a:t>倍角差6″／観測差6″</a:t>
            </a:r>
          </a:p>
        </p:txBody>
      </p:sp>
    </p:spTree>
    <p:extLst>
      <p:ext uri="{BB962C8B-B14F-4D97-AF65-F5344CB8AC3E}">
        <p14:creationId xmlns:p14="http://schemas.microsoft.com/office/powerpoint/2010/main" val="1920760893"/>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FAF4AAA-9350-45E1-A81F-21F30A57C93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A7FBEC76-AB1F-45D3-9675-50C071D93FAE}"/>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4-4 点検｜29–43分</a:t>
            </a:r>
          </a:p>
        </p:txBody>
      </p:sp>
      <p:sp>
        <p:nvSpPr>
          <p:cNvPr id="3" name="">
            <a:extLst xmlns:a="http://schemas.openxmlformats.org/drawingml/2006/main">
              <a:ext uri="{FF2B5EF4-FFF2-40B4-BE49-F238E27FC236}">
                <a16:creationId xmlns:a16="http://schemas.microsoft.com/office/drawing/2014/main" id="{29380EE9-6D18-4240-904E-DC42FAF59859}"/>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点検に通ってから、平均を採用する</a:t>
            </a:r>
          </a:p>
        </p:txBody>
      </p:sp>
      <p:sp>
        <p:nvSpPr>
          <p:cNvPr id="4" name="">
            <a:extLst xmlns:a="http://schemas.openxmlformats.org/drawingml/2006/main">
              <a:ext uri="{FF2B5EF4-FFF2-40B4-BE49-F238E27FC236}">
                <a16:creationId xmlns:a16="http://schemas.microsoft.com/office/drawing/2014/main" id="{10D7AE61-AC48-4CAB-B8BF-CBD49C9CAD7D}"/>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902C2ED2-01AA-40F5-B14E-507FD1A8D6A1}"/>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25C6F644-B0A9-4D57-8FE9-A95799A70201}"/>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31</a:t>
            </a:r>
          </a:p>
        </p:txBody>
      </p:sp>
      <p:sp>
        <p:nvSpPr>
          <p:cNvPr id="7" name="">
            <a:extLst xmlns:a="http://schemas.openxmlformats.org/drawingml/2006/main">
              <a:ext uri="{FF2B5EF4-FFF2-40B4-BE49-F238E27FC236}">
                <a16:creationId xmlns:a16="http://schemas.microsoft.com/office/drawing/2014/main" id="{A3D78649-3ABD-4C3C-9A34-4CA0D5302A70}"/>
              </a:ext>
            </a:extLst>
          </p:cNvPr>
          <p:cNvSpPr>
            <a:spLocks xmlns:a="http://schemas.openxmlformats.org/drawingml/2006/main" noGrp="1"/>
          </p:cNvSpPr>
          <p:nvPr/>
        </p:nvSpPr>
        <p:spPr>
          <a:xfrm xmlns:a="http://schemas.openxmlformats.org/drawingml/2006/main">
            <a:off x="723900" y="157162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52616A"/>
                </a:solidFill>
                <a:latin typeface="Yu Gothic"/>
                <a:ea typeface="Yu Gothic"/>
                <a:cs typeface="Yu Gothic"/>
              </a:defRPr>
            </a:defPPr>
            <a:lvl1pPr algn="l">
              <a:defRPr sz="2250" b="1">
                <a:solidFill>
                  <a:srgbClr val="52616A"/>
                </a:solidFill>
                <a:latin typeface="Yu Gothic"/>
                <a:ea typeface="Yu Gothic"/>
                <a:cs typeface="Yu Gothic"/>
              </a:defRPr>
            </a:lvl1pPr>
            <a:lvl2pPr algn="l">
              <a:defRPr sz="2250" b="1">
                <a:solidFill>
                  <a:srgbClr val="52616A"/>
                </a:solidFill>
                <a:latin typeface="Yu Gothic"/>
                <a:ea typeface="Yu Gothic"/>
                <a:cs typeface="Yu Gothic"/>
              </a:defRPr>
            </a:lvl2pPr>
            <a:lvl3pPr algn="l">
              <a:defRPr sz="2250" b="1">
                <a:solidFill>
                  <a:srgbClr val="52616A"/>
                </a:solidFill>
                <a:latin typeface="Yu Gothic"/>
                <a:ea typeface="Yu Gothic"/>
                <a:cs typeface="Yu Gothic"/>
              </a:defRPr>
            </a:lvl3pPr>
            <a:lvl4pPr algn="l">
              <a:defRPr sz="2250" b="1">
                <a:solidFill>
                  <a:srgbClr val="52616A"/>
                </a:solidFill>
                <a:latin typeface="Yu Gothic"/>
                <a:ea typeface="Yu Gothic"/>
                <a:cs typeface="Yu Gothic"/>
              </a:defRPr>
            </a:lvl4pPr>
            <a:lvl5pPr algn="l">
              <a:defRPr sz="2250" b="1">
                <a:solidFill>
                  <a:srgbClr val="52616A"/>
                </a:solidFill>
                <a:latin typeface="Yu Gothic"/>
                <a:ea typeface="Yu Gothic"/>
                <a:cs typeface="Yu Gothic"/>
              </a:defRPr>
            </a:lvl5pPr>
            <a:lvl6pPr algn="l">
              <a:defRPr sz="2250" b="1">
                <a:solidFill>
                  <a:srgbClr val="52616A"/>
                </a:solidFill>
                <a:latin typeface="Yu Gothic"/>
                <a:ea typeface="Yu Gothic"/>
                <a:cs typeface="Yu Gothic"/>
              </a:defRPr>
            </a:lvl6pPr>
            <a:lvl7pPr algn="l">
              <a:defRPr sz="2250" b="1">
                <a:solidFill>
                  <a:srgbClr val="52616A"/>
                </a:solidFill>
                <a:latin typeface="Yu Gothic"/>
                <a:ea typeface="Yu Gothic"/>
                <a:cs typeface="Yu Gothic"/>
              </a:defRPr>
            </a:lvl7pPr>
            <a:lvl8pPr algn="l">
              <a:defRPr sz="2250" b="1">
                <a:solidFill>
                  <a:srgbClr val="52616A"/>
                </a:solidFill>
                <a:latin typeface="Yu Gothic"/>
                <a:ea typeface="Yu Gothic"/>
                <a:cs typeface="Yu Gothic"/>
              </a:defRPr>
            </a:lvl8pPr>
            <a:lvl9pPr algn="l">
              <a:defRPr sz="2250" b="1">
                <a:solidFill>
                  <a:srgbClr val="52616A"/>
                </a:solidFill>
                <a:latin typeface="Yu Gothic"/>
                <a:ea typeface="Yu Gothic"/>
                <a:cs typeface="Yu Gothic"/>
              </a:defRPr>
            </a:lvl9pPr>
          </a:lstStyle>
          <a:p xmlns:a="http://schemas.openxmlformats.org/drawingml/2006/main">
            <a:pPr algn="l">
              <a:defRPr sz="2250" b="1">
                <a:solidFill>
                  <a:srgbClr val="52616A"/>
                </a:solidFill>
                <a:latin typeface="Yu Gothic"/>
                <a:ea typeface="Yu Gothic"/>
                <a:cs typeface="Yu Gothic"/>
              </a:defRPr>
            </a:pPr>
            <a:r>
              <a:rPr sz="2250" b="1">
                <a:solidFill>
                  <a:srgbClr val="52616A"/>
                </a:solidFill>
                <a:latin typeface="Yu Gothic"/>
                <a:ea typeface="Yu Gothic"/>
                <a:cs typeface="Yu Gothic"/>
              </a:rPr>
              <a:t>授業用の仮基準。公共測量の規程値ではない</a:t>
            </a:r>
          </a:p>
        </p:txBody>
      </p:sp>
      <p:graphicFrame>
        <p:nvGraphicFramePr>
          <p:cNvPr id="8" name="">
            <a:extLst xmlns:a="http://schemas.openxmlformats.org/drawingml/2006/main">
              <a:ext uri="{FF2B5EF4-FFF2-40B4-BE49-F238E27FC236}">
                <a16:creationId xmlns:a16="http://schemas.microsoft.com/office/drawing/2014/main" id="{9D3A4325-8725-4D38-818F-BE4BEBE16FBD}"/>
              </a:ext>
            </a:extLst>
          </p:cNvPr>
          <p:cNvGraphicFramePr/>
          <p:nvPr/>
        </p:nvGraphicFramePr>
        <p:xfrm>
          <a:off xmlns:a="http://schemas.openxmlformats.org/drawingml/2006/main" x="723900" y="2381250"/>
          <a:ext xmlns:a="http://schemas.openxmlformats.org/drawingml/2006/main" cx="10744200" cy="2762250"/>
        </p:xfrm>
        <a:graphic xmlns:a="http://schemas.openxmlformats.org/drawingml/2006/main">
          <a:graphicData uri="http://schemas.openxmlformats.org/drawingml/2006/table">
            <a:tbl>
              <a:tblPr/>
              <a:tblGrid>
                <a:gridCol w="3008376"/>
                <a:gridCol w="1933956"/>
                <a:gridCol w="3115818"/>
                <a:gridCol w="2686050"/>
              </a:tblGrid>
              <a:tr h="920750">
                <a:tc>
                  <a:txBody>
                    <a:bodyPr wrap="square" lIns="57150" tIns="57150" rIns="57150" bIns="57150">
                      <a:noAutofit/>
                    </a:bodyPr>
                    <a:lstStyle/>
                    <a:p>
                      <a:pPr algn="ctr"/>
                      <a:r>
                        <a:rPr sz="1950" b="1">
                          <a:solidFill>
                            <a:srgbClr val="FFFFFF"/>
                          </a:solidFill>
                          <a:latin typeface="Yu Gothic"/>
                          <a:ea typeface="Yu Gothic"/>
                          <a:cs typeface="Yu Gothic"/>
                        </a:rPr>
                        <a:t>点検量</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計算値</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仮基準</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判定</a:t>
                      </a:r>
                    </a:p>
                  </a:txBody>
                  <a:tcPr marL="91440" marR="91440" marT="45720" marB="45720" anchor="ctr">
                    <a:solidFill>
                      <a:srgbClr val="166B68"/>
                    </a:solidFill>
                  </a:tcPr>
                </a:tc>
              </a:tr>
              <a:tr h="920750">
                <a:tc>
                  <a:txBody>
                    <a:bodyPr wrap="square" lIns="57150" tIns="57150" rIns="57150" bIns="57150">
                      <a:noAutofit/>
                    </a:bodyPr>
                    <a:lstStyle/>
                    <a:p>
                      <a:pPr algn="ctr"/>
                      <a:r>
                        <a:rPr sz="1950" b="0">
                          <a:solidFill>
                            <a:srgbClr val="182B33"/>
                          </a:solidFill>
                          <a:latin typeface="Yu Gothic"/>
                          <a:ea typeface="Yu Gothic"/>
                          <a:cs typeface="Yu Gothic"/>
                        </a:rPr>
                        <a:t>倍角差</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6″</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10″以下</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範囲内</a:t>
                      </a:r>
                    </a:p>
                  </a:txBody>
                  <a:tcPr marL="91440" marR="91440" marT="45720" marB="45720" anchor="ctr"/>
                </a:tc>
              </a:tr>
              <a:tr h="920750">
                <a:tc>
                  <a:txBody>
                    <a:bodyPr wrap="square" lIns="57150" tIns="57150" rIns="57150" bIns="57150">
                      <a:noAutofit/>
                    </a:bodyPr>
                    <a:lstStyle/>
                    <a:p>
                      <a:pPr algn="ctr"/>
                      <a:r>
                        <a:rPr sz="1950" b="0">
                          <a:solidFill>
                            <a:srgbClr val="182B33"/>
                          </a:solidFill>
                          <a:latin typeface="Yu Gothic"/>
                          <a:ea typeface="Yu Gothic"/>
                          <a:cs typeface="Yu Gothic"/>
                        </a:rPr>
                        <a:t>観測差</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6″</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8″以下</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範囲内</a:t>
                      </a:r>
                    </a:p>
                  </a:txBody>
                  <a:tcPr marL="91440" marR="91440" marT="45720" marB="45720" anchor="ctr"/>
                </a:tc>
              </a:tr>
            </a:tbl>
          </a:graphicData>
        </a:graphic>
      </p:graphicFrame>
      <p:sp>
        <p:nvSpPr>
          <p:cNvPr id="9" name="">
            <a:extLst xmlns:a="http://schemas.openxmlformats.org/drawingml/2006/main">
              <a:ext uri="{FF2B5EF4-FFF2-40B4-BE49-F238E27FC236}">
                <a16:creationId xmlns:a16="http://schemas.microsoft.com/office/drawing/2014/main" id="{BAE56219-6BBD-49C9-A14A-63CCE3CE5BC8}"/>
              </a:ext>
            </a:extLst>
          </p:cNvPr>
          <p:cNvSpPr>
            <a:spLocks xmlns:a="http://schemas.openxmlformats.org/drawingml/2006/main" noGrp="1"/>
          </p:cNvSpPr>
          <p:nvPr/>
        </p:nvSpPr>
        <p:spPr>
          <a:xfrm xmlns:a="http://schemas.openxmlformats.org/drawingml/2006/main">
            <a:off x="1085850" y="5619750"/>
            <a:ext cx="10058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0">
                <a:solidFill>
                  <a:srgbClr val="182B33"/>
                </a:solidFill>
                <a:latin typeface="Yu Gothic"/>
                <a:ea typeface="Yu Gothic"/>
                <a:cs typeface="Yu Gothic"/>
              </a:defRPr>
            </a:defPPr>
            <a:lvl1pPr algn="l">
              <a:defRPr sz="2025" b="0">
                <a:solidFill>
                  <a:srgbClr val="182B33"/>
                </a:solidFill>
                <a:latin typeface="Yu Gothic"/>
                <a:ea typeface="Yu Gothic"/>
                <a:cs typeface="Yu Gothic"/>
              </a:defRPr>
            </a:lvl1pPr>
            <a:lvl2pPr algn="l">
              <a:defRPr sz="2025" b="0">
                <a:solidFill>
                  <a:srgbClr val="182B33"/>
                </a:solidFill>
                <a:latin typeface="Yu Gothic"/>
                <a:ea typeface="Yu Gothic"/>
                <a:cs typeface="Yu Gothic"/>
              </a:defRPr>
            </a:lvl2pPr>
            <a:lvl3pPr algn="l">
              <a:defRPr sz="2025" b="0">
                <a:solidFill>
                  <a:srgbClr val="182B33"/>
                </a:solidFill>
                <a:latin typeface="Yu Gothic"/>
                <a:ea typeface="Yu Gothic"/>
                <a:cs typeface="Yu Gothic"/>
              </a:defRPr>
            </a:lvl3pPr>
            <a:lvl4pPr algn="l">
              <a:defRPr sz="2025" b="0">
                <a:solidFill>
                  <a:srgbClr val="182B33"/>
                </a:solidFill>
                <a:latin typeface="Yu Gothic"/>
                <a:ea typeface="Yu Gothic"/>
                <a:cs typeface="Yu Gothic"/>
              </a:defRPr>
            </a:lvl4pPr>
            <a:lvl5pPr algn="l">
              <a:defRPr sz="2025" b="0">
                <a:solidFill>
                  <a:srgbClr val="182B33"/>
                </a:solidFill>
                <a:latin typeface="Yu Gothic"/>
                <a:ea typeface="Yu Gothic"/>
                <a:cs typeface="Yu Gothic"/>
              </a:defRPr>
            </a:lvl5pPr>
            <a:lvl6pPr algn="l">
              <a:defRPr sz="2025" b="0">
                <a:solidFill>
                  <a:srgbClr val="182B33"/>
                </a:solidFill>
                <a:latin typeface="Yu Gothic"/>
                <a:ea typeface="Yu Gothic"/>
                <a:cs typeface="Yu Gothic"/>
              </a:defRPr>
            </a:lvl6pPr>
            <a:lvl7pPr algn="l">
              <a:defRPr sz="2025" b="0">
                <a:solidFill>
                  <a:srgbClr val="182B33"/>
                </a:solidFill>
                <a:latin typeface="Yu Gothic"/>
                <a:ea typeface="Yu Gothic"/>
                <a:cs typeface="Yu Gothic"/>
              </a:defRPr>
            </a:lvl7pPr>
            <a:lvl8pPr algn="l">
              <a:defRPr sz="2025" b="0">
                <a:solidFill>
                  <a:srgbClr val="182B33"/>
                </a:solidFill>
                <a:latin typeface="Yu Gothic"/>
                <a:ea typeface="Yu Gothic"/>
                <a:cs typeface="Yu Gothic"/>
              </a:defRPr>
            </a:lvl8pPr>
            <a:lvl9pPr algn="l">
              <a:defRPr sz="2025" b="0">
                <a:solidFill>
                  <a:srgbClr val="182B33"/>
                </a:solidFill>
                <a:latin typeface="Yu Gothic"/>
                <a:ea typeface="Yu Gothic"/>
                <a:cs typeface="Yu Gothic"/>
              </a:defRPr>
            </a:lvl9pPr>
          </a:lstStyle>
          <a:p xmlns:a="http://schemas.openxmlformats.org/drawingml/2006/main">
            <a:pPr algn="l">
              <a:defRPr sz="2025" b="0">
                <a:solidFill>
                  <a:srgbClr val="182B33"/>
                </a:solidFill>
                <a:latin typeface="Yu Gothic"/>
                <a:ea typeface="Yu Gothic"/>
                <a:cs typeface="Yu Gothic"/>
              </a:defRPr>
            </a:pPr>
            <a:r>
              <a:rPr sz="2025" b="0">
                <a:solidFill>
                  <a:srgbClr val="182B33"/>
                </a:solidFill>
                <a:latin typeface="Yu Gothic"/>
                <a:ea typeface="Yu Gothic"/>
                <a:cs typeface="Yu Gothic"/>
              </a:rPr>
              <a:t>採用する平均：73°25′11.5″</a:t>
            </a:r>
          </a:p>
        </p:txBody>
      </p:sp>
    </p:spTree>
    <p:extLst>
      <p:ext uri="{BB962C8B-B14F-4D97-AF65-F5344CB8AC3E}">
        <p14:creationId xmlns:p14="http://schemas.microsoft.com/office/powerpoint/2010/main" val="1495494940"/>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7AE980F-1F23-41EB-ADE7-618F43530BC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F0A1C847-E994-4BC3-AC69-366C90796986}"/>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4-4 点検｜29–43分</a:t>
            </a:r>
          </a:p>
        </p:txBody>
      </p:sp>
      <p:sp>
        <p:nvSpPr>
          <p:cNvPr id="3" name="">
            <a:extLst xmlns:a="http://schemas.openxmlformats.org/drawingml/2006/main">
              <a:ext uri="{FF2B5EF4-FFF2-40B4-BE49-F238E27FC236}">
                <a16:creationId xmlns:a16="http://schemas.microsoft.com/office/drawing/2014/main" id="{941DF96E-C59C-4B53-8568-CDFB2A26BE07}"/>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試験の型：較差の符号と繰り下がり</a:t>
            </a:r>
          </a:p>
        </p:txBody>
      </p:sp>
      <p:sp>
        <p:nvSpPr>
          <p:cNvPr id="4" name="">
            <a:extLst xmlns:a="http://schemas.openxmlformats.org/drawingml/2006/main">
              <a:ext uri="{FF2B5EF4-FFF2-40B4-BE49-F238E27FC236}">
                <a16:creationId xmlns:a16="http://schemas.microsoft.com/office/drawing/2014/main" id="{EEF90C0C-E9AE-47BE-A6B7-6A95A93F7420}"/>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EBD5DC76-60F2-4C87-B0A6-9D19FC76EDD6}"/>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462E0D51-5DC5-4056-B5CE-EE9DE8B6150F}"/>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32</a:t>
            </a:r>
          </a:p>
        </p:txBody>
      </p:sp>
      <p:sp>
        <p:nvSpPr>
          <p:cNvPr id="7" name="">
            <a:extLst xmlns:a="http://schemas.openxmlformats.org/drawingml/2006/main">
              <a:ext uri="{FF2B5EF4-FFF2-40B4-BE49-F238E27FC236}">
                <a16:creationId xmlns:a16="http://schemas.microsoft.com/office/drawing/2014/main" id="{81C0A32F-58BB-47D8-994D-1DEB4C0CB028}"/>
              </a:ext>
            </a:extLst>
          </p:cNvPr>
          <p:cNvSpPr>
            <a:spLocks xmlns:a="http://schemas.openxmlformats.org/drawingml/2006/main" noGrp="1"/>
          </p:cNvSpPr>
          <p:nvPr/>
        </p:nvSpPr>
        <p:spPr>
          <a:xfrm xmlns:a="http://schemas.openxmlformats.org/drawingml/2006/main">
            <a:off x="1143000" y="1714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結果は各姿勢の零方向を引いて求める</a:t>
            </a:r>
          </a:p>
        </p:txBody>
      </p:sp>
      <p:sp>
        <p:nvSpPr>
          <p:cNvPr id="8" name="">
            <a:extLst xmlns:a="http://schemas.openxmlformats.org/drawingml/2006/main">
              <a:ext uri="{FF2B5EF4-FFF2-40B4-BE49-F238E27FC236}">
                <a16:creationId xmlns:a16="http://schemas.microsoft.com/office/drawing/2014/main" id="{74362277-D3EF-43FF-B67C-A9118626EB77}"/>
              </a:ext>
            </a:extLst>
          </p:cNvPr>
          <p:cNvSpPr>
            <a:spLocks xmlns:a="http://schemas.openxmlformats.org/drawingml/2006/main" noGrp="1"/>
          </p:cNvSpPr>
          <p:nvPr/>
        </p:nvSpPr>
        <p:spPr>
          <a:xfrm xmlns:a="http://schemas.openxmlformats.org/drawingml/2006/main">
            <a:off x="1143000" y="22860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97°46′02″＝97°45′62″と繰り下げる</a:t>
            </a:r>
          </a:p>
        </p:txBody>
      </p:sp>
      <p:sp>
        <p:nvSpPr>
          <p:cNvPr id="9" name="">
            <a:extLst xmlns:a="http://schemas.openxmlformats.org/drawingml/2006/main">
              <a:ext uri="{FF2B5EF4-FFF2-40B4-BE49-F238E27FC236}">
                <a16:creationId xmlns:a16="http://schemas.microsoft.com/office/drawing/2014/main" id="{2F28C1E3-ED67-4CE5-B32B-178B094DF8C9}"/>
              </a:ext>
            </a:extLst>
          </p:cNvPr>
          <p:cNvSpPr>
            <a:spLocks xmlns:a="http://schemas.openxmlformats.org/drawingml/2006/main" noGrp="1"/>
          </p:cNvSpPr>
          <p:nvPr/>
        </p:nvSpPr>
        <p:spPr>
          <a:xfrm xmlns:a="http://schemas.openxmlformats.org/drawingml/2006/main">
            <a:off x="1143000" y="2857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観測差＝較差の最大−最小</a:t>
            </a:r>
          </a:p>
        </p:txBody>
      </p:sp>
      <p:sp>
        <p:nvSpPr>
          <p:cNvPr id="10" name="">
            <a:extLst xmlns:a="http://schemas.openxmlformats.org/drawingml/2006/main">
              <a:ext uri="{FF2B5EF4-FFF2-40B4-BE49-F238E27FC236}">
                <a16:creationId xmlns:a16="http://schemas.microsoft.com/office/drawing/2014/main" id="{AC2BF826-98CA-494A-9FB7-BA6868052242}"/>
              </a:ext>
            </a:extLst>
          </p:cNvPr>
          <p:cNvSpPr>
            <a:spLocks xmlns:a="http://schemas.openxmlformats.org/drawingml/2006/main" noGrp="1"/>
          </p:cNvSpPr>
          <p:nvPr/>
        </p:nvSpPr>
        <p:spPr>
          <a:xfrm xmlns:a="http://schemas.openxmlformats.org/drawingml/2006/main">
            <a:off x="781050" y="52197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表のどの列を比較するかを先に決める</a:t>
            </a:r>
          </a:p>
        </p:txBody>
      </p:sp>
    </p:spTree>
    <p:extLst>
      <p:ext uri="{BB962C8B-B14F-4D97-AF65-F5344CB8AC3E}">
        <p14:creationId xmlns:p14="http://schemas.microsoft.com/office/powerpoint/2010/main" val="2129109930"/>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EA2A3F8-D5CB-46F2-97BB-91E11690619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12336BC9-7FB5-402D-8EE8-B57E91A8DB35}"/>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4-4 点検｜29–43分</a:t>
            </a:r>
          </a:p>
        </p:txBody>
      </p:sp>
      <p:sp>
        <p:nvSpPr>
          <p:cNvPr id="3" name="">
            <a:extLst xmlns:a="http://schemas.openxmlformats.org/drawingml/2006/main">
              <a:ext uri="{FF2B5EF4-FFF2-40B4-BE49-F238E27FC236}">
                <a16:creationId xmlns:a16="http://schemas.microsoft.com/office/drawing/2014/main" id="{2FDDC4FB-0DE1-4A22-9444-41595E06B7E6}"/>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確認④：−4″から＋4″までの幅は？</a:t>
            </a:r>
          </a:p>
        </p:txBody>
      </p:sp>
      <p:sp>
        <p:nvSpPr>
          <p:cNvPr id="4" name="">
            <a:extLst xmlns:a="http://schemas.openxmlformats.org/drawingml/2006/main">
              <a:ext uri="{FF2B5EF4-FFF2-40B4-BE49-F238E27FC236}">
                <a16:creationId xmlns:a16="http://schemas.microsoft.com/office/drawing/2014/main" id="{CD109825-4C9B-4B5B-8D2A-D2160912AF4E}"/>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E6417BB5-4C71-48D8-B98D-2058009189D4}"/>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701C6062-024A-40F2-BB06-787C30E20BA6}"/>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33</a:t>
            </a:r>
          </a:p>
        </p:txBody>
      </p:sp>
      <p:sp>
        <p:nvSpPr>
          <p:cNvPr id="7" name="">
            <a:extLst xmlns:a="http://schemas.openxmlformats.org/drawingml/2006/main">
              <a:ext uri="{FF2B5EF4-FFF2-40B4-BE49-F238E27FC236}">
                <a16:creationId xmlns:a16="http://schemas.microsoft.com/office/drawing/2014/main" id="{768C9657-4543-4538-B54C-9F1DDE7F0634}"/>
              </a:ext>
            </a:extLst>
          </p:cNvPr>
          <p:cNvSpPr>
            <a:spLocks xmlns:a="http://schemas.openxmlformats.org/drawingml/2006/main" noGrp="1"/>
          </p:cNvSpPr>
          <p:nvPr/>
        </p:nvSpPr>
        <p:spPr>
          <a:xfrm xmlns:a="http://schemas.openxmlformats.org/drawingml/2006/main">
            <a:off x="781050" y="161925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850" b="1">
                <a:solidFill>
                  <a:srgbClr val="182B33"/>
                </a:solidFill>
                <a:latin typeface="Yu Gothic"/>
                <a:ea typeface="Yu Gothic"/>
                <a:cs typeface="Yu Gothic"/>
              </a:defRPr>
            </a:defPPr>
            <a:lvl1pPr algn="l">
              <a:defRPr sz="2850" b="1">
                <a:solidFill>
                  <a:srgbClr val="182B33"/>
                </a:solidFill>
                <a:latin typeface="Yu Gothic"/>
                <a:ea typeface="Yu Gothic"/>
                <a:cs typeface="Yu Gothic"/>
              </a:defRPr>
            </a:lvl1pPr>
            <a:lvl2pPr algn="l">
              <a:defRPr sz="2850" b="1">
                <a:solidFill>
                  <a:srgbClr val="182B33"/>
                </a:solidFill>
                <a:latin typeface="Yu Gothic"/>
                <a:ea typeface="Yu Gothic"/>
                <a:cs typeface="Yu Gothic"/>
              </a:defRPr>
            </a:lvl2pPr>
            <a:lvl3pPr algn="l">
              <a:defRPr sz="2850" b="1">
                <a:solidFill>
                  <a:srgbClr val="182B33"/>
                </a:solidFill>
                <a:latin typeface="Yu Gothic"/>
                <a:ea typeface="Yu Gothic"/>
                <a:cs typeface="Yu Gothic"/>
              </a:defRPr>
            </a:lvl3pPr>
            <a:lvl4pPr algn="l">
              <a:defRPr sz="2850" b="1">
                <a:solidFill>
                  <a:srgbClr val="182B33"/>
                </a:solidFill>
                <a:latin typeface="Yu Gothic"/>
                <a:ea typeface="Yu Gothic"/>
                <a:cs typeface="Yu Gothic"/>
              </a:defRPr>
            </a:lvl4pPr>
            <a:lvl5pPr algn="l">
              <a:defRPr sz="2850" b="1">
                <a:solidFill>
                  <a:srgbClr val="182B33"/>
                </a:solidFill>
                <a:latin typeface="Yu Gothic"/>
                <a:ea typeface="Yu Gothic"/>
                <a:cs typeface="Yu Gothic"/>
              </a:defRPr>
            </a:lvl5pPr>
            <a:lvl6pPr algn="l">
              <a:defRPr sz="2850" b="1">
                <a:solidFill>
                  <a:srgbClr val="182B33"/>
                </a:solidFill>
                <a:latin typeface="Yu Gothic"/>
                <a:ea typeface="Yu Gothic"/>
                <a:cs typeface="Yu Gothic"/>
              </a:defRPr>
            </a:lvl6pPr>
            <a:lvl7pPr algn="l">
              <a:defRPr sz="2850" b="1">
                <a:solidFill>
                  <a:srgbClr val="182B33"/>
                </a:solidFill>
                <a:latin typeface="Yu Gothic"/>
                <a:ea typeface="Yu Gothic"/>
                <a:cs typeface="Yu Gothic"/>
              </a:defRPr>
            </a:lvl7pPr>
            <a:lvl8pPr algn="l">
              <a:defRPr sz="2850" b="1">
                <a:solidFill>
                  <a:srgbClr val="182B33"/>
                </a:solidFill>
                <a:latin typeface="Yu Gothic"/>
                <a:ea typeface="Yu Gothic"/>
                <a:cs typeface="Yu Gothic"/>
              </a:defRPr>
            </a:lvl8pPr>
            <a:lvl9pPr algn="l">
              <a:defRPr sz="2850" b="1">
                <a:solidFill>
                  <a:srgbClr val="182B33"/>
                </a:solidFill>
                <a:latin typeface="Yu Gothic"/>
                <a:ea typeface="Yu Gothic"/>
                <a:cs typeface="Yu Gothic"/>
              </a:defRPr>
            </a:lvl9pPr>
          </a:lstStyle>
          <a:p xmlns:a="http://schemas.openxmlformats.org/drawingml/2006/main">
            <a:pPr algn="l">
              <a:defRPr sz="2850" b="1">
                <a:solidFill>
                  <a:srgbClr val="182B33"/>
                </a:solidFill>
                <a:latin typeface="Yu Gothic"/>
                <a:ea typeface="Yu Gothic"/>
                <a:cs typeface="Yu Gothic"/>
              </a:defRPr>
            </a:pPr>
            <a:r>
              <a:rPr sz="2850" b="1">
                <a:solidFill>
                  <a:srgbClr val="182B33"/>
                </a:solidFill>
                <a:latin typeface="Yu Gothic"/>
                <a:ea typeface="Yu Gothic"/>
                <a:cs typeface="Yu Gothic"/>
              </a:rPr>
              <a:t>較差が＋4″と−4″。観測差はいくら？</a:t>
            </a:r>
          </a:p>
        </p:txBody>
      </p:sp>
      <p:sp>
        <p:nvSpPr>
          <p:cNvPr id="8" name="">
            <a:extLst xmlns:a="http://schemas.openxmlformats.org/drawingml/2006/main">
              <a:ext uri="{FF2B5EF4-FFF2-40B4-BE49-F238E27FC236}">
                <a16:creationId xmlns:a16="http://schemas.microsoft.com/office/drawing/2014/main" id="{82335AF0-53EB-41EF-BE25-BCB4C15D25E0}"/>
              </a:ext>
            </a:extLst>
          </p:cNvPr>
          <p:cNvSpPr>
            <a:spLocks xmlns:a="http://schemas.openxmlformats.org/drawingml/2006/main" noGrp="1"/>
          </p:cNvSpPr>
          <p:nvPr/>
        </p:nvSpPr>
        <p:spPr>
          <a:xfrm xmlns:a="http://schemas.openxmlformats.org/drawingml/2006/main">
            <a:off x="1219200" y="28575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0″？ 4″？ 8″？</a:t>
            </a:r>
          </a:p>
        </p:txBody>
      </p:sp>
      <p:sp>
        <p:nvSpPr>
          <p:cNvPr id="9" name="">
            <a:extLst xmlns:a="http://schemas.openxmlformats.org/drawingml/2006/main">
              <a:ext uri="{FF2B5EF4-FFF2-40B4-BE49-F238E27FC236}">
                <a16:creationId xmlns:a16="http://schemas.microsoft.com/office/drawing/2014/main" id="{6BCFDFBE-8BB5-4764-BF5C-720151A2C606}"/>
              </a:ext>
            </a:extLst>
          </p:cNvPr>
          <p:cNvSpPr>
            <a:spLocks xmlns:a="http://schemas.openxmlformats.org/drawingml/2006/main" noGrp="1"/>
          </p:cNvSpPr>
          <p:nvPr/>
        </p:nvSpPr>
        <p:spPr>
          <a:xfrm xmlns:a="http://schemas.openxmlformats.org/drawingml/2006/main">
            <a:off x="1219200" y="34290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超過したら、数字を直す？ 測り直す？</a:t>
            </a:r>
          </a:p>
        </p:txBody>
      </p:sp>
    </p:spTree>
    <p:extLst>
      <p:ext uri="{BB962C8B-B14F-4D97-AF65-F5344CB8AC3E}">
        <p14:creationId xmlns:p14="http://schemas.microsoft.com/office/powerpoint/2010/main" val="375598435"/>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C3749B00-083F-4DDB-B0AD-10F38FA35C2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77839F4D-C3B9-49DB-A86F-25A91BAFB3F4}"/>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4-5 縦の角｜43–49分</a:t>
            </a:r>
          </a:p>
        </p:txBody>
      </p:sp>
      <p:sp>
        <p:nvSpPr>
          <p:cNvPr id="3" name="">
            <a:extLst xmlns:a="http://schemas.openxmlformats.org/drawingml/2006/main">
              <a:ext uri="{FF2B5EF4-FFF2-40B4-BE49-F238E27FC236}">
                <a16:creationId xmlns:a16="http://schemas.microsoft.com/office/drawing/2014/main" id="{68FF8A6A-D26D-4745-94CE-7E0C9426614E}"/>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天頂角90°が、水平を意味する</a:t>
            </a:r>
          </a:p>
        </p:txBody>
      </p:sp>
      <p:sp>
        <p:nvSpPr>
          <p:cNvPr id="4" name="">
            <a:extLst xmlns:a="http://schemas.openxmlformats.org/drawingml/2006/main">
              <a:ext uri="{FF2B5EF4-FFF2-40B4-BE49-F238E27FC236}">
                <a16:creationId xmlns:a16="http://schemas.microsoft.com/office/drawing/2014/main" id="{ABE250C1-3D2C-4056-80A5-745EA56D4A6C}"/>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F8A9BDE8-33C5-4093-B618-F028963D0506}"/>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F38C3F0B-CDEF-4715-9853-4615E2EF8069}"/>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34</a:t>
            </a:r>
          </a:p>
        </p:txBody>
      </p:sp>
      <p:sp>
        <p:nvSpPr>
          <p:cNvPr id="7" name="">
            <a:extLst xmlns:a="http://schemas.openxmlformats.org/drawingml/2006/main">
              <a:ext uri="{FF2B5EF4-FFF2-40B4-BE49-F238E27FC236}">
                <a16:creationId xmlns:a16="http://schemas.microsoft.com/office/drawing/2014/main" id="{68AF474D-BA08-442F-8809-D275E91CD4FF}"/>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Zは真上から、αは水平から</a:t>
            </a:r>
          </a:p>
        </p:txBody>
      </p:sp>
      <p:sp>
        <p:nvSpPr>
          <p:cNvPr id="8" name="">
            <a:extLst xmlns:a="http://schemas.openxmlformats.org/drawingml/2006/main">
              <a:ext uri="{FF2B5EF4-FFF2-40B4-BE49-F238E27FC236}">
                <a16:creationId xmlns:a16="http://schemas.microsoft.com/office/drawing/2014/main" id="{B7E9C145-D17A-4257-A69D-130A1BE80346}"/>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高度角 α＝90°−Z</a:t>
            </a:r>
          </a:p>
        </p:txBody>
      </p:sp>
      <p:sp>
        <p:nvSpPr>
          <p:cNvPr id="9" name="">
            <a:extLst xmlns:a="http://schemas.openxmlformats.org/drawingml/2006/main">
              <a:ext uri="{FF2B5EF4-FFF2-40B4-BE49-F238E27FC236}">
                <a16:creationId xmlns:a16="http://schemas.microsoft.com/office/drawing/2014/main" id="{788C2587-99C2-4359-B22A-7CFA5F645721}"/>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上向きがαの正</a:t>
            </a:r>
          </a:p>
        </p:txBody>
      </p:sp>
      <p:sp>
        <p:nvSpPr>
          <p:cNvPr id="10" name="">
            <a:extLst xmlns:a="http://schemas.openxmlformats.org/drawingml/2006/main">
              <a:ext uri="{FF2B5EF4-FFF2-40B4-BE49-F238E27FC236}">
                <a16:creationId xmlns:a16="http://schemas.microsoft.com/office/drawing/2014/main" id="{4C855E46-FA6F-415F-A3FC-E91DB2755466}"/>
              </a:ext>
            </a:extLst>
          </p:cNvPr>
          <p:cNvSpPr>
            <a:spLocks xmlns:a="http://schemas.openxmlformats.org/drawingml/2006/main" noGrp="1"/>
          </p:cNvSpPr>
          <p:nvPr/>
        </p:nvSpPr>
        <p:spPr>
          <a:xfrm xmlns:a="http://schemas.openxmlformats.org/drawingml/2006/main">
            <a:off x="6400800" y="4552950"/>
            <a:ext cx="4714875" cy="9525"/>
          </a:xfrm>
          <a:custGeom xmlns:a="http://schemas.openxmlformats.org/drawingml/2006/main">
            <a:pathLst>
              <a:path w="4714875" h="9525">
                <a:moveTo>
                  <a:pt x="0" y="0"/>
                </a:moveTo>
                <a:lnTo>
                  <a:pt x="4714875" y="0"/>
                </a:lnTo>
              </a:path>
            </a:pathLst>
          </a:custGeom>
          <a:noFill xmlns:a="http://schemas.openxmlformats.org/drawingml/2006/main"/>
          <a:ln xmlns:a="http://schemas.openxmlformats.org/drawingml/2006/main" w="28575">
            <a:solidFill>
              <a:srgbClr val="CFD9DD"/>
            </a:solidFill>
            <a:prstDash val="dash"/>
          </a:ln>
        </p:spPr>
      </p:sp>
      <p:sp>
        <p:nvSpPr>
          <p:cNvPr id="11" name="">
            <a:extLst xmlns:a="http://schemas.openxmlformats.org/drawingml/2006/main">
              <a:ext uri="{FF2B5EF4-FFF2-40B4-BE49-F238E27FC236}">
                <a16:creationId xmlns:a16="http://schemas.microsoft.com/office/drawing/2014/main" id="{DD137732-378F-466C-A0A0-C7EFAEB8AAB3}"/>
              </a:ext>
            </a:extLst>
          </p:cNvPr>
          <p:cNvSpPr>
            <a:spLocks xmlns:a="http://schemas.openxmlformats.org/drawingml/2006/main" noGrp="1"/>
          </p:cNvSpPr>
          <p:nvPr/>
        </p:nvSpPr>
        <p:spPr>
          <a:xfrm xmlns:a="http://schemas.openxmlformats.org/drawingml/2006/main">
            <a:off x="8178641" y="1752600"/>
            <a:ext cx="9525" cy="2800350"/>
          </a:xfrm>
          <a:custGeom xmlns:a="http://schemas.openxmlformats.org/drawingml/2006/main">
            <a:pathLst>
              <a:path w="9525" h="2800350">
                <a:moveTo>
                  <a:pt x="0" y="2800350"/>
                </a:moveTo>
                <a:lnTo>
                  <a:pt x="0" y="0"/>
                </a:lnTo>
              </a:path>
            </a:pathLst>
          </a:custGeom>
          <a:noFill xmlns:a="http://schemas.openxmlformats.org/drawingml/2006/main"/>
          <a:ln xmlns:a="http://schemas.openxmlformats.org/drawingml/2006/main" w="28575">
            <a:solidFill>
              <a:srgbClr val="CFD9DD"/>
            </a:solidFill>
            <a:prstDash val="dash"/>
          </a:ln>
        </p:spPr>
      </p:sp>
      <p:sp>
        <p:nvSpPr>
          <p:cNvPr id="12" name="">
            <a:extLst xmlns:a="http://schemas.openxmlformats.org/drawingml/2006/main">
              <a:ext uri="{FF2B5EF4-FFF2-40B4-BE49-F238E27FC236}">
                <a16:creationId xmlns:a16="http://schemas.microsoft.com/office/drawing/2014/main" id="{006C0DCB-B627-4F2B-B007-27CAB2B388A0}"/>
              </a:ext>
            </a:extLst>
          </p:cNvPr>
          <p:cNvSpPr>
            <a:spLocks xmlns:a="http://schemas.openxmlformats.org/drawingml/2006/main" noGrp="1"/>
          </p:cNvSpPr>
          <p:nvPr/>
        </p:nvSpPr>
        <p:spPr>
          <a:xfrm xmlns:a="http://schemas.openxmlformats.org/drawingml/2006/main">
            <a:off x="8178641" y="3648434"/>
            <a:ext cx="1939741" cy="904516"/>
          </a:xfrm>
          <a:custGeom xmlns:a="http://schemas.openxmlformats.org/drawingml/2006/main">
            <a:pathLst>
              <a:path w="1939741" h="904516">
                <a:moveTo>
                  <a:pt x="0" y="904516"/>
                </a:moveTo>
                <a:lnTo>
                  <a:pt x="1939741" y="0"/>
                </a:lnTo>
              </a:path>
            </a:pathLst>
          </a:custGeom>
          <a:noFill xmlns:a="http://schemas.openxmlformats.org/drawingml/2006/main"/>
          <a:ln xmlns:a="http://schemas.openxmlformats.org/drawingml/2006/main" w="38100">
            <a:solidFill>
              <a:srgbClr val="182B33"/>
            </a:solidFill>
            <a:prstDash val="solid"/>
          </a:ln>
        </p:spPr>
      </p:sp>
      <p:sp>
        <p:nvSpPr>
          <p:cNvPr id="13" name="">
            <a:extLst xmlns:a="http://schemas.openxmlformats.org/drawingml/2006/main">
              <a:ext uri="{FF2B5EF4-FFF2-40B4-BE49-F238E27FC236}">
                <a16:creationId xmlns:a16="http://schemas.microsoft.com/office/drawing/2014/main" id="{BAF20C7E-91EC-40C9-A949-25232DBFB322}"/>
              </a:ext>
            </a:extLst>
          </p:cNvPr>
          <p:cNvSpPr>
            <a:spLocks xmlns:a="http://schemas.openxmlformats.org/drawingml/2006/main" noGrp="1"/>
          </p:cNvSpPr>
          <p:nvPr/>
        </p:nvSpPr>
        <p:spPr>
          <a:xfrm xmlns:a="http://schemas.openxmlformats.org/drawingml/2006/main">
            <a:off x="8178641" y="3910870"/>
            <a:ext cx="581922" cy="370725"/>
          </a:xfrm>
          <a:custGeom xmlns:a="http://schemas.openxmlformats.org/drawingml/2006/main">
            <a:pathLst>
              <a:path w="581922" h="370725">
                <a:moveTo>
                  <a:pt x="0" y="0"/>
                </a:moveTo>
                <a:lnTo>
                  <a:pt x="55961" y="2443"/>
                </a:lnTo>
                <a:lnTo>
                  <a:pt x="111496" y="9755"/>
                </a:lnTo>
                <a:lnTo>
                  <a:pt x="166183" y="21878"/>
                </a:lnTo>
                <a:lnTo>
                  <a:pt x="219604" y="38722"/>
                </a:lnTo>
                <a:lnTo>
                  <a:pt x="271355" y="60158"/>
                </a:lnTo>
                <a:lnTo>
                  <a:pt x="321040" y="86022"/>
                </a:lnTo>
                <a:lnTo>
                  <a:pt x="368282" y="116119"/>
                </a:lnTo>
                <a:lnTo>
                  <a:pt x="412721" y="150218"/>
                </a:lnTo>
                <a:lnTo>
                  <a:pt x="454019" y="188061"/>
                </a:lnTo>
                <a:lnTo>
                  <a:pt x="491862" y="229359"/>
                </a:lnTo>
                <a:lnTo>
                  <a:pt x="525961" y="273798"/>
                </a:lnTo>
                <a:lnTo>
                  <a:pt x="556058" y="321040"/>
                </a:lnTo>
                <a:lnTo>
                  <a:pt x="581922" y="370725"/>
                </a:lnTo>
              </a:path>
            </a:pathLst>
          </a:custGeom>
          <a:noFill xmlns:a="http://schemas.openxmlformats.org/drawingml/2006/main"/>
          <a:ln xmlns:a="http://schemas.openxmlformats.org/drawingml/2006/main" w="38100">
            <a:solidFill>
              <a:srgbClr val="166B68"/>
            </a:solidFill>
            <a:prstDash val="solid"/>
          </a:ln>
        </p:spPr>
      </p:sp>
      <p:sp>
        <p:nvSpPr>
          <p:cNvPr id="14" name="">
            <a:extLst xmlns:a="http://schemas.openxmlformats.org/drawingml/2006/main">
              <a:ext uri="{FF2B5EF4-FFF2-40B4-BE49-F238E27FC236}">
                <a16:creationId xmlns:a16="http://schemas.microsoft.com/office/drawing/2014/main" id="{1B2770AC-20CC-41AB-8344-A290D86C2F9B}"/>
              </a:ext>
            </a:extLst>
          </p:cNvPr>
          <p:cNvSpPr>
            <a:spLocks xmlns:a="http://schemas.openxmlformats.org/drawingml/2006/main" noGrp="1"/>
          </p:cNvSpPr>
          <p:nvPr/>
        </p:nvSpPr>
        <p:spPr>
          <a:xfrm xmlns:a="http://schemas.openxmlformats.org/drawingml/2006/main">
            <a:off x="8993333" y="4173053"/>
            <a:ext cx="84221" cy="379897"/>
          </a:xfrm>
          <a:custGeom xmlns:a="http://schemas.openxmlformats.org/drawingml/2006/main">
            <a:pathLst>
              <a:path w="84221" h="379897">
                <a:moveTo>
                  <a:pt x="0" y="0"/>
                </a:moveTo>
                <a:lnTo>
                  <a:pt x="15795" y="35898"/>
                </a:lnTo>
                <a:lnTo>
                  <a:pt x="30010" y="72451"/>
                </a:lnTo>
                <a:lnTo>
                  <a:pt x="42617" y="109589"/>
                </a:lnTo>
                <a:lnTo>
                  <a:pt x="53591" y="147241"/>
                </a:lnTo>
                <a:lnTo>
                  <a:pt x="62913" y="185337"/>
                </a:lnTo>
                <a:lnTo>
                  <a:pt x="70565" y="223802"/>
                </a:lnTo>
                <a:lnTo>
                  <a:pt x="76531" y="262565"/>
                </a:lnTo>
                <a:lnTo>
                  <a:pt x="80800" y="301551"/>
                </a:lnTo>
                <a:lnTo>
                  <a:pt x="83366" y="340687"/>
                </a:lnTo>
                <a:lnTo>
                  <a:pt x="84221" y="379897"/>
                </a:lnTo>
              </a:path>
            </a:pathLst>
          </a:custGeom>
          <a:noFill xmlns:a="http://schemas.openxmlformats.org/drawingml/2006/main"/>
          <a:ln xmlns:a="http://schemas.openxmlformats.org/drawingml/2006/main" w="38100">
            <a:solidFill>
              <a:srgbClr val="A94737"/>
            </a:solidFill>
            <a:prstDash val="solid"/>
          </a:ln>
        </p:spPr>
      </p:sp>
      <p:sp>
        <p:nvSpPr>
          <p:cNvPr id="15" name="">
            <a:extLst xmlns:a="http://schemas.openxmlformats.org/drawingml/2006/main">
              <a:ext uri="{FF2B5EF4-FFF2-40B4-BE49-F238E27FC236}">
                <a16:creationId xmlns:a16="http://schemas.microsoft.com/office/drawing/2014/main" id="{2A42CC98-5697-4FFB-96A9-CF96678791E9}"/>
              </a:ext>
            </a:extLst>
          </p:cNvPr>
          <p:cNvSpPr>
            <a:spLocks xmlns:a="http://schemas.openxmlformats.org/drawingml/2006/main" noGrp="1"/>
          </p:cNvSpPr>
          <p:nvPr/>
        </p:nvSpPr>
        <p:spPr>
          <a:xfrm xmlns:a="http://schemas.openxmlformats.org/drawingml/2006/main">
            <a:off x="8121491" y="4495800"/>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6" name="">
            <a:extLst xmlns:a="http://schemas.openxmlformats.org/drawingml/2006/main">
              <a:ext uri="{FF2B5EF4-FFF2-40B4-BE49-F238E27FC236}">
                <a16:creationId xmlns:a16="http://schemas.microsoft.com/office/drawing/2014/main" id="{4E9FE9D0-DBB7-422C-A8D8-8BC5097B08F0}"/>
              </a:ext>
            </a:extLst>
          </p:cNvPr>
          <p:cNvSpPr>
            <a:spLocks xmlns:a="http://schemas.openxmlformats.org/drawingml/2006/main" noGrp="1"/>
          </p:cNvSpPr>
          <p:nvPr/>
        </p:nvSpPr>
        <p:spPr>
          <a:xfrm xmlns:a="http://schemas.openxmlformats.org/drawingml/2006/main">
            <a:off x="7911941" y="4610100"/>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O</a:t>
            </a:r>
          </a:p>
        </p:txBody>
      </p:sp>
      <p:sp>
        <p:nvSpPr>
          <p:cNvPr id="17" name="">
            <a:extLst xmlns:a="http://schemas.openxmlformats.org/drawingml/2006/main">
              <a:ext uri="{FF2B5EF4-FFF2-40B4-BE49-F238E27FC236}">
                <a16:creationId xmlns:a16="http://schemas.microsoft.com/office/drawing/2014/main" id="{AD84A418-B025-4D9E-A287-1BBB1135AFE1}"/>
              </a:ext>
            </a:extLst>
          </p:cNvPr>
          <p:cNvSpPr>
            <a:spLocks xmlns:a="http://schemas.openxmlformats.org/drawingml/2006/main" noGrp="1"/>
          </p:cNvSpPr>
          <p:nvPr/>
        </p:nvSpPr>
        <p:spPr>
          <a:xfrm xmlns:a="http://schemas.openxmlformats.org/drawingml/2006/main">
            <a:off x="10061232" y="3591284"/>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8" name="">
            <a:extLst xmlns:a="http://schemas.openxmlformats.org/drawingml/2006/main">
              <a:ext uri="{FF2B5EF4-FFF2-40B4-BE49-F238E27FC236}">
                <a16:creationId xmlns:a16="http://schemas.microsoft.com/office/drawing/2014/main" id="{3AC42025-E155-445A-BD0B-4863B1B82F0F}"/>
              </a:ext>
            </a:extLst>
          </p:cNvPr>
          <p:cNvSpPr>
            <a:spLocks xmlns:a="http://schemas.openxmlformats.org/drawingml/2006/main" noGrp="1"/>
          </p:cNvSpPr>
          <p:nvPr/>
        </p:nvSpPr>
        <p:spPr>
          <a:xfrm xmlns:a="http://schemas.openxmlformats.org/drawingml/2006/main">
            <a:off x="10185057" y="3381734"/>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目標</a:t>
            </a:r>
          </a:p>
        </p:txBody>
      </p:sp>
      <p:sp>
        <p:nvSpPr>
          <p:cNvPr id="19" name="">
            <a:extLst xmlns:a="http://schemas.openxmlformats.org/drawingml/2006/main">
              <a:ext uri="{FF2B5EF4-FFF2-40B4-BE49-F238E27FC236}">
                <a16:creationId xmlns:a16="http://schemas.microsoft.com/office/drawing/2014/main" id="{3ACF986B-C1C4-40D6-B310-0882392376C1}"/>
              </a:ext>
            </a:extLst>
          </p:cNvPr>
          <p:cNvSpPr>
            <a:spLocks xmlns:a="http://schemas.openxmlformats.org/drawingml/2006/main" noGrp="1"/>
          </p:cNvSpPr>
          <p:nvPr/>
        </p:nvSpPr>
        <p:spPr>
          <a:xfrm xmlns:a="http://schemas.openxmlformats.org/drawingml/2006/main">
            <a:off x="8254841" y="1695450"/>
            <a:ext cx="1381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66B68"/>
                </a:solidFill>
                <a:latin typeface="Yu Gothic"/>
                <a:ea typeface="Yu Gothic"/>
                <a:cs typeface="Yu Gothic"/>
              </a:defRPr>
            </a:defPPr>
            <a:lvl1pPr algn="l">
              <a:defRPr sz="1650" b="1">
                <a:solidFill>
                  <a:srgbClr val="166B68"/>
                </a:solidFill>
                <a:latin typeface="Yu Gothic"/>
                <a:ea typeface="Yu Gothic"/>
                <a:cs typeface="Yu Gothic"/>
              </a:defRPr>
            </a:lvl1pPr>
            <a:lvl2pPr algn="l">
              <a:defRPr sz="1650" b="1">
                <a:solidFill>
                  <a:srgbClr val="166B68"/>
                </a:solidFill>
                <a:latin typeface="Yu Gothic"/>
                <a:ea typeface="Yu Gothic"/>
                <a:cs typeface="Yu Gothic"/>
              </a:defRPr>
            </a:lvl2pPr>
            <a:lvl3pPr algn="l">
              <a:defRPr sz="1650" b="1">
                <a:solidFill>
                  <a:srgbClr val="166B68"/>
                </a:solidFill>
                <a:latin typeface="Yu Gothic"/>
                <a:ea typeface="Yu Gothic"/>
                <a:cs typeface="Yu Gothic"/>
              </a:defRPr>
            </a:lvl3pPr>
            <a:lvl4pPr algn="l">
              <a:defRPr sz="1650" b="1">
                <a:solidFill>
                  <a:srgbClr val="166B68"/>
                </a:solidFill>
                <a:latin typeface="Yu Gothic"/>
                <a:ea typeface="Yu Gothic"/>
                <a:cs typeface="Yu Gothic"/>
              </a:defRPr>
            </a:lvl4pPr>
            <a:lvl5pPr algn="l">
              <a:defRPr sz="1650" b="1">
                <a:solidFill>
                  <a:srgbClr val="166B68"/>
                </a:solidFill>
                <a:latin typeface="Yu Gothic"/>
                <a:ea typeface="Yu Gothic"/>
                <a:cs typeface="Yu Gothic"/>
              </a:defRPr>
            </a:lvl5pPr>
            <a:lvl6pPr algn="l">
              <a:defRPr sz="1650" b="1">
                <a:solidFill>
                  <a:srgbClr val="166B68"/>
                </a:solidFill>
                <a:latin typeface="Yu Gothic"/>
                <a:ea typeface="Yu Gothic"/>
                <a:cs typeface="Yu Gothic"/>
              </a:defRPr>
            </a:lvl6pPr>
            <a:lvl7pPr algn="l">
              <a:defRPr sz="1650" b="1">
                <a:solidFill>
                  <a:srgbClr val="166B68"/>
                </a:solidFill>
                <a:latin typeface="Yu Gothic"/>
                <a:ea typeface="Yu Gothic"/>
                <a:cs typeface="Yu Gothic"/>
              </a:defRPr>
            </a:lvl7pPr>
            <a:lvl8pPr algn="l">
              <a:defRPr sz="1650" b="1">
                <a:solidFill>
                  <a:srgbClr val="166B68"/>
                </a:solidFill>
                <a:latin typeface="Yu Gothic"/>
                <a:ea typeface="Yu Gothic"/>
                <a:cs typeface="Yu Gothic"/>
              </a:defRPr>
            </a:lvl8pPr>
            <a:lvl9pPr algn="l">
              <a:defRPr sz="1650" b="1">
                <a:solidFill>
                  <a:srgbClr val="166B68"/>
                </a:solidFill>
                <a:latin typeface="Yu Gothic"/>
                <a:ea typeface="Yu Gothic"/>
                <a:cs typeface="Yu Gothic"/>
              </a:defRPr>
            </a:lvl9pPr>
          </a:lstStyle>
          <a:p xmlns:a="http://schemas.openxmlformats.org/drawingml/2006/main">
            <a:pPr algn="l">
              <a:defRPr sz="1650" b="1">
                <a:solidFill>
                  <a:srgbClr val="166B68"/>
                </a:solidFill>
                <a:latin typeface="Yu Gothic"/>
                <a:ea typeface="Yu Gothic"/>
                <a:cs typeface="Yu Gothic"/>
              </a:defRPr>
            </a:pPr>
            <a:r>
              <a:rPr sz="1650" b="1">
                <a:solidFill>
                  <a:srgbClr val="166B68"/>
                </a:solidFill>
                <a:latin typeface="Yu Gothic"/>
                <a:ea typeface="Yu Gothic"/>
                <a:cs typeface="Yu Gothic"/>
              </a:rPr>
              <a:t>Z=65°</a:t>
            </a:r>
          </a:p>
        </p:txBody>
      </p:sp>
      <p:sp>
        <p:nvSpPr>
          <p:cNvPr id="20" name="">
            <a:extLst xmlns:a="http://schemas.openxmlformats.org/drawingml/2006/main">
              <a:ext uri="{FF2B5EF4-FFF2-40B4-BE49-F238E27FC236}">
                <a16:creationId xmlns:a16="http://schemas.microsoft.com/office/drawing/2014/main" id="{4385745E-E23A-4147-BF18-3C11EDFE5873}"/>
              </a:ext>
            </a:extLst>
          </p:cNvPr>
          <p:cNvSpPr>
            <a:spLocks xmlns:a="http://schemas.openxmlformats.org/drawingml/2006/main" noGrp="1"/>
          </p:cNvSpPr>
          <p:nvPr/>
        </p:nvSpPr>
        <p:spPr>
          <a:xfrm xmlns:a="http://schemas.openxmlformats.org/drawingml/2006/main">
            <a:off x="9227372" y="4171950"/>
            <a:ext cx="1381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A94737"/>
                </a:solidFill>
                <a:latin typeface="Yu Gothic"/>
                <a:ea typeface="Yu Gothic"/>
                <a:cs typeface="Yu Gothic"/>
              </a:defRPr>
            </a:defPPr>
            <a:lvl1pPr algn="l">
              <a:defRPr sz="1650" b="1">
                <a:solidFill>
                  <a:srgbClr val="A94737"/>
                </a:solidFill>
                <a:latin typeface="Yu Gothic"/>
                <a:ea typeface="Yu Gothic"/>
                <a:cs typeface="Yu Gothic"/>
              </a:defRPr>
            </a:lvl1pPr>
            <a:lvl2pPr algn="l">
              <a:defRPr sz="1650" b="1">
                <a:solidFill>
                  <a:srgbClr val="A94737"/>
                </a:solidFill>
                <a:latin typeface="Yu Gothic"/>
                <a:ea typeface="Yu Gothic"/>
                <a:cs typeface="Yu Gothic"/>
              </a:defRPr>
            </a:lvl2pPr>
            <a:lvl3pPr algn="l">
              <a:defRPr sz="1650" b="1">
                <a:solidFill>
                  <a:srgbClr val="A94737"/>
                </a:solidFill>
                <a:latin typeface="Yu Gothic"/>
                <a:ea typeface="Yu Gothic"/>
                <a:cs typeface="Yu Gothic"/>
              </a:defRPr>
            </a:lvl3pPr>
            <a:lvl4pPr algn="l">
              <a:defRPr sz="1650" b="1">
                <a:solidFill>
                  <a:srgbClr val="A94737"/>
                </a:solidFill>
                <a:latin typeface="Yu Gothic"/>
                <a:ea typeface="Yu Gothic"/>
                <a:cs typeface="Yu Gothic"/>
              </a:defRPr>
            </a:lvl4pPr>
            <a:lvl5pPr algn="l">
              <a:defRPr sz="1650" b="1">
                <a:solidFill>
                  <a:srgbClr val="A94737"/>
                </a:solidFill>
                <a:latin typeface="Yu Gothic"/>
                <a:ea typeface="Yu Gothic"/>
                <a:cs typeface="Yu Gothic"/>
              </a:defRPr>
            </a:lvl5pPr>
            <a:lvl6pPr algn="l">
              <a:defRPr sz="1650" b="1">
                <a:solidFill>
                  <a:srgbClr val="A94737"/>
                </a:solidFill>
                <a:latin typeface="Yu Gothic"/>
                <a:ea typeface="Yu Gothic"/>
                <a:cs typeface="Yu Gothic"/>
              </a:defRPr>
            </a:lvl6pPr>
            <a:lvl7pPr algn="l">
              <a:defRPr sz="1650" b="1">
                <a:solidFill>
                  <a:srgbClr val="A94737"/>
                </a:solidFill>
                <a:latin typeface="Yu Gothic"/>
                <a:ea typeface="Yu Gothic"/>
                <a:cs typeface="Yu Gothic"/>
              </a:defRPr>
            </a:lvl7pPr>
            <a:lvl8pPr algn="l">
              <a:defRPr sz="1650" b="1">
                <a:solidFill>
                  <a:srgbClr val="A94737"/>
                </a:solidFill>
                <a:latin typeface="Yu Gothic"/>
                <a:ea typeface="Yu Gothic"/>
                <a:cs typeface="Yu Gothic"/>
              </a:defRPr>
            </a:lvl8pPr>
            <a:lvl9pPr algn="l">
              <a:defRPr sz="1650" b="1">
                <a:solidFill>
                  <a:srgbClr val="A94737"/>
                </a:solidFill>
                <a:latin typeface="Yu Gothic"/>
                <a:ea typeface="Yu Gothic"/>
                <a:cs typeface="Yu Gothic"/>
              </a:defRPr>
            </a:lvl9pPr>
          </a:lstStyle>
          <a:p xmlns:a="http://schemas.openxmlformats.org/drawingml/2006/main">
            <a:pPr algn="l">
              <a:defRPr sz="1650" b="1">
                <a:solidFill>
                  <a:srgbClr val="A94737"/>
                </a:solidFill>
                <a:latin typeface="Yu Gothic"/>
                <a:ea typeface="Yu Gothic"/>
                <a:cs typeface="Yu Gothic"/>
              </a:defRPr>
            </a:pPr>
            <a:r>
              <a:rPr sz="1650" b="1">
                <a:solidFill>
                  <a:srgbClr val="A94737"/>
                </a:solidFill>
                <a:latin typeface="Yu Gothic"/>
                <a:ea typeface="Yu Gothic"/>
                <a:cs typeface="Yu Gothic"/>
              </a:rPr>
              <a:t>α=25.000°</a:t>
            </a:r>
          </a:p>
        </p:txBody>
      </p:sp>
      <p:sp>
        <p:nvSpPr>
          <p:cNvPr id="21" name="">
            <a:extLst xmlns:a="http://schemas.openxmlformats.org/drawingml/2006/main">
              <a:ext uri="{FF2B5EF4-FFF2-40B4-BE49-F238E27FC236}">
                <a16:creationId xmlns:a16="http://schemas.microsoft.com/office/drawing/2014/main" id="{93BFD852-5676-4A9B-80C4-0D2EDB0087A2}"/>
              </a:ext>
            </a:extLst>
          </p:cNvPr>
          <p:cNvSpPr>
            <a:spLocks xmlns:a="http://schemas.openxmlformats.org/drawingml/2006/main" noGrp="1"/>
          </p:cNvSpPr>
          <p:nvPr/>
        </p:nvSpPr>
        <p:spPr>
          <a:xfrm xmlns:a="http://schemas.openxmlformats.org/drawingml/2006/main">
            <a:off x="7730966" y="16192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a:solidFill>
                  <a:srgbClr val="52616A"/>
                </a:solidFill>
                <a:latin typeface="Yu Gothic"/>
                <a:ea typeface="Yu Gothic"/>
                <a:cs typeface="Yu Gothic"/>
              </a:defRPr>
            </a:defPPr>
            <a:lvl1pPr algn="l">
              <a:defRPr sz="1500" b="0">
                <a:solidFill>
                  <a:srgbClr val="52616A"/>
                </a:solidFill>
                <a:latin typeface="Yu Gothic"/>
                <a:ea typeface="Yu Gothic"/>
                <a:cs typeface="Yu Gothic"/>
              </a:defRPr>
            </a:lvl1pPr>
            <a:lvl2pPr algn="l">
              <a:defRPr sz="1500" b="0">
                <a:solidFill>
                  <a:srgbClr val="52616A"/>
                </a:solidFill>
                <a:latin typeface="Yu Gothic"/>
                <a:ea typeface="Yu Gothic"/>
                <a:cs typeface="Yu Gothic"/>
              </a:defRPr>
            </a:lvl2pPr>
            <a:lvl3pPr algn="l">
              <a:defRPr sz="1500" b="0">
                <a:solidFill>
                  <a:srgbClr val="52616A"/>
                </a:solidFill>
                <a:latin typeface="Yu Gothic"/>
                <a:ea typeface="Yu Gothic"/>
                <a:cs typeface="Yu Gothic"/>
              </a:defRPr>
            </a:lvl3pPr>
            <a:lvl4pPr algn="l">
              <a:defRPr sz="1500" b="0">
                <a:solidFill>
                  <a:srgbClr val="52616A"/>
                </a:solidFill>
                <a:latin typeface="Yu Gothic"/>
                <a:ea typeface="Yu Gothic"/>
                <a:cs typeface="Yu Gothic"/>
              </a:defRPr>
            </a:lvl4pPr>
            <a:lvl5pPr algn="l">
              <a:defRPr sz="1500" b="0">
                <a:solidFill>
                  <a:srgbClr val="52616A"/>
                </a:solidFill>
                <a:latin typeface="Yu Gothic"/>
                <a:ea typeface="Yu Gothic"/>
                <a:cs typeface="Yu Gothic"/>
              </a:defRPr>
            </a:lvl5pPr>
            <a:lvl6pPr algn="l">
              <a:defRPr sz="1500" b="0">
                <a:solidFill>
                  <a:srgbClr val="52616A"/>
                </a:solidFill>
                <a:latin typeface="Yu Gothic"/>
                <a:ea typeface="Yu Gothic"/>
                <a:cs typeface="Yu Gothic"/>
              </a:defRPr>
            </a:lvl6pPr>
            <a:lvl7pPr algn="l">
              <a:defRPr sz="1500" b="0">
                <a:solidFill>
                  <a:srgbClr val="52616A"/>
                </a:solidFill>
                <a:latin typeface="Yu Gothic"/>
                <a:ea typeface="Yu Gothic"/>
                <a:cs typeface="Yu Gothic"/>
              </a:defRPr>
            </a:lvl7pPr>
            <a:lvl8pPr algn="l">
              <a:defRPr sz="1500" b="0">
                <a:solidFill>
                  <a:srgbClr val="52616A"/>
                </a:solidFill>
                <a:latin typeface="Yu Gothic"/>
                <a:ea typeface="Yu Gothic"/>
                <a:cs typeface="Yu Gothic"/>
              </a:defRPr>
            </a:lvl8pPr>
            <a:lvl9pPr algn="l">
              <a:defRPr sz="1500" b="0">
                <a:solidFill>
                  <a:srgbClr val="52616A"/>
                </a:solidFill>
                <a:latin typeface="Yu Gothic"/>
                <a:ea typeface="Yu Gothic"/>
                <a:cs typeface="Yu Gothic"/>
              </a:defRPr>
            </a:lvl9pPr>
          </a:lstStyle>
          <a:p xmlns:a="http://schemas.openxmlformats.org/drawingml/2006/main">
            <a:pPr algn="l">
              <a:defRPr sz="1500" b="0">
                <a:solidFill>
                  <a:srgbClr val="52616A"/>
                </a:solidFill>
                <a:latin typeface="Yu Gothic"/>
                <a:ea typeface="Yu Gothic"/>
                <a:cs typeface="Yu Gothic"/>
              </a:defRPr>
            </a:pPr>
            <a:r>
              <a:rPr sz="1500" b="0">
                <a:solidFill>
                  <a:srgbClr val="52616A"/>
                </a:solidFill>
                <a:latin typeface="Yu Gothic"/>
                <a:ea typeface="Yu Gothic"/>
                <a:cs typeface="Yu Gothic"/>
              </a:rPr>
              <a:t>天頂</a:t>
            </a:r>
          </a:p>
        </p:txBody>
      </p:sp>
      <p:sp>
        <p:nvSpPr>
          <p:cNvPr id="22" name="">
            <a:extLst xmlns:a="http://schemas.openxmlformats.org/drawingml/2006/main">
              <a:ext uri="{FF2B5EF4-FFF2-40B4-BE49-F238E27FC236}">
                <a16:creationId xmlns:a16="http://schemas.microsoft.com/office/drawing/2014/main" id="{906510AA-206C-4E0B-BDF3-DA9A85C2DCA0}"/>
              </a:ext>
            </a:extLst>
          </p:cNvPr>
          <p:cNvSpPr>
            <a:spLocks xmlns:a="http://schemas.openxmlformats.org/drawingml/2006/main" noGrp="1"/>
          </p:cNvSpPr>
          <p:nvPr/>
        </p:nvSpPr>
        <p:spPr>
          <a:xfrm xmlns:a="http://schemas.openxmlformats.org/drawingml/2006/main">
            <a:off x="10620375" y="4600575"/>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a:solidFill>
                  <a:srgbClr val="52616A"/>
                </a:solidFill>
                <a:latin typeface="Yu Gothic"/>
                <a:ea typeface="Yu Gothic"/>
                <a:cs typeface="Yu Gothic"/>
              </a:defRPr>
            </a:defPPr>
            <a:lvl1pPr algn="l">
              <a:defRPr sz="1500" b="0">
                <a:solidFill>
                  <a:srgbClr val="52616A"/>
                </a:solidFill>
                <a:latin typeface="Yu Gothic"/>
                <a:ea typeface="Yu Gothic"/>
                <a:cs typeface="Yu Gothic"/>
              </a:defRPr>
            </a:lvl1pPr>
            <a:lvl2pPr algn="l">
              <a:defRPr sz="1500" b="0">
                <a:solidFill>
                  <a:srgbClr val="52616A"/>
                </a:solidFill>
                <a:latin typeface="Yu Gothic"/>
                <a:ea typeface="Yu Gothic"/>
                <a:cs typeface="Yu Gothic"/>
              </a:defRPr>
            </a:lvl2pPr>
            <a:lvl3pPr algn="l">
              <a:defRPr sz="1500" b="0">
                <a:solidFill>
                  <a:srgbClr val="52616A"/>
                </a:solidFill>
                <a:latin typeface="Yu Gothic"/>
                <a:ea typeface="Yu Gothic"/>
                <a:cs typeface="Yu Gothic"/>
              </a:defRPr>
            </a:lvl3pPr>
            <a:lvl4pPr algn="l">
              <a:defRPr sz="1500" b="0">
                <a:solidFill>
                  <a:srgbClr val="52616A"/>
                </a:solidFill>
                <a:latin typeface="Yu Gothic"/>
                <a:ea typeface="Yu Gothic"/>
                <a:cs typeface="Yu Gothic"/>
              </a:defRPr>
            </a:lvl4pPr>
            <a:lvl5pPr algn="l">
              <a:defRPr sz="1500" b="0">
                <a:solidFill>
                  <a:srgbClr val="52616A"/>
                </a:solidFill>
                <a:latin typeface="Yu Gothic"/>
                <a:ea typeface="Yu Gothic"/>
                <a:cs typeface="Yu Gothic"/>
              </a:defRPr>
            </a:lvl5pPr>
            <a:lvl6pPr algn="l">
              <a:defRPr sz="1500" b="0">
                <a:solidFill>
                  <a:srgbClr val="52616A"/>
                </a:solidFill>
                <a:latin typeface="Yu Gothic"/>
                <a:ea typeface="Yu Gothic"/>
                <a:cs typeface="Yu Gothic"/>
              </a:defRPr>
            </a:lvl6pPr>
            <a:lvl7pPr algn="l">
              <a:defRPr sz="1500" b="0">
                <a:solidFill>
                  <a:srgbClr val="52616A"/>
                </a:solidFill>
                <a:latin typeface="Yu Gothic"/>
                <a:ea typeface="Yu Gothic"/>
                <a:cs typeface="Yu Gothic"/>
              </a:defRPr>
            </a:lvl7pPr>
            <a:lvl8pPr algn="l">
              <a:defRPr sz="1500" b="0">
                <a:solidFill>
                  <a:srgbClr val="52616A"/>
                </a:solidFill>
                <a:latin typeface="Yu Gothic"/>
                <a:ea typeface="Yu Gothic"/>
                <a:cs typeface="Yu Gothic"/>
              </a:defRPr>
            </a:lvl8pPr>
            <a:lvl9pPr algn="l">
              <a:defRPr sz="1500" b="0">
                <a:solidFill>
                  <a:srgbClr val="52616A"/>
                </a:solidFill>
                <a:latin typeface="Yu Gothic"/>
                <a:ea typeface="Yu Gothic"/>
                <a:cs typeface="Yu Gothic"/>
              </a:defRPr>
            </a:lvl9pPr>
          </a:lstStyle>
          <a:p xmlns:a="http://schemas.openxmlformats.org/drawingml/2006/main">
            <a:pPr algn="l">
              <a:defRPr sz="1500" b="0">
                <a:solidFill>
                  <a:srgbClr val="52616A"/>
                </a:solidFill>
                <a:latin typeface="Yu Gothic"/>
                <a:ea typeface="Yu Gothic"/>
                <a:cs typeface="Yu Gothic"/>
              </a:defRPr>
            </a:pPr>
            <a:r>
              <a:rPr sz="1500" b="0">
                <a:solidFill>
                  <a:srgbClr val="52616A"/>
                </a:solidFill>
                <a:latin typeface="Yu Gothic"/>
                <a:ea typeface="Yu Gothic"/>
                <a:cs typeface="Yu Gothic"/>
              </a:rPr>
              <a:t>水平</a:t>
            </a:r>
          </a:p>
        </p:txBody>
      </p:sp>
    </p:spTree>
    <p:extLst>
      <p:ext uri="{BB962C8B-B14F-4D97-AF65-F5344CB8AC3E}">
        <p14:creationId xmlns:p14="http://schemas.microsoft.com/office/powerpoint/2010/main" val="192908231"/>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7C1C781-5F6F-4A66-A313-AAB64DFE9DD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85C6598B-E5A7-48AA-BFEA-5201F46B406B}"/>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4-5 縦の角｜43–49分</a:t>
            </a:r>
          </a:p>
        </p:txBody>
      </p:sp>
      <p:sp>
        <p:nvSpPr>
          <p:cNvPr id="3" name="">
            <a:extLst xmlns:a="http://schemas.openxmlformats.org/drawingml/2006/main">
              <a:ext uri="{FF2B5EF4-FFF2-40B4-BE49-F238E27FC236}">
                <a16:creationId xmlns:a16="http://schemas.microsoft.com/office/drawing/2014/main" id="{37A27690-05D6-4E22-832A-C845F5E23CD6}"/>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高度定数Kは、正反の和のずれ</a:t>
            </a:r>
          </a:p>
        </p:txBody>
      </p:sp>
      <p:sp>
        <p:nvSpPr>
          <p:cNvPr id="4" name="">
            <a:extLst xmlns:a="http://schemas.openxmlformats.org/drawingml/2006/main">
              <a:ext uri="{FF2B5EF4-FFF2-40B4-BE49-F238E27FC236}">
                <a16:creationId xmlns:a16="http://schemas.microsoft.com/office/drawing/2014/main" id="{2C1D5C70-F98C-4353-8C3F-29B499ED2BE4}"/>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F8406298-CB62-4443-A0F8-BF66B9C9F7D4}"/>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44D6D8BB-8B2A-422D-A811-6F72B7AF978E}"/>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35</a:t>
            </a:r>
          </a:p>
        </p:txBody>
      </p:sp>
      <p:sp>
        <p:nvSpPr>
          <p:cNvPr id="7" name="">
            <a:extLst xmlns:a="http://schemas.openxmlformats.org/drawingml/2006/main">
              <a:ext uri="{FF2B5EF4-FFF2-40B4-BE49-F238E27FC236}">
                <a16:creationId xmlns:a16="http://schemas.microsoft.com/office/drawing/2014/main" id="{C3C772E7-82DB-4E70-8F9A-CC75B350AF8F}"/>
              </a:ext>
            </a:extLst>
          </p:cNvPr>
          <p:cNvSpPr>
            <a:spLocks xmlns:a="http://schemas.openxmlformats.org/drawingml/2006/main" noGrp="1"/>
          </p:cNvSpPr>
          <p:nvPr/>
        </p:nvSpPr>
        <p:spPr>
          <a:xfrm xmlns:a="http://schemas.openxmlformats.org/drawingml/2006/main">
            <a:off x="1143000" y="1714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z正＝78°12′42″、z反＝281°47′42″</a:t>
            </a:r>
          </a:p>
        </p:txBody>
      </p:sp>
      <p:sp>
        <p:nvSpPr>
          <p:cNvPr id="8" name="">
            <a:extLst xmlns:a="http://schemas.openxmlformats.org/drawingml/2006/main">
              <a:ext uri="{FF2B5EF4-FFF2-40B4-BE49-F238E27FC236}">
                <a16:creationId xmlns:a16="http://schemas.microsoft.com/office/drawing/2014/main" id="{FA2D7143-7A68-4762-938C-86D7C93D0C8D}"/>
              </a:ext>
            </a:extLst>
          </p:cNvPr>
          <p:cNvSpPr>
            <a:spLocks xmlns:a="http://schemas.openxmlformats.org/drawingml/2006/main" noGrp="1"/>
          </p:cNvSpPr>
          <p:nvPr/>
        </p:nvSpPr>
        <p:spPr>
          <a:xfrm xmlns:a="http://schemas.openxmlformats.org/drawingml/2006/main">
            <a:off x="1143000" y="22860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K＝z正＋z反−360°＝24″</a:t>
            </a:r>
          </a:p>
        </p:txBody>
      </p:sp>
      <p:sp>
        <p:nvSpPr>
          <p:cNvPr id="9" name="">
            <a:extLst xmlns:a="http://schemas.openxmlformats.org/drawingml/2006/main">
              <a:ext uri="{FF2B5EF4-FFF2-40B4-BE49-F238E27FC236}">
                <a16:creationId xmlns:a16="http://schemas.microsoft.com/office/drawing/2014/main" id="{086165F7-AB3D-4E8B-9D1D-0117870006FA}"/>
              </a:ext>
            </a:extLst>
          </p:cNvPr>
          <p:cNvSpPr>
            <a:spLocks xmlns:a="http://schemas.openxmlformats.org/drawingml/2006/main" noGrp="1"/>
          </p:cNvSpPr>
          <p:nvPr/>
        </p:nvSpPr>
        <p:spPr>
          <a:xfrm xmlns:a="http://schemas.openxmlformats.org/drawingml/2006/main">
            <a:off x="1143000" y="2857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Z＝(z正−z反＋360°)/2</a:t>
            </a:r>
          </a:p>
        </p:txBody>
      </p:sp>
      <p:sp>
        <p:nvSpPr>
          <p:cNvPr id="10" name="">
            <a:extLst xmlns:a="http://schemas.openxmlformats.org/drawingml/2006/main">
              <a:ext uri="{FF2B5EF4-FFF2-40B4-BE49-F238E27FC236}">
                <a16:creationId xmlns:a16="http://schemas.microsoft.com/office/drawing/2014/main" id="{F111C556-5D2C-49BA-8AE9-946B4BC1598E}"/>
              </a:ext>
            </a:extLst>
          </p:cNvPr>
          <p:cNvSpPr>
            <a:spLocks xmlns:a="http://schemas.openxmlformats.org/drawingml/2006/main" noGrp="1"/>
          </p:cNvSpPr>
          <p:nvPr/>
        </p:nvSpPr>
        <p:spPr>
          <a:xfrm xmlns:a="http://schemas.openxmlformats.org/drawingml/2006/main">
            <a:off x="781050" y="52197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Z＝78°12′30″、α＝11°47′30″</a:t>
            </a:r>
          </a:p>
        </p:txBody>
      </p:sp>
    </p:spTree>
    <p:extLst>
      <p:ext uri="{BB962C8B-B14F-4D97-AF65-F5344CB8AC3E}">
        <p14:creationId xmlns:p14="http://schemas.microsoft.com/office/powerpoint/2010/main" val="55955004"/>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A8FB5DA-405E-4FF4-8759-EEF19D2E680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78D3D258-04A7-492F-B552-3DBF44AA16D6}"/>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4-5 縦の角｜43–49分</a:t>
            </a:r>
          </a:p>
        </p:txBody>
      </p:sp>
      <p:sp>
        <p:nvSpPr>
          <p:cNvPr id="3" name="">
            <a:extLst xmlns:a="http://schemas.openxmlformats.org/drawingml/2006/main">
              <a:ext uri="{FF2B5EF4-FFF2-40B4-BE49-F238E27FC236}">
                <a16:creationId xmlns:a16="http://schemas.microsoft.com/office/drawing/2014/main" id="{8CD8DD11-30EE-4924-9092-B0DE8B25F1D5}"/>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高度定数は、目標間のそろい方も見る</a:t>
            </a:r>
          </a:p>
        </p:txBody>
      </p:sp>
      <p:sp>
        <p:nvSpPr>
          <p:cNvPr id="4" name="">
            <a:extLst xmlns:a="http://schemas.openxmlformats.org/drawingml/2006/main">
              <a:ext uri="{FF2B5EF4-FFF2-40B4-BE49-F238E27FC236}">
                <a16:creationId xmlns:a16="http://schemas.microsoft.com/office/drawing/2014/main" id="{B2729B2D-832C-4F40-BC49-A5FCCF78545A}"/>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AE6362FA-76C7-4855-84A4-EAA5ED76C6D9}"/>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40EE423E-541C-4307-A915-047008001F5B}"/>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36</a:t>
            </a:r>
          </a:p>
        </p:txBody>
      </p:sp>
      <p:sp>
        <p:nvSpPr>
          <p:cNvPr id="7" name="">
            <a:extLst xmlns:a="http://schemas.openxmlformats.org/drawingml/2006/main">
              <a:ext uri="{FF2B5EF4-FFF2-40B4-BE49-F238E27FC236}">
                <a16:creationId xmlns:a16="http://schemas.microsoft.com/office/drawing/2014/main" id="{81DA68F2-81A2-4168-A72F-400E09CF33D7}"/>
              </a:ext>
            </a:extLst>
          </p:cNvPr>
          <p:cNvSpPr>
            <a:spLocks xmlns:a="http://schemas.openxmlformats.org/drawingml/2006/main" noGrp="1"/>
          </p:cNvSpPr>
          <p:nvPr/>
        </p:nvSpPr>
        <p:spPr>
          <a:xfrm xmlns:a="http://schemas.openxmlformats.org/drawingml/2006/main">
            <a:off x="723900" y="157162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52616A"/>
                </a:solidFill>
                <a:latin typeface="Yu Gothic"/>
                <a:ea typeface="Yu Gothic"/>
                <a:cs typeface="Yu Gothic"/>
              </a:defRPr>
            </a:defPPr>
            <a:lvl1pPr algn="l">
              <a:defRPr sz="2250" b="1">
                <a:solidFill>
                  <a:srgbClr val="52616A"/>
                </a:solidFill>
                <a:latin typeface="Yu Gothic"/>
                <a:ea typeface="Yu Gothic"/>
                <a:cs typeface="Yu Gothic"/>
              </a:defRPr>
            </a:lvl1pPr>
            <a:lvl2pPr algn="l">
              <a:defRPr sz="2250" b="1">
                <a:solidFill>
                  <a:srgbClr val="52616A"/>
                </a:solidFill>
                <a:latin typeface="Yu Gothic"/>
                <a:ea typeface="Yu Gothic"/>
                <a:cs typeface="Yu Gothic"/>
              </a:defRPr>
            </a:lvl2pPr>
            <a:lvl3pPr algn="l">
              <a:defRPr sz="2250" b="1">
                <a:solidFill>
                  <a:srgbClr val="52616A"/>
                </a:solidFill>
                <a:latin typeface="Yu Gothic"/>
                <a:ea typeface="Yu Gothic"/>
                <a:cs typeface="Yu Gothic"/>
              </a:defRPr>
            </a:lvl3pPr>
            <a:lvl4pPr algn="l">
              <a:defRPr sz="2250" b="1">
                <a:solidFill>
                  <a:srgbClr val="52616A"/>
                </a:solidFill>
                <a:latin typeface="Yu Gothic"/>
                <a:ea typeface="Yu Gothic"/>
                <a:cs typeface="Yu Gothic"/>
              </a:defRPr>
            </a:lvl4pPr>
            <a:lvl5pPr algn="l">
              <a:defRPr sz="2250" b="1">
                <a:solidFill>
                  <a:srgbClr val="52616A"/>
                </a:solidFill>
                <a:latin typeface="Yu Gothic"/>
                <a:ea typeface="Yu Gothic"/>
                <a:cs typeface="Yu Gothic"/>
              </a:defRPr>
            </a:lvl5pPr>
            <a:lvl6pPr algn="l">
              <a:defRPr sz="2250" b="1">
                <a:solidFill>
                  <a:srgbClr val="52616A"/>
                </a:solidFill>
                <a:latin typeface="Yu Gothic"/>
                <a:ea typeface="Yu Gothic"/>
                <a:cs typeface="Yu Gothic"/>
              </a:defRPr>
            </a:lvl6pPr>
            <a:lvl7pPr algn="l">
              <a:defRPr sz="2250" b="1">
                <a:solidFill>
                  <a:srgbClr val="52616A"/>
                </a:solidFill>
                <a:latin typeface="Yu Gothic"/>
                <a:ea typeface="Yu Gothic"/>
                <a:cs typeface="Yu Gothic"/>
              </a:defRPr>
            </a:lvl7pPr>
            <a:lvl8pPr algn="l">
              <a:defRPr sz="2250" b="1">
                <a:solidFill>
                  <a:srgbClr val="52616A"/>
                </a:solidFill>
                <a:latin typeface="Yu Gothic"/>
                <a:ea typeface="Yu Gothic"/>
                <a:cs typeface="Yu Gothic"/>
              </a:defRPr>
            </a:lvl8pPr>
            <a:lvl9pPr algn="l">
              <a:defRPr sz="2250" b="1">
                <a:solidFill>
                  <a:srgbClr val="52616A"/>
                </a:solidFill>
                <a:latin typeface="Yu Gothic"/>
                <a:ea typeface="Yu Gothic"/>
                <a:cs typeface="Yu Gothic"/>
              </a:defRPr>
            </a:lvl9pPr>
          </a:lstStyle>
          <a:p xmlns:a="http://schemas.openxmlformats.org/drawingml/2006/main">
            <a:pPr algn="l">
              <a:defRPr sz="2250" b="1">
                <a:solidFill>
                  <a:srgbClr val="52616A"/>
                </a:solidFill>
                <a:latin typeface="Yu Gothic"/>
                <a:ea typeface="Yu Gothic"/>
                <a:cs typeface="Yu Gothic"/>
              </a:defRPr>
            </a:pPr>
            <a:r>
              <a:rPr sz="2250" b="1">
                <a:solidFill>
                  <a:srgbClr val="52616A"/>
                </a:solidFill>
                <a:latin typeface="Yu Gothic"/>
                <a:ea typeface="Yu Gothic"/>
                <a:cs typeface="Yu Gothic"/>
              </a:rPr>
              <a:t>点検量はKの最大−最小</a:t>
            </a:r>
          </a:p>
        </p:txBody>
      </p:sp>
      <p:graphicFrame>
        <p:nvGraphicFramePr>
          <p:cNvPr id="8" name="">
            <a:extLst xmlns:a="http://schemas.openxmlformats.org/drawingml/2006/main">
              <a:ext uri="{FF2B5EF4-FFF2-40B4-BE49-F238E27FC236}">
                <a16:creationId xmlns:a16="http://schemas.microsoft.com/office/drawing/2014/main" id="{97A271FE-FFB5-4101-A1E4-84B4906752AC}"/>
              </a:ext>
            </a:extLst>
          </p:cNvPr>
          <p:cNvGraphicFramePr/>
          <p:nvPr/>
        </p:nvGraphicFramePr>
        <p:xfrm>
          <a:off xmlns:a="http://schemas.openxmlformats.org/drawingml/2006/main" x="723900" y="2381250"/>
          <a:ext xmlns:a="http://schemas.openxmlformats.org/drawingml/2006/main" cx="10744200" cy="2762250"/>
        </p:xfrm>
        <a:graphic xmlns:a="http://schemas.openxmlformats.org/drawingml/2006/main">
          <a:graphicData uri="http://schemas.openxmlformats.org/drawingml/2006/table">
            <a:tbl>
              <a:tblPr/>
              <a:tblGrid>
                <a:gridCol w="5372100"/>
                <a:gridCol w="5372100"/>
              </a:tblGrid>
              <a:tr h="920750">
                <a:tc>
                  <a:txBody>
                    <a:bodyPr wrap="square" lIns="57150" tIns="57150" rIns="57150" bIns="57150">
                      <a:noAutofit/>
                    </a:bodyPr>
                    <a:lstStyle/>
                    <a:p>
                      <a:pPr algn="ctr"/>
                      <a:r>
                        <a:rPr sz="1950" b="1">
                          <a:solidFill>
                            <a:srgbClr val="FFFFFF"/>
                          </a:solidFill>
                          <a:latin typeface="Yu Gothic"/>
                          <a:ea typeface="Yu Gothic"/>
                          <a:cs typeface="Yu Gothic"/>
                        </a:rPr>
                        <a:t>目標</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高度定数K</a:t>
                      </a:r>
                    </a:p>
                  </a:txBody>
                  <a:tcPr marL="91440" marR="91440" marT="45720" marB="45720" anchor="ctr">
                    <a:solidFill>
                      <a:srgbClr val="166B68"/>
                    </a:solidFill>
                  </a:tcPr>
                </a:tc>
              </a:tr>
              <a:tr h="920750">
                <a:tc>
                  <a:txBody>
                    <a:bodyPr wrap="square" lIns="57150" tIns="57150" rIns="57150" bIns="57150">
                      <a:noAutofit/>
                    </a:bodyPr>
                    <a:lstStyle/>
                    <a:p>
                      <a:pPr algn="ctr"/>
                      <a:r>
                        <a:rPr sz="1950" b="0">
                          <a:solidFill>
                            <a:srgbClr val="182B33"/>
                          </a:solidFill>
                          <a:latin typeface="Yu Gothic"/>
                          <a:ea typeface="Yu Gothic"/>
                          <a:cs typeface="Yu Gothic"/>
                        </a:rPr>
                        <a:t>1</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24″</a:t>
                      </a:r>
                    </a:p>
                  </a:txBody>
                  <a:tcPr marL="91440" marR="91440" marT="45720" marB="45720" anchor="ctr"/>
                </a:tc>
              </a:tr>
              <a:tr h="920750">
                <a:tc>
                  <a:txBody>
                    <a:bodyPr wrap="square" lIns="57150" tIns="57150" rIns="57150" bIns="57150">
                      <a:noAutofit/>
                    </a:bodyPr>
                    <a:lstStyle/>
                    <a:p>
                      <a:pPr algn="ctr"/>
                      <a:r>
                        <a:rPr sz="1950" b="0">
                          <a:solidFill>
                            <a:srgbClr val="182B33"/>
                          </a:solidFill>
                          <a:latin typeface="Yu Gothic"/>
                          <a:ea typeface="Yu Gothic"/>
                          <a:cs typeface="Yu Gothic"/>
                        </a:rPr>
                        <a:t>2</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30″</a:t>
                      </a:r>
                    </a:p>
                  </a:txBody>
                  <a:tcPr marL="91440" marR="91440" marT="45720" marB="45720" anchor="ctr"/>
                </a:tc>
              </a:tr>
            </a:tbl>
          </a:graphicData>
        </a:graphic>
      </p:graphicFrame>
      <p:sp>
        <p:nvSpPr>
          <p:cNvPr id="9" name="">
            <a:extLst xmlns:a="http://schemas.openxmlformats.org/drawingml/2006/main">
              <a:ext uri="{FF2B5EF4-FFF2-40B4-BE49-F238E27FC236}">
                <a16:creationId xmlns:a16="http://schemas.microsoft.com/office/drawing/2014/main" id="{25F6A341-2E1A-4690-A069-E4D7F5D74042}"/>
              </a:ext>
            </a:extLst>
          </p:cNvPr>
          <p:cNvSpPr>
            <a:spLocks xmlns:a="http://schemas.openxmlformats.org/drawingml/2006/main" noGrp="1"/>
          </p:cNvSpPr>
          <p:nvPr/>
        </p:nvSpPr>
        <p:spPr>
          <a:xfrm xmlns:a="http://schemas.openxmlformats.org/drawingml/2006/main">
            <a:off x="1085850" y="5619750"/>
            <a:ext cx="10058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0">
                <a:solidFill>
                  <a:srgbClr val="182B33"/>
                </a:solidFill>
                <a:latin typeface="Yu Gothic"/>
                <a:ea typeface="Yu Gothic"/>
                <a:cs typeface="Yu Gothic"/>
              </a:defRPr>
            </a:defPPr>
            <a:lvl1pPr algn="l">
              <a:defRPr sz="2025" b="0">
                <a:solidFill>
                  <a:srgbClr val="182B33"/>
                </a:solidFill>
                <a:latin typeface="Yu Gothic"/>
                <a:ea typeface="Yu Gothic"/>
                <a:cs typeface="Yu Gothic"/>
              </a:defRPr>
            </a:lvl1pPr>
            <a:lvl2pPr algn="l">
              <a:defRPr sz="2025" b="0">
                <a:solidFill>
                  <a:srgbClr val="182B33"/>
                </a:solidFill>
                <a:latin typeface="Yu Gothic"/>
                <a:ea typeface="Yu Gothic"/>
                <a:cs typeface="Yu Gothic"/>
              </a:defRPr>
            </a:lvl2pPr>
            <a:lvl3pPr algn="l">
              <a:defRPr sz="2025" b="0">
                <a:solidFill>
                  <a:srgbClr val="182B33"/>
                </a:solidFill>
                <a:latin typeface="Yu Gothic"/>
                <a:ea typeface="Yu Gothic"/>
                <a:cs typeface="Yu Gothic"/>
              </a:defRPr>
            </a:lvl3pPr>
            <a:lvl4pPr algn="l">
              <a:defRPr sz="2025" b="0">
                <a:solidFill>
                  <a:srgbClr val="182B33"/>
                </a:solidFill>
                <a:latin typeface="Yu Gothic"/>
                <a:ea typeface="Yu Gothic"/>
                <a:cs typeface="Yu Gothic"/>
              </a:defRPr>
            </a:lvl4pPr>
            <a:lvl5pPr algn="l">
              <a:defRPr sz="2025" b="0">
                <a:solidFill>
                  <a:srgbClr val="182B33"/>
                </a:solidFill>
                <a:latin typeface="Yu Gothic"/>
                <a:ea typeface="Yu Gothic"/>
                <a:cs typeface="Yu Gothic"/>
              </a:defRPr>
            </a:lvl5pPr>
            <a:lvl6pPr algn="l">
              <a:defRPr sz="2025" b="0">
                <a:solidFill>
                  <a:srgbClr val="182B33"/>
                </a:solidFill>
                <a:latin typeface="Yu Gothic"/>
                <a:ea typeface="Yu Gothic"/>
                <a:cs typeface="Yu Gothic"/>
              </a:defRPr>
            </a:lvl6pPr>
            <a:lvl7pPr algn="l">
              <a:defRPr sz="2025" b="0">
                <a:solidFill>
                  <a:srgbClr val="182B33"/>
                </a:solidFill>
                <a:latin typeface="Yu Gothic"/>
                <a:ea typeface="Yu Gothic"/>
                <a:cs typeface="Yu Gothic"/>
              </a:defRPr>
            </a:lvl7pPr>
            <a:lvl8pPr algn="l">
              <a:defRPr sz="2025" b="0">
                <a:solidFill>
                  <a:srgbClr val="182B33"/>
                </a:solidFill>
                <a:latin typeface="Yu Gothic"/>
                <a:ea typeface="Yu Gothic"/>
                <a:cs typeface="Yu Gothic"/>
              </a:defRPr>
            </a:lvl8pPr>
            <a:lvl9pPr algn="l">
              <a:defRPr sz="2025" b="0">
                <a:solidFill>
                  <a:srgbClr val="182B33"/>
                </a:solidFill>
                <a:latin typeface="Yu Gothic"/>
                <a:ea typeface="Yu Gothic"/>
                <a:cs typeface="Yu Gothic"/>
              </a:defRPr>
            </a:lvl9pPr>
          </a:lstStyle>
          <a:p xmlns:a="http://schemas.openxmlformats.org/drawingml/2006/main">
            <a:pPr algn="l">
              <a:defRPr sz="2025" b="0">
                <a:solidFill>
                  <a:srgbClr val="182B33"/>
                </a:solidFill>
                <a:latin typeface="Yu Gothic"/>
                <a:ea typeface="Yu Gothic"/>
                <a:cs typeface="Yu Gothic"/>
              </a:defRPr>
            </a:pPr>
            <a:r>
              <a:rPr sz="2025" b="0">
                <a:solidFill>
                  <a:srgbClr val="182B33"/>
                </a:solidFill>
                <a:latin typeface="Yu Gothic"/>
                <a:ea typeface="Yu Gothic"/>
                <a:cs typeface="Yu Gothic"/>
              </a:rPr>
              <a:t>Kの較差＝30−24＝6″</a:t>
            </a:r>
          </a:p>
        </p:txBody>
      </p:sp>
    </p:spTree>
    <p:extLst>
      <p:ext uri="{BB962C8B-B14F-4D97-AF65-F5344CB8AC3E}">
        <p14:creationId xmlns:p14="http://schemas.microsoft.com/office/powerpoint/2010/main" val="1624790225"/>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9EDBE81-DB67-4241-B84C-4C3F17A1E4FA}"/>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D6B6E1DE-CE66-4DD9-987C-600C5ADA9FA7}"/>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4-5 縦の角｜43–49分</a:t>
            </a:r>
          </a:p>
        </p:txBody>
      </p:sp>
      <p:sp>
        <p:nvSpPr>
          <p:cNvPr id="3" name="">
            <a:extLst xmlns:a="http://schemas.openxmlformats.org/drawingml/2006/main">
              <a:ext uri="{FF2B5EF4-FFF2-40B4-BE49-F238E27FC236}">
                <a16:creationId xmlns:a16="http://schemas.microsoft.com/office/drawing/2014/main" id="{2E15C91F-95C1-415E-A4E6-62C75C099542}"/>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確認⑤：真上と水平を取り違えない</a:t>
            </a:r>
          </a:p>
        </p:txBody>
      </p:sp>
      <p:sp>
        <p:nvSpPr>
          <p:cNvPr id="4" name="">
            <a:extLst xmlns:a="http://schemas.openxmlformats.org/drawingml/2006/main">
              <a:ext uri="{FF2B5EF4-FFF2-40B4-BE49-F238E27FC236}">
                <a16:creationId xmlns:a16="http://schemas.microsoft.com/office/drawing/2014/main" id="{2A772F7D-5D3B-4D75-88A9-6A60E1AA47C6}"/>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8E8CF8B0-BE76-4CA1-A4A6-97896197C144}"/>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D3625362-A67D-4A03-A04F-8EC0B9639695}"/>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37</a:t>
            </a:r>
          </a:p>
        </p:txBody>
      </p:sp>
      <p:sp>
        <p:nvSpPr>
          <p:cNvPr id="7" name="">
            <a:extLst xmlns:a="http://schemas.openxmlformats.org/drawingml/2006/main">
              <a:ext uri="{FF2B5EF4-FFF2-40B4-BE49-F238E27FC236}">
                <a16:creationId xmlns:a16="http://schemas.microsoft.com/office/drawing/2014/main" id="{E87EDCF3-1E48-4F1F-8FA4-367FEEA4C5F1}"/>
              </a:ext>
            </a:extLst>
          </p:cNvPr>
          <p:cNvSpPr>
            <a:spLocks xmlns:a="http://schemas.openxmlformats.org/drawingml/2006/main" noGrp="1"/>
          </p:cNvSpPr>
          <p:nvPr/>
        </p:nvSpPr>
        <p:spPr>
          <a:xfrm xmlns:a="http://schemas.openxmlformats.org/drawingml/2006/main">
            <a:off x="781050" y="161925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850" b="1">
                <a:solidFill>
                  <a:srgbClr val="182B33"/>
                </a:solidFill>
                <a:latin typeface="Yu Gothic"/>
                <a:ea typeface="Yu Gothic"/>
                <a:cs typeface="Yu Gothic"/>
              </a:defRPr>
            </a:defPPr>
            <a:lvl1pPr algn="l">
              <a:defRPr sz="2850" b="1">
                <a:solidFill>
                  <a:srgbClr val="182B33"/>
                </a:solidFill>
                <a:latin typeface="Yu Gothic"/>
                <a:ea typeface="Yu Gothic"/>
                <a:cs typeface="Yu Gothic"/>
              </a:defRPr>
            </a:lvl1pPr>
            <a:lvl2pPr algn="l">
              <a:defRPr sz="2850" b="1">
                <a:solidFill>
                  <a:srgbClr val="182B33"/>
                </a:solidFill>
                <a:latin typeface="Yu Gothic"/>
                <a:ea typeface="Yu Gothic"/>
                <a:cs typeface="Yu Gothic"/>
              </a:defRPr>
            </a:lvl2pPr>
            <a:lvl3pPr algn="l">
              <a:defRPr sz="2850" b="1">
                <a:solidFill>
                  <a:srgbClr val="182B33"/>
                </a:solidFill>
                <a:latin typeface="Yu Gothic"/>
                <a:ea typeface="Yu Gothic"/>
                <a:cs typeface="Yu Gothic"/>
              </a:defRPr>
            </a:lvl3pPr>
            <a:lvl4pPr algn="l">
              <a:defRPr sz="2850" b="1">
                <a:solidFill>
                  <a:srgbClr val="182B33"/>
                </a:solidFill>
                <a:latin typeface="Yu Gothic"/>
                <a:ea typeface="Yu Gothic"/>
                <a:cs typeface="Yu Gothic"/>
              </a:defRPr>
            </a:lvl4pPr>
            <a:lvl5pPr algn="l">
              <a:defRPr sz="2850" b="1">
                <a:solidFill>
                  <a:srgbClr val="182B33"/>
                </a:solidFill>
                <a:latin typeface="Yu Gothic"/>
                <a:ea typeface="Yu Gothic"/>
                <a:cs typeface="Yu Gothic"/>
              </a:defRPr>
            </a:lvl5pPr>
            <a:lvl6pPr algn="l">
              <a:defRPr sz="2850" b="1">
                <a:solidFill>
                  <a:srgbClr val="182B33"/>
                </a:solidFill>
                <a:latin typeface="Yu Gothic"/>
                <a:ea typeface="Yu Gothic"/>
                <a:cs typeface="Yu Gothic"/>
              </a:defRPr>
            </a:lvl6pPr>
            <a:lvl7pPr algn="l">
              <a:defRPr sz="2850" b="1">
                <a:solidFill>
                  <a:srgbClr val="182B33"/>
                </a:solidFill>
                <a:latin typeface="Yu Gothic"/>
                <a:ea typeface="Yu Gothic"/>
                <a:cs typeface="Yu Gothic"/>
              </a:defRPr>
            </a:lvl7pPr>
            <a:lvl8pPr algn="l">
              <a:defRPr sz="2850" b="1">
                <a:solidFill>
                  <a:srgbClr val="182B33"/>
                </a:solidFill>
                <a:latin typeface="Yu Gothic"/>
                <a:ea typeface="Yu Gothic"/>
                <a:cs typeface="Yu Gothic"/>
              </a:defRPr>
            </a:lvl8pPr>
            <a:lvl9pPr algn="l">
              <a:defRPr sz="2850" b="1">
                <a:solidFill>
                  <a:srgbClr val="182B33"/>
                </a:solidFill>
                <a:latin typeface="Yu Gothic"/>
                <a:ea typeface="Yu Gothic"/>
                <a:cs typeface="Yu Gothic"/>
              </a:defRPr>
            </a:lvl9pPr>
          </a:lstStyle>
          <a:p xmlns:a="http://schemas.openxmlformats.org/drawingml/2006/main">
            <a:pPr algn="l">
              <a:defRPr sz="2850" b="1">
                <a:solidFill>
                  <a:srgbClr val="182B33"/>
                </a:solidFill>
                <a:latin typeface="Yu Gothic"/>
                <a:ea typeface="Yu Gothic"/>
                <a:cs typeface="Yu Gothic"/>
              </a:defRPr>
            </a:pPr>
            <a:r>
              <a:rPr sz="2850" b="1">
                <a:solidFill>
                  <a:srgbClr val="182B33"/>
                </a:solidFill>
                <a:latin typeface="Yu Gothic"/>
                <a:ea typeface="Yu Gothic"/>
                <a:cs typeface="Yu Gothic"/>
              </a:rPr>
              <a:t>z正85°10′20″、z反274°49′50″</a:t>
            </a:r>
          </a:p>
        </p:txBody>
      </p:sp>
      <p:sp>
        <p:nvSpPr>
          <p:cNvPr id="8" name="">
            <a:extLst xmlns:a="http://schemas.openxmlformats.org/drawingml/2006/main">
              <a:ext uri="{FF2B5EF4-FFF2-40B4-BE49-F238E27FC236}">
                <a16:creationId xmlns:a16="http://schemas.microsoft.com/office/drawing/2014/main" id="{7508A7D0-DE60-4CC6-AB94-89F8D9CFC778}"/>
              </a:ext>
            </a:extLst>
          </p:cNvPr>
          <p:cNvSpPr>
            <a:spLocks xmlns:a="http://schemas.openxmlformats.org/drawingml/2006/main" noGrp="1"/>
          </p:cNvSpPr>
          <p:nvPr/>
        </p:nvSpPr>
        <p:spPr>
          <a:xfrm xmlns:a="http://schemas.openxmlformats.org/drawingml/2006/main">
            <a:off x="1219200" y="28575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K、Z、αを求めよう</a:t>
            </a:r>
          </a:p>
        </p:txBody>
      </p:sp>
      <p:sp>
        <p:nvSpPr>
          <p:cNvPr id="9" name="">
            <a:extLst xmlns:a="http://schemas.openxmlformats.org/drawingml/2006/main">
              <a:ext uri="{FF2B5EF4-FFF2-40B4-BE49-F238E27FC236}">
                <a16:creationId xmlns:a16="http://schemas.microsoft.com/office/drawing/2014/main" id="{1E60D839-201D-40EB-B9CD-6F340AD01ED7}"/>
              </a:ext>
            </a:extLst>
          </p:cNvPr>
          <p:cNvSpPr>
            <a:spLocks xmlns:a="http://schemas.openxmlformats.org/drawingml/2006/main" noGrp="1"/>
          </p:cNvSpPr>
          <p:nvPr/>
        </p:nvSpPr>
        <p:spPr>
          <a:xfrm xmlns:a="http://schemas.openxmlformats.org/drawingml/2006/main">
            <a:off x="1219200" y="34290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K＝和−360°、α＝90°−Z</a:t>
            </a:r>
          </a:p>
        </p:txBody>
      </p:sp>
    </p:spTree>
    <p:extLst>
      <p:ext uri="{BB962C8B-B14F-4D97-AF65-F5344CB8AC3E}">
        <p14:creationId xmlns:p14="http://schemas.microsoft.com/office/powerpoint/2010/main" val="1344200294"/>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A66E937-7087-4ACF-B171-3023A1AF6D5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DA9671A2-7BAC-4AFC-A79D-D5A9C4253A1B}"/>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4-6 戻す｜49–56分</a:t>
            </a:r>
          </a:p>
        </p:txBody>
      </p:sp>
      <p:sp>
        <p:nvSpPr>
          <p:cNvPr id="3" name="">
            <a:extLst xmlns:a="http://schemas.openxmlformats.org/drawingml/2006/main">
              <a:ext uri="{FF2B5EF4-FFF2-40B4-BE49-F238E27FC236}">
                <a16:creationId xmlns:a16="http://schemas.microsoft.com/office/drawing/2014/main" id="{F4E92E0C-B16B-4440-AE09-0599ED91FFC9}"/>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中心で測れないとき、ずらして観測する</a:t>
            </a:r>
          </a:p>
        </p:txBody>
      </p:sp>
      <p:sp>
        <p:nvSpPr>
          <p:cNvPr id="4" name="">
            <a:extLst xmlns:a="http://schemas.openxmlformats.org/drawingml/2006/main">
              <a:ext uri="{FF2B5EF4-FFF2-40B4-BE49-F238E27FC236}">
                <a16:creationId xmlns:a16="http://schemas.microsoft.com/office/drawing/2014/main" id="{BEFE9F5E-12BE-4E0A-A696-BDC1C5F3265A}"/>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C76C92D2-25FF-46A0-83D2-A690078FF7A3}"/>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0E2CD74B-DAB8-44B3-A377-5A7506D7C438}"/>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38</a:t>
            </a:r>
          </a:p>
        </p:txBody>
      </p:sp>
      <p:sp>
        <p:nvSpPr>
          <p:cNvPr id="7" name="">
            <a:extLst xmlns:a="http://schemas.openxmlformats.org/drawingml/2006/main">
              <a:ext uri="{FF2B5EF4-FFF2-40B4-BE49-F238E27FC236}">
                <a16:creationId xmlns:a16="http://schemas.microsoft.com/office/drawing/2014/main" id="{072184CF-ACD6-4996-97E6-DC56C3251215}"/>
              </a:ext>
            </a:extLst>
          </p:cNvPr>
          <p:cNvSpPr>
            <a:spLocks xmlns:a="http://schemas.openxmlformats.org/drawingml/2006/main" noGrp="1"/>
          </p:cNvSpPr>
          <p:nvPr/>
        </p:nvSpPr>
        <p:spPr>
          <a:xfrm xmlns:a="http://schemas.openxmlformats.org/drawingml/2006/main">
            <a:off x="723900" y="150495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75" b="1">
                <a:solidFill>
                  <a:srgbClr val="52616A"/>
                </a:solidFill>
                <a:latin typeface="Yu Gothic"/>
                <a:ea typeface="Yu Gothic"/>
                <a:cs typeface="Yu Gothic"/>
              </a:defRPr>
            </a:defPPr>
            <a:lvl1pPr algn="l">
              <a:defRPr sz="2175" b="1">
                <a:solidFill>
                  <a:srgbClr val="52616A"/>
                </a:solidFill>
                <a:latin typeface="Yu Gothic"/>
                <a:ea typeface="Yu Gothic"/>
                <a:cs typeface="Yu Gothic"/>
              </a:defRPr>
            </a:lvl1pPr>
            <a:lvl2pPr algn="l">
              <a:defRPr sz="2175" b="1">
                <a:solidFill>
                  <a:srgbClr val="52616A"/>
                </a:solidFill>
                <a:latin typeface="Yu Gothic"/>
                <a:ea typeface="Yu Gothic"/>
                <a:cs typeface="Yu Gothic"/>
              </a:defRPr>
            </a:lvl2pPr>
            <a:lvl3pPr algn="l">
              <a:defRPr sz="2175" b="1">
                <a:solidFill>
                  <a:srgbClr val="52616A"/>
                </a:solidFill>
                <a:latin typeface="Yu Gothic"/>
                <a:ea typeface="Yu Gothic"/>
                <a:cs typeface="Yu Gothic"/>
              </a:defRPr>
            </a:lvl3pPr>
            <a:lvl4pPr algn="l">
              <a:defRPr sz="2175" b="1">
                <a:solidFill>
                  <a:srgbClr val="52616A"/>
                </a:solidFill>
                <a:latin typeface="Yu Gothic"/>
                <a:ea typeface="Yu Gothic"/>
                <a:cs typeface="Yu Gothic"/>
              </a:defRPr>
            </a:lvl4pPr>
            <a:lvl5pPr algn="l">
              <a:defRPr sz="2175" b="1">
                <a:solidFill>
                  <a:srgbClr val="52616A"/>
                </a:solidFill>
                <a:latin typeface="Yu Gothic"/>
                <a:ea typeface="Yu Gothic"/>
                <a:cs typeface="Yu Gothic"/>
              </a:defRPr>
            </a:lvl5pPr>
            <a:lvl6pPr algn="l">
              <a:defRPr sz="2175" b="1">
                <a:solidFill>
                  <a:srgbClr val="52616A"/>
                </a:solidFill>
                <a:latin typeface="Yu Gothic"/>
                <a:ea typeface="Yu Gothic"/>
                <a:cs typeface="Yu Gothic"/>
              </a:defRPr>
            </a:lvl6pPr>
            <a:lvl7pPr algn="l">
              <a:defRPr sz="2175" b="1">
                <a:solidFill>
                  <a:srgbClr val="52616A"/>
                </a:solidFill>
                <a:latin typeface="Yu Gothic"/>
                <a:ea typeface="Yu Gothic"/>
                <a:cs typeface="Yu Gothic"/>
              </a:defRPr>
            </a:lvl7pPr>
            <a:lvl8pPr algn="l">
              <a:defRPr sz="2175" b="1">
                <a:solidFill>
                  <a:srgbClr val="52616A"/>
                </a:solidFill>
                <a:latin typeface="Yu Gothic"/>
                <a:ea typeface="Yu Gothic"/>
                <a:cs typeface="Yu Gothic"/>
              </a:defRPr>
            </a:lvl8pPr>
            <a:lvl9pPr algn="l">
              <a:defRPr sz="2175" b="1">
                <a:solidFill>
                  <a:srgbClr val="52616A"/>
                </a:solidFill>
                <a:latin typeface="Yu Gothic"/>
                <a:ea typeface="Yu Gothic"/>
                <a:cs typeface="Yu Gothic"/>
              </a:defRPr>
            </a:lvl9pPr>
          </a:lstStyle>
          <a:p xmlns:a="http://schemas.openxmlformats.org/drawingml/2006/main">
            <a:pPr algn="l">
              <a:defRPr sz="2175" b="1">
                <a:solidFill>
                  <a:srgbClr val="52616A"/>
                </a:solidFill>
                <a:latin typeface="Yu Gothic"/>
                <a:ea typeface="Yu Gothic"/>
                <a:cs typeface="Yu Gothic"/>
              </a:defRPr>
            </a:pPr>
            <a:r>
              <a:rPr sz="2175" b="1">
                <a:solidFill>
                  <a:srgbClr val="52616A"/>
                </a:solidFill>
                <a:latin typeface="Yu Gothic"/>
                <a:ea typeface="Yu Gothic"/>
                <a:cs typeface="Yu Gothic"/>
              </a:rPr>
              <a:t>ずれの量と方向を測っておく</a:t>
            </a:r>
          </a:p>
        </p:txBody>
      </p:sp>
      <p:sp>
        <p:nvSpPr>
          <p:cNvPr id="8" name="">
            <a:extLst xmlns:a="http://schemas.openxmlformats.org/drawingml/2006/main">
              <a:ext uri="{FF2B5EF4-FFF2-40B4-BE49-F238E27FC236}">
                <a16:creationId xmlns:a16="http://schemas.microsoft.com/office/drawing/2014/main" id="{8B9CF26E-571D-42D5-AE05-84AB0BCD2E99}"/>
              </a:ext>
            </a:extLst>
          </p:cNvPr>
          <p:cNvSpPr>
            <a:spLocks xmlns:a="http://schemas.openxmlformats.org/drawingml/2006/main" noGrp="1"/>
          </p:cNvSpPr>
          <p:nvPr/>
        </p:nvSpPr>
        <p:spPr>
          <a:xfrm xmlns:a="http://schemas.openxmlformats.org/drawingml/2006/main">
            <a:off x="6076950" y="2095500"/>
            <a:ext cx="0" cy="314325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9" name="">
            <a:extLst xmlns:a="http://schemas.openxmlformats.org/drawingml/2006/main">
              <a:ext uri="{FF2B5EF4-FFF2-40B4-BE49-F238E27FC236}">
                <a16:creationId xmlns:a16="http://schemas.microsoft.com/office/drawing/2014/main" id="{96035319-B19D-4DE6-9970-1DE3396ADA1A}"/>
              </a:ext>
            </a:extLst>
          </p:cNvPr>
          <p:cNvSpPr>
            <a:spLocks xmlns:a="http://schemas.openxmlformats.org/drawingml/2006/main" noGrp="1"/>
          </p:cNvSpPr>
          <p:nvPr/>
        </p:nvSpPr>
        <p:spPr>
          <a:xfrm xmlns:a="http://schemas.openxmlformats.org/drawingml/2006/main">
            <a:off x="742950" y="209550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166B68"/>
                </a:solidFill>
                <a:latin typeface="Yu Gothic"/>
                <a:ea typeface="Yu Gothic"/>
                <a:cs typeface="Yu Gothic"/>
              </a:defRPr>
            </a:defPPr>
            <a:lvl1pPr algn="l">
              <a:defRPr sz="2550" b="1">
                <a:solidFill>
                  <a:srgbClr val="166B68"/>
                </a:solidFill>
                <a:latin typeface="Yu Gothic"/>
                <a:ea typeface="Yu Gothic"/>
                <a:cs typeface="Yu Gothic"/>
              </a:defRPr>
            </a:lvl1pPr>
            <a:lvl2pPr algn="l">
              <a:defRPr sz="2550" b="1">
                <a:solidFill>
                  <a:srgbClr val="166B68"/>
                </a:solidFill>
                <a:latin typeface="Yu Gothic"/>
                <a:ea typeface="Yu Gothic"/>
                <a:cs typeface="Yu Gothic"/>
              </a:defRPr>
            </a:lvl2pPr>
            <a:lvl3pPr algn="l">
              <a:defRPr sz="2550" b="1">
                <a:solidFill>
                  <a:srgbClr val="166B68"/>
                </a:solidFill>
                <a:latin typeface="Yu Gothic"/>
                <a:ea typeface="Yu Gothic"/>
                <a:cs typeface="Yu Gothic"/>
              </a:defRPr>
            </a:lvl3pPr>
            <a:lvl4pPr algn="l">
              <a:defRPr sz="2550" b="1">
                <a:solidFill>
                  <a:srgbClr val="166B68"/>
                </a:solidFill>
                <a:latin typeface="Yu Gothic"/>
                <a:ea typeface="Yu Gothic"/>
                <a:cs typeface="Yu Gothic"/>
              </a:defRPr>
            </a:lvl4pPr>
            <a:lvl5pPr algn="l">
              <a:defRPr sz="2550" b="1">
                <a:solidFill>
                  <a:srgbClr val="166B68"/>
                </a:solidFill>
                <a:latin typeface="Yu Gothic"/>
                <a:ea typeface="Yu Gothic"/>
                <a:cs typeface="Yu Gothic"/>
              </a:defRPr>
            </a:lvl5pPr>
            <a:lvl6pPr algn="l">
              <a:defRPr sz="2550" b="1">
                <a:solidFill>
                  <a:srgbClr val="166B68"/>
                </a:solidFill>
                <a:latin typeface="Yu Gothic"/>
                <a:ea typeface="Yu Gothic"/>
                <a:cs typeface="Yu Gothic"/>
              </a:defRPr>
            </a:lvl6pPr>
            <a:lvl7pPr algn="l">
              <a:defRPr sz="2550" b="1">
                <a:solidFill>
                  <a:srgbClr val="166B68"/>
                </a:solidFill>
                <a:latin typeface="Yu Gothic"/>
                <a:ea typeface="Yu Gothic"/>
                <a:cs typeface="Yu Gothic"/>
              </a:defRPr>
            </a:lvl7pPr>
            <a:lvl8pPr algn="l">
              <a:defRPr sz="2550" b="1">
                <a:solidFill>
                  <a:srgbClr val="166B68"/>
                </a:solidFill>
                <a:latin typeface="Yu Gothic"/>
                <a:ea typeface="Yu Gothic"/>
                <a:cs typeface="Yu Gothic"/>
              </a:defRPr>
            </a:lvl8pPr>
            <a:lvl9pPr algn="l">
              <a:defRPr sz="2550" b="1">
                <a:solidFill>
                  <a:srgbClr val="166B68"/>
                </a:solidFill>
                <a:latin typeface="Yu Gothic"/>
                <a:ea typeface="Yu Gothic"/>
                <a:cs typeface="Yu Gothic"/>
              </a:defRPr>
            </a:lvl9pPr>
          </a:lstStyle>
          <a:p xmlns:a="http://schemas.openxmlformats.org/drawingml/2006/main">
            <a:pPr algn="l">
              <a:defRPr sz="2550" b="1">
                <a:solidFill>
                  <a:srgbClr val="166B68"/>
                </a:solidFill>
                <a:latin typeface="Yu Gothic"/>
                <a:ea typeface="Yu Gothic"/>
                <a:cs typeface="Yu Gothic"/>
              </a:defRPr>
            </a:pPr>
            <a:r>
              <a:rPr sz="2550" b="1">
                <a:solidFill>
                  <a:srgbClr val="166B68"/>
                </a:solidFill>
                <a:latin typeface="Yu Gothic"/>
                <a:ea typeface="Yu Gothic"/>
                <a:cs typeface="Yu Gothic"/>
              </a:rPr>
              <a:t>器械点の偏心</a:t>
            </a:r>
          </a:p>
        </p:txBody>
      </p:sp>
      <p:sp>
        <p:nvSpPr>
          <p:cNvPr id="10" name="">
            <a:extLst xmlns:a="http://schemas.openxmlformats.org/drawingml/2006/main">
              <a:ext uri="{FF2B5EF4-FFF2-40B4-BE49-F238E27FC236}">
                <a16:creationId xmlns:a16="http://schemas.microsoft.com/office/drawing/2014/main" id="{0B137F62-65DF-4328-B927-56D12ECD935E}"/>
              </a:ext>
            </a:extLst>
          </p:cNvPr>
          <p:cNvSpPr>
            <a:spLocks xmlns:a="http://schemas.openxmlformats.org/drawingml/2006/main" noGrp="1"/>
          </p:cNvSpPr>
          <p:nvPr/>
        </p:nvSpPr>
        <p:spPr>
          <a:xfrm xmlns:a="http://schemas.openxmlformats.org/drawingml/2006/main">
            <a:off x="6477000" y="209550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A94737"/>
                </a:solidFill>
                <a:latin typeface="Yu Gothic"/>
                <a:ea typeface="Yu Gothic"/>
                <a:cs typeface="Yu Gothic"/>
              </a:defRPr>
            </a:defPPr>
            <a:lvl1pPr algn="l">
              <a:defRPr sz="2550" b="1">
                <a:solidFill>
                  <a:srgbClr val="A94737"/>
                </a:solidFill>
                <a:latin typeface="Yu Gothic"/>
                <a:ea typeface="Yu Gothic"/>
                <a:cs typeface="Yu Gothic"/>
              </a:defRPr>
            </a:lvl1pPr>
            <a:lvl2pPr algn="l">
              <a:defRPr sz="2550" b="1">
                <a:solidFill>
                  <a:srgbClr val="A94737"/>
                </a:solidFill>
                <a:latin typeface="Yu Gothic"/>
                <a:ea typeface="Yu Gothic"/>
                <a:cs typeface="Yu Gothic"/>
              </a:defRPr>
            </a:lvl2pPr>
            <a:lvl3pPr algn="l">
              <a:defRPr sz="2550" b="1">
                <a:solidFill>
                  <a:srgbClr val="A94737"/>
                </a:solidFill>
                <a:latin typeface="Yu Gothic"/>
                <a:ea typeface="Yu Gothic"/>
                <a:cs typeface="Yu Gothic"/>
              </a:defRPr>
            </a:lvl3pPr>
            <a:lvl4pPr algn="l">
              <a:defRPr sz="2550" b="1">
                <a:solidFill>
                  <a:srgbClr val="A94737"/>
                </a:solidFill>
                <a:latin typeface="Yu Gothic"/>
                <a:ea typeface="Yu Gothic"/>
                <a:cs typeface="Yu Gothic"/>
              </a:defRPr>
            </a:lvl4pPr>
            <a:lvl5pPr algn="l">
              <a:defRPr sz="2550" b="1">
                <a:solidFill>
                  <a:srgbClr val="A94737"/>
                </a:solidFill>
                <a:latin typeface="Yu Gothic"/>
                <a:ea typeface="Yu Gothic"/>
                <a:cs typeface="Yu Gothic"/>
              </a:defRPr>
            </a:lvl5pPr>
            <a:lvl6pPr algn="l">
              <a:defRPr sz="2550" b="1">
                <a:solidFill>
                  <a:srgbClr val="A94737"/>
                </a:solidFill>
                <a:latin typeface="Yu Gothic"/>
                <a:ea typeface="Yu Gothic"/>
                <a:cs typeface="Yu Gothic"/>
              </a:defRPr>
            </a:lvl6pPr>
            <a:lvl7pPr algn="l">
              <a:defRPr sz="2550" b="1">
                <a:solidFill>
                  <a:srgbClr val="A94737"/>
                </a:solidFill>
                <a:latin typeface="Yu Gothic"/>
                <a:ea typeface="Yu Gothic"/>
                <a:cs typeface="Yu Gothic"/>
              </a:defRPr>
            </a:lvl7pPr>
            <a:lvl8pPr algn="l">
              <a:defRPr sz="2550" b="1">
                <a:solidFill>
                  <a:srgbClr val="A94737"/>
                </a:solidFill>
                <a:latin typeface="Yu Gothic"/>
                <a:ea typeface="Yu Gothic"/>
                <a:cs typeface="Yu Gothic"/>
              </a:defRPr>
            </a:lvl8pPr>
            <a:lvl9pPr algn="l">
              <a:defRPr sz="2550" b="1">
                <a:solidFill>
                  <a:srgbClr val="A94737"/>
                </a:solidFill>
                <a:latin typeface="Yu Gothic"/>
                <a:ea typeface="Yu Gothic"/>
                <a:cs typeface="Yu Gothic"/>
              </a:defRPr>
            </a:lvl9pPr>
          </a:lstStyle>
          <a:p xmlns:a="http://schemas.openxmlformats.org/drawingml/2006/main">
            <a:pPr algn="l">
              <a:defRPr sz="2550" b="1">
                <a:solidFill>
                  <a:srgbClr val="A94737"/>
                </a:solidFill>
                <a:latin typeface="Yu Gothic"/>
                <a:ea typeface="Yu Gothic"/>
                <a:cs typeface="Yu Gothic"/>
              </a:defRPr>
            </a:pPr>
            <a:r>
              <a:rPr sz="2550" b="1">
                <a:solidFill>
                  <a:srgbClr val="A94737"/>
                </a:solidFill>
                <a:latin typeface="Yu Gothic"/>
                <a:ea typeface="Yu Gothic"/>
                <a:cs typeface="Yu Gothic"/>
              </a:rPr>
              <a:t>標点の偏心</a:t>
            </a:r>
          </a:p>
        </p:txBody>
      </p:sp>
      <p:sp>
        <p:nvSpPr>
          <p:cNvPr id="11" name="">
            <a:extLst xmlns:a="http://schemas.openxmlformats.org/drawingml/2006/main">
              <a:ext uri="{FF2B5EF4-FFF2-40B4-BE49-F238E27FC236}">
                <a16:creationId xmlns:a16="http://schemas.microsoft.com/office/drawing/2014/main" id="{93349FEC-26A5-4859-A825-27923010B39C}"/>
              </a:ext>
            </a:extLst>
          </p:cNvPr>
          <p:cNvSpPr>
            <a:spLocks xmlns:a="http://schemas.openxmlformats.org/drawingml/2006/main" noGrp="1"/>
          </p:cNvSpPr>
          <p:nvPr/>
        </p:nvSpPr>
        <p:spPr>
          <a:xfrm xmlns:a="http://schemas.openxmlformats.org/drawingml/2006/main">
            <a:off x="1104900" y="26860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中心Oの真上に置けない</a:t>
            </a:r>
          </a:p>
        </p:txBody>
      </p:sp>
      <p:sp>
        <p:nvSpPr>
          <p:cNvPr id="12" name="">
            <a:extLst xmlns:a="http://schemas.openxmlformats.org/drawingml/2006/main">
              <a:ext uri="{FF2B5EF4-FFF2-40B4-BE49-F238E27FC236}">
                <a16:creationId xmlns:a16="http://schemas.microsoft.com/office/drawing/2014/main" id="{1BFE71FA-CEA8-4A7E-8474-C60F3BA19F94}"/>
              </a:ext>
            </a:extLst>
          </p:cNvPr>
          <p:cNvSpPr>
            <a:spLocks xmlns:a="http://schemas.openxmlformats.org/drawingml/2006/main" noGrp="1"/>
          </p:cNvSpPr>
          <p:nvPr/>
        </p:nvSpPr>
        <p:spPr>
          <a:xfrm xmlns:a="http://schemas.openxmlformats.org/drawingml/2006/main">
            <a:off x="1104900" y="31813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代わりの位置Eから観測</a:t>
            </a:r>
          </a:p>
        </p:txBody>
      </p:sp>
      <p:sp>
        <p:nvSpPr>
          <p:cNvPr id="13" name="">
            <a:extLst xmlns:a="http://schemas.openxmlformats.org/drawingml/2006/main">
              <a:ext uri="{FF2B5EF4-FFF2-40B4-BE49-F238E27FC236}">
                <a16:creationId xmlns:a16="http://schemas.microsoft.com/office/drawing/2014/main" id="{B3507DF4-3C60-44EA-8644-1A0C720C2395}"/>
              </a:ext>
            </a:extLst>
          </p:cNvPr>
          <p:cNvSpPr>
            <a:spLocks xmlns:a="http://schemas.openxmlformats.org/drawingml/2006/main" noGrp="1"/>
          </p:cNvSpPr>
          <p:nvPr/>
        </p:nvSpPr>
        <p:spPr>
          <a:xfrm xmlns:a="http://schemas.openxmlformats.org/drawingml/2006/main">
            <a:off x="6838950" y="26860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本来の目標が見えない</a:t>
            </a:r>
          </a:p>
        </p:txBody>
      </p:sp>
      <p:sp>
        <p:nvSpPr>
          <p:cNvPr id="14" name="">
            <a:extLst xmlns:a="http://schemas.openxmlformats.org/drawingml/2006/main">
              <a:ext uri="{FF2B5EF4-FFF2-40B4-BE49-F238E27FC236}">
                <a16:creationId xmlns:a16="http://schemas.microsoft.com/office/drawing/2014/main" id="{75466AB1-4AD1-4AE6-90FA-321426368F7C}"/>
              </a:ext>
            </a:extLst>
          </p:cNvPr>
          <p:cNvSpPr>
            <a:spLocks xmlns:a="http://schemas.openxmlformats.org/drawingml/2006/main" noGrp="1"/>
          </p:cNvSpPr>
          <p:nvPr/>
        </p:nvSpPr>
        <p:spPr>
          <a:xfrm xmlns:a="http://schemas.openxmlformats.org/drawingml/2006/main">
            <a:off x="6838950" y="31813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代わりの標点を観測</a:t>
            </a:r>
          </a:p>
        </p:txBody>
      </p:sp>
      <p:sp>
        <p:nvSpPr>
          <p:cNvPr id="15" name="">
            <a:extLst xmlns:a="http://schemas.openxmlformats.org/drawingml/2006/main">
              <a:ext uri="{FF2B5EF4-FFF2-40B4-BE49-F238E27FC236}">
                <a16:creationId xmlns:a16="http://schemas.microsoft.com/office/drawing/2014/main" id="{93C0D8AF-E5CF-4112-AB6D-24F248868174}"/>
              </a:ext>
            </a:extLst>
          </p:cNvPr>
          <p:cNvSpPr>
            <a:spLocks xmlns:a="http://schemas.openxmlformats.org/drawingml/2006/main" noGrp="1"/>
          </p:cNvSpPr>
          <p:nvPr/>
        </p:nvSpPr>
        <p:spPr>
          <a:xfrm xmlns:a="http://schemas.openxmlformats.org/drawingml/2006/main">
            <a:off x="1104900" y="5143500"/>
            <a:ext cx="99631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0">
                <a:solidFill>
                  <a:srgbClr val="182B33"/>
                </a:solidFill>
                <a:latin typeface="Yu Gothic"/>
                <a:ea typeface="Yu Gothic"/>
                <a:cs typeface="Yu Gothic"/>
              </a:defRPr>
            </a:defPPr>
            <a:lvl1pPr algn="l">
              <a:defRPr sz="2025" b="0">
                <a:solidFill>
                  <a:srgbClr val="182B33"/>
                </a:solidFill>
                <a:latin typeface="Yu Gothic"/>
                <a:ea typeface="Yu Gothic"/>
                <a:cs typeface="Yu Gothic"/>
              </a:defRPr>
            </a:lvl1pPr>
            <a:lvl2pPr algn="l">
              <a:defRPr sz="2025" b="0">
                <a:solidFill>
                  <a:srgbClr val="182B33"/>
                </a:solidFill>
                <a:latin typeface="Yu Gothic"/>
                <a:ea typeface="Yu Gothic"/>
                <a:cs typeface="Yu Gothic"/>
              </a:defRPr>
            </a:lvl2pPr>
            <a:lvl3pPr algn="l">
              <a:defRPr sz="2025" b="0">
                <a:solidFill>
                  <a:srgbClr val="182B33"/>
                </a:solidFill>
                <a:latin typeface="Yu Gothic"/>
                <a:ea typeface="Yu Gothic"/>
                <a:cs typeface="Yu Gothic"/>
              </a:defRPr>
            </a:lvl3pPr>
            <a:lvl4pPr algn="l">
              <a:defRPr sz="2025" b="0">
                <a:solidFill>
                  <a:srgbClr val="182B33"/>
                </a:solidFill>
                <a:latin typeface="Yu Gothic"/>
                <a:ea typeface="Yu Gothic"/>
                <a:cs typeface="Yu Gothic"/>
              </a:defRPr>
            </a:lvl4pPr>
            <a:lvl5pPr algn="l">
              <a:defRPr sz="2025" b="0">
                <a:solidFill>
                  <a:srgbClr val="182B33"/>
                </a:solidFill>
                <a:latin typeface="Yu Gothic"/>
                <a:ea typeface="Yu Gothic"/>
                <a:cs typeface="Yu Gothic"/>
              </a:defRPr>
            </a:lvl5pPr>
            <a:lvl6pPr algn="l">
              <a:defRPr sz="2025" b="0">
                <a:solidFill>
                  <a:srgbClr val="182B33"/>
                </a:solidFill>
                <a:latin typeface="Yu Gothic"/>
                <a:ea typeface="Yu Gothic"/>
                <a:cs typeface="Yu Gothic"/>
              </a:defRPr>
            </a:lvl6pPr>
            <a:lvl7pPr algn="l">
              <a:defRPr sz="2025" b="0">
                <a:solidFill>
                  <a:srgbClr val="182B33"/>
                </a:solidFill>
                <a:latin typeface="Yu Gothic"/>
                <a:ea typeface="Yu Gothic"/>
                <a:cs typeface="Yu Gothic"/>
              </a:defRPr>
            </a:lvl7pPr>
            <a:lvl8pPr algn="l">
              <a:defRPr sz="2025" b="0">
                <a:solidFill>
                  <a:srgbClr val="182B33"/>
                </a:solidFill>
                <a:latin typeface="Yu Gothic"/>
                <a:ea typeface="Yu Gothic"/>
                <a:cs typeface="Yu Gothic"/>
              </a:defRPr>
            </a:lvl8pPr>
            <a:lvl9pPr algn="l">
              <a:defRPr sz="2025" b="0">
                <a:solidFill>
                  <a:srgbClr val="182B33"/>
                </a:solidFill>
                <a:latin typeface="Yu Gothic"/>
                <a:ea typeface="Yu Gothic"/>
                <a:cs typeface="Yu Gothic"/>
              </a:defRPr>
            </a:lvl9pPr>
          </a:lstStyle>
          <a:p xmlns:a="http://schemas.openxmlformats.org/drawingml/2006/main">
            <a:pPr algn="l">
              <a:defRPr sz="2025" b="0">
                <a:solidFill>
                  <a:srgbClr val="182B33"/>
                </a:solidFill>
                <a:latin typeface="Yu Gothic"/>
                <a:ea typeface="Yu Gothic"/>
                <a:cs typeface="Yu Gothic"/>
              </a:defRPr>
            </a:pPr>
            <a:r>
              <a:rPr sz="2025" b="0">
                <a:solidFill>
                  <a:srgbClr val="182B33"/>
                </a:solidFill>
                <a:latin typeface="Yu Gothic"/>
                <a:ea typeface="Yu Gothic"/>
                <a:cs typeface="Yu Gothic"/>
              </a:rPr>
              <a:t>補正＝中心の値−偏心点での値</a:t>
            </a:r>
          </a:p>
        </p:txBody>
      </p:sp>
    </p:spTree>
    <p:extLst>
      <p:ext uri="{BB962C8B-B14F-4D97-AF65-F5344CB8AC3E}">
        <p14:creationId xmlns:p14="http://schemas.microsoft.com/office/powerpoint/2010/main" val="840128773"/>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D5F95CEF-B19F-486F-B4A3-30CEF40D145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1CA3A3F9-EDF0-4DE2-84FB-8D3CCAF0AED2}"/>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4-6 戻す｜49–56分</a:t>
            </a:r>
          </a:p>
        </p:txBody>
      </p:sp>
      <p:sp>
        <p:nvSpPr>
          <p:cNvPr id="3" name="">
            <a:extLst xmlns:a="http://schemas.openxmlformats.org/drawingml/2006/main">
              <a:ext uri="{FF2B5EF4-FFF2-40B4-BE49-F238E27FC236}">
                <a16:creationId xmlns:a16="http://schemas.microsoft.com/office/drawing/2014/main" id="{6095CCDC-70EF-4B1D-8453-EF0BFC84829E}"/>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デモ：Oで90°でも、Eでは広がる</a:t>
            </a:r>
          </a:p>
        </p:txBody>
      </p:sp>
      <p:sp>
        <p:nvSpPr>
          <p:cNvPr id="4" name="">
            <a:extLst xmlns:a="http://schemas.openxmlformats.org/drawingml/2006/main">
              <a:ext uri="{FF2B5EF4-FFF2-40B4-BE49-F238E27FC236}">
                <a16:creationId xmlns:a16="http://schemas.microsoft.com/office/drawing/2014/main" id="{7B78EBDB-1062-4547-BA55-799259B7BF21}"/>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2D7AFF1E-833F-4472-B3A4-4F912629A113}"/>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EEFE1870-309F-463A-BC4F-9B519F90ABBA}"/>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39</a:t>
            </a:r>
          </a:p>
        </p:txBody>
      </p:sp>
      <p:sp>
        <p:nvSpPr>
          <p:cNvPr id="7" name="">
            <a:extLst xmlns:a="http://schemas.openxmlformats.org/drawingml/2006/main">
              <a:ext uri="{FF2B5EF4-FFF2-40B4-BE49-F238E27FC236}">
                <a16:creationId xmlns:a16="http://schemas.microsoft.com/office/drawing/2014/main" id="{CCD2A81F-C4E9-4E3E-B88F-9B197D885C53}"/>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中心の答えが分かっている配置</a:t>
            </a:r>
          </a:p>
        </p:txBody>
      </p:sp>
      <p:sp>
        <p:nvSpPr>
          <p:cNvPr id="8" name="">
            <a:extLst xmlns:a="http://schemas.openxmlformats.org/drawingml/2006/main">
              <a:ext uri="{FF2B5EF4-FFF2-40B4-BE49-F238E27FC236}">
                <a16:creationId xmlns:a16="http://schemas.microsoft.com/office/drawing/2014/main" id="{6AACCE70-C2AC-4540-BC72-036D74FA90C5}"/>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OA＝100 m、OE＝1 m</a:t>
            </a:r>
          </a:p>
        </p:txBody>
      </p:sp>
      <p:sp>
        <p:nvSpPr>
          <p:cNvPr id="9" name="">
            <a:extLst xmlns:a="http://schemas.openxmlformats.org/drawingml/2006/main">
              <a:ext uri="{FF2B5EF4-FFF2-40B4-BE49-F238E27FC236}">
                <a16:creationId xmlns:a16="http://schemas.microsoft.com/office/drawing/2014/main" id="{A76801DE-849B-48F6-895B-8A9EF7F904E2}"/>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Eの角＝90°＋δ</a:t>
            </a:r>
          </a:p>
        </p:txBody>
      </p:sp>
      <p:sp>
        <p:nvSpPr>
          <p:cNvPr id="10" name="">
            <a:extLst xmlns:a="http://schemas.openxmlformats.org/drawingml/2006/main">
              <a:ext uri="{FF2B5EF4-FFF2-40B4-BE49-F238E27FC236}">
                <a16:creationId xmlns:a16="http://schemas.microsoft.com/office/drawing/2014/main" id="{32F317C4-5D9E-4F1F-AADB-3D8407C84F05}"/>
              </a:ext>
            </a:extLst>
          </p:cNvPr>
          <p:cNvSpPr>
            <a:spLocks xmlns:a="http://schemas.openxmlformats.org/drawingml/2006/main" noGrp="1"/>
          </p:cNvSpPr>
          <p:nvPr/>
        </p:nvSpPr>
        <p:spPr>
          <a:xfrm xmlns:a="http://schemas.openxmlformats.org/drawingml/2006/main">
            <a:off x="1047750" y="36099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EAが斜辺になる</a:t>
            </a:r>
          </a:p>
        </p:txBody>
      </p:sp>
      <p:sp>
        <p:nvSpPr>
          <p:cNvPr id="11" name="">
            <a:extLst xmlns:a="http://schemas.openxmlformats.org/drawingml/2006/main">
              <a:ext uri="{FF2B5EF4-FFF2-40B4-BE49-F238E27FC236}">
                <a16:creationId xmlns:a16="http://schemas.microsoft.com/office/drawing/2014/main" id="{C7C20C0E-9877-4271-9A78-4969241F0465}"/>
              </a:ext>
            </a:extLst>
          </p:cNvPr>
          <p:cNvSpPr>
            <a:spLocks xmlns:a="http://schemas.openxmlformats.org/drawingml/2006/main" noGrp="1"/>
          </p:cNvSpPr>
          <p:nvPr/>
        </p:nvSpPr>
        <p:spPr>
          <a:xfrm xmlns:a="http://schemas.openxmlformats.org/drawingml/2006/main">
            <a:off x="7414260" y="2331720"/>
            <a:ext cx="9525" cy="2346960"/>
          </a:xfrm>
          <a:custGeom xmlns:a="http://schemas.openxmlformats.org/drawingml/2006/main">
            <a:pathLst>
              <a:path w="9525" h="2346960">
                <a:moveTo>
                  <a:pt x="0" y="2346960"/>
                </a:moveTo>
                <a:lnTo>
                  <a:pt x="0" y="0"/>
                </a:lnTo>
              </a:path>
            </a:pathLst>
          </a:custGeom>
          <a:noFill xmlns:a="http://schemas.openxmlformats.org/drawingml/2006/main"/>
          <a:ln xmlns:a="http://schemas.openxmlformats.org/drawingml/2006/main" w="38100">
            <a:solidFill>
              <a:srgbClr val="166B68"/>
            </a:solidFill>
            <a:prstDash val="solid"/>
          </a:ln>
        </p:spPr>
      </p:sp>
      <p:sp>
        <p:nvSpPr>
          <p:cNvPr id="12" name="">
            <a:extLst xmlns:a="http://schemas.openxmlformats.org/drawingml/2006/main">
              <a:ext uri="{FF2B5EF4-FFF2-40B4-BE49-F238E27FC236}">
                <a16:creationId xmlns:a16="http://schemas.microsoft.com/office/drawing/2014/main" id="{FDD94316-032D-48D2-B4EB-73ADD09216B0}"/>
              </a:ext>
            </a:extLst>
          </p:cNvPr>
          <p:cNvSpPr>
            <a:spLocks xmlns:a="http://schemas.openxmlformats.org/drawingml/2006/main" noGrp="1"/>
          </p:cNvSpPr>
          <p:nvPr/>
        </p:nvSpPr>
        <p:spPr>
          <a:xfrm xmlns:a="http://schemas.openxmlformats.org/drawingml/2006/main">
            <a:off x="7414260" y="4678680"/>
            <a:ext cx="3159442" cy="9525"/>
          </a:xfrm>
          <a:custGeom xmlns:a="http://schemas.openxmlformats.org/drawingml/2006/main">
            <a:pathLst>
              <a:path w="3159442" h="9525">
                <a:moveTo>
                  <a:pt x="0" y="0"/>
                </a:moveTo>
                <a:lnTo>
                  <a:pt x="3159442" y="0"/>
                </a:lnTo>
              </a:path>
            </a:pathLst>
          </a:custGeom>
          <a:noFill xmlns:a="http://schemas.openxmlformats.org/drawingml/2006/main"/>
          <a:ln xmlns:a="http://schemas.openxmlformats.org/drawingml/2006/main" w="38100">
            <a:solidFill>
              <a:srgbClr val="166B68"/>
            </a:solidFill>
            <a:prstDash val="solid"/>
          </a:ln>
        </p:spPr>
      </p:sp>
      <p:sp>
        <p:nvSpPr>
          <p:cNvPr id="13" name="">
            <a:extLst xmlns:a="http://schemas.openxmlformats.org/drawingml/2006/main">
              <a:ext uri="{FF2B5EF4-FFF2-40B4-BE49-F238E27FC236}">
                <a16:creationId xmlns:a16="http://schemas.microsoft.com/office/drawing/2014/main" id="{1DE086F2-AA7A-41DD-BF50-731FDED5FD5A}"/>
              </a:ext>
            </a:extLst>
          </p:cNvPr>
          <p:cNvSpPr>
            <a:spLocks xmlns:a="http://schemas.openxmlformats.org/drawingml/2006/main" noGrp="1"/>
          </p:cNvSpPr>
          <p:nvPr/>
        </p:nvSpPr>
        <p:spPr>
          <a:xfrm xmlns:a="http://schemas.openxmlformats.org/drawingml/2006/main">
            <a:off x="7414260" y="2331720"/>
            <a:ext cx="1223010" cy="2346960"/>
          </a:xfrm>
          <a:custGeom xmlns:a="http://schemas.openxmlformats.org/drawingml/2006/main">
            <a:pathLst>
              <a:path w="1223010" h="2346960">
                <a:moveTo>
                  <a:pt x="1223010" y="2346960"/>
                </a:moveTo>
                <a:lnTo>
                  <a:pt x="0" y="0"/>
                </a:lnTo>
              </a:path>
            </a:pathLst>
          </a:custGeom>
          <a:noFill xmlns:a="http://schemas.openxmlformats.org/drawingml/2006/main"/>
          <a:ln xmlns:a="http://schemas.openxmlformats.org/drawingml/2006/main" w="38100">
            <a:solidFill>
              <a:srgbClr val="A94737"/>
            </a:solidFill>
            <a:prstDash val="solid"/>
          </a:ln>
        </p:spPr>
      </p:sp>
      <p:sp>
        <p:nvSpPr>
          <p:cNvPr id="14" name="">
            <a:extLst xmlns:a="http://schemas.openxmlformats.org/drawingml/2006/main">
              <a:ext uri="{FF2B5EF4-FFF2-40B4-BE49-F238E27FC236}">
                <a16:creationId xmlns:a16="http://schemas.microsoft.com/office/drawing/2014/main" id="{BFEEA7AD-0A86-44F6-B768-5EFB77FF1EA2}"/>
              </a:ext>
            </a:extLst>
          </p:cNvPr>
          <p:cNvSpPr>
            <a:spLocks xmlns:a="http://schemas.openxmlformats.org/drawingml/2006/main" noGrp="1"/>
          </p:cNvSpPr>
          <p:nvPr/>
        </p:nvSpPr>
        <p:spPr>
          <a:xfrm xmlns:a="http://schemas.openxmlformats.org/drawingml/2006/main">
            <a:off x="8637270" y="4678680"/>
            <a:ext cx="1936432" cy="9525"/>
          </a:xfrm>
          <a:custGeom xmlns:a="http://schemas.openxmlformats.org/drawingml/2006/main">
            <a:pathLst>
              <a:path w="1936432" h="9525">
                <a:moveTo>
                  <a:pt x="0" y="0"/>
                </a:moveTo>
                <a:lnTo>
                  <a:pt x="1936432" y="0"/>
                </a:lnTo>
              </a:path>
            </a:pathLst>
          </a:custGeom>
          <a:noFill xmlns:a="http://schemas.openxmlformats.org/drawingml/2006/main"/>
          <a:ln xmlns:a="http://schemas.openxmlformats.org/drawingml/2006/main" w="38100">
            <a:solidFill>
              <a:srgbClr val="A94737"/>
            </a:solidFill>
            <a:prstDash val="solid"/>
          </a:ln>
        </p:spPr>
      </p:sp>
      <p:sp>
        <p:nvSpPr>
          <p:cNvPr id="15" name="">
            <a:extLst xmlns:a="http://schemas.openxmlformats.org/drawingml/2006/main">
              <a:ext uri="{FF2B5EF4-FFF2-40B4-BE49-F238E27FC236}">
                <a16:creationId xmlns:a16="http://schemas.microsoft.com/office/drawing/2014/main" id="{CDBC8F6A-02FF-4FC3-AFF7-D92B305D46DB}"/>
              </a:ext>
            </a:extLst>
          </p:cNvPr>
          <p:cNvSpPr>
            <a:spLocks xmlns:a="http://schemas.openxmlformats.org/drawingml/2006/main" noGrp="1"/>
          </p:cNvSpPr>
          <p:nvPr/>
        </p:nvSpPr>
        <p:spPr>
          <a:xfrm xmlns:a="http://schemas.openxmlformats.org/drawingml/2006/main">
            <a:off x="7414260" y="4469130"/>
            <a:ext cx="209550" cy="9525"/>
          </a:xfrm>
          <a:custGeom xmlns:a="http://schemas.openxmlformats.org/drawingml/2006/main">
            <a:pathLst>
              <a:path w="209550" h="9525">
                <a:moveTo>
                  <a:pt x="0" y="0"/>
                </a:moveTo>
                <a:lnTo>
                  <a:pt x="209550" y="0"/>
                </a:lnTo>
              </a:path>
            </a:pathLst>
          </a:custGeom>
          <a:noFill xmlns:a="http://schemas.openxmlformats.org/drawingml/2006/main"/>
          <a:ln xmlns:a="http://schemas.openxmlformats.org/drawingml/2006/main" w="19050">
            <a:solidFill>
              <a:srgbClr val="166B68"/>
            </a:solidFill>
            <a:prstDash val="solid"/>
          </a:ln>
        </p:spPr>
      </p:sp>
      <p:sp>
        <p:nvSpPr>
          <p:cNvPr id="16" name="">
            <a:extLst xmlns:a="http://schemas.openxmlformats.org/drawingml/2006/main">
              <a:ext uri="{FF2B5EF4-FFF2-40B4-BE49-F238E27FC236}">
                <a16:creationId xmlns:a16="http://schemas.microsoft.com/office/drawing/2014/main" id="{04023571-881E-4F05-84AF-9BD4599E41FE}"/>
              </a:ext>
            </a:extLst>
          </p:cNvPr>
          <p:cNvSpPr>
            <a:spLocks xmlns:a="http://schemas.openxmlformats.org/drawingml/2006/main" noGrp="1"/>
          </p:cNvSpPr>
          <p:nvPr/>
        </p:nvSpPr>
        <p:spPr>
          <a:xfrm xmlns:a="http://schemas.openxmlformats.org/drawingml/2006/main">
            <a:off x="7623810" y="4469130"/>
            <a:ext cx="9525" cy="209550"/>
          </a:xfrm>
          <a:custGeom xmlns:a="http://schemas.openxmlformats.org/drawingml/2006/main">
            <a:pathLst>
              <a:path w="9525" h="209550">
                <a:moveTo>
                  <a:pt x="0" y="0"/>
                </a:moveTo>
                <a:lnTo>
                  <a:pt x="0" y="209550"/>
                </a:lnTo>
              </a:path>
            </a:pathLst>
          </a:custGeom>
          <a:noFill xmlns:a="http://schemas.openxmlformats.org/drawingml/2006/main"/>
          <a:ln xmlns:a="http://schemas.openxmlformats.org/drawingml/2006/main" w="19050">
            <a:solidFill>
              <a:srgbClr val="166B68"/>
            </a:solidFill>
            <a:prstDash val="solid"/>
          </a:ln>
        </p:spPr>
      </p:sp>
      <p:sp>
        <p:nvSpPr>
          <p:cNvPr id="17" name="">
            <a:extLst xmlns:a="http://schemas.openxmlformats.org/drawingml/2006/main">
              <a:ext uri="{FF2B5EF4-FFF2-40B4-BE49-F238E27FC236}">
                <a16:creationId xmlns:a16="http://schemas.microsoft.com/office/drawing/2014/main" id="{416ADCBA-52C4-4BFD-828E-22168B964281}"/>
              </a:ext>
            </a:extLst>
          </p:cNvPr>
          <p:cNvSpPr>
            <a:spLocks xmlns:a="http://schemas.openxmlformats.org/drawingml/2006/main" noGrp="1"/>
          </p:cNvSpPr>
          <p:nvPr/>
        </p:nvSpPr>
        <p:spPr>
          <a:xfrm xmlns:a="http://schemas.openxmlformats.org/drawingml/2006/main">
            <a:off x="7366635" y="4631055"/>
            <a:ext cx="95250" cy="95250"/>
          </a:xfrm>
          <a:prstGeom xmlns:a="http://schemas.openxmlformats.org/drawingml/2006/main" prst="ellipse">
            <a:avLst/>
          </a:prstGeom>
          <a:solidFill xmlns:a="http://schemas.openxmlformats.org/drawingml/2006/main">
            <a:srgbClr val="166B68"/>
          </a:solidFill>
          <a:ln xmlns:a="http://schemas.openxmlformats.org/drawingml/2006/main" w="0">
            <a:solidFill>
              <a:srgbClr val="166B68"/>
            </a:solidFill>
          </a:ln>
        </p:spPr>
      </p:sp>
      <p:sp>
        <p:nvSpPr>
          <p:cNvPr id="18" name="">
            <a:extLst xmlns:a="http://schemas.openxmlformats.org/drawingml/2006/main">
              <a:ext uri="{FF2B5EF4-FFF2-40B4-BE49-F238E27FC236}">
                <a16:creationId xmlns:a16="http://schemas.microsoft.com/office/drawing/2014/main" id="{EF7D09A3-9CEE-44B3-AF10-1C1C06B1038B}"/>
              </a:ext>
            </a:extLst>
          </p:cNvPr>
          <p:cNvSpPr>
            <a:spLocks xmlns:a="http://schemas.openxmlformats.org/drawingml/2006/main" noGrp="1"/>
          </p:cNvSpPr>
          <p:nvPr/>
        </p:nvSpPr>
        <p:spPr>
          <a:xfrm xmlns:a="http://schemas.openxmlformats.org/drawingml/2006/main">
            <a:off x="7195185" y="475488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166B68"/>
                </a:solidFill>
                <a:latin typeface="Yu Gothic"/>
                <a:ea typeface="Yu Gothic"/>
                <a:cs typeface="Yu Gothic"/>
              </a:defRPr>
            </a:defPPr>
            <a:lvl1pPr>
              <a:defRPr sz="1950">
                <a:solidFill>
                  <a:srgbClr val="166B68"/>
                </a:solidFill>
                <a:latin typeface="Yu Gothic"/>
                <a:ea typeface="Yu Gothic"/>
                <a:cs typeface="Yu Gothic"/>
              </a:defRPr>
            </a:lvl1pPr>
            <a:lvl2pPr>
              <a:defRPr sz="1950">
                <a:solidFill>
                  <a:srgbClr val="166B68"/>
                </a:solidFill>
                <a:latin typeface="Yu Gothic"/>
                <a:ea typeface="Yu Gothic"/>
                <a:cs typeface="Yu Gothic"/>
              </a:defRPr>
            </a:lvl2pPr>
            <a:lvl3pPr>
              <a:defRPr sz="1950">
                <a:solidFill>
                  <a:srgbClr val="166B68"/>
                </a:solidFill>
                <a:latin typeface="Yu Gothic"/>
                <a:ea typeface="Yu Gothic"/>
                <a:cs typeface="Yu Gothic"/>
              </a:defRPr>
            </a:lvl3pPr>
            <a:lvl4pPr>
              <a:defRPr sz="1950">
                <a:solidFill>
                  <a:srgbClr val="166B68"/>
                </a:solidFill>
                <a:latin typeface="Yu Gothic"/>
                <a:ea typeface="Yu Gothic"/>
                <a:cs typeface="Yu Gothic"/>
              </a:defRPr>
            </a:lvl4pPr>
            <a:lvl5pPr>
              <a:defRPr sz="1950">
                <a:solidFill>
                  <a:srgbClr val="166B68"/>
                </a:solidFill>
                <a:latin typeface="Yu Gothic"/>
                <a:ea typeface="Yu Gothic"/>
                <a:cs typeface="Yu Gothic"/>
              </a:defRPr>
            </a:lvl5pPr>
            <a:lvl6pPr>
              <a:defRPr sz="1950">
                <a:solidFill>
                  <a:srgbClr val="166B68"/>
                </a:solidFill>
                <a:latin typeface="Yu Gothic"/>
                <a:ea typeface="Yu Gothic"/>
                <a:cs typeface="Yu Gothic"/>
              </a:defRPr>
            </a:lvl6pPr>
            <a:lvl7pPr>
              <a:defRPr sz="1950">
                <a:solidFill>
                  <a:srgbClr val="166B68"/>
                </a:solidFill>
                <a:latin typeface="Yu Gothic"/>
                <a:ea typeface="Yu Gothic"/>
                <a:cs typeface="Yu Gothic"/>
              </a:defRPr>
            </a:lvl7pPr>
            <a:lvl8pPr>
              <a:defRPr sz="1950">
                <a:solidFill>
                  <a:srgbClr val="166B68"/>
                </a:solidFill>
                <a:latin typeface="Yu Gothic"/>
                <a:ea typeface="Yu Gothic"/>
                <a:cs typeface="Yu Gothic"/>
              </a:defRPr>
            </a:lvl8pPr>
            <a:lvl9pPr>
              <a:defRPr sz="1950">
                <a:solidFill>
                  <a:srgbClr val="166B68"/>
                </a:solidFill>
                <a:latin typeface="Yu Gothic"/>
                <a:ea typeface="Yu Gothic"/>
                <a:cs typeface="Yu Gothic"/>
              </a:defRPr>
            </a:lvl9pPr>
          </a:lstStyle>
          <a:p xmlns:a="http://schemas.openxmlformats.org/drawingml/2006/main">
            <a:pPr>
              <a:defRPr sz="1950">
                <a:solidFill>
                  <a:srgbClr val="166B68"/>
                </a:solidFill>
                <a:latin typeface="Yu Gothic"/>
                <a:ea typeface="Yu Gothic"/>
                <a:cs typeface="Yu Gothic"/>
              </a:defRPr>
            </a:pPr>
            <a:r>
              <a:rPr sz="1950">
                <a:solidFill>
                  <a:srgbClr val="166B68"/>
                </a:solidFill>
                <a:latin typeface="Yu Gothic"/>
                <a:ea typeface="Yu Gothic"/>
                <a:cs typeface="Yu Gothic"/>
              </a:rPr>
              <a:t>O</a:t>
            </a:r>
          </a:p>
        </p:txBody>
      </p:sp>
      <p:sp>
        <p:nvSpPr>
          <p:cNvPr id="19" name="">
            <a:extLst xmlns:a="http://schemas.openxmlformats.org/drawingml/2006/main">
              <a:ext uri="{FF2B5EF4-FFF2-40B4-BE49-F238E27FC236}">
                <a16:creationId xmlns:a16="http://schemas.microsoft.com/office/drawing/2014/main" id="{CFB78D3B-2852-4B6A-B639-55930B597FB6}"/>
              </a:ext>
            </a:extLst>
          </p:cNvPr>
          <p:cNvSpPr>
            <a:spLocks xmlns:a="http://schemas.openxmlformats.org/drawingml/2006/main" noGrp="1"/>
          </p:cNvSpPr>
          <p:nvPr/>
        </p:nvSpPr>
        <p:spPr>
          <a:xfrm xmlns:a="http://schemas.openxmlformats.org/drawingml/2006/main">
            <a:off x="8589645" y="4631055"/>
            <a:ext cx="95250" cy="95250"/>
          </a:xfrm>
          <a:prstGeom xmlns:a="http://schemas.openxmlformats.org/drawingml/2006/main" prst="ellipse">
            <a:avLst/>
          </a:prstGeom>
          <a:solidFill xmlns:a="http://schemas.openxmlformats.org/drawingml/2006/main">
            <a:srgbClr val="A94737"/>
          </a:solidFill>
          <a:ln xmlns:a="http://schemas.openxmlformats.org/drawingml/2006/main" w="0">
            <a:solidFill>
              <a:srgbClr val="A94737"/>
            </a:solidFill>
          </a:ln>
        </p:spPr>
      </p:sp>
      <p:sp>
        <p:nvSpPr>
          <p:cNvPr id="20" name="">
            <a:extLst xmlns:a="http://schemas.openxmlformats.org/drawingml/2006/main">
              <a:ext uri="{FF2B5EF4-FFF2-40B4-BE49-F238E27FC236}">
                <a16:creationId xmlns:a16="http://schemas.microsoft.com/office/drawing/2014/main" id="{DE89E1FA-3699-4B4A-B65C-EAC082895EDE}"/>
              </a:ext>
            </a:extLst>
          </p:cNvPr>
          <p:cNvSpPr>
            <a:spLocks xmlns:a="http://schemas.openxmlformats.org/drawingml/2006/main" noGrp="1"/>
          </p:cNvSpPr>
          <p:nvPr/>
        </p:nvSpPr>
        <p:spPr>
          <a:xfrm xmlns:a="http://schemas.openxmlformats.org/drawingml/2006/main">
            <a:off x="8675370" y="475488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A94737"/>
                </a:solidFill>
                <a:latin typeface="Yu Gothic"/>
                <a:ea typeface="Yu Gothic"/>
                <a:cs typeface="Yu Gothic"/>
              </a:defRPr>
            </a:defPPr>
            <a:lvl1pPr>
              <a:defRPr sz="1950">
                <a:solidFill>
                  <a:srgbClr val="A94737"/>
                </a:solidFill>
                <a:latin typeface="Yu Gothic"/>
                <a:ea typeface="Yu Gothic"/>
                <a:cs typeface="Yu Gothic"/>
              </a:defRPr>
            </a:lvl1pPr>
            <a:lvl2pPr>
              <a:defRPr sz="1950">
                <a:solidFill>
                  <a:srgbClr val="A94737"/>
                </a:solidFill>
                <a:latin typeface="Yu Gothic"/>
                <a:ea typeface="Yu Gothic"/>
                <a:cs typeface="Yu Gothic"/>
              </a:defRPr>
            </a:lvl2pPr>
            <a:lvl3pPr>
              <a:defRPr sz="1950">
                <a:solidFill>
                  <a:srgbClr val="A94737"/>
                </a:solidFill>
                <a:latin typeface="Yu Gothic"/>
                <a:ea typeface="Yu Gothic"/>
                <a:cs typeface="Yu Gothic"/>
              </a:defRPr>
            </a:lvl3pPr>
            <a:lvl4pPr>
              <a:defRPr sz="1950">
                <a:solidFill>
                  <a:srgbClr val="A94737"/>
                </a:solidFill>
                <a:latin typeface="Yu Gothic"/>
                <a:ea typeface="Yu Gothic"/>
                <a:cs typeface="Yu Gothic"/>
              </a:defRPr>
            </a:lvl4pPr>
            <a:lvl5pPr>
              <a:defRPr sz="1950">
                <a:solidFill>
                  <a:srgbClr val="A94737"/>
                </a:solidFill>
                <a:latin typeface="Yu Gothic"/>
                <a:ea typeface="Yu Gothic"/>
                <a:cs typeface="Yu Gothic"/>
              </a:defRPr>
            </a:lvl5pPr>
            <a:lvl6pPr>
              <a:defRPr sz="1950">
                <a:solidFill>
                  <a:srgbClr val="A94737"/>
                </a:solidFill>
                <a:latin typeface="Yu Gothic"/>
                <a:ea typeface="Yu Gothic"/>
                <a:cs typeface="Yu Gothic"/>
              </a:defRPr>
            </a:lvl6pPr>
            <a:lvl7pPr>
              <a:defRPr sz="1950">
                <a:solidFill>
                  <a:srgbClr val="A94737"/>
                </a:solidFill>
                <a:latin typeface="Yu Gothic"/>
                <a:ea typeface="Yu Gothic"/>
                <a:cs typeface="Yu Gothic"/>
              </a:defRPr>
            </a:lvl7pPr>
            <a:lvl8pPr>
              <a:defRPr sz="1950">
                <a:solidFill>
                  <a:srgbClr val="A94737"/>
                </a:solidFill>
                <a:latin typeface="Yu Gothic"/>
                <a:ea typeface="Yu Gothic"/>
                <a:cs typeface="Yu Gothic"/>
              </a:defRPr>
            </a:lvl8pPr>
            <a:lvl9pPr>
              <a:defRPr sz="1950">
                <a:solidFill>
                  <a:srgbClr val="A94737"/>
                </a:solidFill>
                <a:latin typeface="Yu Gothic"/>
                <a:ea typeface="Yu Gothic"/>
                <a:cs typeface="Yu Gothic"/>
              </a:defRPr>
            </a:lvl9pPr>
          </a:lstStyle>
          <a:p xmlns:a="http://schemas.openxmlformats.org/drawingml/2006/main">
            <a:pPr>
              <a:defRPr sz="1950">
                <a:solidFill>
                  <a:srgbClr val="A94737"/>
                </a:solidFill>
                <a:latin typeface="Yu Gothic"/>
                <a:ea typeface="Yu Gothic"/>
                <a:cs typeface="Yu Gothic"/>
              </a:defRPr>
            </a:pPr>
            <a:r>
              <a:rPr sz="1950">
                <a:solidFill>
                  <a:srgbClr val="A94737"/>
                </a:solidFill>
                <a:latin typeface="Yu Gothic"/>
                <a:ea typeface="Yu Gothic"/>
                <a:cs typeface="Yu Gothic"/>
              </a:rPr>
              <a:t>E</a:t>
            </a:r>
          </a:p>
        </p:txBody>
      </p:sp>
      <p:sp>
        <p:nvSpPr>
          <p:cNvPr id="21" name="">
            <a:extLst xmlns:a="http://schemas.openxmlformats.org/drawingml/2006/main">
              <a:ext uri="{FF2B5EF4-FFF2-40B4-BE49-F238E27FC236}">
                <a16:creationId xmlns:a16="http://schemas.microsoft.com/office/drawing/2014/main" id="{179B976B-20A5-4316-AF99-CEBB5EE0996B}"/>
              </a:ext>
            </a:extLst>
          </p:cNvPr>
          <p:cNvSpPr>
            <a:spLocks xmlns:a="http://schemas.openxmlformats.org/drawingml/2006/main" noGrp="1"/>
          </p:cNvSpPr>
          <p:nvPr/>
        </p:nvSpPr>
        <p:spPr>
          <a:xfrm xmlns:a="http://schemas.openxmlformats.org/drawingml/2006/main">
            <a:off x="7366635" y="2284095"/>
            <a:ext cx="95250" cy="95250"/>
          </a:xfrm>
          <a:prstGeom xmlns:a="http://schemas.openxmlformats.org/drawingml/2006/main" prst="ellipse">
            <a:avLst/>
          </a:prstGeom>
          <a:solidFill xmlns:a="http://schemas.openxmlformats.org/drawingml/2006/main">
            <a:srgbClr val="166B68"/>
          </a:solidFill>
          <a:ln xmlns:a="http://schemas.openxmlformats.org/drawingml/2006/main" w="0">
            <a:solidFill>
              <a:srgbClr val="166B68"/>
            </a:solidFill>
          </a:ln>
        </p:spPr>
      </p:sp>
      <p:sp>
        <p:nvSpPr>
          <p:cNvPr id="22" name="">
            <a:extLst xmlns:a="http://schemas.openxmlformats.org/drawingml/2006/main">
              <a:ext uri="{FF2B5EF4-FFF2-40B4-BE49-F238E27FC236}">
                <a16:creationId xmlns:a16="http://schemas.microsoft.com/office/drawing/2014/main" id="{04778BE3-C52C-4F0A-BA8A-E585E9A05A11}"/>
              </a:ext>
            </a:extLst>
          </p:cNvPr>
          <p:cNvSpPr>
            <a:spLocks xmlns:a="http://schemas.openxmlformats.org/drawingml/2006/main" noGrp="1"/>
          </p:cNvSpPr>
          <p:nvPr/>
        </p:nvSpPr>
        <p:spPr>
          <a:xfrm xmlns:a="http://schemas.openxmlformats.org/drawingml/2006/main">
            <a:off x="7271385" y="198882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166B68"/>
                </a:solidFill>
                <a:latin typeface="Yu Gothic"/>
                <a:ea typeface="Yu Gothic"/>
                <a:cs typeface="Yu Gothic"/>
              </a:defRPr>
            </a:defPPr>
            <a:lvl1pPr>
              <a:defRPr sz="1950">
                <a:solidFill>
                  <a:srgbClr val="166B68"/>
                </a:solidFill>
                <a:latin typeface="Yu Gothic"/>
                <a:ea typeface="Yu Gothic"/>
                <a:cs typeface="Yu Gothic"/>
              </a:defRPr>
            </a:lvl1pPr>
            <a:lvl2pPr>
              <a:defRPr sz="1950">
                <a:solidFill>
                  <a:srgbClr val="166B68"/>
                </a:solidFill>
                <a:latin typeface="Yu Gothic"/>
                <a:ea typeface="Yu Gothic"/>
                <a:cs typeface="Yu Gothic"/>
              </a:defRPr>
            </a:lvl2pPr>
            <a:lvl3pPr>
              <a:defRPr sz="1950">
                <a:solidFill>
                  <a:srgbClr val="166B68"/>
                </a:solidFill>
                <a:latin typeface="Yu Gothic"/>
                <a:ea typeface="Yu Gothic"/>
                <a:cs typeface="Yu Gothic"/>
              </a:defRPr>
            </a:lvl3pPr>
            <a:lvl4pPr>
              <a:defRPr sz="1950">
                <a:solidFill>
                  <a:srgbClr val="166B68"/>
                </a:solidFill>
                <a:latin typeface="Yu Gothic"/>
                <a:ea typeface="Yu Gothic"/>
                <a:cs typeface="Yu Gothic"/>
              </a:defRPr>
            </a:lvl4pPr>
            <a:lvl5pPr>
              <a:defRPr sz="1950">
                <a:solidFill>
                  <a:srgbClr val="166B68"/>
                </a:solidFill>
                <a:latin typeface="Yu Gothic"/>
                <a:ea typeface="Yu Gothic"/>
                <a:cs typeface="Yu Gothic"/>
              </a:defRPr>
            </a:lvl5pPr>
            <a:lvl6pPr>
              <a:defRPr sz="1950">
                <a:solidFill>
                  <a:srgbClr val="166B68"/>
                </a:solidFill>
                <a:latin typeface="Yu Gothic"/>
                <a:ea typeface="Yu Gothic"/>
                <a:cs typeface="Yu Gothic"/>
              </a:defRPr>
            </a:lvl6pPr>
            <a:lvl7pPr>
              <a:defRPr sz="1950">
                <a:solidFill>
                  <a:srgbClr val="166B68"/>
                </a:solidFill>
                <a:latin typeface="Yu Gothic"/>
                <a:ea typeface="Yu Gothic"/>
                <a:cs typeface="Yu Gothic"/>
              </a:defRPr>
            </a:lvl7pPr>
            <a:lvl8pPr>
              <a:defRPr sz="1950">
                <a:solidFill>
                  <a:srgbClr val="166B68"/>
                </a:solidFill>
                <a:latin typeface="Yu Gothic"/>
                <a:ea typeface="Yu Gothic"/>
                <a:cs typeface="Yu Gothic"/>
              </a:defRPr>
            </a:lvl8pPr>
            <a:lvl9pPr>
              <a:defRPr sz="1950">
                <a:solidFill>
                  <a:srgbClr val="166B68"/>
                </a:solidFill>
                <a:latin typeface="Yu Gothic"/>
                <a:ea typeface="Yu Gothic"/>
                <a:cs typeface="Yu Gothic"/>
              </a:defRPr>
            </a:lvl9pPr>
          </a:lstStyle>
          <a:p xmlns:a="http://schemas.openxmlformats.org/drawingml/2006/main">
            <a:pPr>
              <a:defRPr sz="1950">
                <a:solidFill>
                  <a:srgbClr val="166B68"/>
                </a:solidFill>
                <a:latin typeface="Yu Gothic"/>
                <a:ea typeface="Yu Gothic"/>
                <a:cs typeface="Yu Gothic"/>
              </a:defRPr>
            </a:pPr>
            <a:r>
              <a:rPr sz="1950">
                <a:solidFill>
                  <a:srgbClr val="166B68"/>
                </a:solidFill>
                <a:latin typeface="Yu Gothic"/>
                <a:ea typeface="Yu Gothic"/>
                <a:cs typeface="Yu Gothic"/>
              </a:rPr>
              <a:t>A</a:t>
            </a:r>
          </a:p>
        </p:txBody>
      </p:sp>
      <p:sp>
        <p:nvSpPr>
          <p:cNvPr id="23" name="">
            <a:extLst xmlns:a="http://schemas.openxmlformats.org/drawingml/2006/main">
              <a:ext uri="{FF2B5EF4-FFF2-40B4-BE49-F238E27FC236}">
                <a16:creationId xmlns:a16="http://schemas.microsoft.com/office/drawing/2014/main" id="{16941AA9-F95B-4DDC-BA43-6D2411AC1DF8}"/>
              </a:ext>
            </a:extLst>
          </p:cNvPr>
          <p:cNvSpPr>
            <a:spLocks xmlns:a="http://schemas.openxmlformats.org/drawingml/2006/main" noGrp="1"/>
          </p:cNvSpPr>
          <p:nvPr/>
        </p:nvSpPr>
        <p:spPr>
          <a:xfrm xmlns:a="http://schemas.openxmlformats.org/drawingml/2006/main">
            <a:off x="10526078" y="4631055"/>
            <a:ext cx="95250" cy="95250"/>
          </a:xfrm>
          <a:prstGeom xmlns:a="http://schemas.openxmlformats.org/drawingml/2006/main" prst="ellipse">
            <a:avLst/>
          </a:prstGeom>
          <a:solidFill xmlns:a="http://schemas.openxmlformats.org/drawingml/2006/main">
            <a:srgbClr val="166B68"/>
          </a:solidFill>
          <a:ln xmlns:a="http://schemas.openxmlformats.org/drawingml/2006/main" w="0">
            <a:solidFill>
              <a:srgbClr val="166B68"/>
            </a:solidFill>
          </a:ln>
        </p:spPr>
      </p:sp>
      <p:sp>
        <p:nvSpPr>
          <p:cNvPr id="24" name="">
            <a:extLst xmlns:a="http://schemas.openxmlformats.org/drawingml/2006/main">
              <a:ext uri="{FF2B5EF4-FFF2-40B4-BE49-F238E27FC236}">
                <a16:creationId xmlns:a16="http://schemas.microsoft.com/office/drawing/2014/main" id="{7741A6E7-C3F0-499B-B69D-CE1FCC80F323}"/>
              </a:ext>
            </a:extLst>
          </p:cNvPr>
          <p:cNvSpPr>
            <a:spLocks xmlns:a="http://schemas.openxmlformats.org/drawingml/2006/main" noGrp="1"/>
          </p:cNvSpPr>
          <p:nvPr/>
        </p:nvSpPr>
        <p:spPr>
          <a:xfrm xmlns:a="http://schemas.openxmlformats.org/drawingml/2006/main">
            <a:off x="10668953" y="455485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166B68"/>
                </a:solidFill>
                <a:latin typeface="Yu Gothic"/>
                <a:ea typeface="Yu Gothic"/>
                <a:cs typeface="Yu Gothic"/>
              </a:defRPr>
            </a:defPPr>
            <a:lvl1pPr>
              <a:defRPr sz="1950">
                <a:solidFill>
                  <a:srgbClr val="166B68"/>
                </a:solidFill>
                <a:latin typeface="Yu Gothic"/>
                <a:ea typeface="Yu Gothic"/>
                <a:cs typeface="Yu Gothic"/>
              </a:defRPr>
            </a:lvl1pPr>
            <a:lvl2pPr>
              <a:defRPr sz="1950">
                <a:solidFill>
                  <a:srgbClr val="166B68"/>
                </a:solidFill>
                <a:latin typeface="Yu Gothic"/>
                <a:ea typeface="Yu Gothic"/>
                <a:cs typeface="Yu Gothic"/>
              </a:defRPr>
            </a:lvl2pPr>
            <a:lvl3pPr>
              <a:defRPr sz="1950">
                <a:solidFill>
                  <a:srgbClr val="166B68"/>
                </a:solidFill>
                <a:latin typeface="Yu Gothic"/>
                <a:ea typeface="Yu Gothic"/>
                <a:cs typeface="Yu Gothic"/>
              </a:defRPr>
            </a:lvl3pPr>
            <a:lvl4pPr>
              <a:defRPr sz="1950">
                <a:solidFill>
                  <a:srgbClr val="166B68"/>
                </a:solidFill>
                <a:latin typeface="Yu Gothic"/>
                <a:ea typeface="Yu Gothic"/>
                <a:cs typeface="Yu Gothic"/>
              </a:defRPr>
            </a:lvl4pPr>
            <a:lvl5pPr>
              <a:defRPr sz="1950">
                <a:solidFill>
                  <a:srgbClr val="166B68"/>
                </a:solidFill>
                <a:latin typeface="Yu Gothic"/>
                <a:ea typeface="Yu Gothic"/>
                <a:cs typeface="Yu Gothic"/>
              </a:defRPr>
            </a:lvl5pPr>
            <a:lvl6pPr>
              <a:defRPr sz="1950">
                <a:solidFill>
                  <a:srgbClr val="166B68"/>
                </a:solidFill>
                <a:latin typeface="Yu Gothic"/>
                <a:ea typeface="Yu Gothic"/>
                <a:cs typeface="Yu Gothic"/>
              </a:defRPr>
            </a:lvl6pPr>
            <a:lvl7pPr>
              <a:defRPr sz="1950">
                <a:solidFill>
                  <a:srgbClr val="166B68"/>
                </a:solidFill>
                <a:latin typeface="Yu Gothic"/>
                <a:ea typeface="Yu Gothic"/>
                <a:cs typeface="Yu Gothic"/>
              </a:defRPr>
            </a:lvl7pPr>
            <a:lvl8pPr>
              <a:defRPr sz="1950">
                <a:solidFill>
                  <a:srgbClr val="166B68"/>
                </a:solidFill>
                <a:latin typeface="Yu Gothic"/>
                <a:ea typeface="Yu Gothic"/>
                <a:cs typeface="Yu Gothic"/>
              </a:defRPr>
            </a:lvl8pPr>
            <a:lvl9pPr>
              <a:defRPr sz="1950">
                <a:solidFill>
                  <a:srgbClr val="166B68"/>
                </a:solidFill>
                <a:latin typeface="Yu Gothic"/>
                <a:ea typeface="Yu Gothic"/>
                <a:cs typeface="Yu Gothic"/>
              </a:defRPr>
            </a:lvl9pPr>
          </a:lstStyle>
          <a:p xmlns:a="http://schemas.openxmlformats.org/drawingml/2006/main">
            <a:pPr>
              <a:defRPr sz="1950">
                <a:solidFill>
                  <a:srgbClr val="166B68"/>
                </a:solidFill>
                <a:latin typeface="Yu Gothic"/>
                <a:ea typeface="Yu Gothic"/>
                <a:cs typeface="Yu Gothic"/>
              </a:defRPr>
            </a:pPr>
            <a:r>
              <a:rPr sz="1950">
                <a:solidFill>
                  <a:srgbClr val="166B68"/>
                </a:solidFill>
                <a:latin typeface="Yu Gothic"/>
                <a:ea typeface="Yu Gothic"/>
                <a:cs typeface="Yu Gothic"/>
              </a:rPr>
              <a:t>B</a:t>
            </a:r>
          </a:p>
        </p:txBody>
      </p:sp>
      <p:sp>
        <p:nvSpPr>
          <p:cNvPr id="25" name="">
            <a:extLst xmlns:a="http://schemas.openxmlformats.org/drawingml/2006/main">
              <a:ext uri="{FF2B5EF4-FFF2-40B4-BE49-F238E27FC236}">
                <a16:creationId xmlns:a16="http://schemas.microsoft.com/office/drawing/2014/main" id="{F170F42D-CEE1-493F-8D2C-955B0FC8CCB7}"/>
              </a:ext>
            </a:extLst>
          </p:cNvPr>
          <p:cNvSpPr>
            <a:spLocks xmlns:a="http://schemas.openxmlformats.org/drawingml/2006/main" noGrp="1"/>
          </p:cNvSpPr>
          <p:nvPr/>
        </p:nvSpPr>
        <p:spPr>
          <a:xfrm xmlns:a="http://schemas.openxmlformats.org/drawingml/2006/main">
            <a:off x="7509510" y="505968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a:solidFill>
                  <a:srgbClr val="A94737"/>
                </a:solidFill>
                <a:latin typeface="Yu Gothic"/>
                <a:ea typeface="Yu Gothic"/>
                <a:cs typeface="Yu Gothic"/>
              </a:defRPr>
            </a:defPPr>
            <a:lvl1pPr>
              <a:defRPr sz="1800">
                <a:solidFill>
                  <a:srgbClr val="A94737"/>
                </a:solidFill>
                <a:latin typeface="Yu Gothic"/>
                <a:ea typeface="Yu Gothic"/>
                <a:cs typeface="Yu Gothic"/>
              </a:defRPr>
            </a:lvl1pPr>
            <a:lvl2pPr>
              <a:defRPr sz="1800">
                <a:solidFill>
                  <a:srgbClr val="A94737"/>
                </a:solidFill>
                <a:latin typeface="Yu Gothic"/>
                <a:ea typeface="Yu Gothic"/>
                <a:cs typeface="Yu Gothic"/>
              </a:defRPr>
            </a:lvl2pPr>
            <a:lvl3pPr>
              <a:defRPr sz="1800">
                <a:solidFill>
                  <a:srgbClr val="A94737"/>
                </a:solidFill>
                <a:latin typeface="Yu Gothic"/>
                <a:ea typeface="Yu Gothic"/>
                <a:cs typeface="Yu Gothic"/>
              </a:defRPr>
            </a:lvl3pPr>
            <a:lvl4pPr>
              <a:defRPr sz="1800">
                <a:solidFill>
                  <a:srgbClr val="A94737"/>
                </a:solidFill>
                <a:latin typeface="Yu Gothic"/>
                <a:ea typeface="Yu Gothic"/>
                <a:cs typeface="Yu Gothic"/>
              </a:defRPr>
            </a:lvl4pPr>
            <a:lvl5pPr>
              <a:defRPr sz="1800">
                <a:solidFill>
                  <a:srgbClr val="A94737"/>
                </a:solidFill>
                <a:latin typeface="Yu Gothic"/>
                <a:ea typeface="Yu Gothic"/>
                <a:cs typeface="Yu Gothic"/>
              </a:defRPr>
            </a:lvl5pPr>
            <a:lvl6pPr>
              <a:defRPr sz="1800">
                <a:solidFill>
                  <a:srgbClr val="A94737"/>
                </a:solidFill>
                <a:latin typeface="Yu Gothic"/>
                <a:ea typeface="Yu Gothic"/>
                <a:cs typeface="Yu Gothic"/>
              </a:defRPr>
            </a:lvl6pPr>
            <a:lvl7pPr>
              <a:defRPr sz="1800">
                <a:solidFill>
                  <a:srgbClr val="A94737"/>
                </a:solidFill>
                <a:latin typeface="Yu Gothic"/>
                <a:ea typeface="Yu Gothic"/>
                <a:cs typeface="Yu Gothic"/>
              </a:defRPr>
            </a:lvl7pPr>
            <a:lvl8pPr>
              <a:defRPr sz="1800">
                <a:solidFill>
                  <a:srgbClr val="A94737"/>
                </a:solidFill>
                <a:latin typeface="Yu Gothic"/>
                <a:ea typeface="Yu Gothic"/>
                <a:cs typeface="Yu Gothic"/>
              </a:defRPr>
            </a:lvl8pPr>
            <a:lvl9pPr>
              <a:defRPr sz="1800">
                <a:solidFill>
                  <a:srgbClr val="A94737"/>
                </a:solidFill>
                <a:latin typeface="Yu Gothic"/>
                <a:ea typeface="Yu Gothic"/>
                <a:cs typeface="Yu Gothic"/>
              </a:defRPr>
            </a:lvl9pPr>
          </a:lstStyle>
          <a:p xmlns:a="http://schemas.openxmlformats.org/drawingml/2006/main">
            <a:pPr>
              <a:defRPr sz="1800">
                <a:solidFill>
                  <a:srgbClr val="A94737"/>
                </a:solidFill>
                <a:latin typeface="Yu Gothic"/>
                <a:ea typeface="Yu Gothic"/>
                <a:cs typeface="Yu Gothic"/>
              </a:defRPr>
            </a:pPr>
            <a:r>
              <a:rPr sz="1800">
                <a:solidFill>
                  <a:srgbClr val="A94737"/>
                </a:solidFill>
                <a:latin typeface="Yu Gothic"/>
                <a:ea typeface="Yu Gothic"/>
                <a:cs typeface="Yu Gothic"/>
              </a:rPr>
              <a:t>OE＝1 m</a:t>
            </a:r>
          </a:p>
        </p:txBody>
      </p:sp>
      <p:sp>
        <p:nvSpPr>
          <p:cNvPr id="26" name="">
            <a:extLst xmlns:a="http://schemas.openxmlformats.org/drawingml/2006/main">
              <a:ext uri="{FF2B5EF4-FFF2-40B4-BE49-F238E27FC236}">
                <a16:creationId xmlns:a16="http://schemas.microsoft.com/office/drawing/2014/main" id="{CEEDB7E9-62D0-4980-A3DD-E874CA3441C3}"/>
              </a:ext>
            </a:extLst>
          </p:cNvPr>
          <p:cNvSpPr>
            <a:spLocks xmlns:a="http://schemas.openxmlformats.org/drawingml/2006/main" noGrp="1"/>
          </p:cNvSpPr>
          <p:nvPr/>
        </p:nvSpPr>
        <p:spPr>
          <a:xfrm xmlns:a="http://schemas.openxmlformats.org/drawingml/2006/main">
            <a:off x="6210300" y="3379470"/>
            <a:ext cx="1285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a:solidFill>
                  <a:srgbClr val="166B68"/>
                </a:solidFill>
                <a:latin typeface="Yu Gothic"/>
                <a:ea typeface="Yu Gothic"/>
                <a:cs typeface="Yu Gothic"/>
              </a:defRPr>
            </a:defPPr>
            <a:lvl1pPr>
              <a:defRPr sz="1800">
                <a:solidFill>
                  <a:srgbClr val="166B68"/>
                </a:solidFill>
                <a:latin typeface="Yu Gothic"/>
                <a:ea typeface="Yu Gothic"/>
                <a:cs typeface="Yu Gothic"/>
              </a:defRPr>
            </a:lvl1pPr>
            <a:lvl2pPr>
              <a:defRPr sz="1800">
                <a:solidFill>
                  <a:srgbClr val="166B68"/>
                </a:solidFill>
                <a:latin typeface="Yu Gothic"/>
                <a:ea typeface="Yu Gothic"/>
                <a:cs typeface="Yu Gothic"/>
              </a:defRPr>
            </a:lvl2pPr>
            <a:lvl3pPr>
              <a:defRPr sz="1800">
                <a:solidFill>
                  <a:srgbClr val="166B68"/>
                </a:solidFill>
                <a:latin typeface="Yu Gothic"/>
                <a:ea typeface="Yu Gothic"/>
                <a:cs typeface="Yu Gothic"/>
              </a:defRPr>
            </a:lvl3pPr>
            <a:lvl4pPr>
              <a:defRPr sz="1800">
                <a:solidFill>
                  <a:srgbClr val="166B68"/>
                </a:solidFill>
                <a:latin typeface="Yu Gothic"/>
                <a:ea typeface="Yu Gothic"/>
                <a:cs typeface="Yu Gothic"/>
              </a:defRPr>
            </a:lvl4pPr>
            <a:lvl5pPr>
              <a:defRPr sz="1800">
                <a:solidFill>
                  <a:srgbClr val="166B68"/>
                </a:solidFill>
                <a:latin typeface="Yu Gothic"/>
                <a:ea typeface="Yu Gothic"/>
                <a:cs typeface="Yu Gothic"/>
              </a:defRPr>
            </a:lvl5pPr>
            <a:lvl6pPr>
              <a:defRPr sz="1800">
                <a:solidFill>
                  <a:srgbClr val="166B68"/>
                </a:solidFill>
                <a:latin typeface="Yu Gothic"/>
                <a:ea typeface="Yu Gothic"/>
                <a:cs typeface="Yu Gothic"/>
              </a:defRPr>
            </a:lvl6pPr>
            <a:lvl7pPr>
              <a:defRPr sz="1800">
                <a:solidFill>
                  <a:srgbClr val="166B68"/>
                </a:solidFill>
                <a:latin typeface="Yu Gothic"/>
                <a:ea typeface="Yu Gothic"/>
                <a:cs typeface="Yu Gothic"/>
              </a:defRPr>
            </a:lvl7pPr>
            <a:lvl8pPr>
              <a:defRPr sz="1800">
                <a:solidFill>
                  <a:srgbClr val="166B68"/>
                </a:solidFill>
                <a:latin typeface="Yu Gothic"/>
                <a:ea typeface="Yu Gothic"/>
                <a:cs typeface="Yu Gothic"/>
              </a:defRPr>
            </a:lvl8pPr>
            <a:lvl9pPr>
              <a:defRPr sz="1800">
                <a:solidFill>
                  <a:srgbClr val="166B68"/>
                </a:solidFill>
                <a:latin typeface="Yu Gothic"/>
                <a:ea typeface="Yu Gothic"/>
                <a:cs typeface="Yu Gothic"/>
              </a:defRPr>
            </a:lvl9pPr>
          </a:lstStyle>
          <a:p xmlns:a="http://schemas.openxmlformats.org/drawingml/2006/main">
            <a:pPr>
              <a:defRPr sz="1800">
                <a:solidFill>
                  <a:srgbClr val="166B68"/>
                </a:solidFill>
                <a:latin typeface="Yu Gothic"/>
                <a:ea typeface="Yu Gothic"/>
                <a:cs typeface="Yu Gothic"/>
              </a:defRPr>
            </a:pPr>
            <a:r>
              <a:rPr sz="1800">
                <a:solidFill>
                  <a:srgbClr val="166B68"/>
                </a:solidFill>
                <a:latin typeface="Yu Gothic"/>
                <a:ea typeface="Yu Gothic"/>
                <a:cs typeface="Yu Gothic"/>
              </a:rPr>
              <a:t>OA＝100 m</a:t>
            </a:r>
          </a:p>
        </p:txBody>
      </p:sp>
      <p:sp>
        <p:nvSpPr>
          <p:cNvPr id="27" name="">
            <a:extLst xmlns:a="http://schemas.openxmlformats.org/drawingml/2006/main">
              <a:ext uri="{FF2B5EF4-FFF2-40B4-BE49-F238E27FC236}">
                <a16:creationId xmlns:a16="http://schemas.microsoft.com/office/drawing/2014/main" id="{3DEB9FF9-94AD-4618-B5FA-44C5C5D6885B}"/>
              </a:ext>
            </a:extLst>
          </p:cNvPr>
          <p:cNvSpPr>
            <a:spLocks xmlns:a="http://schemas.openxmlformats.org/drawingml/2006/main" noGrp="1"/>
          </p:cNvSpPr>
          <p:nvPr/>
        </p:nvSpPr>
        <p:spPr>
          <a:xfrm xmlns:a="http://schemas.openxmlformats.org/drawingml/2006/main">
            <a:off x="8637270" y="2373630"/>
            <a:ext cx="9525" cy="2305050"/>
          </a:xfrm>
          <a:custGeom xmlns:a="http://schemas.openxmlformats.org/drawingml/2006/main">
            <a:pathLst>
              <a:path w="9525" h="2305050">
                <a:moveTo>
                  <a:pt x="0" y="2305050"/>
                </a:moveTo>
                <a:lnTo>
                  <a:pt x="0" y="0"/>
                </a:lnTo>
              </a:path>
            </a:pathLst>
          </a:custGeom>
          <a:noFill xmlns:a="http://schemas.openxmlformats.org/drawingml/2006/main"/>
          <a:ln xmlns:a="http://schemas.openxmlformats.org/drawingml/2006/main" w="19050">
            <a:solidFill>
              <a:srgbClr val="CFD9DD"/>
            </a:solidFill>
            <a:prstDash val="dash"/>
          </a:ln>
        </p:spPr>
      </p:sp>
      <p:sp>
        <p:nvSpPr>
          <p:cNvPr id="28" name="">
            <a:extLst xmlns:a="http://schemas.openxmlformats.org/drawingml/2006/main">
              <a:ext uri="{FF2B5EF4-FFF2-40B4-BE49-F238E27FC236}">
                <a16:creationId xmlns:a16="http://schemas.microsoft.com/office/drawing/2014/main" id="{92ADFE20-9E60-45F5-8DAB-975CCC696575}"/>
              </a:ext>
            </a:extLst>
          </p:cNvPr>
          <p:cNvSpPr>
            <a:spLocks xmlns:a="http://schemas.openxmlformats.org/drawingml/2006/main" noGrp="1"/>
          </p:cNvSpPr>
          <p:nvPr/>
        </p:nvSpPr>
        <p:spPr>
          <a:xfrm xmlns:a="http://schemas.openxmlformats.org/drawingml/2006/main">
            <a:off x="8351158" y="4124014"/>
            <a:ext cx="11046" cy="9525"/>
          </a:xfrm>
          <a:custGeom xmlns:a="http://schemas.openxmlformats.org/drawingml/2006/main">
            <a:pathLst>
              <a:path w="11046" h="9525">
                <a:moveTo>
                  <a:pt x="0" y="5616"/>
                </a:moveTo>
                <a:lnTo>
                  <a:pt x="11046" y="0"/>
                </a:lnTo>
              </a:path>
            </a:pathLst>
          </a:custGeom>
          <a:noFill xmlns:a="http://schemas.openxmlformats.org/drawingml/2006/main"/>
          <a:ln xmlns:a="http://schemas.openxmlformats.org/drawingml/2006/main" w="28575">
            <a:solidFill>
              <a:srgbClr val="A94737"/>
            </a:solidFill>
            <a:prstDash val="solid"/>
          </a:ln>
        </p:spPr>
      </p:sp>
      <p:sp>
        <p:nvSpPr>
          <p:cNvPr id="29" name="">
            <a:extLst xmlns:a="http://schemas.openxmlformats.org/drawingml/2006/main">
              <a:ext uri="{FF2B5EF4-FFF2-40B4-BE49-F238E27FC236}">
                <a16:creationId xmlns:a16="http://schemas.microsoft.com/office/drawing/2014/main" id="{DC0738F4-89E6-43F9-9C3F-F27CAE04A8AF}"/>
              </a:ext>
            </a:extLst>
          </p:cNvPr>
          <p:cNvSpPr>
            <a:spLocks xmlns:a="http://schemas.openxmlformats.org/drawingml/2006/main" noGrp="1"/>
          </p:cNvSpPr>
          <p:nvPr/>
        </p:nvSpPr>
        <p:spPr>
          <a:xfrm xmlns:a="http://schemas.openxmlformats.org/drawingml/2006/main">
            <a:off x="8362204" y="4118619"/>
            <a:ext cx="11157" cy="9525"/>
          </a:xfrm>
          <a:custGeom xmlns:a="http://schemas.openxmlformats.org/drawingml/2006/main">
            <a:pathLst>
              <a:path w="11157" h="9525">
                <a:moveTo>
                  <a:pt x="0" y="5394"/>
                </a:moveTo>
                <a:lnTo>
                  <a:pt x="11157" y="0"/>
                </a:lnTo>
              </a:path>
            </a:pathLst>
          </a:custGeom>
          <a:noFill xmlns:a="http://schemas.openxmlformats.org/drawingml/2006/main"/>
          <a:ln xmlns:a="http://schemas.openxmlformats.org/drawingml/2006/main" w="28575">
            <a:solidFill>
              <a:srgbClr val="A94737"/>
            </a:solidFill>
            <a:prstDash val="solid"/>
          </a:ln>
        </p:spPr>
      </p:sp>
      <p:sp>
        <p:nvSpPr>
          <p:cNvPr id="30" name="">
            <a:extLst xmlns:a="http://schemas.openxmlformats.org/drawingml/2006/main">
              <a:ext uri="{FF2B5EF4-FFF2-40B4-BE49-F238E27FC236}">
                <a16:creationId xmlns:a16="http://schemas.microsoft.com/office/drawing/2014/main" id="{FBD6BEDA-D196-4990-9EAA-49A94912BF29}"/>
              </a:ext>
            </a:extLst>
          </p:cNvPr>
          <p:cNvSpPr>
            <a:spLocks xmlns:a="http://schemas.openxmlformats.org/drawingml/2006/main" noGrp="1"/>
          </p:cNvSpPr>
          <p:nvPr/>
        </p:nvSpPr>
        <p:spPr>
          <a:xfrm xmlns:a="http://schemas.openxmlformats.org/drawingml/2006/main">
            <a:off x="8373361" y="4113450"/>
            <a:ext cx="11262" cy="9525"/>
          </a:xfrm>
          <a:custGeom xmlns:a="http://schemas.openxmlformats.org/drawingml/2006/main">
            <a:pathLst>
              <a:path w="11262" h="9525">
                <a:moveTo>
                  <a:pt x="0" y="5170"/>
                </a:moveTo>
                <a:lnTo>
                  <a:pt x="11262" y="0"/>
                </a:lnTo>
              </a:path>
            </a:pathLst>
          </a:custGeom>
          <a:noFill xmlns:a="http://schemas.openxmlformats.org/drawingml/2006/main"/>
          <a:ln xmlns:a="http://schemas.openxmlformats.org/drawingml/2006/main" w="28575">
            <a:solidFill>
              <a:srgbClr val="A94737"/>
            </a:solidFill>
            <a:prstDash val="solid"/>
          </a:ln>
        </p:spPr>
      </p:sp>
      <p:sp>
        <p:nvSpPr>
          <p:cNvPr id="31" name="">
            <a:extLst xmlns:a="http://schemas.openxmlformats.org/drawingml/2006/main">
              <a:ext uri="{FF2B5EF4-FFF2-40B4-BE49-F238E27FC236}">
                <a16:creationId xmlns:a16="http://schemas.microsoft.com/office/drawing/2014/main" id="{1173F9C9-08D6-41A6-B295-DF1AA8C05FD0}"/>
              </a:ext>
            </a:extLst>
          </p:cNvPr>
          <p:cNvSpPr>
            <a:spLocks xmlns:a="http://schemas.openxmlformats.org/drawingml/2006/main" noGrp="1"/>
          </p:cNvSpPr>
          <p:nvPr/>
        </p:nvSpPr>
        <p:spPr>
          <a:xfrm xmlns:a="http://schemas.openxmlformats.org/drawingml/2006/main">
            <a:off x="8384623" y="4108506"/>
            <a:ext cx="11364" cy="9525"/>
          </a:xfrm>
          <a:custGeom xmlns:a="http://schemas.openxmlformats.org/drawingml/2006/main">
            <a:pathLst>
              <a:path w="11364" h="9525">
                <a:moveTo>
                  <a:pt x="0" y="4943"/>
                </a:moveTo>
                <a:lnTo>
                  <a:pt x="11364" y="0"/>
                </a:lnTo>
              </a:path>
            </a:pathLst>
          </a:custGeom>
          <a:noFill xmlns:a="http://schemas.openxmlformats.org/drawingml/2006/main"/>
          <a:ln xmlns:a="http://schemas.openxmlformats.org/drawingml/2006/main" w="28575">
            <a:solidFill>
              <a:srgbClr val="A94737"/>
            </a:solidFill>
            <a:prstDash val="solid"/>
          </a:ln>
        </p:spPr>
      </p:sp>
      <p:sp>
        <p:nvSpPr>
          <p:cNvPr id="32" name="">
            <a:extLst xmlns:a="http://schemas.openxmlformats.org/drawingml/2006/main">
              <a:ext uri="{FF2B5EF4-FFF2-40B4-BE49-F238E27FC236}">
                <a16:creationId xmlns:a16="http://schemas.microsoft.com/office/drawing/2014/main" id="{484011C0-B8F8-4373-BA94-E7F0BA014865}"/>
              </a:ext>
            </a:extLst>
          </p:cNvPr>
          <p:cNvSpPr>
            <a:spLocks xmlns:a="http://schemas.openxmlformats.org/drawingml/2006/main" noGrp="1"/>
          </p:cNvSpPr>
          <p:nvPr/>
        </p:nvSpPr>
        <p:spPr>
          <a:xfrm xmlns:a="http://schemas.openxmlformats.org/drawingml/2006/main">
            <a:off x="8395987" y="4103791"/>
            <a:ext cx="11460" cy="9525"/>
          </a:xfrm>
          <a:custGeom xmlns:a="http://schemas.openxmlformats.org/drawingml/2006/main">
            <a:pathLst>
              <a:path w="11460" h="9525">
                <a:moveTo>
                  <a:pt x="0" y="4715"/>
                </a:moveTo>
                <a:lnTo>
                  <a:pt x="11460" y="0"/>
                </a:lnTo>
              </a:path>
            </a:pathLst>
          </a:custGeom>
          <a:noFill xmlns:a="http://schemas.openxmlformats.org/drawingml/2006/main"/>
          <a:ln xmlns:a="http://schemas.openxmlformats.org/drawingml/2006/main" w="28575">
            <a:solidFill>
              <a:srgbClr val="A94737"/>
            </a:solidFill>
            <a:prstDash val="solid"/>
          </a:ln>
        </p:spPr>
      </p:sp>
      <p:sp>
        <p:nvSpPr>
          <p:cNvPr id="33" name="">
            <a:extLst xmlns:a="http://schemas.openxmlformats.org/drawingml/2006/main">
              <a:ext uri="{FF2B5EF4-FFF2-40B4-BE49-F238E27FC236}">
                <a16:creationId xmlns:a16="http://schemas.microsoft.com/office/drawing/2014/main" id="{C8165F7C-3F24-4E53-8BEB-71AA3FB657E9}"/>
              </a:ext>
            </a:extLst>
          </p:cNvPr>
          <p:cNvSpPr>
            <a:spLocks xmlns:a="http://schemas.openxmlformats.org/drawingml/2006/main" noGrp="1"/>
          </p:cNvSpPr>
          <p:nvPr/>
        </p:nvSpPr>
        <p:spPr>
          <a:xfrm xmlns:a="http://schemas.openxmlformats.org/drawingml/2006/main">
            <a:off x="8407447" y="4099306"/>
            <a:ext cx="11552" cy="9525"/>
          </a:xfrm>
          <a:custGeom xmlns:a="http://schemas.openxmlformats.org/drawingml/2006/main">
            <a:pathLst>
              <a:path w="11552" h="9525">
                <a:moveTo>
                  <a:pt x="0" y="4485"/>
                </a:moveTo>
                <a:lnTo>
                  <a:pt x="11552" y="0"/>
                </a:lnTo>
              </a:path>
            </a:pathLst>
          </a:custGeom>
          <a:noFill xmlns:a="http://schemas.openxmlformats.org/drawingml/2006/main"/>
          <a:ln xmlns:a="http://schemas.openxmlformats.org/drawingml/2006/main" w="28575">
            <a:solidFill>
              <a:srgbClr val="A94737"/>
            </a:solidFill>
            <a:prstDash val="solid"/>
          </a:ln>
        </p:spPr>
      </p:sp>
      <p:sp>
        <p:nvSpPr>
          <p:cNvPr id="34" name="">
            <a:extLst xmlns:a="http://schemas.openxmlformats.org/drawingml/2006/main">
              <a:ext uri="{FF2B5EF4-FFF2-40B4-BE49-F238E27FC236}">
                <a16:creationId xmlns:a16="http://schemas.microsoft.com/office/drawing/2014/main" id="{4ED5E2D9-5268-43BD-8A18-6EF347ADF13B}"/>
              </a:ext>
            </a:extLst>
          </p:cNvPr>
          <p:cNvSpPr>
            <a:spLocks xmlns:a="http://schemas.openxmlformats.org/drawingml/2006/main" noGrp="1"/>
          </p:cNvSpPr>
          <p:nvPr/>
        </p:nvSpPr>
        <p:spPr>
          <a:xfrm xmlns:a="http://schemas.openxmlformats.org/drawingml/2006/main">
            <a:off x="8419000" y="4095054"/>
            <a:ext cx="11640" cy="9525"/>
          </a:xfrm>
          <a:custGeom xmlns:a="http://schemas.openxmlformats.org/drawingml/2006/main">
            <a:pathLst>
              <a:path w="11640" h="9525">
                <a:moveTo>
                  <a:pt x="0" y="4253"/>
                </a:moveTo>
                <a:lnTo>
                  <a:pt x="11640" y="0"/>
                </a:lnTo>
              </a:path>
            </a:pathLst>
          </a:custGeom>
          <a:noFill xmlns:a="http://schemas.openxmlformats.org/drawingml/2006/main"/>
          <a:ln xmlns:a="http://schemas.openxmlformats.org/drawingml/2006/main" w="28575">
            <a:solidFill>
              <a:srgbClr val="A94737"/>
            </a:solidFill>
            <a:prstDash val="solid"/>
          </a:ln>
        </p:spPr>
      </p:sp>
      <p:sp>
        <p:nvSpPr>
          <p:cNvPr id="35" name="">
            <a:extLst xmlns:a="http://schemas.openxmlformats.org/drawingml/2006/main">
              <a:ext uri="{FF2B5EF4-FFF2-40B4-BE49-F238E27FC236}">
                <a16:creationId xmlns:a16="http://schemas.microsoft.com/office/drawing/2014/main" id="{9D67F485-A156-492E-95B2-25B5C8DC2AC7}"/>
              </a:ext>
            </a:extLst>
          </p:cNvPr>
          <p:cNvSpPr>
            <a:spLocks xmlns:a="http://schemas.openxmlformats.org/drawingml/2006/main" noGrp="1"/>
          </p:cNvSpPr>
          <p:nvPr/>
        </p:nvSpPr>
        <p:spPr>
          <a:xfrm xmlns:a="http://schemas.openxmlformats.org/drawingml/2006/main">
            <a:off x="8430639" y="4091035"/>
            <a:ext cx="11723" cy="9525"/>
          </a:xfrm>
          <a:custGeom xmlns:a="http://schemas.openxmlformats.org/drawingml/2006/main">
            <a:pathLst>
              <a:path w="11723" h="9525">
                <a:moveTo>
                  <a:pt x="0" y="4019"/>
                </a:moveTo>
                <a:lnTo>
                  <a:pt x="11723" y="0"/>
                </a:lnTo>
              </a:path>
            </a:pathLst>
          </a:custGeom>
          <a:noFill xmlns:a="http://schemas.openxmlformats.org/drawingml/2006/main"/>
          <a:ln xmlns:a="http://schemas.openxmlformats.org/drawingml/2006/main" w="28575">
            <a:solidFill>
              <a:srgbClr val="A94737"/>
            </a:solidFill>
            <a:prstDash val="solid"/>
          </a:ln>
        </p:spPr>
      </p:sp>
      <p:sp>
        <p:nvSpPr>
          <p:cNvPr id="36" name="">
            <a:extLst xmlns:a="http://schemas.openxmlformats.org/drawingml/2006/main">
              <a:ext uri="{FF2B5EF4-FFF2-40B4-BE49-F238E27FC236}">
                <a16:creationId xmlns:a16="http://schemas.microsoft.com/office/drawing/2014/main" id="{345D910F-8970-48AD-B069-E107FF92D380}"/>
              </a:ext>
            </a:extLst>
          </p:cNvPr>
          <p:cNvSpPr>
            <a:spLocks xmlns:a="http://schemas.openxmlformats.org/drawingml/2006/main" noGrp="1"/>
          </p:cNvSpPr>
          <p:nvPr/>
        </p:nvSpPr>
        <p:spPr>
          <a:xfrm xmlns:a="http://schemas.openxmlformats.org/drawingml/2006/main">
            <a:off x="8442362" y="4087252"/>
            <a:ext cx="11801" cy="9525"/>
          </a:xfrm>
          <a:custGeom xmlns:a="http://schemas.openxmlformats.org/drawingml/2006/main">
            <a:pathLst>
              <a:path w="11801" h="9525">
                <a:moveTo>
                  <a:pt x="0" y="3783"/>
                </a:moveTo>
                <a:lnTo>
                  <a:pt x="11801" y="0"/>
                </a:lnTo>
              </a:path>
            </a:pathLst>
          </a:custGeom>
          <a:noFill xmlns:a="http://schemas.openxmlformats.org/drawingml/2006/main"/>
          <a:ln xmlns:a="http://schemas.openxmlformats.org/drawingml/2006/main" w="28575">
            <a:solidFill>
              <a:srgbClr val="A94737"/>
            </a:solidFill>
            <a:prstDash val="solid"/>
          </a:ln>
        </p:spPr>
      </p:sp>
      <p:sp>
        <p:nvSpPr>
          <p:cNvPr id="37" name="">
            <a:extLst xmlns:a="http://schemas.openxmlformats.org/drawingml/2006/main">
              <a:ext uri="{FF2B5EF4-FFF2-40B4-BE49-F238E27FC236}">
                <a16:creationId xmlns:a16="http://schemas.microsoft.com/office/drawing/2014/main" id="{E28BC1AA-1324-4AC4-BCDA-FBC437282A47}"/>
              </a:ext>
            </a:extLst>
          </p:cNvPr>
          <p:cNvSpPr>
            <a:spLocks xmlns:a="http://schemas.openxmlformats.org/drawingml/2006/main" noGrp="1"/>
          </p:cNvSpPr>
          <p:nvPr/>
        </p:nvSpPr>
        <p:spPr>
          <a:xfrm xmlns:a="http://schemas.openxmlformats.org/drawingml/2006/main">
            <a:off x="8454163" y="4083705"/>
            <a:ext cx="11874" cy="9525"/>
          </a:xfrm>
          <a:custGeom xmlns:a="http://schemas.openxmlformats.org/drawingml/2006/main">
            <a:pathLst>
              <a:path w="11874" h="9525">
                <a:moveTo>
                  <a:pt x="0" y="3546"/>
                </a:moveTo>
                <a:lnTo>
                  <a:pt x="11874" y="0"/>
                </a:lnTo>
              </a:path>
            </a:pathLst>
          </a:custGeom>
          <a:noFill xmlns:a="http://schemas.openxmlformats.org/drawingml/2006/main"/>
          <a:ln xmlns:a="http://schemas.openxmlformats.org/drawingml/2006/main" w="28575">
            <a:solidFill>
              <a:srgbClr val="A94737"/>
            </a:solidFill>
            <a:prstDash val="solid"/>
          </a:ln>
        </p:spPr>
      </p:sp>
      <p:sp>
        <p:nvSpPr>
          <p:cNvPr id="38" name="">
            <a:extLst xmlns:a="http://schemas.openxmlformats.org/drawingml/2006/main">
              <a:ext uri="{FF2B5EF4-FFF2-40B4-BE49-F238E27FC236}">
                <a16:creationId xmlns:a16="http://schemas.microsoft.com/office/drawing/2014/main" id="{9CCF4079-3BAD-42D4-A494-92D5777170C5}"/>
              </a:ext>
            </a:extLst>
          </p:cNvPr>
          <p:cNvSpPr>
            <a:spLocks xmlns:a="http://schemas.openxmlformats.org/drawingml/2006/main" noGrp="1"/>
          </p:cNvSpPr>
          <p:nvPr/>
        </p:nvSpPr>
        <p:spPr>
          <a:xfrm xmlns:a="http://schemas.openxmlformats.org/drawingml/2006/main">
            <a:off x="8466037" y="4080397"/>
            <a:ext cx="11943" cy="9525"/>
          </a:xfrm>
          <a:custGeom xmlns:a="http://schemas.openxmlformats.org/drawingml/2006/main">
            <a:pathLst>
              <a:path w="11943" h="9525">
                <a:moveTo>
                  <a:pt x="0" y="3308"/>
                </a:moveTo>
                <a:lnTo>
                  <a:pt x="11943" y="0"/>
                </a:lnTo>
              </a:path>
            </a:pathLst>
          </a:custGeom>
          <a:noFill xmlns:a="http://schemas.openxmlformats.org/drawingml/2006/main"/>
          <a:ln xmlns:a="http://schemas.openxmlformats.org/drawingml/2006/main" w="28575">
            <a:solidFill>
              <a:srgbClr val="A94737"/>
            </a:solidFill>
            <a:prstDash val="solid"/>
          </a:ln>
        </p:spPr>
      </p:sp>
      <p:sp>
        <p:nvSpPr>
          <p:cNvPr id="39" name="">
            <a:extLst xmlns:a="http://schemas.openxmlformats.org/drawingml/2006/main">
              <a:ext uri="{FF2B5EF4-FFF2-40B4-BE49-F238E27FC236}">
                <a16:creationId xmlns:a16="http://schemas.microsoft.com/office/drawing/2014/main" id="{9B94E3A7-15B1-4BC3-BC61-F9AFB714D010}"/>
              </a:ext>
            </a:extLst>
          </p:cNvPr>
          <p:cNvSpPr>
            <a:spLocks xmlns:a="http://schemas.openxmlformats.org/drawingml/2006/main" noGrp="1"/>
          </p:cNvSpPr>
          <p:nvPr/>
        </p:nvSpPr>
        <p:spPr>
          <a:xfrm xmlns:a="http://schemas.openxmlformats.org/drawingml/2006/main">
            <a:off x="8477979" y="4077329"/>
            <a:ext cx="12006" cy="9525"/>
          </a:xfrm>
          <a:custGeom xmlns:a="http://schemas.openxmlformats.org/drawingml/2006/main">
            <a:pathLst>
              <a:path w="12006" h="9525">
                <a:moveTo>
                  <a:pt x="0" y="3068"/>
                </a:moveTo>
                <a:lnTo>
                  <a:pt x="12006" y="0"/>
                </a:lnTo>
              </a:path>
            </a:pathLst>
          </a:custGeom>
          <a:noFill xmlns:a="http://schemas.openxmlformats.org/drawingml/2006/main"/>
          <a:ln xmlns:a="http://schemas.openxmlformats.org/drawingml/2006/main" w="28575">
            <a:solidFill>
              <a:srgbClr val="A94737"/>
            </a:solidFill>
            <a:prstDash val="solid"/>
          </a:ln>
        </p:spPr>
      </p:sp>
      <p:sp>
        <p:nvSpPr>
          <p:cNvPr id="40" name="">
            <a:extLst xmlns:a="http://schemas.openxmlformats.org/drawingml/2006/main">
              <a:ext uri="{FF2B5EF4-FFF2-40B4-BE49-F238E27FC236}">
                <a16:creationId xmlns:a16="http://schemas.microsoft.com/office/drawing/2014/main" id="{ED1F913D-D5A8-4EAF-9DF6-DBBFDF661A80}"/>
              </a:ext>
            </a:extLst>
          </p:cNvPr>
          <p:cNvSpPr>
            <a:spLocks xmlns:a="http://schemas.openxmlformats.org/drawingml/2006/main" noGrp="1"/>
          </p:cNvSpPr>
          <p:nvPr/>
        </p:nvSpPr>
        <p:spPr>
          <a:xfrm xmlns:a="http://schemas.openxmlformats.org/drawingml/2006/main">
            <a:off x="8489986" y="4074502"/>
            <a:ext cx="12065" cy="9525"/>
          </a:xfrm>
          <a:custGeom xmlns:a="http://schemas.openxmlformats.org/drawingml/2006/main">
            <a:pathLst>
              <a:path w="12065" h="9525">
                <a:moveTo>
                  <a:pt x="0" y="2827"/>
                </a:moveTo>
                <a:lnTo>
                  <a:pt x="12065" y="0"/>
                </a:lnTo>
              </a:path>
            </a:pathLst>
          </a:custGeom>
          <a:noFill xmlns:a="http://schemas.openxmlformats.org/drawingml/2006/main"/>
          <a:ln xmlns:a="http://schemas.openxmlformats.org/drawingml/2006/main" w="28575">
            <a:solidFill>
              <a:srgbClr val="A94737"/>
            </a:solidFill>
            <a:prstDash val="solid"/>
          </a:ln>
        </p:spPr>
      </p:sp>
      <p:sp>
        <p:nvSpPr>
          <p:cNvPr id="41" name="">
            <a:extLst xmlns:a="http://schemas.openxmlformats.org/drawingml/2006/main">
              <a:ext uri="{FF2B5EF4-FFF2-40B4-BE49-F238E27FC236}">
                <a16:creationId xmlns:a16="http://schemas.microsoft.com/office/drawing/2014/main" id="{947154C3-0BAA-4D61-B250-AD671029FA43}"/>
              </a:ext>
            </a:extLst>
          </p:cNvPr>
          <p:cNvSpPr>
            <a:spLocks xmlns:a="http://schemas.openxmlformats.org/drawingml/2006/main" noGrp="1"/>
          </p:cNvSpPr>
          <p:nvPr/>
        </p:nvSpPr>
        <p:spPr>
          <a:xfrm xmlns:a="http://schemas.openxmlformats.org/drawingml/2006/main">
            <a:off x="8502051" y="4071916"/>
            <a:ext cx="12120" cy="9525"/>
          </a:xfrm>
          <a:custGeom xmlns:a="http://schemas.openxmlformats.org/drawingml/2006/main">
            <a:pathLst>
              <a:path w="12120" h="9525">
                <a:moveTo>
                  <a:pt x="0" y="2585"/>
                </a:moveTo>
                <a:lnTo>
                  <a:pt x="12120" y="0"/>
                </a:lnTo>
              </a:path>
            </a:pathLst>
          </a:custGeom>
          <a:noFill xmlns:a="http://schemas.openxmlformats.org/drawingml/2006/main"/>
          <a:ln xmlns:a="http://schemas.openxmlformats.org/drawingml/2006/main" w="28575">
            <a:solidFill>
              <a:srgbClr val="A94737"/>
            </a:solidFill>
            <a:prstDash val="solid"/>
          </a:ln>
        </p:spPr>
      </p:sp>
      <p:sp>
        <p:nvSpPr>
          <p:cNvPr id="42" name="">
            <a:extLst xmlns:a="http://schemas.openxmlformats.org/drawingml/2006/main">
              <a:ext uri="{FF2B5EF4-FFF2-40B4-BE49-F238E27FC236}">
                <a16:creationId xmlns:a16="http://schemas.microsoft.com/office/drawing/2014/main" id="{82C91274-9D24-4CF9-9FE3-64B9364FE122}"/>
              </a:ext>
            </a:extLst>
          </p:cNvPr>
          <p:cNvSpPr>
            <a:spLocks xmlns:a="http://schemas.openxmlformats.org/drawingml/2006/main" noGrp="1"/>
          </p:cNvSpPr>
          <p:nvPr/>
        </p:nvSpPr>
        <p:spPr>
          <a:xfrm xmlns:a="http://schemas.openxmlformats.org/drawingml/2006/main">
            <a:off x="8514171" y="4069574"/>
            <a:ext cx="12169" cy="9525"/>
          </a:xfrm>
          <a:custGeom xmlns:a="http://schemas.openxmlformats.org/drawingml/2006/main">
            <a:pathLst>
              <a:path w="12169" h="9525">
                <a:moveTo>
                  <a:pt x="0" y="2342"/>
                </a:moveTo>
                <a:lnTo>
                  <a:pt x="12169" y="0"/>
                </a:lnTo>
              </a:path>
            </a:pathLst>
          </a:custGeom>
          <a:noFill xmlns:a="http://schemas.openxmlformats.org/drawingml/2006/main"/>
          <a:ln xmlns:a="http://schemas.openxmlformats.org/drawingml/2006/main" w="28575">
            <a:solidFill>
              <a:srgbClr val="A94737"/>
            </a:solidFill>
            <a:prstDash val="solid"/>
          </a:ln>
        </p:spPr>
      </p:sp>
      <p:sp>
        <p:nvSpPr>
          <p:cNvPr id="43" name="">
            <a:extLst xmlns:a="http://schemas.openxmlformats.org/drawingml/2006/main">
              <a:ext uri="{FF2B5EF4-FFF2-40B4-BE49-F238E27FC236}">
                <a16:creationId xmlns:a16="http://schemas.microsoft.com/office/drawing/2014/main" id="{53A60B00-FE27-492F-9D00-6931A6677CF4}"/>
              </a:ext>
            </a:extLst>
          </p:cNvPr>
          <p:cNvSpPr>
            <a:spLocks xmlns:a="http://schemas.openxmlformats.org/drawingml/2006/main" noGrp="1"/>
          </p:cNvSpPr>
          <p:nvPr/>
        </p:nvSpPr>
        <p:spPr>
          <a:xfrm xmlns:a="http://schemas.openxmlformats.org/drawingml/2006/main">
            <a:off x="8526340" y="4067476"/>
            <a:ext cx="12213" cy="9525"/>
          </a:xfrm>
          <a:custGeom xmlns:a="http://schemas.openxmlformats.org/drawingml/2006/main">
            <a:pathLst>
              <a:path w="12213" h="9525">
                <a:moveTo>
                  <a:pt x="0" y="2098"/>
                </a:moveTo>
                <a:lnTo>
                  <a:pt x="12213" y="0"/>
                </a:lnTo>
              </a:path>
            </a:pathLst>
          </a:custGeom>
          <a:noFill xmlns:a="http://schemas.openxmlformats.org/drawingml/2006/main"/>
          <a:ln xmlns:a="http://schemas.openxmlformats.org/drawingml/2006/main" w="28575">
            <a:solidFill>
              <a:srgbClr val="A94737"/>
            </a:solidFill>
            <a:prstDash val="solid"/>
          </a:ln>
        </p:spPr>
      </p:sp>
      <p:sp>
        <p:nvSpPr>
          <p:cNvPr id="44" name="">
            <a:extLst xmlns:a="http://schemas.openxmlformats.org/drawingml/2006/main">
              <a:ext uri="{FF2B5EF4-FFF2-40B4-BE49-F238E27FC236}">
                <a16:creationId xmlns:a16="http://schemas.microsoft.com/office/drawing/2014/main" id="{8316973E-2F7E-49E5-829C-BB11EF0D4E95}"/>
              </a:ext>
            </a:extLst>
          </p:cNvPr>
          <p:cNvSpPr>
            <a:spLocks xmlns:a="http://schemas.openxmlformats.org/drawingml/2006/main" noGrp="1"/>
          </p:cNvSpPr>
          <p:nvPr/>
        </p:nvSpPr>
        <p:spPr>
          <a:xfrm xmlns:a="http://schemas.openxmlformats.org/drawingml/2006/main">
            <a:off x="8538553" y="4065622"/>
            <a:ext cx="12253" cy="9525"/>
          </a:xfrm>
          <a:custGeom xmlns:a="http://schemas.openxmlformats.org/drawingml/2006/main">
            <a:pathLst>
              <a:path w="12253" h="9525">
                <a:moveTo>
                  <a:pt x="0" y="1853"/>
                </a:moveTo>
                <a:lnTo>
                  <a:pt x="12253" y="0"/>
                </a:lnTo>
              </a:path>
            </a:pathLst>
          </a:custGeom>
          <a:noFill xmlns:a="http://schemas.openxmlformats.org/drawingml/2006/main"/>
          <a:ln xmlns:a="http://schemas.openxmlformats.org/drawingml/2006/main" w="28575">
            <a:solidFill>
              <a:srgbClr val="A94737"/>
            </a:solidFill>
            <a:prstDash val="solid"/>
          </a:ln>
        </p:spPr>
      </p:sp>
      <p:sp>
        <p:nvSpPr>
          <p:cNvPr id="45" name="">
            <a:extLst xmlns:a="http://schemas.openxmlformats.org/drawingml/2006/main">
              <a:ext uri="{FF2B5EF4-FFF2-40B4-BE49-F238E27FC236}">
                <a16:creationId xmlns:a16="http://schemas.microsoft.com/office/drawing/2014/main" id="{57CC52B5-DE8D-40D8-A534-9939F00D354F}"/>
              </a:ext>
            </a:extLst>
          </p:cNvPr>
          <p:cNvSpPr>
            <a:spLocks xmlns:a="http://schemas.openxmlformats.org/drawingml/2006/main" noGrp="1"/>
          </p:cNvSpPr>
          <p:nvPr/>
        </p:nvSpPr>
        <p:spPr>
          <a:xfrm xmlns:a="http://schemas.openxmlformats.org/drawingml/2006/main">
            <a:off x="8550806" y="4064015"/>
            <a:ext cx="12288" cy="9525"/>
          </a:xfrm>
          <a:custGeom xmlns:a="http://schemas.openxmlformats.org/drawingml/2006/main">
            <a:pathLst>
              <a:path w="12288" h="9525">
                <a:moveTo>
                  <a:pt x="0" y="1608"/>
                </a:moveTo>
                <a:lnTo>
                  <a:pt x="12288" y="0"/>
                </a:lnTo>
              </a:path>
            </a:pathLst>
          </a:custGeom>
          <a:noFill xmlns:a="http://schemas.openxmlformats.org/drawingml/2006/main"/>
          <a:ln xmlns:a="http://schemas.openxmlformats.org/drawingml/2006/main" w="28575">
            <a:solidFill>
              <a:srgbClr val="A94737"/>
            </a:solidFill>
            <a:prstDash val="solid"/>
          </a:ln>
        </p:spPr>
      </p:sp>
      <p:sp>
        <p:nvSpPr>
          <p:cNvPr id="46" name="">
            <a:extLst xmlns:a="http://schemas.openxmlformats.org/drawingml/2006/main">
              <a:ext uri="{FF2B5EF4-FFF2-40B4-BE49-F238E27FC236}">
                <a16:creationId xmlns:a16="http://schemas.microsoft.com/office/drawing/2014/main" id="{978A7F77-CB18-4D59-9385-4812A116571C}"/>
              </a:ext>
            </a:extLst>
          </p:cNvPr>
          <p:cNvSpPr>
            <a:spLocks xmlns:a="http://schemas.openxmlformats.org/drawingml/2006/main" noGrp="1"/>
          </p:cNvSpPr>
          <p:nvPr/>
        </p:nvSpPr>
        <p:spPr>
          <a:xfrm xmlns:a="http://schemas.openxmlformats.org/drawingml/2006/main">
            <a:off x="8563094" y="4062653"/>
            <a:ext cx="12317" cy="9525"/>
          </a:xfrm>
          <a:custGeom xmlns:a="http://schemas.openxmlformats.org/drawingml/2006/main">
            <a:pathLst>
              <a:path w="12317" h="9525">
                <a:moveTo>
                  <a:pt x="0" y="1362"/>
                </a:moveTo>
                <a:lnTo>
                  <a:pt x="12317" y="0"/>
                </a:lnTo>
              </a:path>
            </a:pathLst>
          </a:custGeom>
          <a:noFill xmlns:a="http://schemas.openxmlformats.org/drawingml/2006/main"/>
          <a:ln xmlns:a="http://schemas.openxmlformats.org/drawingml/2006/main" w="28575">
            <a:solidFill>
              <a:srgbClr val="A94737"/>
            </a:solidFill>
            <a:prstDash val="solid"/>
          </a:ln>
        </p:spPr>
      </p:sp>
      <p:sp>
        <p:nvSpPr>
          <p:cNvPr id="47" name="">
            <a:extLst xmlns:a="http://schemas.openxmlformats.org/drawingml/2006/main">
              <a:ext uri="{FF2B5EF4-FFF2-40B4-BE49-F238E27FC236}">
                <a16:creationId xmlns:a16="http://schemas.microsoft.com/office/drawing/2014/main" id="{7D299A10-DF73-4E2F-9FE4-7ECEC0F58CED}"/>
              </a:ext>
            </a:extLst>
          </p:cNvPr>
          <p:cNvSpPr>
            <a:spLocks xmlns:a="http://schemas.openxmlformats.org/drawingml/2006/main" noGrp="1"/>
          </p:cNvSpPr>
          <p:nvPr/>
        </p:nvSpPr>
        <p:spPr>
          <a:xfrm xmlns:a="http://schemas.openxmlformats.org/drawingml/2006/main">
            <a:off x="8575411" y="4061538"/>
            <a:ext cx="12342" cy="9525"/>
          </a:xfrm>
          <a:custGeom xmlns:a="http://schemas.openxmlformats.org/drawingml/2006/main">
            <a:pathLst>
              <a:path w="12342" h="9525">
                <a:moveTo>
                  <a:pt x="0" y="1115"/>
                </a:moveTo>
                <a:lnTo>
                  <a:pt x="12342" y="0"/>
                </a:lnTo>
              </a:path>
            </a:pathLst>
          </a:custGeom>
          <a:noFill xmlns:a="http://schemas.openxmlformats.org/drawingml/2006/main"/>
          <a:ln xmlns:a="http://schemas.openxmlformats.org/drawingml/2006/main" w="28575">
            <a:solidFill>
              <a:srgbClr val="A94737"/>
            </a:solidFill>
            <a:prstDash val="solid"/>
          </a:ln>
        </p:spPr>
      </p:sp>
      <p:sp>
        <p:nvSpPr>
          <p:cNvPr id="48" name="">
            <a:extLst xmlns:a="http://schemas.openxmlformats.org/drawingml/2006/main">
              <a:ext uri="{FF2B5EF4-FFF2-40B4-BE49-F238E27FC236}">
                <a16:creationId xmlns:a16="http://schemas.microsoft.com/office/drawing/2014/main" id="{028CD791-4244-458F-9EEA-C19180837EA1}"/>
              </a:ext>
            </a:extLst>
          </p:cNvPr>
          <p:cNvSpPr>
            <a:spLocks xmlns:a="http://schemas.openxmlformats.org/drawingml/2006/main" noGrp="1"/>
          </p:cNvSpPr>
          <p:nvPr/>
        </p:nvSpPr>
        <p:spPr>
          <a:xfrm xmlns:a="http://schemas.openxmlformats.org/drawingml/2006/main">
            <a:off x="8587753" y="4060671"/>
            <a:ext cx="12362" cy="9525"/>
          </a:xfrm>
          <a:custGeom xmlns:a="http://schemas.openxmlformats.org/drawingml/2006/main">
            <a:pathLst>
              <a:path w="12362" h="9525">
                <a:moveTo>
                  <a:pt x="0" y="867"/>
                </a:moveTo>
                <a:lnTo>
                  <a:pt x="12362" y="0"/>
                </a:lnTo>
              </a:path>
            </a:pathLst>
          </a:custGeom>
          <a:noFill xmlns:a="http://schemas.openxmlformats.org/drawingml/2006/main"/>
          <a:ln xmlns:a="http://schemas.openxmlformats.org/drawingml/2006/main" w="28575">
            <a:solidFill>
              <a:srgbClr val="A94737"/>
            </a:solidFill>
            <a:prstDash val="solid"/>
          </a:ln>
        </p:spPr>
      </p:sp>
      <p:sp>
        <p:nvSpPr>
          <p:cNvPr id="49" name="">
            <a:extLst xmlns:a="http://schemas.openxmlformats.org/drawingml/2006/main">
              <a:ext uri="{FF2B5EF4-FFF2-40B4-BE49-F238E27FC236}">
                <a16:creationId xmlns:a16="http://schemas.microsoft.com/office/drawing/2014/main" id="{F0F2F710-96FB-44AF-9A13-32913A207F96}"/>
              </a:ext>
            </a:extLst>
          </p:cNvPr>
          <p:cNvSpPr>
            <a:spLocks xmlns:a="http://schemas.openxmlformats.org/drawingml/2006/main" noGrp="1"/>
          </p:cNvSpPr>
          <p:nvPr/>
        </p:nvSpPr>
        <p:spPr>
          <a:xfrm xmlns:a="http://schemas.openxmlformats.org/drawingml/2006/main">
            <a:off x="8600115" y="4060051"/>
            <a:ext cx="12377" cy="9525"/>
          </a:xfrm>
          <a:custGeom xmlns:a="http://schemas.openxmlformats.org/drawingml/2006/main">
            <a:pathLst>
              <a:path w="12377" h="9525">
                <a:moveTo>
                  <a:pt x="0" y="620"/>
                </a:moveTo>
                <a:lnTo>
                  <a:pt x="12377" y="0"/>
                </a:lnTo>
              </a:path>
            </a:pathLst>
          </a:custGeom>
          <a:noFill xmlns:a="http://schemas.openxmlformats.org/drawingml/2006/main"/>
          <a:ln xmlns:a="http://schemas.openxmlformats.org/drawingml/2006/main" w="28575">
            <a:solidFill>
              <a:srgbClr val="A94737"/>
            </a:solidFill>
            <a:prstDash val="solid"/>
          </a:ln>
        </p:spPr>
      </p:sp>
      <p:sp>
        <p:nvSpPr>
          <p:cNvPr id="50" name="">
            <a:extLst xmlns:a="http://schemas.openxmlformats.org/drawingml/2006/main">
              <a:ext uri="{FF2B5EF4-FFF2-40B4-BE49-F238E27FC236}">
                <a16:creationId xmlns:a16="http://schemas.microsoft.com/office/drawing/2014/main" id="{177D9FDD-AD0E-48DA-AE2B-233E537FD86C}"/>
              </a:ext>
            </a:extLst>
          </p:cNvPr>
          <p:cNvSpPr>
            <a:spLocks xmlns:a="http://schemas.openxmlformats.org/drawingml/2006/main" noGrp="1"/>
          </p:cNvSpPr>
          <p:nvPr/>
        </p:nvSpPr>
        <p:spPr>
          <a:xfrm xmlns:a="http://schemas.openxmlformats.org/drawingml/2006/main">
            <a:off x="8612492" y="4059679"/>
            <a:ext cx="12387" cy="9525"/>
          </a:xfrm>
          <a:custGeom xmlns:a="http://schemas.openxmlformats.org/drawingml/2006/main">
            <a:pathLst>
              <a:path w="12387" h="9525">
                <a:moveTo>
                  <a:pt x="0" y="372"/>
                </a:moveTo>
                <a:lnTo>
                  <a:pt x="12387" y="0"/>
                </a:lnTo>
              </a:path>
            </a:pathLst>
          </a:custGeom>
          <a:noFill xmlns:a="http://schemas.openxmlformats.org/drawingml/2006/main"/>
          <a:ln xmlns:a="http://schemas.openxmlformats.org/drawingml/2006/main" w="28575">
            <a:solidFill>
              <a:srgbClr val="A94737"/>
            </a:solidFill>
            <a:prstDash val="solid"/>
          </a:ln>
        </p:spPr>
      </p:sp>
      <p:sp>
        <p:nvSpPr>
          <p:cNvPr id="51" name="">
            <a:extLst xmlns:a="http://schemas.openxmlformats.org/drawingml/2006/main">
              <a:ext uri="{FF2B5EF4-FFF2-40B4-BE49-F238E27FC236}">
                <a16:creationId xmlns:a16="http://schemas.microsoft.com/office/drawing/2014/main" id="{58CA6268-59A9-42D9-8162-31BAF8C1CF41}"/>
              </a:ext>
            </a:extLst>
          </p:cNvPr>
          <p:cNvSpPr>
            <a:spLocks xmlns:a="http://schemas.openxmlformats.org/drawingml/2006/main" noGrp="1"/>
          </p:cNvSpPr>
          <p:nvPr/>
        </p:nvSpPr>
        <p:spPr>
          <a:xfrm xmlns:a="http://schemas.openxmlformats.org/drawingml/2006/main">
            <a:off x="8624878" y="4059555"/>
            <a:ext cx="12392" cy="9525"/>
          </a:xfrm>
          <a:custGeom xmlns:a="http://schemas.openxmlformats.org/drawingml/2006/main">
            <a:pathLst>
              <a:path w="12392" h="9525">
                <a:moveTo>
                  <a:pt x="0" y="124"/>
                </a:moveTo>
                <a:lnTo>
                  <a:pt x="12392" y="0"/>
                </a:lnTo>
              </a:path>
            </a:pathLst>
          </a:custGeom>
          <a:noFill xmlns:a="http://schemas.openxmlformats.org/drawingml/2006/main"/>
          <a:ln xmlns:a="http://schemas.openxmlformats.org/drawingml/2006/main" w="28575">
            <a:solidFill>
              <a:srgbClr val="A94737"/>
            </a:solidFill>
            <a:prstDash val="solid"/>
          </a:ln>
        </p:spPr>
      </p:sp>
      <p:sp>
        <p:nvSpPr>
          <p:cNvPr id="52" name="">
            <a:extLst xmlns:a="http://schemas.openxmlformats.org/drawingml/2006/main">
              <a:ext uri="{FF2B5EF4-FFF2-40B4-BE49-F238E27FC236}">
                <a16:creationId xmlns:a16="http://schemas.microsoft.com/office/drawing/2014/main" id="{FA836425-4874-4A55-9C95-D54C4D381B7F}"/>
              </a:ext>
            </a:extLst>
          </p:cNvPr>
          <p:cNvSpPr>
            <a:spLocks xmlns:a="http://schemas.openxmlformats.org/drawingml/2006/main" noGrp="1"/>
          </p:cNvSpPr>
          <p:nvPr/>
        </p:nvSpPr>
        <p:spPr>
          <a:xfrm xmlns:a="http://schemas.openxmlformats.org/drawingml/2006/main">
            <a:off x="8303895" y="3707130"/>
            <a:ext cx="428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100">
                <a:solidFill>
                  <a:srgbClr val="A94737"/>
                </a:solidFill>
                <a:latin typeface="Yu Gothic"/>
                <a:ea typeface="Yu Gothic"/>
                <a:cs typeface="Yu Gothic"/>
              </a:defRPr>
            </a:defPPr>
            <a:lvl1pPr>
              <a:defRPr sz="2100">
                <a:solidFill>
                  <a:srgbClr val="A94737"/>
                </a:solidFill>
                <a:latin typeface="Yu Gothic"/>
                <a:ea typeface="Yu Gothic"/>
                <a:cs typeface="Yu Gothic"/>
              </a:defRPr>
            </a:lvl1pPr>
            <a:lvl2pPr>
              <a:defRPr sz="2100">
                <a:solidFill>
                  <a:srgbClr val="A94737"/>
                </a:solidFill>
                <a:latin typeface="Yu Gothic"/>
                <a:ea typeface="Yu Gothic"/>
                <a:cs typeface="Yu Gothic"/>
              </a:defRPr>
            </a:lvl2pPr>
            <a:lvl3pPr>
              <a:defRPr sz="2100">
                <a:solidFill>
                  <a:srgbClr val="A94737"/>
                </a:solidFill>
                <a:latin typeface="Yu Gothic"/>
                <a:ea typeface="Yu Gothic"/>
                <a:cs typeface="Yu Gothic"/>
              </a:defRPr>
            </a:lvl3pPr>
            <a:lvl4pPr>
              <a:defRPr sz="2100">
                <a:solidFill>
                  <a:srgbClr val="A94737"/>
                </a:solidFill>
                <a:latin typeface="Yu Gothic"/>
                <a:ea typeface="Yu Gothic"/>
                <a:cs typeface="Yu Gothic"/>
              </a:defRPr>
            </a:lvl4pPr>
            <a:lvl5pPr>
              <a:defRPr sz="2100">
                <a:solidFill>
                  <a:srgbClr val="A94737"/>
                </a:solidFill>
                <a:latin typeface="Yu Gothic"/>
                <a:ea typeface="Yu Gothic"/>
                <a:cs typeface="Yu Gothic"/>
              </a:defRPr>
            </a:lvl5pPr>
            <a:lvl6pPr>
              <a:defRPr sz="2100">
                <a:solidFill>
                  <a:srgbClr val="A94737"/>
                </a:solidFill>
                <a:latin typeface="Yu Gothic"/>
                <a:ea typeface="Yu Gothic"/>
                <a:cs typeface="Yu Gothic"/>
              </a:defRPr>
            </a:lvl6pPr>
            <a:lvl7pPr>
              <a:defRPr sz="2100">
                <a:solidFill>
                  <a:srgbClr val="A94737"/>
                </a:solidFill>
                <a:latin typeface="Yu Gothic"/>
                <a:ea typeface="Yu Gothic"/>
                <a:cs typeface="Yu Gothic"/>
              </a:defRPr>
            </a:lvl7pPr>
            <a:lvl8pPr>
              <a:defRPr sz="2100">
                <a:solidFill>
                  <a:srgbClr val="A94737"/>
                </a:solidFill>
                <a:latin typeface="Yu Gothic"/>
                <a:ea typeface="Yu Gothic"/>
                <a:cs typeface="Yu Gothic"/>
              </a:defRPr>
            </a:lvl8pPr>
            <a:lvl9pPr>
              <a:defRPr sz="2100">
                <a:solidFill>
                  <a:srgbClr val="A94737"/>
                </a:solidFill>
                <a:latin typeface="Yu Gothic"/>
                <a:ea typeface="Yu Gothic"/>
                <a:cs typeface="Yu Gothic"/>
              </a:defRPr>
            </a:lvl9pPr>
          </a:lstStyle>
          <a:p xmlns:a="http://schemas.openxmlformats.org/drawingml/2006/main">
            <a:pPr>
              <a:defRPr sz="2100">
                <a:solidFill>
                  <a:srgbClr val="A94737"/>
                </a:solidFill>
                <a:latin typeface="Yu Gothic"/>
                <a:ea typeface="Yu Gothic"/>
                <a:cs typeface="Yu Gothic"/>
              </a:defRPr>
            </a:pPr>
            <a:r>
              <a:rPr sz="2100">
                <a:solidFill>
                  <a:srgbClr val="A94737"/>
                </a:solidFill>
                <a:latin typeface="Yu Gothic"/>
                <a:ea typeface="Yu Gothic"/>
                <a:cs typeface="Yu Gothic"/>
              </a:rPr>
              <a:t>δ</a:t>
            </a:r>
          </a:p>
        </p:txBody>
      </p:sp>
      <p:sp>
        <p:nvSpPr>
          <p:cNvPr id="53" name="">
            <a:extLst xmlns:a="http://schemas.openxmlformats.org/drawingml/2006/main">
              <a:ext uri="{FF2B5EF4-FFF2-40B4-BE49-F238E27FC236}">
                <a16:creationId xmlns:a16="http://schemas.microsoft.com/office/drawing/2014/main" id="{A37C50A2-2543-4021-884C-1D2C5EEE2750}"/>
              </a:ext>
            </a:extLst>
          </p:cNvPr>
          <p:cNvSpPr>
            <a:spLocks xmlns:a="http://schemas.openxmlformats.org/drawingml/2006/main" noGrp="1"/>
          </p:cNvSpPr>
          <p:nvPr/>
        </p:nvSpPr>
        <p:spPr>
          <a:xfrm xmlns:a="http://schemas.openxmlformats.org/drawingml/2006/main">
            <a:off x="7680960" y="4183380"/>
            <a:ext cx="904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a:solidFill>
                  <a:srgbClr val="166B68"/>
                </a:solidFill>
                <a:latin typeface="Yu Gothic"/>
                <a:ea typeface="Yu Gothic"/>
                <a:cs typeface="Yu Gothic"/>
              </a:defRPr>
            </a:defPPr>
            <a:lvl1pPr>
              <a:defRPr sz="1800">
                <a:solidFill>
                  <a:srgbClr val="166B68"/>
                </a:solidFill>
                <a:latin typeface="Yu Gothic"/>
                <a:ea typeface="Yu Gothic"/>
                <a:cs typeface="Yu Gothic"/>
              </a:defRPr>
            </a:lvl1pPr>
            <a:lvl2pPr>
              <a:defRPr sz="1800">
                <a:solidFill>
                  <a:srgbClr val="166B68"/>
                </a:solidFill>
                <a:latin typeface="Yu Gothic"/>
                <a:ea typeface="Yu Gothic"/>
                <a:cs typeface="Yu Gothic"/>
              </a:defRPr>
            </a:lvl2pPr>
            <a:lvl3pPr>
              <a:defRPr sz="1800">
                <a:solidFill>
                  <a:srgbClr val="166B68"/>
                </a:solidFill>
                <a:latin typeface="Yu Gothic"/>
                <a:ea typeface="Yu Gothic"/>
                <a:cs typeface="Yu Gothic"/>
              </a:defRPr>
            </a:lvl3pPr>
            <a:lvl4pPr>
              <a:defRPr sz="1800">
                <a:solidFill>
                  <a:srgbClr val="166B68"/>
                </a:solidFill>
                <a:latin typeface="Yu Gothic"/>
                <a:ea typeface="Yu Gothic"/>
                <a:cs typeface="Yu Gothic"/>
              </a:defRPr>
            </a:lvl4pPr>
            <a:lvl5pPr>
              <a:defRPr sz="1800">
                <a:solidFill>
                  <a:srgbClr val="166B68"/>
                </a:solidFill>
                <a:latin typeface="Yu Gothic"/>
                <a:ea typeface="Yu Gothic"/>
                <a:cs typeface="Yu Gothic"/>
              </a:defRPr>
            </a:lvl5pPr>
            <a:lvl6pPr>
              <a:defRPr sz="1800">
                <a:solidFill>
                  <a:srgbClr val="166B68"/>
                </a:solidFill>
                <a:latin typeface="Yu Gothic"/>
                <a:ea typeface="Yu Gothic"/>
                <a:cs typeface="Yu Gothic"/>
              </a:defRPr>
            </a:lvl6pPr>
            <a:lvl7pPr>
              <a:defRPr sz="1800">
                <a:solidFill>
                  <a:srgbClr val="166B68"/>
                </a:solidFill>
                <a:latin typeface="Yu Gothic"/>
                <a:ea typeface="Yu Gothic"/>
                <a:cs typeface="Yu Gothic"/>
              </a:defRPr>
            </a:lvl7pPr>
            <a:lvl8pPr>
              <a:defRPr sz="1800">
                <a:solidFill>
                  <a:srgbClr val="166B68"/>
                </a:solidFill>
                <a:latin typeface="Yu Gothic"/>
                <a:ea typeface="Yu Gothic"/>
                <a:cs typeface="Yu Gothic"/>
              </a:defRPr>
            </a:lvl8pPr>
            <a:lvl9pPr>
              <a:defRPr sz="1800">
                <a:solidFill>
                  <a:srgbClr val="166B68"/>
                </a:solidFill>
                <a:latin typeface="Yu Gothic"/>
                <a:ea typeface="Yu Gothic"/>
                <a:cs typeface="Yu Gothic"/>
              </a:defRPr>
            </a:lvl9pPr>
          </a:lstStyle>
          <a:p xmlns:a="http://schemas.openxmlformats.org/drawingml/2006/main">
            <a:pPr>
              <a:defRPr sz="1800">
                <a:solidFill>
                  <a:srgbClr val="166B68"/>
                </a:solidFill>
                <a:latin typeface="Yu Gothic"/>
                <a:ea typeface="Yu Gothic"/>
                <a:cs typeface="Yu Gothic"/>
              </a:defRPr>
            </a:pPr>
            <a:r>
              <a:rPr sz="1800">
                <a:solidFill>
                  <a:srgbClr val="166B68"/>
                </a:solidFill>
                <a:latin typeface="Yu Gothic"/>
                <a:ea typeface="Yu Gothic"/>
                <a:cs typeface="Yu Gothic"/>
              </a:rPr>
              <a:t>90°</a:t>
            </a:r>
          </a:p>
        </p:txBody>
      </p:sp>
      <p:sp>
        <p:nvSpPr>
          <p:cNvPr id="54" name="">
            <a:extLst xmlns:a="http://schemas.openxmlformats.org/drawingml/2006/main">
              <a:ext uri="{FF2B5EF4-FFF2-40B4-BE49-F238E27FC236}">
                <a16:creationId xmlns:a16="http://schemas.microsoft.com/office/drawing/2014/main" id="{DF6E678F-49F8-43CB-AF87-5A999832B11B}"/>
              </a:ext>
            </a:extLst>
          </p:cNvPr>
          <p:cNvSpPr>
            <a:spLocks xmlns:a="http://schemas.openxmlformats.org/drawingml/2006/main" noGrp="1"/>
          </p:cNvSpPr>
          <p:nvPr/>
        </p:nvSpPr>
        <p:spPr>
          <a:xfrm xmlns:a="http://schemas.openxmlformats.org/drawingml/2006/main">
            <a:off x="9044940" y="2708910"/>
            <a:ext cx="171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a:solidFill>
                  <a:srgbClr val="A94737"/>
                </a:solidFill>
                <a:latin typeface="Yu Gothic"/>
                <a:ea typeface="Yu Gothic"/>
                <a:cs typeface="Yu Gothic"/>
              </a:defRPr>
            </a:defPPr>
            <a:lvl1pPr>
              <a:defRPr sz="1875">
                <a:solidFill>
                  <a:srgbClr val="A94737"/>
                </a:solidFill>
                <a:latin typeface="Yu Gothic"/>
                <a:ea typeface="Yu Gothic"/>
                <a:cs typeface="Yu Gothic"/>
              </a:defRPr>
            </a:lvl1pPr>
            <a:lvl2pPr>
              <a:defRPr sz="1875">
                <a:solidFill>
                  <a:srgbClr val="A94737"/>
                </a:solidFill>
                <a:latin typeface="Yu Gothic"/>
                <a:ea typeface="Yu Gothic"/>
                <a:cs typeface="Yu Gothic"/>
              </a:defRPr>
            </a:lvl2pPr>
            <a:lvl3pPr>
              <a:defRPr sz="1875">
                <a:solidFill>
                  <a:srgbClr val="A94737"/>
                </a:solidFill>
                <a:latin typeface="Yu Gothic"/>
                <a:ea typeface="Yu Gothic"/>
                <a:cs typeface="Yu Gothic"/>
              </a:defRPr>
            </a:lvl3pPr>
            <a:lvl4pPr>
              <a:defRPr sz="1875">
                <a:solidFill>
                  <a:srgbClr val="A94737"/>
                </a:solidFill>
                <a:latin typeface="Yu Gothic"/>
                <a:ea typeface="Yu Gothic"/>
                <a:cs typeface="Yu Gothic"/>
              </a:defRPr>
            </a:lvl4pPr>
            <a:lvl5pPr>
              <a:defRPr sz="1875">
                <a:solidFill>
                  <a:srgbClr val="A94737"/>
                </a:solidFill>
                <a:latin typeface="Yu Gothic"/>
                <a:ea typeface="Yu Gothic"/>
                <a:cs typeface="Yu Gothic"/>
              </a:defRPr>
            </a:lvl5pPr>
            <a:lvl6pPr>
              <a:defRPr sz="1875">
                <a:solidFill>
                  <a:srgbClr val="A94737"/>
                </a:solidFill>
                <a:latin typeface="Yu Gothic"/>
                <a:ea typeface="Yu Gothic"/>
                <a:cs typeface="Yu Gothic"/>
              </a:defRPr>
            </a:lvl6pPr>
            <a:lvl7pPr>
              <a:defRPr sz="1875">
                <a:solidFill>
                  <a:srgbClr val="A94737"/>
                </a:solidFill>
                <a:latin typeface="Yu Gothic"/>
                <a:ea typeface="Yu Gothic"/>
                <a:cs typeface="Yu Gothic"/>
              </a:defRPr>
            </a:lvl7pPr>
            <a:lvl8pPr>
              <a:defRPr sz="1875">
                <a:solidFill>
                  <a:srgbClr val="A94737"/>
                </a:solidFill>
                <a:latin typeface="Yu Gothic"/>
                <a:ea typeface="Yu Gothic"/>
                <a:cs typeface="Yu Gothic"/>
              </a:defRPr>
            </a:lvl8pPr>
            <a:lvl9pPr>
              <a:defRPr sz="1875">
                <a:solidFill>
                  <a:srgbClr val="A94737"/>
                </a:solidFill>
                <a:latin typeface="Yu Gothic"/>
                <a:ea typeface="Yu Gothic"/>
                <a:cs typeface="Yu Gothic"/>
              </a:defRPr>
            </a:lvl9pPr>
          </a:lstStyle>
          <a:p xmlns:a="http://schemas.openxmlformats.org/drawingml/2006/main">
            <a:pPr>
              <a:defRPr sz="1875">
                <a:solidFill>
                  <a:srgbClr val="A94737"/>
                </a:solidFill>
                <a:latin typeface="Yu Gothic"/>
                <a:ea typeface="Yu Gothic"/>
                <a:cs typeface="Yu Gothic"/>
              </a:defRPr>
            </a:pPr>
            <a:r>
              <a:rPr sz="1875">
                <a:solidFill>
                  <a:srgbClr val="A94737"/>
                </a:solidFill>
                <a:latin typeface="Yu Gothic"/>
                <a:ea typeface="Yu Gothic"/>
                <a:cs typeface="Yu Gothic"/>
              </a:rPr>
              <a:t>EAが斜辺</a:t>
            </a:r>
          </a:p>
        </p:txBody>
      </p:sp>
      <p:sp>
        <p:nvSpPr>
          <p:cNvPr id="55" name="">
            <a:extLst xmlns:a="http://schemas.openxmlformats.org/drawingml/2006/main">
              <a:ext uri="{FF2B5EF4-FFF2-40B4-BE49-F238E27FC236}">
                <a16:creationId xmlns:a16="http://schemas.microsoft.com/office/drawing/2014/main" id="{1958B860-8A94-4224-9C8C-53BA34047CAC}"/>
              </a:ext>
            </a:extLst>
          </p:cNvPr>
          <p:cNvSpPr>
            <a:spLocks xmlns:a="http://schemas.openxmlformats.org/drawingml/2006/main" noGrp="1"/>
          </p:cNvSpPr>
          <p:nvPr/>
        </p:nvSpPr>
        <p:spPr>
          <a:xfrm xmlns:a="http://schemas.openxmlformats.org/drawingml/2006/main">
            <a:off x="6191250" y="5553075"/>
            <a:ext cx="5095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500">
                <a:solidFill>
                  <a:srgbClr val="52616A"/>
                </a:solidFill>
                <a:latin typeface="Yu Gothic"/>
                <a:ea typeface="Yu Gothic"/>
                <a:cs typeface="Yu Gothic"/>
              </a:defRPr>
            </a:defPPr>
            <a:lvl1pPr>
              <a:defRPr sz="1500">
                <a:solidFill>
                  <a:srgbClr val="52616A"/>
                </a:solidFill>
                <a:latin typeface="Yu Gothic"/>
                <a:ea typeface="Yu Gothic"/>
                <a:cs typeface="Yu Gothic"/>
              </a:defRPr>
            </a:lvl1pPr>
            <a:lvl2pPr>
              <a:defRPr sz="1500">
                <a:solidFill>
                  <a:srgbClr val="52616A"/>
                </a:solidFill>
                <a:latin typeface="Yu Gothic"/>
                <a:ea typeface="Yu Gothic"/>
                <a:cs typeface="Yu Gothic"/>
              </a:defRPr>
            </a:lvl2pPr>
            <a:lvl3pPr>
              <a:defRPr sz="1500">
                <a:solidFill>
                  <a:srgbClr val="52616A"/>
                </a:solidFill>
                <a:latin typeface="Yu Gothic"/>
                <a:ea typeface="Yu Gothic"/>
                <a:cs typeface="Yu Gothic"/>
              </a:defRPr>
            </a:lvl3pPr>
            <a:lvl4pPr>
              <a:defRPr sz="1500">
                <a:solidFill>
                  <a:srgbClr val="52616A"/>
                </a:solidFill>
                <a:latin typeface="Yu Gothic"/>
                <a:ea typeface="Yu Gothic"/>
                <a:cs typeface="Yu Gothic"/>
              </a:defRPr>
            </a:lvl4pPr>
            <a:lvl5pPr>
              <a:defRPr sz="1500">
                <a:solidFill>
                  <a:srgbClr val="52616A"/>
                </a:solidFill>
                <a:latin typeface="Yu Gothic"/>
                <a:ea typeface="Yu Gothic"/>
                <a:cs typeface="Yu Gothic"/>
              </a:defRPr>
            </a:lvl5pPr>
            <a:lvl6pPr>
              <a:defRPr sz="1500">
                <a:solidFill>
                  <a:srgbClr val="52616A"/>
                </a:solidFill>
                <a:latin typeface="Yu Gothic"/>
                <a:ea typeface="Yu Gothic"/>
                <a:cs typeface="Yu Gothic"/>
              </a:defRPr>
            </a:lvl6pPr>
            <a:lvl7pPr>
              <a:defRPr sz="1500">
                <a:solidFill>
                  <a:srgbClr val="52616A"/>
                </a:solidFill>
                <a:latin typeface="Yu Gothic"/>
                <a:ea typeface="Yu Gothic"/>
                <a:cs typeface="Yu Gothic"/>
              </a:defRPr>
            </a:lvl7pPr>
            <a:lvl8pPr>
              <a:defRPr sz="1500">
                <a:solidFill>
                  <a:srgbClr val="52616A"/>
                </a:solidFill>
                <a:latin typeface="Yu Gothic"/>
                <a:ea typeface="Yu Gothic"/>
                <a:cs typeface="Yu Gothic"/>
              </a:defRPr>
            </a:lvl8pPr>
            <a:lvl9pPr>
              <a:defRPr sz="1500">
                <a:solidFill>
                  <a:srgbClr val="52616A"/>
                </a:solidFill>
                <a:latin typeface="Yu Gothic"/>
                <a:ea typeface="Yu Gothic"/>
                <a:cs typeface="Yu Gothic"/>
              </a:defRPr>
            </a:lvl9pPr>
          </a:lstStyle>
          <a:p xmlns:a="http://schemas.openxmlformats.org/drawingml/2006/main">
            <a:pPr>
              <a:defRPr sz="1500">
                <a:solidFill>
                  <a:srgbClr val="52616A"/>
                </a:solidFill>
                <a:latin typeface="Yu Gothic"/>
                <a:ea typeface="Yu Gothic"/>
                <a:cs typeface="Yu Gothic"/>
              </a:defRPr>
            </a:pPr>
            <a:r>
              <a:rPr sz="1500">
                <a:solidFill>
                  <a:srgbClr val="52616A"/>
                </a:solidFill>
                <a:latin typeface="Yu Gothic"/>
                <a:ea typeface="Yu Gothic"/>
                <a:cs typeface="Yu Gothic"/>
              </a:rPr>
              <a:t>模式図：OEを誇張（縮尺どおりでない）</a:t>
            </a:r>
          </a:p>
        </p:txBody>
      </p:sp>
    </p:spTree>
    <p:extLst>
      <p:ext uri="{BB962C8B-B14F-4D97-AF65-F5344CB8AC3E}">
        <p14:creationId xmlns:p14="http://schemas.microsoft.com/office/powerpoint/2010/main" val="338147820"/>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9861DF5-0B24-4001-B162-CAFB491BD03A}"/>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95CD9686-F315-4305-A0A3-7B8FBF296607}"/>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4-6 戻す｜49–56分</a:t>
            </a:r>
          </a:p>
        </p:txBody>
      </p:sp>
      <p:sp>
        <p:nvSpPr>
          <p:cNvPr id="3" name="">
            <a:extLst xmlns:a="http://schemas.openxmlformats.org/drawingml/2006/main">
              <a:ext uri="{FF2B5EF4-FFF2-40B4-BE49-F238E27FC236}">
                <a16:creationId xmlns:a16="http://schemas.microsoft.com/office/drawing/2014/main" id="{114D98E3-9D8B-4091-80E1-4E9C3DDBBD0A}"/>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逆正接は、比から角を求める操作</a:t>
            </a:r>
          </a:p>
        </p:txBody>
      </p:sp>
      <p:sp>
        <p:nvSpPr>
          <p:cNvPr id="4" name="">
            <a:extLst xmlns:a="http://schemas.openxmlformats.org/drawingml/2006/main">
              <a:ext uri="{FF2B5EF4-FFF2-40B4-BE49-F238E27FC236}">
                <a16:creationId xmlns:a16="http://schemas.microsoft.com/office/drawing/2014/main" id="{923D0F21-DFB5-438F-9057-A0CF8C2ACB87}"/>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93638C44-2B05-4492-8789-1CAD0F9B7A41}"/>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D6188E3A-CECF-493D-9416-F74335FD2601}"/>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40</a:t>
            </a:r>
          </a:p>
        </p:txBody>
      </p:sp>
      <p:sp>
        <p:nvSpPr>
          <p:cNvPr id="7" name="">
            <a:extLst xmlns:a="http://schemas.openxmlformats.org/drawingml/2006/main">
              <a:ext uri="{FF2B5EF4-FFF2-40B4-BE49-F238E27FC236}">
                <a16:creationId xmlns:a16="http://schemas.microsoft.com/office/drawing/2014/main" id="{EE976B7D-9E27-44C7-908B-EFA353CA26A9}"/>
              </a:ext>
            </a:extLst>
          </p:cNvPr>
          <p:cNvSpPr>
            <a:spLocks xmlns:a="http://schemas.openxmlformats.org/drawingml/2006/main" noGrp="1"/>
          </p:cNvSpPr>
          <p:nvPr/>
        </p:nvSpPr>
        <p:spPr>
          <a:xfrm xmlns:a="http://schemas.openxmlformats.org/drawingml/2006/main">
            <a:off x="1143000" y="1714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電卓はDEG（度）にする</a:t>
            </a:r>
          </a:p>
        </p:txBody>
      </p:sp>
      <p:sp>
        <p:nvSpPr>
          <p:cNvPr id="8" name="">
            <a:extLst xmlns:a="http://schemas.openxmlformats.org/drawingml/2006/main">
              <a:ext uri="{FF2B5EF4-FFF2-40B4-BE49-F238E27FC236}">
                <a16:creationId xmlns:a16="http://schemas.microsoft.com/office/drawing/2014/main" id="{C0AFD9DA-2993-42AB-8EB6-5B8591BF2A1D}"/>
              </a:ext>
            </a:extLst>
          </p:cNvPr>
          <p:cNvSpPr>
            <a:spLocks xmlns:a="http://schemas.openxmlformats.org/drawingml/2006/main" noGrp="1"/>
          </p:cNvSpPr>
          <p:nvPr/>
        </p:nvSpPr>
        <p:spPr>
          <a:xfrm xmlns:a="http://schemas.openxmlformats.org/drawingml/2006/main">
            <a:off x="1143000" y="22860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δ＝tan⁻¹(1/100)＝0.5729386977°</a:t>
            </a:r>
          </a:p>
        </p:txBody>
      </p:sp>
      <p:sp>
        <p:nvSpPr>
          <p:cNvPr id="9" name="">
            <a:extLst xmlns:a="http://schemas.openxmlformats.org/drawingml/2006/main">
              <a:ext uri="{FF2B5EF4-FFF2-40B4-BE49-F238E27FC236}">
                <a16:creationId xmlns:a16="http://schemas.microsoft.com/office/drawing/2014/main" id="{134A58E4-363E-433A-B836-C9E69FE44A44}"/>
              </a:ext>
            </a:extLst>
          </p:cNvPr>
          <p:cNvSpPr>
            <a:spLocks xmlns:a="http://schemas.openxmlformats.org/drawingml/2006/main" noGrp="1"/>
          </p:cNvSpPr>
          <p:nvPr/>
        </p:nvSpPr>
        <p:spPr>
          <a:xfrm xmlns:a="http://schemas.openxmlformats.org/drawingml/2006/main">
            <a:off x="1143000" y="2857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小数度×60 → 分の小数×60</a:t>
            </a:r>
          </a:p>
        </p:txBody>
      </p:sp>
      <p:sp>
        <p:nvSpPr>
          <p:cNvPr id="10" name="">
            <a:extLst xmlns:a="http://schemas.openxmlformats.org/drawingml/2006/main">
              <a:ext uri="{FF2B5EF4-FFF2-40B4-BE49-F238E27FC236}">
                <a16:creationId xmlns:a16="http://schemas.microsoft.com/office/drawing/2014/main" id="{45491C28-6215-4107-A3BE-E43A1DB16E02}"/>
              </a:ext>
            </a:extLst>
          </p:cNvPr>
          <p:cNvSpPr>
            <a:spLocks xmlns:a="http://schemas.openxmlformats.org/drawingml/2006/main" noGrp="1"/>
          </p:cNvSpPr>
          <p:nvPr/>
        </p:nvSpPr>
        <p:spPr>
          <a:xfrm xmlns:a="http://schemas.openxmlformats.org/drawingml/2006/main">
            <a:off x="781050" y="52197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δ＝0°34′22.6″</a:t>
            </a:r>
          </a:p>
        </p:txBody>
      </p:sp>
    </p:spTree>
    <p:extLst>
      <p:ext uri="{BB962C8B-B14F-4D97-AF65-F5344CB8AC3E}">
        <p14:creationId xmlns:p14="http://schemas.microsoft.com/office/powerpoint/2010/main" val="840260903"/>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 name="">
            <a:extLst xmlns:a="http://schemas.openxmlformats.org/drawingml/2006/main">
              <a:ext uri="{FF2B5EF4-FFF2-40B4-BE49-F238E27FC236}">
                <a16:creationId xmlns:a16="http://schemas.microsoft.com/office/drawing/2014/main" id="{E4EF2F50-1B0D-41F8-BB27-70FD0F43875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53A8394D-DC40-4398-8D61-2ECF063F56B2}"/>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4-6 戻す｜49–56分</a:t>
            </a:r>
          </a:p>
        </p:txBody>
      </p:sp>
      <p:sp>
        <p:nvSpPr>
          <p:cNvPr id="3" name="">
            <a:extLst xmlns:a="http://schemas.openxmlformats.org/drawingml/2006/main">
              <a:ext uri="{FF2B5EF4-FFF2-40B4-BE49-F238E27FC236}">
                <a16:creationId xmlns:a16="http://schemas.microsoft.com/office/drawing/2014/main" id="{AC95EF17-8C8A-40A7-B07D-CECCD7060670}"/>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補正の符号は、図で先に予想する</a:t>
            </a:r>
          </a:p>
        </p:txBody>
      </p:sp>
      <p:sp>
        <p:nvSpPr>
          <p:cNvPr id="4" name="">
            <a:extLst xmlns:a="http://schemas.openxmlformats.org/drawingml/2006/main">
              <a:ext uri="{FF2B5EF4-FFF2-40B4-BE49-F238E27FC236}">
                <a16:creationId xmlns:a16="http://schemas.microsoft.com/office/drawing/2014/main" id="{17F53567-26CF-4319-872A-8F8F33067B7E}"/>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E8A58C18-D821-4D51-9CDE-C36EBF1C859F}"/>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AC4E6080-0B65-4B35-B340-0A909BED8EC3}"/>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41</a:t>
            </a:r>
          </a:p>
        </p:txBody>
      </p:sp>
      <p:sp>
        <p:nvSpPr>
          <p:cNvPr id="7" name="">
            <a:extLst xmlns:a="http://schemas.openxmlformats.org/drawingml/2006/main">
              <a:ext uri="{FF2B5EF4-FFF2-40B4-BE49-F238E27FC236}">
                <a16:creationId xmlns:a16="http://schemas.microsoft.com/office/drawing/2014/main" id="{95B36632-A83B-43EC-B7D9-9BB9F59D434C}"/>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中心の値 − Eでの値</a:t>
            </a:r>
          </a:p>
        </p:txBody>
      </p:sp>
      <p:sp>
        <p:nvSpPr>
          <p:cNvPr id="8" name="">
            <a:extLst xmlns:a="http://schemas.openxmlformats.org/drawingml/2006/main">
              <a:ext uri="{FF2B5EF4-FFF2-40B4-BE49-F238E27FC236}">
                <a16:creationId xmlns:a16="http://schemas.microsoft.com/office/drawing/2014/main" id="{199DFD14-5FC3-4BDF-8F6A-63FC289CF37C}"/>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角：90°−(90°＋δ) → −δ</a:t>
            </a:r>
          </a:p>
        </p:txBody>
      </p:sp>
      <p:sp>
        <p:nvSpPr>
          <p:cNvPr id="9" name="">
            <a:extLst xmlns:a="http://schemas.openxmlformats.org/drawingml/2006/main">
              <a:ext uri="{FF2B5EF4-FFF2-40B4-BE49-F238E27FC236}">
                <a16:creationId xmlns:a16="http://schemas.microsoft.com/office/drawing/2014/main" id="{2994F4A5-0655-4C8E-AAD0-73ED37F4FFDB}"/>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距離：100−√10001 → −0.0050 m</a:t>
            </a:r>
          </a:p>
        </p:txBody>
      </p:sp>
      <p:sp>
        <p:nvSpPr>
          <p:cNvPr id="10" name="">
            <a:extLst xmlns:a="http://schemas.openxmlformats.org/drawingml/2006/main">
              <a:ext uri="{FF2B5EF4-FFF2-40B4-BE49-F238E27FC236}">
                <a16:creationId xmlns:a16="http://schemas.microsoft.com/office/drawing/2014/main" id="{57A5F776-7A70-4255-9648-2BD41E9C1AC9}"/>
              </a:ext>
            </a:extLst>
          </p:cNvPr>
          <p:cNvSpPr>
            <a:spLocks xmlns:a="http://schemas.openxmlformats.org/drawingml/2006/main" noGrp="1"/>
          </p:cNvSpPr>
          <p:nvPr/>
        </p:nvSpPr>
        <p:spPr>
          <a:xfrm xmlns:a="http://schemas.openxmlformats.org/drawingml/2006/main">
            <a:off x="7414260" y="2331720"/>
            <a:ext cx="9525" cy="2346960"/>
          </a:xfrm>
          <a:custGeom xmlns:a="http://schemas.openxmlformats.org/drawingml/2006/main">
            <a:pathLst>
              <a:path w="9525" h="2346960">
                <a:moveTo>
                  <a:pt x="0" y="2346960"/>
                </a:moveTo>
                <a:lnTo>
                  <a:pt x="0" y="0"/>
                </a:lnTo>
              </a:path>
            </a:pathLst>
          </a:custGeom>
          <a:noFill xmlns:a="http://schemas.openxmlformats.org/drawingml/2006/main"/>
          <a:ln xmlns:a="http://schemas.openxmlformats.org/drawingml/2006/main" w="38100">
            <a:solidFill>
              <a:srgbClr val="166B68"/>
            </a:solidFill>
            <a:prstDash val="solid"/>
          </a:ln>
        </p:spPr>
      </p:sp>
      <p:sp>
        <p:nvSpPr>
          <p:cNvPr id="11" name="">
            <a:extLst xmlns:a="http://schemas.openxmlformats.org/drawingml/2006/main">
              <a:ext uri="{FF2B5EF4-FFF2-40B4-BE49-F238E27FC236}">
                <a16:creationId xmlns:a16="http://schemas.microsoft.com/office/drawing/2014/main" id="{C8DA6C14-9919-4C5D-B14E-39539552357D}"/>
              </a:ext>
            </a:extLst>
          </p:cNvPr>
          <p:cNvSpPr>
            <a:spLocks xmlns:a="http://schemas.openxmlformats.org/drawingml/2006/main" noGrp="1"/>
          </p:cNvSpPr>
          <p:nvPr/>
        </p:nvSpPr>
        <p:spPr>
          <a:xfrm xmlns:a="http://schemas.openxmlformats.org/drawingml/2006/main">
            <a:off x="7414260" y="4678680"/>
            <a:ext cx="3159442" cy="9525"/>
          </a:xfrm>
          <a:custGeom xmlns:a="http://schemas.openxmlformats.org/drawingml/2006/main">
            <a:pathLst>
              <a:path w="3159442" h="9525">
                <a:moveTo>
                  <a:pt x="0" y="0"/>
                </a:moveTo>
                <a:lnTo>
                  <a:pt x="3159442" y="0"/>
                </a:lnTo>
              </a:path>
            </a:pathLst>
          </a:custGeom>
          <a:noFill xmlns:a="http://schemas.openxmlformats.org/drawingml/2006/main"/>
          <a:ln xmlns:a="http://schemas.openxmlformats.org/drawingml/2006/main" w="38100">
            <a:solidFill>
              <a:srgbClr val="166B68"/>
            </a:solidFill>
            <a:prstDash val="solid"/>
          </a:ln>
        </p:spPr>
      </p:sp>
      <p:sp>
        <p:nvSpPr>
          <p:cNvPr id="12" name="">
            <a:extLst xmlns:a="http://schemas.openxmlformats.org/drawingml/2006/main">
              <a:ext uri="{FF2B5EF4-FFF2-40B4-BE49-F238E27FC236}">
                <a16:creationId xmlns:a16="http://schemas.microsoft.com/office/drawing/2014/main" id="{6DF55444-5584-400A-9AC0-C0CC01C661C5}"/>
              </a:ext>
            </a:extLst>
          </p:cNvPr>
          <p:cNvSpPr>
            <a:spLocks xmlns:a="http://schemas.openxmlformats.org/drawingml/2006/main" noGrp="1"/>
          </p:cNvSpPr>
          <p:nvPr/>
        </p:nvSpPr>
        <p:spPr>
          <a:xfrm xmlns:a="http://schemas.openxmlformats.org/drawingml/2006/main">
            <a:off x="7414260" y="2331720"/>
            <a:ext cx="1223010" cy="2346960"/>
          </a:xfrm>
          <a:custGeom xmlns:a="http://schemas.openxmlformats.org/drawingml/2006/main">
            <a:pathLst>
              <a:path w="1223010" h="2346960">
                <a:moveTo>
                  <a:pt x="1223010" y="2346960"/>
                </a:moveTo>
                <a:lnTo>
                  <a:pt x="0" y="0"/>
                </a:lnTo>
              </a:path>
            </a:pathLst>
          </a:custGeom>
          <a:noFill xmlns:a="http://schemas.openxmlformats.org/drawingml/2006/main"/>
          <a:ln xmlns:a="http://schemas.openxmlformats.org/drawingml/2006/main" w="38100">
            <a:solidFill>
              <a:srgbClr val="A94737"/>
            </a:solidFill>
            <a:prstDash val="solid"/>
          </a:ln>
        </p:spPr>
      </p:sp>
      <p:sp>
        <p:nvSpPr>
          <p:cNvPr id="13" name="">
            <a:extLst xmlns:a="http://schemas.openxmlformats.org/drawingml/2006/main">
              <a:ext uri="{FF2B5EF4-FFF2-40B4-BE49-F238E27FC236}">
                <a16:creationId xmlns:a16="http://schemas.microsoft.com/office/drawing/2014/main" id="{5781BB1F-51C8-42C2-8E08-66810A646068}"/>
              </a:ext>
            </a:extLst>
          </p:cNvPr>
          <p:cNvSpPr>
            <a:spLocks xmlns:a="http://schemas.openxmlformats.org/drawingml/2006/main" noGrp="1"/>
          </p:cNvSpPr>
          <p:nvPr/>
        </p:nvSpPr>
        <p:spPr>
          <a:xfrm xmlns:a="http://schemas.openxmlformats.org/drawingml/2006/main">
            <a:off x="8637270" y="4678680"/>
            <a:ext cx="1936432" cy="9525"/>
          </a:xfrm>
          <a:custGeom xmlns:a="http://schemas.openxmlformats.org/drawingml/2006/main">
            <a:pathLst>
              <a:path w="1936432" h="9525">
                <a:moveTo>
                  <a:pt x="0" y="0"/>
                </a:moveTo>
                <a:lnTo>
                  <a:pt x="1936432" y="0"/>
                </a:lnTo>
              </a:path>
            </a:pathLst>
          </a:custGeom>
          <a:noFill xmlns:a="http://schemas.openxmlformats.org/drawingml/2006/main"/>
          <a:ln xmlns:a="http://schemas.openxmlformats.org/drawingml/2006/main" w="38100">
            <a:solidFill>
              <a:srgbClr val="A94737"/>
            </a:solidFill>
            <a:prstDash val="solid"/>
          </a:ln>
        </p:spPr>
      </p:sp>
      <p:sp>
        <p:nvSpPr>
          <p:cNvPr id="14" name="">
            <a:extLst xmlns:a="http://schemas.openxmlformats.org/drawingml/2006/main">
              <a:ext uri="{FF2B5EF4-FFF2-40B4-BE49-F238E27FC236}">
                <a16:creationId xmlns:a16="http://schemas.microsoft.com/office/drawing/2014/main" id="{8DCD1A3F-202E-4736-B3BE-C5859525D9AF}"/>
              </a:ext>
            </a:extLst>
          </p:cNvPr>
          <p:cNvSpPr>
            <a:spLocks xmlns:a="http://schemas.openxmlformats.org/drawingml/2006/main" noGrp="1"/>
          </p:cNvSpPr>
          <p:nvPr/>
        </p:nvSpPr>
        <p:spPr>
          <a:xfrm xmlns:a="http://schemas.openxmlformats.org/drawingml/2006/main">
            <a:off x="7414260" y="4469130"/>
            <a:ext cx="209550" cy="9525"/>
          </a:xfrm>
          <a:custGeom xmlns:a="http://schemas.openxmlformats.org/drawingml/2006/main">
            <a:pathLst>
              <a:path w="209550" h="9525">
                <a:moveTo>
                  <a:pt x="0" y="0"/>
                </a:moveTo>
                <a:lnTo>
                  <a:pt x="209550" y="0"/>
                </a:lnTo>
              </a:path>
            </a:pathLst>
          </a:custGeom>
          <a:noFill xmlns:a="http://schemas.openxmlformats.org/drawingml/2006/main"/>
          <a:ln xmlns:a="http://schemas.openxmlformats.org/drawingml/2006/main" w="19050">
            <a:solidFill>
              <a:srgbClr val="166B68"/>
            </a:solidFill>
            <a:prstDash val="solid"/>
          </a:ln>
        </p:spPr>
      </p:sp>
      <p:sp>
        <p:nvSpPr>
          <p:cNvPr id="15" name="">
            <a:extLst xmlns:a="http://schemas.openxmlformats.org/drawingml/2006/main">
              <a:ext uri="{FF2B5EF4-FFF2-40B4-BE49-F238E27FC236}">
                <a16:creationId xmlns:a16="http://schemas.microsoft.com/office/drawing/2014/main" id="{F8F6CD04-D271-436B-9750-7C32F5DB48DC}"/>
              </a:ext>
            </a:extLst>
          </p:cNvPr>
          <p:cNvSpPr>
            <a:spLocks xmlns:a="http://schemas.openxmlformats.org/drawingml/2006/main" noGrp="1"/>
          </p:cNvSpPr>
          <p:nvPr/>
        </p:nvSpPr>
        <p:spPr>
          <a:xfrm xmlns:a="http://schemas.openxmlformats.org/drawingml/2006/main">
            <a:off x="7623810" y="4469130"/>
            <a:ext cx="9525" cy="209550"/>
          </a:xfrm>
          <a:custGeom xmlns:a="http://schemas.openxmlformats.org/drawingml/2006/main">
            <a:pathLst>
              <a:path w="9525" h="209550">
                <a:moveTo>
                  <a:pt x="0" y="0"/>
                </a:moveTo>
                <a:lnTo>
                  <a:pt x="0" y="209550"/>
                </a:lnTo>
              </a:path>
            </a:pathLst>
          </a:custGeom>
          <a:noFill xmlns:a="http://schemas.openxmlformats.org/drawingml/2006/main"/>
          <a:ln xmlns:a="http://schemas.openxmlformats.org/drawingml/2006/main" w="19050">
            <a:solidFill>
              <a:srgbClr val="166B68"/>
            </a:solidFill>
            <a:prstDash val="solid"/>
          </a:ln>
        </p:spPr>
      </p:sp>
      <p:sp>
        <p:nvSpPr>
          <p:cNvPr id="16" name="">
            <a:extLst xmlns:a="http://schemas.openxmlformats.org/drawingml/2006/main">
              <a:ext uri="{FF2B5EF4-FFF2-40B4-BE49-F238E27FC236}">
                <a16:creationId xmlns:a16="http://schemas.microsoft.com/office/drawing/2014/main" id="{5D05E4EB-D749-4371-8F30-72713FA117B9}"/>
              </a:ext>
            </a:extLst>
          </p:cNvPr>
          <p:cNvSpPr>
            <a:spLocks xmlns:a="http://schemas.openxmlformats.org/drawingml/2006/main" noGrp="1"/>
          </p:cNvSpPr>
          <p:nvPr/>
        </p:nvSpPr>
        <p:spPr>
          <a:xfrm xmlns:a="http://schemas.openxmlformats.org/drawingml/2006/main">
            <a:off x="7366635" y="4631055"/>
            <a:ext cx="95250" cy="95250"/>
          </a:xfrm>
          <a:prstGeom xmlns:a="http://schemas.openxmlformats.org/drawingml/2006/main" prst="ellipse">
            <a:avLst/>
          </a:prstGeom>
          <a:solidFill xmlns:a="http://schemas.openxmlformats.org/drawingml/2006/main">
            <a:srgbClr val="166B68"/>
          </a:solidFill>
          <a:ln xmlns:a="http://schemas.openxmlformats.org/drawingml/2006/main" w="0">
            <a:solidFill>
              <a:srgbClr val="166B68"/>
            </a:solidFill>
          </a:ln>
        </p:spPr>
      </p:sp>
      <p:sp>
        <p:nvSpPr>
          <p:cNvPr id="17" name="">
            <a:extLst xmlns:a="http://schemas.openxmlformats.org/drawingml/2006/main">
              <a:ext uri="{FF2B5EF4-FFF2-40B4-BE49-F238E27FC236}">
                <a16:creationId xmlns:a16="http://schemas.microsoft.com/office/drawing/2014/main" id="{C2C65953-7E49-45E5-91F7-2C899B8BA212}"/>
              </a:ext>
            </a:extLst>
          </p:cNvPr>
          <p:cNvSpPr>
            <a:spLocks xmlns:a="http://schemas.openxmlformats.org/drawingml/2006/main" noGrp="1"/>
          </p:cNvSpPr>
          <p:nvPr/>
        </p:nvSpPr>
        <p:spPr>
          <a:xfrm xmlns:a="http://schemas.openxmlformats.org/drawingml/2006/main">
            <a:off x="7195185" y="475488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166B68"/>
                </a:solidFill>
                <a:latin typeface="Yu Gothic"/>
                <a:ea typeface="Yu Gothic"/>
                <a:cs typeface="Yu Gothic"/>
              </a:defRPr>
            </a:defPPr>
            <a:lvl1pPr>
              <a:defRPr sz="1950">
                <a:solidFill>
                  <a:srgbClr val="166B68"/>
                </a:solidFill>
                <a:latin typeface="Yu Gothic"/>
                <a:ea typeface="Yu Gothic"/>
                <a:cs typeface="Yu Gothic"/>
              </a:defRPr>
            </a:lvl1pPr>
            <a:lvl2pPr>
              <a:defRPr sz="1950">
                <a:solidFill>
                  <a:srgbClr val="166B68"/>
                </a:solidFill>
                <a:latin typeface="Yu Gothic"/>
                <a:ea typeface="Yu Gothic"/>
                <a:cs typeface="Yu Gothic"/>
              </a:defRPr>
            </a:lvl2pPr>
            <a:lvl3pPr>
              <a:defRPr sz="1950">
                <a:solidFill>
                  <a:srgbClr val="166B68"/>
                </a:solidFill>
                <a:latin typeface="Yu Gothic"/>
                <a:ea typeface="Yu Gothic"/>
                <a:cs typeface="Yu Gothic"/>
              </a:defRPr>
            </a:lvl3pPr>
            <a:lvl4pPr>
              <a:defRPr sz="1950">
                <a:solidFill>
                  <a:srgbClr val="166B68"/>
                </a:solidFill>
                <a:latin typeface="Yu Gothic"/>
                <a:ea typeface="Yu Gothic"/>
                <a:cs typeface="Yu Gothic"/>
              </a:defRPr>
            </a:lvl4pPr>
            <a:lvl5pPr>
              <a:defRPr sz="1950">
                <a:solidFill>
                  <a:srgbClr val="166B68"/>
                </a:solidFill>
                <a:latin typeface="Yu Gothic"/>
                <a:ea typeface="Yu Gothic"/>
                <a:cs typeface="Yu Gothic"/>
              </a:defRPr>
            </a:lvl5pPr>
            <a:lvl6pPr>
              <a:defRPr sz="1950">
                <a:solidFill>
                  <a:srgbClr val="166B68"/>
                </a:solidFill>
                <a:latin typeface="Yu Gothic"/>
                <a:ea typeface="Yu Gothic"/>
                <a:cs typeface="Yu Gothic"/>
              </a:defRPr>
            </a:lvl6pPr>
            <a:lvl7pPr>
              <a:defRPr sz="1950">
                <a:solidFill>
                  <a:srgbClr val="166B68"/>
                </a:solidFill>
                <a:latin typeface="Yu Gothic"/>
                <a:ea typeface="Yu Gothic"/>
                <a:cs typeface="Yu Gothic"/>
              </a:defRPr>
            </a:lvl7pPr>
            <a:lvl8pPr>
              <a:defRPr sz="1950">
                <a:solidFill>
                  <a:srgbClr val="166B68"/>
                </a:solidFill>
                <a:latin typeface="Yu Gothic"/>
                <a:ea typeface="Yu Gothic"/>
                <a:cs typeface="Yu Gothic"/>
              </a:defRPr>
            </a:lvl8pPr>
            <a:lvl9pPr>
              <a:defRPr sz="1950">
                <a:solidFill>
                  <a:srgbClr val="166B68"/>
                </a:solidFill>
                <a:latin typeface="Yu Gothic"/>
                <a:ea typeface="Yu Gothic"/>
                <a:cs typeface="Yu Gothic"/>
              </a:defRPr>
            </a:lvl9pPr>
          </a:lstStyle>
          <a:p xmlns:a="http://schemas.openxmlformats.org/drawingml/2006/main">
            <a:pPr>
              <a:defRPr sz="1950">
                <a:solidFill>
                  <a:srgbClr val="166B68"/>
                </a:solidFill>
                <a:latin typeface="Yu Gothic"/>
                <a:ea typeface="Yu Gothic"/>
                <a:cs typeface="Yu Gothic"/>
              </a:defRPr>
            </a:pPr>
            <a:r>
              <a:rPr sz="1950">
                <a:solidFill>
                  <a:srgbClr val="166B68"/>
                </a:solidFill>
                <a:latin typeface="Yu Gothic"/>
                <a:ea typeface="Yu Gothic"/>
                <a:cs typeface="Yu Gothic"/>
              </a:rPr>
              <a:t>O</a:t>
            </a:r>
          </a:p>
        </p:txBody>
      </p:sp>
      <p:sp>
        <p:nvSpPr>
          <p:cNvPr id="18" name="">
            <a:extLst xmlns:a="http://schemas.openxmlformats.org/drawingml/2006/main">
              <a:ext uri="{FF2B5EF4-FFF2-40B4-BE49-F238E27FC236}">
                <a16:creationId xmlns:a16="http://schemas.microsoft.com/office/drawing/2014/main" id="{AC634B1D-1F77-4BA0-972E-C947B456D634}"/>
              </a:ext>
            </a:extLst>
          </p:cNvPr>
          <p:cNvSpPr>
            <a:spLocks xmlns:a="http://schemas.openxmlformats.org/drawingml/2006/main" noGrp="1"/>
          </p:cNvSpPr>
          <p:nvPr/>
        </p:nvSpPr>
        <p:spPr>
          <a:xfrm xmlns:a="http://schemas.openxmlformats.org/drawingml/2006/main">
            <a:off x="8589645" y="4631055"/>
            <a:ext cx="95250" cy="95250"/>
          </a:xfrm>
          <a:prstGeom xmlns:a="http://schemas.openxmlformats.org/drawingml/2006/main" prst="ellipse">
            <a:avLst/>
          </a:prstGeom>
          <a:solidFill xmlns:a="http://schemas.openxmlformats.org/drawingml/2006/main">
            <a:srgbClr val="A94737"/>
          </a:solidFill>
          <a:ln xmlns:a="http://schemas.openxmlformats.org/drawingml/2006/main" w="0">
            <a:solidFill>
              <a:srgbClr val="A94737"/>
            </a:solidFill>
          </a:ln>
        </p:spPr>
      </p:sp>
      <p:sp>
        <p:nvSpPr>
          <p:cNvPr id="19" name="">
            <a:extLst xmlns:a="http://schemas.openxmlformats.org/drawingml/2006/main">
              <a:ext uri="{FF2B5EF4-FFF2-40B4-BE49-F238E27FC236}">
                <a16:creationId xmlns:a16="http://schemas.microsoft.com/office/drawing/2014/main" id="{C379D9A3-4C27-49A3-85D0-78F685C4AF1C}"/>
              </a:ext>
            </a:extLst>
          </p:cNvPr>
          <p:cNvSpPr>
            <a:spLocks xmlns:a="http://schemas.openxmlformats.org/drawingml/2006/main" noGrp="1"/>
          </p:cNvSpPr>
          <p:nvPr/>
        </p:nvSpPr>
        <p:spPr>
          <a:xfrm xmlns:a="http://schemas.openxmlformats.org/drawingml/2006/main">
            <a:off x="8675370" y="475488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A94737"/>
                </a:solidFill>
                <a:latin typeface="Yu Gothic"/>
                <a:ea typeface="Yu Gothic"/>
                <a:cs typeface="Yu Gothic"/>
              </a:defRPr>
            </a:defPPr>
            <a:lvl1pPr>
              <a:defRPr sz="1950">
                <a:solidFill>
                  <a:srgbClr val="A94737"/>
                </a:solidFill>
                <a:latin typeface="Yu Gothic"/>
                <a:ea typeface="Yu Gothic"/>
                <a:cs typeface="Yu Gothic"/>
              </a:defRPr>
            </a:lvl1pPr>
            <a:lvl2pPr>
              <a:defRPr sz="1950">
                <a:solidFill>
                  <a:srgbClr val="A94737"/>
                </a:solidFill>
                <a:latin typeface="Yu Gothic"/>
                <a:ea typeface="Yu Gothic"/>
                <a:cs typeface="Yu Gothic"/>
              </a:defRPr>
            </a:lvl2pPr>
            <a:lvl3pPr>
              <a:defRPr sz="1950">
                <a:solidFill>
                  <a:srgbClr val="A94737"/>
                </a:solidFill>
                <a:latin typeface="Yu Gothic"/>
                <a:ea typeface="Yu Gothic"/>
                <a:cs typeface="Yu Gothic"/>
              </a:defRPr>
            </a:lvl3pPr>
            <a:lvl4pPr>
              <a:defRPr sz="1950">
                <a:solidFill>
                  <a:srgbClr val="A94737"/>
                </a:solidFill>
                <a:latin typeface="Yu Gothic"/>
                <a:ea typeface="Yu Gothic"/>
                <a:cs typeface="Yu Gothic"/>
              </a:defRPr>
            </a:lvl4pPr>
            <a:lvl5pPr>
              <a:defRPr sz="1950">
                <a:solidFill>
                  <a:srgbClr val="A94737"/>
                </a:solidFill>
                <a:latin typeface="Yu Gothic"/>
                <a:ea typeface="Yu Gothic"/>
                <a:cs typeface="Yu Gothic"/>
              </a:defRPr>
            </a:lvl5pPr>
            <a:lvl6pPr>
              <a:defRPr sz="1950">
                <a:solidFill>
                  <a:srgbClr val="A94737"/>
                </a:solidFill>
                <a:latin typeface="Yu Gothic"/>
                <a:ea typeface="Yu Gothic"/>
                <a:cs typeface="Yu Gothic"/>
              </a:defRPr>
            </a:lvl6pPr>
            <a:lvl7pPr>
              <a:defRPr sz="1950">
                <a:solidFill>
                  <a:srgbClr val="A94737"/>
                </a:solidFill>
                <a:latin typeface="Yu Gothic"/>
                <a:ea typeface="Yu Gothic"/>
                <a:cs typeface="Yu Gothic"/>
              </a:defRPr>
            </a:lvl7pPr>
            <a:lvl8pPr>
              <a:defRPr sz="1950">
                <a:solidFill>
                  <a:srgbClr val="A94737"/>
                </a:solidFill>
                <a:latin typeface="Yu Gothic"/>
                <a:ea typeface="Yu Gothic"/>
                <a:cs typeface="Yu Gothic"/>
              </a:defRPr>
            </a:lvl8pPr>
            <a:lvl9pPr>
              <a:defRPr sz="1950">
                <a:solidFill>
                  <a:srgbClr val="A94737"/>
                </a:solidFill>
                <a:latin typeface="Yu Gothic"/>
                <a:ea typeface="Yu Gothic"/>
                <a:cs typeface="Yu Gothic"/>
              </a:defRPr>
            </a:lvl9pPr>
          </a:lstStyle>
          <a:p xmlns:a="http://schemas.openxmlformats.org/drawingml/2006/main">
            <a:pPr>
              <a:defRPr sz="1950">
                <a:solidFill>
                  <a:srgbClr val="A94737"/>
                </a:solidFill>
                <a:latin typeface="Yu Gothic"/>
                <a:ea typeface="Yu Gothic"/>
                <a:cs typeface="Yu Gothic"/>
              </a:defRPr>
            </a:pPr>
            <a:r>
              <a:rPr sz="1950">
                <a:solidFill>
                  <a:srgbClr val="A94737"/>
                </a:solidFill>
                <a:latin typeface="Yu Gothic"/>
                <a:ea typeface="Yu Gothic"/>
                <a:cs typeface="Yu Gothic"/>
              </a:rPr>
              <a:t>E</a:t>
            </a:r>
          </a:p>
        </p:txBody>
      </p:sp>
      <p:sp>
        <p:nvSpPr>
          <p:cNvPr id="20" name="">
            <a:extLst xmlns:a="http://schemas.openxmlformats.org/drawingml/2006/main">
              <a:ext uri="{FF2B5EF4-FFF2-40B4-BE49-F238E27FC236}">
                <a16:creationId xmlns:a16="http://schemas.microsoft.com/office/drawing/2014/main" id="{29BB44A5-47DC-4AE2-9BEC-3EC90172509A}"/>
              </a:ext>
            </a:extLst>
          </p:cNvPr>
          <p:cNvSpPr>
            <a:spLocks xmlns:a="http://schemas.openxmlformats.org/drawingml/2006/main" noGrp="1"/>
          </p:cNvSpPr>
          <p:nvPr/>
        </p:nvSpPr>
        <p:spPr>
          <a:xfrm xmlns:a="http://schemas.openxmlformats.org/drawingml/2006/main">
            <a:off x="7366635" y="2284095"/>
            <a:ext cx="95250" cy="95250"/>
          </a:xfrm>
          <a:prstGeom xmlns:a="http://schemas.openxmlformats.org/drawingml/2006/main" prst="ellipse">
            <a:avLst/>
          </a:prstGeom>
          <a:solidFill xmlns:a="http://schemas.openxmlformats.org/drawingml/2006/main">
            <a:srgbClr val="166B68"/>
          </a:solidFill>
          <a:ln xmlns:a="http://schemas.openxmlformats.org/drawingml/2006/main" w="0">
            <a:solidFill>
              <a:srgbClr val="166B68"/>
            </a:solidFill>
          </a:ln>
        </p:spPr>
      </p:sp>
      <p:sp>
        <p:nvSpPr>
          <p:cNvPr id="21" name="">
            <a:extLst xmlns:a="http://schemas.openxmlformats.org/drawingml/2006/main">
              <a:ext uri="{FF2B5EF4-FFF2-40B4-BE49-F238E27FC236}">
                <a16:creationId xmlns:a16="http://schemas.microsoft.com/office/drawing/2014/main" id="{79E88882-161D-4802-88B9-0315428A75D0}"/>
              </a:ext>
            </a:extLst>
          </p:cNvPr>
          <p:cNvSpPr>
            <a:spLocks xmlns:a="http://schemas.openxmlformats.org/drawingml/2006/main" noGrp="1"/>
          </p:cNvSpPr>
          <p:nvPr/>
        </p:nvSpPr>
        <p:spPr>
          <a:xfrm xmlns:a="http://schemas.openxmlformats.org/drawingml/2006/main">
            <a:off x="7271385" y="198882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166B68"/>
                </a:solidFill>
                <a:latin typeface="Yu Gothic"/>
                <a:ea typeface="Yu Gothic"/>
                <a:cs typeface="Yu Gothic"/>
              </a:defRPr>
            </a:defPPr>
            <a:lvl1pPr>
              <a:defRPr sz="1950">
                <a:solidFill>
                  <a:srgbClr val="166B68"/>
                </a:solidFill>
                <a:latin typeface="Yu Gothic"/>
                <a:ea typeface="Yu Gothic"/>
                <a:cs typeface="Yu Gothic"/>
              </a:defRPr>
            </a:lvl1pPr>
            <a:lvl2pPr>
              <a:defRPr sz="1950">
                <a:solidFill>
                  <a:srgbClr val="166B68"/>
                </a:solidFill>
                <a:latin typeface="Yu Gothic"/>
                <a:ea typeface="Yu Gothic"/>
                <a:cs typeface="Yu Gothic"/>
              </a:defRPr>
            </a:lvl2pPr>
            <a:lvl3pPr>
              <a:defRPr sz="1950">
                <a:solidFill>
                  <a:srgbClr val="166B68"/>
                </a:solidFill>
                <a:latin typeface="Yu Gothic"/>
                <a:ea typeface="Yu Gothic"/>
                <a:cs typeface="Yu Gothic"/>
              </a:defRPr>
            </a:lvl3pPr>
            <a:lvl4pPr>
              <a:defRPr sz="1950">
                <a:solidFill>
                  <a:srgbClr val="166B68"/>
                </a:solidFill>
                <a:latin typeface="Yu Gothic"/>
                <a:ea typeface="Yu Gothic"/>
                <a:cs typeface="Yu Gothic"/>
              </a:defRPr>
            </a:lvl4pPr>
            <a:lvl5pPr>
              <a:defRPr sz="1950">
                <a:solidFill>
                  <a:srgbClr val="166B68"/>
                </a:solidFill>
                <a:latin typeface="Yu Gothic"/>
                <a:ea typeface="Yu Gothic"/>
                <a:cs typeface="Yu Gothic"/>
              </a:defRPr>
            </a:lvl5pPr>
            <a:lvl6pPr>
              <a:defRPr sz="1950">
                <a:solidFill>
                  <a:srgbClr val="166B68"/>
                </a:solidFill>
                <a:latin typeface="Yu Gothic"/>
                <a:ea typeface="Yu Gothic"/>
                <a:cs typeface="Yu Gothic"/>
              </a:defRPr>
            </a:lvl6pPr>
            <a:lvl7pPr>
              <a:defRPr sz="1950">
                <a:solidFill>
                  <a:srgbClr val="166B68"/>
                </a:solidFill>
                <a:latin typeface="Yu Gothic"/>
                <a:ea typeface="Yu Gothic"/>
                <a:cs typeface="Yu Gothic"/>
              </a:defRPr>
            </a:lvl7pPr>
            <a:lvl8pPr>
              <a:defRPr sz="1950">
                <a:solidFill>
                  <a:srgbClr val="166B68"/>
                </a:solidFill>
                <a:latin typeface="Yu Gothic"/>
                <a:ea typeface="Yu Gothic"/>
                <a:cs typeface="Yu Gothic"/>
              </a:defRPr>
            </a:lvl8pPr>
            <a:lvl9pPr>
              <a:defRPr sz="1950">
                <a:solidFill>
                  <a:srgbClr val="166B68"/>
                </a:solidFill>
                <a:latin typeface="Yu Gothic"/>
                <a:ea typeface="Yu Gothic"/>
                <a:cs typeface="Yu Gothic"/>
              </a:defRPr>
            </a:lvl9pPr>
          </a:lstStyle>
          <a:p xmlns:a="http://schemas.openxmlformats.org/drawingml/2006/main">
            <a:pPr>
              <a:defRPr sz="1950">
                <a:solidFill>
                  <a:srgbClr val="166B68"/>
                </a:solidFill>
                <a:latin typeface="Yu Gothic"/>
                <a:ea typeface="Yu Gothic"/>
                <a:cs typeface="Yu Gothic"/>
              </a:defRPr>
            </a:pPr>
            <a:r>
              <a:rPr sz="1950">
                <a:solidFill>
                  <a:srgbClr val="166B68"/>
                </a:solidFill>
                <a:latin typeface="Yu Gothic"/>
                <a:ea typeface="Yu Gothic"/>
                <a:cs typeface="Yu Gothic"/>
              </a:rPr>
              <a:t>A</a:t>
            </a:r>
          </a:p>
        </p:txBody>
      </p:sp>
      <p:sp>
        <p:nvSpPr>
          <p:cNvPr id="22" name="">
            <a:extLst xmlns:a="http://schemas.openxmlformats.org/drawingml/2006/main">
              <a:ext uri="{FF2B5EF4-FFF2-40B4-BE49-F238E27FC236}">
                <a16:creationId xmlns:a16="http://schemas.microsoft.com/office/drawing/2014/main" id="{4C4E26B4-5661-44EA-87C5-B0BE25CD89AF}"/>
              </a:ext>
            </a:extLst>
          </p:cNvPr>
          <p:cNvSpPr>
            <a:spLocks xmlns:a="http://schemas.openxmlformats.org/drawingml/2006/main" noGrp="1"/>
          </p:cNvSpPr>
          <p:nvPr/>
        </p:nvSpPr>
        <p:spPr>
          <a:xfrm xmlns:a="http://schemas.openxmlformats.org/drawingml/2006/main">
            <a:off x="10526078" y="4631055"/>
            <a:ext cx="95250" cy="95250"/>
          </a:xfrm>
          <a:prstGeom xmlns:a="http://schemas.openxmlformats.org/drawingml/2006/main" prst="ellipse">
            <a:avLst/>
          </a:prstGeom>
          <a:solidFill xmlns:a="http://schemas.openxmlformats.org/drawingml/2006/main">
            <a:srgbClr val="166B68"/>
          </a:solidFill>
          <a:ln xmlns:a="http://schemas.openxmlformats.org/drawingml/2006/main" w="0">
            <a:solidFill>
              <a:srgbClr val="166B68"/>
            </a:solidFill>
          </a:ln>
        </p:spPr>
      </p:sp>
      <p:sp>
        <p:nvSpPr>
          <p:cNvPr id="23" name="">
            <a:extLst xmlns:a="http://schemas.openxmlformats.org/drawingml/2006/main">
              <a:ext uri="{FF2B5EF4-FFF2-40B4-BE49-F238E27FC236}">
                <a16:creationId xmlns:a16="http://schemas.microsoft.com/office/drawing/2014/main" id="{8B8E5AE8-33B9-4FBA-90EF-6E90B9AA5652}"/>
              </a:ext>
            </a:extLst>
          </p:cNvPr>
          <p:cNvSpPr>
            <a:spLocks xmlns:a="http://schemas.openxmlformats.org/drawingml/2006/main" noGrp="1"/>
          </p:cNvSpPr>
          <p:nvPr/>
        </p:nvSpPr>
        <p:spPr>
          <a:xfrm xmlns:a="http://schemas.openxmlformats.org/drawingml/2006/main">
            <a:off x="10668953" y="455485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166B68"/>
                </a:solidFill>
                <a:latin typeface="Yu Gothic"/>
                <a:ea typeface="Yu Gothic"/>
                <a:cs typeface="Yu Gothic"/>
              </a:defRPr>
            </a:defPPr>
            <a:lvl1pPr>
              <a:defRPr sz="1950">
                <a:solidFill>
                  <a:srgbClr val="166B68"/>
                </a:solidFill>
                <a:latin typeface="Yu Gothic"/>
                <a:ea typeface="Yu Gothic"/>
                <a:cs typeface="Yu Gothic"/>
              </a:defRPr>
            </a:lvl1pPr>
            <a:lvl2pPr>
              <a:defRPr sz="1950">
                <a:solidFill>
                  <a:srgbClr val="166B68"/>
                </a:solidFill>
                <a:latin typeface="Yu Gothic"/>
                <a:ea typeface="Yu Gothic"/>
                <a:cs typeface="Yu Gothic"/>
              </a:defRPr>
            </a:lvl2pPr>
            <a:lvl3pPr>
              <a:defRPr sz="1950">
                <a:solidFill>
                  <a:srgbClr val="166B68"/>
                </a:solidFill>
                <a:latin typeface="Yu Gothic"/>
                <a:ea typeface="Yu Gothic"/>
                <a:cs typeface="Yu Gothic"/>
              </a:defRPr>
            </a:lvl3pPr>
            <a:lvl4pPr>
              <a:defRPr sz="1950">
                <a:solidFill>
                  <a:srgbClr val="166B68"/>
                </a:solidFill>
                <a:latin typeface="Yu Gothic"/>
                <a:ea typeface="Yu Gothic"/>
                <a:cs typeface="Yu Gothic"/>
              </a:defRPr>
            </a:lvl4pPr>
            <a:lvl5pPr>
              <a:defRPr sz="1950">
                <a:solidFill>
                  <a:srgbClr val="166B68"/>
                </a:solidFill>
                <a:latin typeface="Yu Gothic"/>
                <a:ea typeface="Yu Gothic"/>
                <a:cs typeface="Yu Gothic"/>
              </a:defRPr>
            </a:lvl5pPr>
            <a:lvl6pPr>
              <a:defRPr sz="1950">
                <a:solidFill>
                  <a:srgbClr val="166B68"/>
                </a:solidFill>
                <a:latin typeface="Yu Gothic"/>
                <a:ea typeface="Yu Gothic"/>
                <a:cs typeface="Yu Gothic"/>
              </a:defRPr>
            </a:lvl6pPr>
            <a:lvl7pPr>
              <a:defRPr sz="1950">
                <a:solidFill>
                  <a:srgbClr val="166B68"/>
                </a:solidFill>
                <a:latin typeface="Yu Gothic"/>
                <a:ea typeface="Yu Gothic"/>
                <a:cs typeface="Yu Gothic"/>
              </a:defRPr>
            </a:lvl7pPr>
            <a:lvl8pPr>
              <a:defRPr sz="1950">
                <a:solidFill>
                  <a:srgbClr val="166B68"/>
                </a:solidFill>
                <a:latin typeface="Yu Gothic"/>
                <a:ea typeface="Yu Gothic"/>
                <a:cs typeface="Yu Gothic"/>
              </a:defRPr>
            </a:lvl8pPr>
            <a:lvl9pPr>
              <a:defRPr sz="1950">
                <a:solidFill>
                  <a:srgbClr val="166B68"/>
                </a:solidFill>
                <a:latin typeface="Yu Gothic"/>
                <a:ea typeface="Yu Gothic"/>
                <a:cs typeface="Yu Gothic"/>
              </a:defRPr>
            </a:lvl9pPr>
          </a:lstStyle>
          <a:p xmlns:a="http://schemas.openxmlformats.org/drawingml/2006/main">
            <a:pPr>
              <a:defRPr sz="1950">
                <a:solidFill>
                  <a:srgbClr val="166B68"/>
                </a:solidFill>
                <a:latin typeface="Yu Gothic"/>
                <a:ea typeface="Yu Gothic"/>
                <a:cs typeface="Yu Gothic"/>
              </a:defRPr>
            </a:pPr>
            <a:r>
              <a:rPr sz="1950">
                <a:solidFill>
                  <a:srgbClr val="166B68"/>
                </a:solidFill>
                <a:latin typeface="Yu Gothic"/>
                <a:ea typeface="Yu Gothic"/>
                <a:cs typeface="Yu Gothic"/>
              </a:rPr>
              <a:t>B</a:t>
            </a:r>
          </a:p>
        </p:txBody>
      </p:sp>
      <p:sp>
        <p:nvSpPr>
          <p:cNvPr id="24" name="">
            <a:extLst xmlns:a="http://schemas.openxmlformats.org/drawingml/2006/main">
              <a:ext uri="{FF2B5EF4-FFF2-40B4-BE49-F238E27FC236}">
                <a16:creationId xmlns:a16="http://schemas.microsoft.com/office/drawing/2014/main" id="{E8787B99-B6BF-41A2-A889-D26F8EFCFAD2}"/>
              </a:ext>
            </a:extLst>
          </p:cNvPr>
          <p:cNvSpPr>
            <a:spLocks xmlns:a="http://schemas.openxmlformats.org/drawingml/2006/main" noGrp="1"/>
          </p:cNvSpPr>
          <p:nvPr/>
        </p:nvSpPr>
        <p:spPr>
          <a:xfrm xmlns:a="http://schemas.openxmlformats.org/drawingml/2006/main">
            <a:off x="7509510" y="505968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a:solidFill>
                  <a:srgbClr val="A94737"/>
                </a:solidFill>
                <a:latin typeface="Yu Gothic"/>
                <a:ea typeface="Yu Gothic"/>
                <a:cs typeface="Yu Gothic"/>
              </a:defRPr>
            </a:defPPr>
            <a:lvl1pPr>
              <a:defRPr sz="1800">
                <a:solidFill>
                  <a:srgbClr val="A94737"/>
                </a:solidFill>
                <a:latin typeface="Yu Gothic"/>
                <a:ea typeface="Yu Gothic"/>
                <a:cs typeface="Yu Gothic"/>
              </a:defRPr>
            </a:lvl1pPr>
            <a:lvl2pPr>
              <a:defRPr sz="1800">
                <a:solidFill>
                  <a:srgbClr val="A94737"/>
                </a:solidFill>
                <a:latin typeface="Yu Gothic"/>
                <a:ea typeface="Yu Gothic"/>
                <a:cs typeface="Yu Gothic"/>
              </a:defRPr>
            </a:lvl2pPr>
            <a:lvl3pPr>
              <a:defRPr sz="1800">
                <a:solidFill>
                  <a:srgbClr val="A94737"/>
                </a:solidFill>
                <a:latin typeface="Yu Gothic"/>
                <a:ea typeface="Yu Gothic"/>
                <a:cs typeface="Yu Gothic"/>
              </a:defRPr>
            </a:lvl3pPr>
            <a:lvl4pPr>
              <a:defRPr sz="1800">
                <a:solidFill>
                  <a:srgbClr val="A94737"/>
                </a:solidFill>
                <a:latin typeface="Yu Gothic"/>
                <a:ea typeface="Yu Gothic"/>
                <a:cs typeface="Yu Gothic"/>
              </a:defRPr>
            </a:lvl4pPr>
            <a:lvl5pPr>
              <a:defRPr sz="1800">
                <a:solidFill>
                  <a:srgbClr val="A94737"/>
                </a:solidFill>
                <a:latin typeface="Yu Gothic"/>
                <a:ea typeface="Yu Gothic"/>
                <a:cs typeface="Yu Gothic"/>
              </a:defRPr>
            </a:lvl5pPr>
            <a:lvl6pPr>
              <a:defRPr sz="1800">
                <a:solidFill>
                  <a:srgbClr val="A94737"/>
                </a:solidFill>
                <a:latin typeface="Yu Gothic"/>
                <a:ea typeface="Yu Gothic"/>
                <a:cs typeface="Yu Gothic"/>
              </a:defRPr>
            </a:lvl6pPr>
            <a:lvl7pPr>
              <a:defRPr sz="1800">
                <a:solidFill>
                  <a:srgbClr val="A94737"/>
                </a:solidFill>
                <a:latin typeface="Yu Gothic"/>
                <a:ea typeface="Yu Gothic"/>
                <a:cs typeface="Yu Gothic"/>
              </a:defRPr>
            </a:lvl7pPr>
            <a:lvl8pPr>
              <a:defRPr sz="1800">
                <a:solidFill>
                  <a:srgbClr val="A94737"/>
                </a:solidFill>
                <a:latin typeface="Yu Gothic"/>
                <a:ea typeface="Yu Gothic"/>
                <a:cs typeface="Yu Gothic"/>
              </a:defRPr>
            </a:lvl8pPr>
            <a:lvl9pPr>
              <a:defRPr sz="1800">
                <a:solidFill>
                  <a:srgbClr val="A94737"/>
                </a:solidFill>
                <a:latin typeface="Yu Gothic"/>
                <a:ea typeface="Yu Gothic"/>
                <a:cs typeface="Yu Gothic"/>
              </a:defRPr>
            </a:lvl9pPr>
          </a:lstStyle>
          <a:p xmlns:a="http://schemas.openxmlformats.org/drawingml/2006/main">
            <a:pPr>
              <a:defRPr sz="1800">
                <a:solidFill>
                  <a:srgbClr val="A94737"/>
                </a:solidFill>
                <a:latin typeface="Yu Gothic"/>
                <a:ea typeface="Yu Gothic"/>
                <a:cs typeface="Yu Gothic"/>
              </a:defRPr>
            </a:pPr>
            <a:r>
              <a:rPr sz="1800">
                <a:solidFill>
                  <a:srgbClr val="A94737"/>
                </a:solidFill>
                <a:latin typeface="Yu Gothic"/>
                <a:ea typeface="Yu Gothic"/>
                <a:cs typeface="Yu Gothic"/>
              </a:rPr>
              <a:t>OE＝1 m</a:t>
            </a:r>
          </a:p>
        </p:txBody>
      </p:sp>
      <p:sp>
        <p:nvSpPr>
          <p:cNvPr id="25" name="">
            <a:extLst xmlns:a="http://schemas.openxmlformats.org/drawingml/2006/main">
              <a:ext uri="{FF2B5EF4-FFF2-40B4-BE49-F238E27FC236}">
                <a16:creationId xmlns:a16="http://schemas.microsoft.com/office/drawing/2014/main" id="{98C4087D-64DE-4E5C-BF04-1EAC4945ACCA}"/>
              </a:ext>
            </a:extLst>
          </p:cNvPr>
          <p:cNvSpPr>
            <a:spLocks xmlns:a="http://schemas.openxmlformats.org/drawingml/2006/main" noGrp="1"/>
          </p:cNvSpPr>
          <p:nvPr/>
        </p:nvSpPr>
        <p:spPr>
          <a:xfrm xmlns:a="http://schemas.openxmlformats.org/drawingml/2006/main">
            <a:off x="6210300" y="3379470"/>
            <a:ext cx="1285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a:solidFill>
                  <a:srgbClr val="166B68"/>
                </a:solidFill>
                <a:latin typeface="Yu Gothic"/>
                <a:ea typeface="Yu Gothic"/>
                <a:cs typeface="Yu Gothic"/>
              </a:defRPr>
            </a:defPPr>
            <a:lvl1pPr>
              <a:defRPr sz="1800">
                <a:solidFill>
                  <a:srgbClr val="166B68"/>
                </a:solidFill>
                <a:latin typeface="Yu Gothic"/>
                <a:ea typeface="Yu Gothic"/>
                <a:cs typeface="Yu Gothic"/>
              </a:defRPr>
            </a:lvl1pPr>
            <a:lvl2pPr>
              <a:defRPr sz="1800">
                <a:solidFill>
                  <a:srgbClr val="166B68"/>
                </a:solidFill>
                <a:latin typeface="Yu Gothic"/>
                <a:ea typeface="Yu Gothic"/>
                <a:cs typeface="Yu Gothic"/>
              </a:defRPr>
            </a:lvl2pPr>
            <a:lvl3pPr>
              <a:defRPr sz="1800">
                <a:solidFill>
                  <a:srgbClr val="166B68"/>
                </a:solidFill>
                <a:latin typeface="Yu Gothic"/>
                <a:ea typeface="Yu Gothic"/>
                <a:cs typeface="Yu Gothic"/>
              </a:defRPr>
            </a:lvl3pPr>
            <a:lvl4pPr>
              <a:defRPr sz="1800">
                <a:solidFill>
                  <a:srgbClr val="166B68"/>
                </a:solidFill>
                <a:latin typeface="Yu Gothic"/>
                <a:ea typeface="Yu Gothic"/>
                <a:cs typeface="Yu Gothic"/>
              </a:defRPr>
            </a:lvl4pPr>
            <a:lvl5pPr>
              <a:defRPr sz="1800">
                <a:solidFill>
                  <a:srgbClr val="166B68"/>
                </a:solidFill>
                <a:latin typeface="Yu Gothic"/>
                <a:ea typeface="Yu Gothic"/>
                <a:cs typeface="Yu Gothic"/>
              </a:defRPr>
            </a:lvl5pPr>
            <a:lvl6pPr>
              <a:defRPr sz="1800">
                <a:solidFill>
                  <a:srgbClr val="166B68"/>
                </a:solidFill>
                <a:latin typeface="Yu Gothic"/>
                <a:ea typeface="Yu Gothic"/>
                <a:cs typeface="Yu Gothic"/>
              </a:defRPr>
            </a:lvl6pPr>
            <a:lvl7pPr>
              <a:defRPr sz="1800">
                <a:solidFill>
                  <a:srgbClr val="166B68"/>
                </a:solidFill>
                <a:latin typeface="Yu Gothic"/>
                <a:ea typeface="Yu Gothic"/>
                <a:cs typeface="Yu Gothic"/>
              </a:defRPr>
            </a:lvl7pPr>
            <a:lvl8pPr>
              <a:defRPr sz="1800">
                <a:solidFill>
                  <a:srgbClr val="166B68"/>
                </a:solidFill>
                <a:latin typeface="Yu Gothic"/>
                <a:ea typeface="Yu Gothic"/>
                <a:cs typeface="Yu Gothic"/>
              </a:defRPr>
            </a:lvl8pPr>
            <a:lvl9pPr>
              <a:defRPr sz="1800">
                <a:solidFill>
                  <a:srgbClr val="166B68"/>
                </a:solidFill>
                <a:latin typeface="Yu Gothic"/>
                <a:ea typeface="Yu Gothic"/>
                <a:cs typeface="Yu Gothic"/>
              </a:defRPr>
            </a:lvl9pPr>
          </a:lstStyle>
          <a:p xmlns:a="http://schemas.openxmlformats.org/drawingml/2006/main">
            <a:pPr>
              <a:defRPr sz="1800">
                <a:solidFill>
                  <a:srgbClr val="166B68"/>
                </a:solidFill>
                <a:latin typeface="Yu Gothic"/>
                <a:ea typeface="Yu Gothic"/>
                <a:cs typeface="Yu Gothic"/>
              </a:defRPr>
            </a:pPr>
            <a:r>
              <a:rPr sz="1800">
                <a:solidFill>
                  <a:srgbClr val="166B68"/>
                </a:solidFill>
                <a:latin typeface="Yu Gothic"/>
                <a:ea typeface="Yu Gothic"/>
                <a:cs typeface="Yu Gothic"/>
              </a:rPr>
              <a:t>OA＝100 m</a:t>
            </a:r>
          </a:p>
        </p:txBody>
      </p:sp>
      <p:sp>
        <p:nvSpPr>
          <p:cNvPr id="26" name="">
            <a:extLst xmlns:a="http://schemas.openxmlformats.org/drawingml/2006/main">
              <a:ext uri="{FF2B5EF4-FFF2-40B4-BE49-F238E27FC236}">
                <a16:creationId xmlns:a16="http://schemas.microsoft.com/office/drawing/2014/main" id="{719BF78B-154A-4E74-A89A-CE8B602A6691}"/>
              </a:ext>
            </a:extLst>
          </p:cNvPr>
          <p:cNvSpPr>
            <a:spLocks xmlns:a="http://schemas.openxmlformats.org/drawingml/2006/main" noGrp="1"/>
          </p:cNvSpPr>
          <p:nvPr/>
        </p:nvSpPr>
        <p:spPr>
          <a:xfrm xmlns:a="http://schemas.openxmlformats.org/drawingml/2006/main">
            <a:off x="8637270" y="2373630"/>
            <a:ext cx="9525" cy="2305050"/>
          </a:xfrm>
          <a:custGeom xmlns:a="http://schemas.openxmlformats.org/drawingml/2006/main">
            <a:pathLst>
              <a:path w="9525" h="2305050">
                <a:moveTo>
                  <a:pt x="0" y="2305050"/>
                </a:moveTo>
                <a:lnTo>
                  <a:pt x="0" y="0"/>
                </a:lnTo>
              </a:path>
            </a:pathLst>
          </a:custGeom>
          <a:noFill xmlns:a="http://schemas.openxmlformats.org/drawingml/2006/main"/>
          <a:ln xmlns:a="http://schemas.openxmlformats.org/drawingml/2006/main" w="19050">
            <a:solidFill>
              <a:srgbClr val="CFD9DD"/>
            </a:solidFill>
            <a:prstDash val="dash"/>
          </a:ln>
        </p:spPr>
      </p:sp>
      <p:sp>
        <p:nvSpPr>
          <p:cNvPr id="27" name="">
            <a:extLst xmlns:a="http://schemas.openxmlformats.org/drawingml/2006/main">
              <a:ext uri="{FF2B5EF4-FFF2-40B4-BE49-F238E27FC236}">
                <a16:creationId xmlns:a16="http://schemas.microsoft.com/office/drawing/2014/main" id="{0294ED83-D15D-468E-86CE-F341A940E6F8}"/>
              </a:ext>
            </a:extLst>
          </p:cNvPr>
          <p:cNvSpPr>
            <a:spLocks xmlns:a="http://schemas.openxmlformats.org/drawingml/2006/main" noGrp="1"/>
          </p:cNvSpPr>
          <p:nvPr/>
        </p:nvSpPr>
        <p:spPr>
          <a:xfrm xmlns:a="http://schemas.openxmlformats.org/drawingml/2006/main">
            <a:off x="8351158" y="4124014"/>
            <a:ext cx="11046" cy="9525"/>
          </a:xfrm>
          <a:custGeom xmlns:a="http://schemas.openxmlformats.org/drawingml/2006/main">
            <a:pathLst>
              <a:path w="11046" h="9525">
                <a:moveTo>
                  <a:pt x="0" y="5616"/>
                </a:moveTo>
                <a:lnTo>
                  <a:pt x="11046" y="0"/>
                </a:lnTo>
              </a:path>
            </a:pathLst>
          </a:custGeom>
          <a:noFill xmlns:a="http://schemas.openxmlformats.org/drawingml/2006/main"/>
          <a:ln xmlns:a="http://schemas.openxmlformats.org/drawingml/2006/main" w="28575">
            <a:solidFill>
              <a:srgbClr val="A94737"/>
            </a:solidFill>
            <a:prstDash val="solid"/>
          </a:ln>
        </p:spPr>
      </p:sp>
      <p:sp>
        <p:nvSpPr>
          <p:cNvPr id="28" name="">
            <a:extLst xmlns:a="http://schemas.openxmlformats.org/drawingml/2006/main">
              <a:ext uri="{FF2B5EF4-FFF2-40B4-BE49-F238E27FC236}">
                <a16:creationId xmlns:a16="http://schemas.microsoft.com/office/drawing/2014/main" id="{53F419F8-E8C8-4654-8F39-4EA33B66A860}"/>
              </a:ext>
            </a:extLst>
          </p:cNvPr>
          <p:cNvSpPr>
            <a:spLocks xmlns:a="http://schemas.openxmlformats.org/drawingml/2006/main" noGrp="1"/>
          </p:cNvSpPr>
          <p:nvPr/>
        </p:nvSpPr>
        <p:spPr>
          <a:xfrm xmlns:a="http://schemas.openxmlformats.org/drawingml/2006/main">
            <a:off x="8362204" y="4118619"/>
            <a:ext cx="11157" cy="9525"/>
          </a:xfrm>
          <a:custGeom xmlns:a="http://schemas.openxmlformats.org/drawingml/2006/main">
            <a:pathLst>
              <a:path w="11157" h="9525">
                <a:moveTo>
                  <a:pt x="0" y="5394"/>
                </a:moveTo>
                <a:lnTo>
                  <a:pt x="11157" y="0"/>
                </a:lnTo>
              </a:path>
            </a:pathLst>
          </a:custGeom>
          <a:noFill xmlns:a="http://schemas.openxmlformats.org/drawingml/2006/main"/>
          <a:ln xmlns:a="http://schemas.openxmlformats.org/drawingml/2006/main" w="28575">
            <a:solidFill>
              <a:srgbClr val="A94737"/>
            </a:solidFill>
            <a:prstDash val="solid"/>
          </a:ln>
        </p:spPr>
      </p:sp>
      <p:sp>
        <p:nvSpPr>
          <p:cNvPr id="29" name="">
            <a:extLst xmlns:a="http://schemas.openxmlformats.org/drawingml/2006/main">
              <a:ext uri="{FF2B5EF4-FFF2-40B4-BE49-F238E27FC236}">
                <a16:creationId xmlns:a16="http://schemas.microsoft.com/office/drawing/2014/main" id="{773378A0-9147-490F-B25F-517486C9AD27}"/>
              </a:ext>
            </a:extLst>
          </p:cNvPr>
          <p:cNvSpPr>
            <a:spLocks xmlns:a="http://schemas.openxmlformats.org/drawingml/2006/main" noGrp="1"/>
          </p:cNvSpPr>
          <p:nvPr/>
        </p:nvSpPr>
        <p:spPr>
          <a:xfrm xmlns:a="http://schemas.openxmlformats.org/drawingml/2006/main">
            <a:off x="8373361" y="4113450"/>
            <a:ext cx="11262" cy="9525"/>
          </a:xfrm>
          <a:custGeom xmlns:a="http://schemas.openxmlformats.org/drawingml/2006/main">
            <a:pathLst>
              <a:path w="11262" h="9525">
                <a:moveTo>
                  <a:pt x="0" y="5170"/>
                </a:moveTo>
                <a:lnTo>
                  <a:pt x="11262" y="0"/>
                </a:lnTo>
              </a:path>
            </a:pathLst>
          </a:custGeom>
          <a:noFill xmlns:a="http://schemas.openxmlformats.org/drawingml/2006/main"/>
          <a:ln xmlns:a="http://schemas.openxmlformats.org/drawingml/2006/main" w="28575">
            <a:solidFill>
              <a:srgbClr val="A94737"/>
            </a:solidFill>
            <a:prstDash val="solid"/>
          </a:ln>
        </p:spPr>
      </p:sp>
      <p:sp>
        <p:nvSpPr>
          <p:cNvPr id="30" name="">
            <a:extLst xmlns:a="http://schemas.openxmlformats.org/drawingml/2006/main">
              <a:ext uri="{FF2B5EF4-FFF2-40B4-BE49-F238E27FC236}">
                <a16:creationId xmlns:a16="http://schemas.microsoft.com/office/drawing/2014/main" id="{8A4C596C-28A0-4AB6-947D-092120BF02B3}"/>
              </a:ext>
            </a:extLst>
          </p:cNvPr>
          <p:cNvSpPr>
            <a:spLocks xmlns:a="http://schemas.openxmlformats.org/drawingml/2006/main" noGrp="1"/>
          </p:cNvSpPr>
          <p:nvPr/>
        </p:nvSpPr>
        <p:spPr>
          <a:xfrm xmlns:a="http://schemas.openxmlformats.org/drawingml/2006/main">
            <a:off x="8384623" y="4108506"/>
            <a:ext cx="11364" cy="9525"/>
          </a:xfrm>
          <a:custGeom xmlns:a="http://schemas.openxmlformats.org/drawingml/2006/main">
            <a:pathLst>
              <a:path w="11364" h="9525">
                <a:moveTo>
                  <a:pt x="0" y="4943"/>
                </a:moveTo>
                <a:lnTo>
                  <a:pt x="11364" y="0"/>
                </a:lnTo>
              </a:path>
            </a:pathLst>
          </a:custGeom>
          <a:noFill xmlns:a="http://schemas.openxmlformats.org/drawingml/2006/main"/>
          <a:ln xmlns:a="http://schemas.openxmlformats.org/drawingml/2006/main" w="28575">
            <a:solidFill>
              <a:srgbClr val="A94737"/>
            </a:solidFill>
            <a:prstDash val="solid"/>
          </a:ln>
        </p:spPr>
      </p:sp>
      <p:sp>
        <p:nvSpPr>
          <p:cNvPr id="31" name="">
            <a:extLst xmlns:a="http://schemas.openxmlformats.org/drawingml/2006/main">
              <a:ext uri="{FF2B5EF4-FFF2-40B4-BE49-F238E27FC236}">
                <a16:creationId xmlns:a16="http://schemas.microsoft.com/office/drawing/2014/main" id="{F75CE757-0309-4A4A-BC13-5B346674232B}"/>
              </a:ext>
            </a:extLst>
          </p:cNvPr>
          <p:cNvSpPr>
            <a:spLocks xmlns:a="http://schemas.openxmlformats.org/drawingml/2006/main" noGrp="1"/>
          </p:cNvSpPr>
          <p:nvPr/>
        </p:nvSpPr>
        <p:spPr>
          <a:xfrm xmlns:a="http://schemas.openxmlformats.org/drawingml/2006/main">
            <a:off x="8395987" y="4103791"/>
            <a:ext cx="11460" cy="9525"/>
          </a:xfrm>
          <a:custGeom xmlns:a="http://schemas.openxmlformats.org/drawingml/2006/main">
            <a:pathLst>
              <a:path w="11460" h="9525">
                <a:moveTo>
                  <a:pt x="0" y="4715"/>
                </a:moveTo>
                <a:lnTo>
                  <a:pt x="11460" y="0"/>
                </a:lnTo>
              </a:path>
            </a:pathLst>
          </a:custGeom>
          <a:noFill xmlns:a="http://schemas.openxmlformats.org/drawingml/2006/main"/>
          <a:ln xmlns:a="http://schemas.openxmlformats.org/drawingml/2006/main" w="28575">
            <a:solidFill>
              <a:srgbClr val="A94737"/>
            </a:solidFill>
            <a:prstDash val="solid"/>
          </a:ln>
        </p:spPr>
      </p:sp>
      <p:sp>
        <p:nvSpPr>
          <p:cNvPr id="32" name="">
            <a:extLst xmlns:a="http://schemas.openxmlformats.org/drawingml/2006/main">
              <a:ext uri="{FF2B5EF4-FFF2-40B4-BE49-F238E27FC236}">
                <a16:creationId xmlns:a16="http://schemas.microsoft.com/office/drawing/2014/main" id="{8C51FB05-5E97-4062-A84F-BFFFC55FD498}"/>
              </a:ext>
            </a:extLst>
          </p:cNvPr>
          <p:cNvSpPr>
            <a:spLocks xmlns:a="http://schemas.openxmlformats.org/drawingml/2006/main" noGrp="1"/>
          </p:cNvSpPr>
          <p:nvPr/>
        </p:nvSpPr>
        <p:spPr>
          <a:xfrm xmlns:a="http://schemas.openxmlformats.org/drawingml/2006/main">
            <a:off x="8407447" y="4099306"/>
            <a:ext cx="11552" cy="9525"/>
          </a:xfrm>
          <a:custGeom xmlns:a="http://schemas.openxmlformats.org/drawingml/2006/main">
            <a:pathLst>
              <a:path w="11552" h="9525">
                <a:moveTo>
                  <a:pt x="0" y="4485"/>
                </a:moveTo>
                <a:lnTo>
                  <a:pt x="11552" y="0"/>
                </a:lnTo>
              </a:path>
            </a:pathLst>
          </a:custGeom>
          <a:noFill xmlns:a="http://schemas.openxmlformats.org/drawingml/2006/main"/>
          <a:ln xmlns:a="http://schemas.openxmlformats.org/drawingml/2006/main" w="28575">
            <a:solidFill>
              <a:srgbClr val="A94737"/>
            </a:solidFill>
            <a:prstDash val="solid"/>
          </a:ln>
        </p:spPr>
      </p:sp>
      <p:sp>
        <p:nvSpPr>
          <p:cNvPr id="33" name="">
            <a:extLst xmlns:a="http://schemas.openxmlformats.org/drawingml/2006/main">
              <a:ext uri="{FF2B5EF4-FFF2-40B4-BE49-F238E27FC236}">
                <a16:creationId xmlns:a16="http://schemas.microsoft.com/office/drawing/2014/main" id="{D79173FF-F23A-411B-8A69-0063AA14245E}"/>
              </a:ext>
            </a:extLst>
          </p:cNvPr>
          <p:cNvSpPr>
            <a:spLocks xmlns:a="http://schemas.openxmlformats.org/drawingml/2006/main" noGrp="1"/>
          </p:cNvSpPr>
          <p:nvPr/>
        </p:nvSpPr>
        <p:spPr>
          <a:xfrm xmlns:a="http://schemas.openxmlformats.org/drawingml/2006/main">
            <a:off x="8419000" y="4095054"/>
            <a:ext cx="11640" cy="9525"/>
          </a:xfrm>
          <a:custGeom xmlns:a="http://schemas.openxmlformats.org/drawingml/2006/main">
            <a:pathLst>
              <a:path w="11640" h="9525">
                <a:moveTo>
                  <a:pt x="0" y="4253"/>
                </a:moveTo>
                <a:lnTo>
                  <a:pt x="11640" y="0"/>
                </a:lnTo>
              </a:path>
            </a:pathLst>
          </a:custGeom>
          <a:noFill xmlns:a="http://schemas.openxmlformats.org/drawingml/2006/main"/>
          <a:ln xmlns:a="http://schemas.openxmlformats.org/drawingml/2006/main" w="28575">
            <a:solidFill>
              <a:srgbClr val="A94737"/>
            </a:solidFill>
            <a:prstDash val="solid"/>
          </a:ln>
        </p:spPr>
      </p:sp>
      <p:sp>
        <p:nvSpPr>
          <p:cNvPr id="34" name="">
            <a:extLst xmlns:a="http://schemas.openxmlformats.org/drawingml/2006/main">
              <a:ext uri="{FF2B5EF4-FFF2-40B4-BE49-F238E27FC236}">
                <a16:creationId xmlns:a16="http://schemas.microsoft.com/office/drawing/2014/main" id="{FC22703D-5EF7-4905-8FBF-A26910E0076E}"/>
              </a:ext>
            </a:extLst>
          </p:cNvPr>
          <p:cNvSpPr>
            <a:spLocks xmlns:a="http://schemas.openxmlformats.org/drawingml/2006/main" noGrp="1"/>
          </p:cNvSpPr>
          <p:nvPr/>
        </p:nvSpPr>
        <p:spPr>
          <a:xfrm xmlns:a="http://schemas.openxmlformats.org/drawingml/2006/main">
            <a:off x="8430639" y="4091035"/>
            <a:ext cx="11723" cy="9525"/>
          </a:xfrm>
          <a:custGeom xmlns:a="http://schemas.openxmlformats.org/drawingml/2006/main">
            <a:pathLst>
              <a:path w="11723" h="9525">
                <a:moveTo>
                  <a:pt x="0" y="4019"/>
                </a:moveTo>
                <a:lnTo>
                  <a:pt x="11723" y="0"/>
                </a:lnTo>
              </a:path>
            </a:pathLst>
          </a:custGeom>
          <a:noFill xmlns:a="http://schemas.openxmlformats.org/drawingml/2006/main"/>
          <a:ln xmlns:a="http://schemas.openxmlformats.org/drawingml/2006/main" w="28575">
            <a:solidFill>
              <a:srgbClr val="A94737"/>
            </a:solidFill>
            <a:prstDash val="solid"/>
          </a:ln>
        </p:spPr>
      </p:sp>
      <p:sp>
        <p:nvSpPr>
          <p:cNvPr id="35" name="">
            <a:extLst xmlns:a="http://schemas.openxmlformats.org/drawingml/2006/main">
              <a:ext uri="{FF2B5EF4-FFF2-40B4-BE49-F238E27FC236}">
                <a16:creationId xmlns:a16="http://schemas.microsoft.com/office/drawing/2014/main" id="{5FD8AB89-F114-447F-A11E-51F38448AA3C}"/>
              </a:ext>
            </a:extLst>
          </p:cNvPr>
          <p:cNvSpPr>
            <a:spLocks xmlns:a="http://schemas.openxmlformats.org/drawingml/2006/main" noGrp="1"/>
          </p:cNvSpPr>
          <p:nvPr/>
        </p:nvSpPr>
        <p:spPr>
          <a:xfrm xmlns:a="http://schemas.openxmlformats.org/drawingml/2006/main">
            <a:off x="8442362" y="4087252"/>
            <a:ext cx="11801" cy="9525"/>
          </a:xfrm>
          <a:custGeom xmlns:a="http://schemas.openxmlformats.org/drawingml/2006/main">
            <a:pathLst>
              <a:path w="11801" h="9525">
                <a:moveTo>
                  <a:pt x="0" y="3783"/>
                </a:moveTo>
                <a:lnTo>
                  <a:pt x="11801" y="0"/>
                </a:lnTo>
              </a:path>
            </a:pathLst>
          </a:custGeom>
          <a:noFill xmlns:a="http://schemas.openxmlformats.org/drawingml/2006/main"/>
          <a:ln xmlns:a="http://schemas.openxmlformats.org/drawingml/2006/main" w="28575">
            <a:solidFill>
              <a:srgbClr val="A94737"/>
            </a:solidFill>
            <a:prstDash val="solid"/>
          </a:ln>
        </p:spPr>
      </p:sp>
      <p:sp>
        <p:nvSpPr>
          <p:cNvPr id="36" name="">
            <a:extLst xmlns:a="http://schemas.openxmlformats.org/drawingml/2006/main">
              <a:ext uri="{FF2B5EF4-FFF2-40B4-BE49-F238E27FC236}">
                <a16:creationId xmlns:a16="http://schemas.microsoft.com/office/drawing/2014/main" id="{12143A9C-32C1-4259-B8FA-C1654DEA4E3F}"/>
              </a:ext>
            </a:extLst>
          </p:cNvPr>
          <p:cNvSpPr>
            <a:spLocks xmlns:a="http://schemas.openxmlformats.org/drawingml/2006/main" noGrp="1"/>
          </p:cNvSpPr>
          <p:nvPr/>
        </p:nvSpPr>
        <p:spPr>
          <a:xfrm xmlns:a="http://schemas.openxmlformats.org/drawingml/2006/main">
            <a:off x="8454163" y="4083705"/>
            <a:ext cx="11874" cy="9525"/>
          </a:xfrm>
          <a:custGeom xmlns:a="http://schemas.openxmlformats.org/drawingml/2006/main">
            <a:pathLst>
              <a:path w="11874" h="9525">
                <a:moveTo>
                  <a:pt x="0" y="3546"/>
                </a:moveTo>
                <a:lnTo>
                  <a:pt x="11874" y="0"/>
                </a:lnTo>
              </a:path>
            </a:pathLst>
          </a:custGeom>
          <a:noFill xmlns:a="http://schemas.openxmlformats.org/drawingml/2006/main"/>
          <a:ln xmlns:a="http://schemas.openxmlformats.org/drawingml/2006/main" w="28575">
            <a:solidFill>
              <a:srgbClr val="A94737"/>
            </a:solidFill>
            <a:prstDash val="solid"/>
          </a:ln>
        </p:spPr>
      </p:sp>
      <p:sp>
        <p:nvSpPr>
          <p:cNvPr id="37" name="">
            <a:extLst xmlns:a="http://schemas.openxmlformats.org/drawingml/2006/main">
              <a:ext uri="{FF2B5EF4-FFF2-40B4-BE49-F238E27FC236}">
                <a16:creationId xmlns:a16="http://schemas.microsoft.com/office/drawing/2014/main" id="{28458EC8-F305-4D83-961C-CDE047EA1FA9}"/>
              </a:ext>
            </a:extLst>
          </p:cNvPr>
          <p:cNvSpPr>
            <a:spLocks xmlns:a="http://schemas.openxmlformats.org/drawingml/2006/main" noGrp="1"/>
          </p:cNvSpPr>
          <p:nvPr/>
        </p:nvSpPr>
        <p:spPr>
          <a:xfrm xmlns:a="http://schemas.openxmlformats.org/drawingml/2006/main">
            <a:off x="8466037" y="4080397"/>
            <a:ext cx="11943" cy="9525"/>
          </a:xfrm>
          <a:custGeom xmlns:a="http://schemas.openxmlformats.org/drawingml/2006/main">
            <a:pathLst>
              <a:path w="11943" h="9525">
                <a:moveTo>
                  <a:pt x="0" y="3308"/>
                </a:moveTo>
                <a:lnTo>
                  <a:pt x="11943" y="0"/>
                </a:lnTo>
              </a:path>
            </a:pathLst>
          </a:custGeom>
          <a:noFill xmlns:a="http://schemas.openxmlformats.org/drawingml/2006/main"/>
          <a:ln xmlns:a="http://schemas.openxmlformats.org/drawingml/2006/main" w="28575">
            <a:solidFill>
              <a:srgbClr val="A94737"/>
            </a:solidFill>
            <a:prstDash val="solid"/>
          </a:ln>
        </p:spPr>
      </p:sp>
      <p:sp>
        <p:nvSpPr>
          <p:cNvPr id="38" name="">
            <a:extLst xmlns:a="http://schemas.openxmlformats.org/drawingml/2006/main">
              <a:ext uri="{FF2B5EF4-FFF2-40B4-BE49-F238E27FC236}">
                <a16:creationId xmlns:a16="http://schemas.microsoft.com/office/drawing/2014/main" id="{0A7AB3E2-2D82-4631-8AFB-304D35C20CC9}"/>
              </a:ext>
            </a:extLst>
          </p:cNvPr>
          <p:cNvSpPr>
            <a:spLocks xmlns:a="http://schemas.openxmlformats.org/drawingml/2006/main" noGrp="1"/>
          </p:cNvSpPr>
          <p:nvPr/>
        </p:nvSpPr>
        <p:spPr>
          <a:xfrm xmlns:a="http://schemas.openxmlformats.org/drawingml/2006/main">
            <a:off x="8477979" y="4077329"/>
            <a:ext cx="12006" cy="9525"/>
          </a:xfrm>
          <a:custGeom xmlns:a="http://schemas.openxmlformats.org/drawingml/2006/main">
            <a:pathLst>
              <a:path w="12006" h="9525">
                <a:moveTo>
                  <a:pt x="0" y="3068"/>
                </a:moveTo>
                <a:lnTo>
                  <a:pt x="12006" y="0"/>
                </a:lnTo>
              </a:path>
            </a:pathLst>
          </a:custGeom>
          <a:noFill xmlns:a="http://schemas.openxmlformats.org/drawingml/2006/main"/>
          <a:ln xmlns:a="http://schemas.openxmlformats.org/drawingml/2006/main" w="28575">
            <a:solidFill>
              <a:srgbClr val="A94737"/>
            </a:solidFill>
            <a:prstDash val="solid"/>
          </a:ln>
        </p:spPr>
      </p:sp>
      <p:sp>
        <p:nvSpPr>
          <p:cNvPr id="39" name="">
            <a:extLst xmlns:a="http://schemas.openxmlformats.org/drawingml/2006/main">
              <a:ext uri="{FF2B5EF4-FFF2-40B4-BE49-F238E27FC236}">
                <a16:creationId xmlns:a16="http://schemas.microsoft.com/office/drawing/2014/main" id="{28614847-CC4B-4088-ABC2-8A25FA552E4E}"/>
              </a:ext>
            </a:extLst>
          </p:cNvPr>
          <p:cNvSpPr>
            <a:spLocks xmlns:a="http://schemas.openxmlformats.org/drawingml/2006/main" noGrp="1"/>
          </p:cNvSpPr>
          <p:nvPr/>
        </p:nvSpPr>
        <p:spPr>
          <a:xfrm xmlns:a="http://schemas.openxmlformats.org/drawingml/2006/main">
            <a:off x="8489986" y="4074502"/>
            <a:ext cx="12065" cy="9525"/>
          </a:xfrm>
          <a:custGeom xmlns:a="http://schemas.openxmlformats.org/drawingml/2006/main">
            <a:pathLst>
              <a:path w="12065" h="9525">
                <a:moveTo>
                  <a:pt x="0" y="2827"/>
                </a:moveTo>
                <a:lnTo>
                  <a:pt x="12065" y="0"/>
                </a:lnTo>
              </a:path>
            </a:pathLst>
          </a:custGeom>
          <a:noFill xmlns:a="http://schemas.openxmlformats.org/drawingml/2006/main"/>
          <a:ln xmlns:a="http://schemas.openxmlformats.org/drawingml/2006/main" w="28575">
            <a:solidFill>
              <a:srgbClr val="A94737"/>
            </a:solidFill>
            <a:prstDash val="solid"/>
          </a:ln>
        </p:spPr>
      </p:sp>
      <p:sp>
        <p:nvSpPr>
          <p:cNvPr id="40" name="">
            <a:extLst xmlns:a="http://schemas.openxmlformats.org/drawingml/2006/main">
              <a:ext uri="{FF2B5EF4-FFF2-40B4-BE49-F238E27FC236}">
                <a16:creationId xmlns:a16="http://schemas.microsoft.com/office/drawing/2014/main" id="{2DD868B9-EA2D-41C9-B602-0E0837FFEF2C}"/>
              </a:ext>
            </a:extLst>
          </p:cNvPr>
          <p:cNvSpPr>
            <a:spLocks xmlns:a="http://schemas.openxmlformats.org/drawingml/2006/main" noGrp="1"/>
          </p:cNvSpPr>
          <p:nvPr/>
        </p:nvSpPr>
        <p:spPr>
          <a:xfrm xmlns:a="http://schemas.openxmlformats.org/drawingml/2006/main">
            <a:off x="8502051" y="4071916"/>
            <a:ext cx="12120" cy="9525"/>
          </a:xfrm>
          <a:custGeom xmlns:a="http://schemas.openxmlformats.org/drawingml/2006/main">
            <a:pathLst>
              <a:path w="12120" h="9525">
                <a:moveTo>
                  <a:pt x="0" y="2585"/>
                </a:moveTo>
                <a:lnTo>
                  <a:pt x="12120" y="0"/>
                </a:lnTo>
              </a:path>
            </a:pathLst>
          </a:custGeom>
          <a:noFill xmlns:a="http://schemas.openxmlformats.org/drawingml/2006/main"/>
          <a:ln xmlns:a="http://schemas.openxmlformats.org/drawingml/2006/main" w="28575">
            <a:solidFill>
              <a:srgbClr val="A94737"/>
            </a:solidFill>
            <a:prstDash val="solid"/>
          </a:ln>
        </p:spPr>
      </p:sp>
      <p:sp>
        <p:nvSpPr>
          <p:cNvPr id="41" name="">
            <a:extLst xmlns:a="http://schemas.openxmlformats.org/drawingml/2006/main">
              <a:ext uri="{FF2B5EF4-FFF2-40B4-BE49-F238E27FC236}">
                <a16:creationId xmlns:a16="http://schemas.microsoft.com/office/drawing/2014/main" id="{8AFF6598-390E-46BB-8C5F-6693D38C583B}"/>
              </a:ext>
            </a:extLst>
          </p:cNvPr>
          <p:cNvSpPr>
            <a:spLocks xmlns:a="http://schemas.openxmlformats.org/drawingml/2006/main" noGrp="1"/>
          </p:cNvSpPr>
          <p:nvPr/>
        </p:nvSpPr>
        <p:spPr>
          <a:xfrm xmlns:a="http://schemas.openxmlformats.org/drawingml/2006/main">
            <a:off x="8514171" y="4069574"/>
            <a:ext cx="12169" cy="9525"/>
          </a:xfrm>
          <a:custGeom xmlns:a="http://schemas.openxmlformats.org/drawingml/2006/main">
            <a:pathLst>
              <a:path w="12169" h="9525">
                <a:moveTo>
                  <a:pt x="0" y="2342"/>
                </a:moveTo>
                <a:lnTo>
                  <a:pt x="12169" y="0"/>
                </a:lnTo>
              </a:path>
            </a:pathLst>
          </a:custGeom>
          <a:noFill xmlns:a="http://schemas.openxmlformats.org/drawingml/2006/main"/>
          <a:ln xmlns:a="http://schemas.openxmlformats.org/drawingml/2006/main" w="28575">
            <a:solidFill>
              <a:srgbClr val="A94737"/>
            </a:solidFill>
            <a:prstDash val="solid"/>
          </a:ln>
        </p:spPr>
      </p:sp>
      <p:sp>
        <p:nvSpPr>
          <p:cNvPr id="42" name="">
            <a:extLst xmlns:a="http://schemas.openxmlformats.org/drawingml/2006/main">
              <a:ext uri="{FF2B5EF4-FFF2-40B4-BE49-F238E27FC236}">
                <a16:creationId xmlns:a16="http://schemas.microsoft.com/office/drawing/2014/main" id="{A7F35E95-747D-43F2-8F4F-8F0D22DC8759}"/>
              </a:ext>
            </a:extLst>
          </p:cNvPr>
          <p:cNvSpPr>
            <a:spLocks xmlns:a="http://schemas.openxmlformats.org/drawingml/2006/main" noGrp="1"/>
          </p:cNvSpPr>
          <p:nvPr/>
        </p:nvSpPr>
        <p:spPr>
          <a:xfrm xmlns:a="http://schemas.openxmlformats.org/drawingml/2006/main">
            <a:off x="8526340" y="4067476"/>
            <a:ext cx="12213" cy="9525"/>
          </a:xfrm>
          <a:custGeom xmlns:a="http://schemas.openxmlformats.org/drawingml/2006/main">
            <a:pathLst>
              <a:path w="12213" h="9525">
                <a:moveTo>
                  <a:pt x="0" y="2098"/>
                </a:moveTo>
                <a:lnTo>
                  <a:pt x="12213" y="0"/>
                </a:lnTo>
              </a:path>
            </a:pathLst>
          </a:custGeom>
          <a:noFill xmlns:a="http://schemas.openxmlformats.org/drawingml/2006/main"/>
          <a:ln xmlns:a="http://schemas.openxmlformats.org/drawingml/2006/main" w="28575">
            <a:solidFill>
              <a:srgbClr val="A94737"/>
            </a:solidFill>
            <a:prstDash val="solid"/>
          </a:ln>
        </p:spPr>
      </p:sp>
      <p:sp>
        <p:nvSpPr>
          <p:cNvPr id="43" name="">
            <a:extLst xmlns:a="http://schemas.openxmlformats.org/drawingml/2006/main">
              <a:ext uri="{FF2B5EF4-FFF2-40B4-BE49-F238E27FC236}">
                <a16:creationId xmlns:a16="http://schemas.microsoft.com/office/drawing/2014/main" id="{77FF9A6F-AC3E-4D9B-9827-4EB9FBD79615}"/>
              </a:ext>
            </a:extLst>
          </p:cNvPr>
          <p:cNvSpPr>
            <a:spLocks xmlns:a="http://schemas.openxmlformats.org/drawingml/2006/main" noGrp="1"/>
          </p:cNvSpPr>
          <p:nvPr/>
        </p:nvSpPr>
        <p:spPr>
          <a:xfrm xmlns:a="http://schemas.openxmlformats.org/drawingml/2006/main">
            <a:off x="8538553" y="4065622"/>
            <a:ext cx="12253" cy="9525"/>
          </a:xfrm>
          <a:custGeom xmlns:a="http://schemas.openxmlformats.org/drawingml/2006/main">
            <a:pathLst>
              <a:path w="12253" h="9525">
                <a:moveTo>
                  <a:pt x="0" y="1853"/>
                </a:moveTo>
                <a:lnTo>
                  <a:pt x="12253" y="0"/>
                </a:lnTo>
              </a:path>
            </a:pathLst>
          </a:custGeom>
          <a:noFill xmlns:a="http://schemas.openxmlformats.org/drawingml/2006/main"/>
          <a:ln xmlns:a="http://schemas.openxmlformats.org/drawingml/2006/main" w="28575">
            <a:solidFill>
              <a:srgbClr val="A94737"/>
            </a:solidFill>
            <a:prstDash val="solid"/>
          </a:ln>
        </p:spPr>
      </p:sp>
      <p:sp>
        <p:nvSpPr>
          <p:cNvPr id="44" name="">
            <a:extLst xmlns:a="http://schemas.openxmlformats.org/drawingml/2006/main">
              <a:ext uri="{FF2B5EF4-FFF2-40B4-BE49-F238E27FC236}">
                <a16:creationId xmlns:a16="http://schemas.microsoft.com/office/drawing/2014/main" id="{80DF0294-EE2F-44DD-A23A-66BA6B4BFC51}"/>
              </a:ext>
            </a:extLst>
          </p:cNvPr>
          <p:cNvSpPr>
            <a:spLocks xmlns:a="http://schemas.openxmlformats.org/drawingml/2006/main" noGrp="1"/>
          </p:cNvSpPr>
          <p:nvPr/>
        </p:nvSpPr>
        <p:spPr>
          <a:xfrm xmlns:a="http://schemas.openxmlformats.org/drawingml/2006/main">
            <a:off x="8550806" y="4064015"/>
            <a:ext cx="12288" cy="9525"/>
          </a:xfrm>
          <a:custGeom xmlns:a="http://schemas.openxmlformats.org/drawingml/2006/main">
            <a:pathLst>
              <a:path w="12288" h="9525">
                <a:moveTo>
                  <a:pt x="0" y="1608"/>
                </a:moveTo>
                <a:lnTo>
                  <a:pt x="12288" y="0"/>
                </a:lnTo>
              </a:path>
            </a:pathLst>
          </a:custGeom>
          <a:noFill xmlns:a="http://schemas.openxmlformats.org/drawingml/2006/main"/>
          <a:ln xmlns:a="http://schemas.openxmlformats.org/drawingml/2006/main" w="28575">
            <a:solidFill>
              <a:srgbClr val="A94737"/>
            </a:solidFill>
            <a:prstDash val="solid"/>
          </a:ln>
        </p:spPr>
      </p:sp>
      <p:sp>
        <p:nvSpPr>
          <p:cNvPr id="45" name="">
            <a:extLst xmlns:a="http://schemas.openxmlformats.org/drawingml/2006/main">
              <a:ext uri="{FF2B5EF4-FFF2-40B4-BE49-F238E27FC236}">
                <a16:creationId xmlns:a16="http://schemas.microsoft.com/office/drawing/2014/main" id="{4D5ABE7F-07D9-488B-92B5-9D840D7AF353}"/>
              </a:ext>
            </a:extLst>
          </p:cNvPr>
          <p:cNvSpPr>
            <a:spLocks xmlns:a="http://schemas.openxmlformats.org/drawingml/2006/main" noGrp="1"/>
          </p:cNvSpPr>
          <p:nvPr/>
        </p:nvSpPr>
        <p:spPr>
          <a:xfrm xmlns:a="http://schemas.openxmlformats.org/drawingml/2006/main">
            <a:off x="8563094" y="4062653"/>
            <a:ext cx="12317" cy="9525"/>
          </a:xfrm>
          <a:custGeom xmlns:a="http://schemas.openxmlformats.org/drawingml/2006/main">
            <a:pathLst>
              <a:path w="12317" h="9525">
                <a:moveTo>
                  <a:pt x="0" y="1362"/>
                </a:moveTo>
                <a:lnTo>
                  <a:pt x="12317" y="0"/>
                </a:lnTo>
              </a:path>
            </a:pathLst>
          </a:custGeom>
          <a:noFill xmlns:a="http://schemas.openxmlformats.org/drawingml/2006/main"/>
          <a:ln xmlns:a="http://schemas.openxmlformats.org/drawingml/2006/main" w="28575">
            <a:solidFill>
              <a:srgbClr val="A94737"/>
            </a:solidFill>
            <a:prstDash val="solid"/>
          </a:ln>
        </p:spPr>
      </p:sp>
      <p:sp>
        <p:nvSpPr>
          <p:cNvPr id="46" name="">
            <a:extLst xmlns:a="http://schemas.openxmlformats.org/drawingml/2006/main">
              <a:ext uri="{FF2B5EF4-FFF2-40B4-BE49-F238E27FC236}">
                <a16:creationId xmlns:a16="http://schemas.microsoft.com/office/drawing/2014/main" id="{3D78C2A6-780D-40C9-9916-21600FDD8344}"/>
              </a:ext>
            </a:extLst>
          </p:cNvPr>
          <p:cNvSpPr>
            <a:spLocks xmlns:a="http://schemas.openxmlformats.org/drawingml/2006/main" noGrp="1"/>
          </p:cNvSpPr>
          <p:nvPr/>
        </p:nvSpPr>
        <p:spPr>
          <a:xfrm xmlns:a="http://schemas.openxmlformats.org/drawingml/2006/main">
            <a:off x="8575411" y="4061538"/>
            <a:ext cx="12342" cy="9525"/>
          </a:xfrm>
          <a:custGeom xmlns:a="http://schemas.openxmlformats.org/drawingml/2006/main">
            <a:pathLst>
              <a:path w="12342" h="9525">
                <a:moveTo>
                  <a:pt x="0" y="1115"/>
                </a:moveTo>
                <a:lnTo>
                  <a:pt x="12342" y="0"/>
                </a:lnTo>
              </a:path>
            </a:pathLst>
          </a:custGeom>
          <a:noFill xmlns:a="http://schemas.openxmlformats.org/drawingml/2006/main"/>
          <a:ln xmlns:a="http://schemas.openxmlformats.org/drawingml/2006/main" w="28575">
            <a:solidFill>
              <a:srgbClr val="A94737"/>
            </a:solidFill>
            <a:prstDash val="solid"/>
          </a:ln>
        </p:spPr>
      </p:sp>
      <p:sp>
        <p:nvSpPr>
          <p:cNvPr id="47" name="">
            <a:extLst xmlns:a="http://schemas.openxmlformats.org/drawingml/2006/main">
              <a:ext uri="{FF2B5EF4-FFF2-40B4-BE49-F238E27FC236}">
                <a16:creationId xmlns:a16="http://schemas.microsoft.com/office/drawing/2014/main" id="{E4B22172-D70C-4D94-898D-46CB09AB7AE3}"/>
              </a:ext>
            </a:extLst>
          </p:cNvPr>
          <p:cNvSpPr>
            <a:spLocks xmlns:a="http://schemas.openxmlformats.org/drawingml/2006/main" noGrp="1"/>
          </p:cNvSpPr>
          <p:nvPr/>
        </p:nvSpPr>
        <p:spPr>
          <a:xfrm xmlns:a="http://schemas.openxmlformats.org/drawingml/2006/main">
            <a:off x="8587753" y="4060671"/>
            <a:ext cx="12362" cy="9525"/>
          </a:xfrm>
          <a:custGeom xmlns:a="http://schemas.openxmlformats.org/drawingml/2006/main">
            <a:pathLst>
              <a:path w="12362" h="9525">
                <a:moveTo>
                  <a:pt x="0" y="867"/>
                </a:moveTo>
                <a:lnTo>
                  <a:pt x="12362" y="0"/>
                </a:lnTo>
              </a:path>
            </a:pathLst>
          </a:custGeom>
          <a:noFill xmlns:a="http://schemas.openxmlformats.org/drawingml/2006/main"/>
          <a:ln xmlns:a="http://schemas.openxmlformats.org/drawingml/2006/main" w="28575">
            <a:solidFill>
              <a:srgbClr val="A94737"/>
            </a:solidFill>
            <a:prstDash val="solid"/>
          </a:ln>
        </p:spPr>
      </p:sp>
      <p:sp>
        <p:nvSpPr>
          <p:cNvPr id="48" name="">
            <a:extLst xmlns:a="http://schemas.openxmlformats.org/drawingml/2006/main">
              <a:ext uri="{FF2B5EF4-FFF2-40B4-BE49-F238E27FC236}">
                <a16:creationId xmlns:a16="http://schemas.microsoft.com/office/drawing/2014/main" id="{EB45FB88-C0D2-46A9-A367-723B03E429EE}"/>
              </a:ext>
            </a:extLst>
          </p:cNvPr>
          <p:cNvSpPr>
            <a:spLocks xmlns:a="http://schemas.openxmlformats.org/drawingml/2006/main" noGrp="1"/>
          </p:cNvSpPr>
          <p:nvPr/>
        </p:nvSpPr>
        <p:spPr>
          <a:xfrm xmlns:a="http://schemas.openxmlformats.org/drawingml/2006/main">
            <a:off x="8600115" y="4060051"/>
            <a:ext cx="12377" cy="9525"/>
          </a:xfrm>
          <a:custGeom xmlns:a="http://schemas.openxmlformats.org/drawingml/2006/main">
            <a:pathLst>
              <a:path w="12377" h="9525">
                <a:moveTo>
                  <a:pt x="0" y="620"/>
                </a:moveTo>
                <a:lnTo>
                  <a:pt x="12377" y="0"/>
                </a:lnTo>
              </a:path>
            </a:pathLst>
          </a:custGeom>
          <a:noFill xmlns:a="http://schemas.openxmlformats.org/drawingml/2006/main"/>
          <a:ln xmlns:a="http://schemas.openxmlformats.org/drawingml/2006/main" w="28575">
            <a:solidFill>
              <a:srgbClr val="A94737"/>
            </a:solidFill>
            <a:prstDash val="solid"/>
          </a:ln>
        </p:spPr>
      </p:sp>
      <p:sp>
        <p:nvSpPr>
          <p:cNvPr id="49" name="">
            <a:extLst xmlns:a="http://schemas.openxmlformats.org/drawingml/2006/main">
              <a:ext uri="{FF2B5EF4-FFF2-40B4-BE49-F238E27FC236}">
                <a16:creationId xmlns:a16="http://schemas.microsoft.com/office/drawing/2014/main" id="{9965D958-D34A-4454-8680-BC9738EB12CD}"/>
              </a:ext>
            </a:extLst>
          </p:cNvPr>
          <p:cNvSpPr>
            <a:spLocks xmlns:a="http://schemas.openxmlformats.org/drawingml/2006/main" noGrp="1"/>
          </p:cNvSpPr>
          <p:nvPr/>
        </p:nvSpPr>
        <p:spPr>
          <a:xfrm xmlns:a="http://schemas.openxmlformats.org/drawingml/2006/main">
            <a:off x="8612492" y="4059679"/>
            <a:ext cx="12387" cy="9525"/>
          </a:xfrm>
          <a:custGeom xmlns:a="http://schemas.openxmlformats.org/drawingml/2006/main">
            <a:pathLst>
              <a:path w="12387" h="9525">
                <a:moveTo>
                  <a:pt x="0" y="372"/>
                </a:moveTo>
                <a:lnTo>
                  <a:pt x="12387" y="0"/>
                </a:lnTo>
              </a:path>
            </a:pathLst>
          </a:custGeom>
          <a:noFill xmlns:a="http://schemas.openxmlformats.org/drawingml/2006/main"/>
          <a:ln xmlns:a="http://schemas.openxmlformats.org/drawingml/2006/main" w="28575">
            <a:solidFill>
              <a:srgbClr val="A94737"/>
            </a:solidFill>
            <a:prstDash val="solid"/>
          </a:ln>
        </p:spPr>
      </p:sp>
      <p:sp>
        <p:nvSpPr>
          <p:cNvPr id="50" name="">
            <a:extLst xmlns:a="http://schemas.openxmlformats.org/drawingml/2006/main">
              <a:ext uri="{FF2B5EF4-FFF2-40B4-BE49-F238E27FC236}">
                <a16:creationId xmlns:a16="http://schemas.microsoft.com/office/drawing/2014/main" id="{E4CFF9AF-E7FD-4939-95E2-11472FF7173B}"/>
              </a:ext>
            </a:extLst>
          </p:cNvPr>
          <p:cNvSpPr>
            <a:spLocks xmlns:a="http://schemas.openxmlformats.org/drawingml/2006/main" noGrp="1"/>
          </p:cNvSpPr>
          <p:nvPr/>
        </p:nvSpPr>
        <p:spPr>
          <a:xfrm xmlns:a="http://schemas.openxmlformats.org/drawingml/2006/main">
            <a:off x="8624878" y="4059555"/>
            <a:ext cx="12392" cy="9525"/>
          </a:xfrm>
          <a:custGeom xmlns:a="http://schemas.openxmlformats.org/drawingml/2006/main">
            <a:pathLst>
              <a:path w="12392" h="9525">
                <a:moveTo>
                  <a:pt x="0" y="124"/>
                </a:moveTo>
                <a:lnTo>
                  <a:pt x="12392" y="0"/>
                </a:lnTo>
              </a:path>
            </a:pathLst>
          </a:custGeom>
          <a:noFill xmlns:a="http://schemas.openxmlformats.org/drawingml/2006/main"/>
          <a:ln xmlns:a="http://schemas.openxmlformats.org/drawingml/2006/main" w="28575">
            <a:solidFill>
              <a:srgbClr val="A94737"/>
            </a:solidFill>
            <a:prstDash val="solid"/>
          </a:ln>
        </p:spPr>
      </p:sp>
      <p:sp>
        <p:nvSpPr>
          <p:cNvPr id="51" name="">
            <a:extLst xmlns:a="http://schemas.openxmlformats.org/drawingml/2006/main">
              <a:ext uri="{FF2B5EF4-FFF2-40B4-BE49-F238E27FC236}">
                <a16:creationId xmlns:a16="http://schemas.microsoft.com/office/drawing/2014/main" id="{26CCA484-19D8-473E-9FC5-F29812223648}"/>
              </a:ext>
            </a:extLst>
          </p:cNvPr>
          <p:cNvSpPr>
            <a:spLocks xmlns:a="http://schemas.openxmlformats.org/drawingml/2006/main" noGrp="1"/>
          </p:cNvSpPr>
          <p:nvPr/>
        </p:nvSpPr>
        <p:spPr>
          <a:xfrm xmlns:a="http://schemas.openxmlformats.org/drawingml/2006/main">
            <a:off x="8303895" y="3707130"/>
            <a:ext cx="428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100">
                <a:solidFill>
                  <a:srgbClr val="A94737"/>
                </a:solidFill>
                <a:latin typeface="Yu Gothic"/>
                <a:ea typeface="Yu Gothic"/>
                <a:cs typeface="Yu Gothic"/>
              </a:defRPr>
            </a:defPPr>
            <a:lvl1pPr>
              <a:defRPr sz="2100">
                <a:solidFill>
                  <a:srgbClr val="A94737"/>
                </a:solidFill>
                <a:latin typeface="Yu Gothic"/>
                <a:ea typeface="Yu Gothic"/>
                <a:cs typeface="Yu Gothic"/>
              </a:defRPr>
            </a:lvl1pPr>
            <a:lvl2pPr>
              <a:defRPr sz="2100">
                <a:solidFill>
                  <a:srgbClr val="A94737"/>
                </a:solidFill>
                <a:latin typeface="Yu Gothic"/>
                <a:ea typeface="Yu Gothic"/>
                <a:cs typeface="Yu Gothic"/>
              </a:defRPr>
            </a:lvl2pPr>
            <a:lvl3pPr>
              <a:defRPr sz="2100">
                <a:solidFill>
                  <a:srgbClr val="A94737"/>
                </a:solidFill>
                <a:latin typeface="Yu Gothic"/>
                <a:ea typeface="Yu Gothic"/>
                <a:cs typeface="Yu Gothic"/>
              </a:defRPr>
            </a:lvl3pPr>
            <a:lvl4pPr>
              <a:defRPr sz="2100">
                <a:solidFill>
                  <a:srgbClr val="A94737"/>
                </a:solidFill>
                <a:latin typeface="Yu Gothic"/>
                <a:ea typeface="Yu Gothic"/>
                <a:cs typeface="Yu Gothic"/>
              </a:defRPr>
            </a:lvl4pPr>
            <a:lvl5pPr>
              <a:defRPr sz="2100">
                <a:solidFill>
                  <a:srgbClr val="A94737"/>
                </a:solidFill>
                <a:latin typeface="Yu Gothic"/>
                <a:ea typeface="Yu Gothic"/>
                <a:cs typeface="Yu Gothic"/>
              </a:defRPr>
            </a:lvl5pPr>
            <a:lvl6pPr>
              <a:defRPr sz="2100">
                <a:solidFill>
                  <a:srgbClr val="A94737"/>
                </a:solidFill>
                <a:latin typeface="Yu Gothic"/>
                <a:ea typeface="Yu Gothic"/>
                <a:cs typeface="Yu Gothic"/>
              </a:defRPr>
            </a:lvl6pPr>
            <a:lvl7pPr>
              <a:defRPr sz="2100">
                <a:solidFill>
                  <a:srgbClr val="A94737"/>
                </a:solidFill>
                <a:latin typeface="Yu Gothic"/>
                <a:ea typeface="Yu Gothic"/>
                <a:cs typeface="Yu Gothic"/>
              </a:defRPr>
            </a:lvl7pPr>
            <a:lvl8pPr>
              <a:defRPr sz="2100">
                <a:solidFill>
                  <a:srgbClr val="A94737"/>
                </a:solidFill>
                <a:latin typeface="Yu Gothic"/>
                <a:ea typeface="Yu Gothic"/>
                <a:cs typeface="Yu Gothic"/>
              </a:defRPr>
            </a:lvl8pPr>
            <a:lvl9pPr>
              <a:defRPr sz="2100">
                <a:solidFill>
                  <a:srgbClr val="A94737"/>
                </a:solidFill>
                <a:latin typeface="Yu Gothic"/>
                <a:ea typeface="Yu Gothic"/>
                <a:cs typeface="Yu Gothic"/>
              </a:defRPr>
            </a:lvl9pPr>
          </a:lstStyle>
          <a:p xmlns:a="http://schemas.openxmlformats.org/drawingml/2006/main">
            <a:pPr>
              <a:defRPr sz="2100">
                <a:solidFill>
                  <a:srgbClr val="A94737"/>
                </a:solidFill>
                <a:latin typeface="Yu Gothic"/>
                <a:ea typeface="Yu Gothic"/>
                <a:cs typeface="Yu Gothic"/>
              </a:defRPr>
            </a:pPr>
            <a:r>
              <a:rPr sz="2100">
                <a:solidFill>
                  <a:srgbClr val="A94737"/>
                </a:solidFill>
                <a:latin typeface="Yu Gothic"/>
                <a:ea typeface="Yu Gothic"/>
                <a:cs typeface="Yu Gothic"/>
              </a:rPr>
              <a:t>δ</a:t>
            </a:r>
          </a:p>
        </p:txBody>
      </p:sp>
      <p:sp>
        <p:nvSpPr>
          <p:cNvPr id="52" name="">
            <a:extLst xmlns:a="http://schemas.openxmlformats.org/drawingml/2006/main">
              <a:ext uri="{FF2B5EF4-FFF2-40B4-BE49-F238E27FC236}">
                <a16:creationId xmlns:a16="http://schemas.microsoft.com/office/drawing/2014/main" id="{D304D034-4806-4802-B748-E9F73545303A}"/>
              </a:ext>
            </a:extLst>
          </p:cNvPr>
          <p:cNvSpPr>
            <a:spLocks xmlns:a="http://schemas.openxmlformats.org/drawingml/2006/main" noGrp="1"/>
          </p:cNvSpPr>
          <p:nvPr/>
        </p:nvSpPr>
        <p:spPr>
          <a:xfrm xmlns:a="http://schemas.openxmlformats.org/drawingml/2006/main">
            <a:off x="7680960" y="4183380"/>
            <a:ext cx="904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a:solidFill>
                  <a:srgbClr val="166B68"/>
                </a:solidFill>
                <a:latin typeface="Yu Gothic"/>
                <a:ea typeface="Yu Gothic"/>
                <a:cs typeface="Yu Gothic"/>
              </a:defRPr>
            </a:defPPr>
            <a:lvl1pPr>
              <a:defRPr sz="1800">
                <a:solidFill>
                  <a:srgbClr val="166B68"/>
                </a:solidFill>
                <a:latin typeface="Yu Gothic"/>
                <a:ea typeface="Yu Gothic"/>
                <a:cs typeface="Yu Gothic"/>
              </a:defRPr>
            </a:lvl1pPr>
            <a:lvl2pPr>
              <a:defRPr sz="1800">
                <a:solidFill>
                  <a:srgbClr val="166B68"/>
                </a:solidFill>
                <a:latin typeface="Yu Gothic"/>
                <a:ea typeface="Yu Gothic"/>
                <a:cs typeface="Yu Gothic"/>
              </a:defRPr>
            </a:lvl2pPr>
            <a:lvl3pPr>
              <a:defRPr sz="1800">
                <a:solidFill>
                  <a:srgbClr val="166B68"/>
                </a:solidFill>
                <a:latin typeface="Yu Gothic"/>
                <a:ea typeface="Yu Gothic"/>
                <a:cs typeface="Yu Gothic"/>
              </a:defRPr>
            </a:lvl3pPr>
            <a:lvl4pPr>
              <a:defRPr sz="1800">
                <a:solidFill>
                  <a:srgbClr val="166B68"/>
                </a:solidFill>
                <a:latin typeface="Yu Gothic"/>
                <a:ea typeface="Yu Gothic"/>
                <a:cs typeface="Yu Gothic"/>
              </a:defRPr>
            </a:lvl4pPr>
            <a:lvl5pPr>
              <a:defRPr sz="1800">
                <a:solidFill>
                  <a:srgbClr val="166B68"/>
                </a:solidFill>
                <a:latin typeface="Yu Gothic"/>
                <a:ea typeface="Yu Gothic"/>
                <a:cs typeface="Yu Gothic"/>
              </a:defRPr>
            </a:lvl5pPr>
            <a:lvl6pPr>
              <a:defRPr sz="1800">
                <a:solidFill>
                  <a:srgbClr val="166B68"/>
                </a:solidFill>
                <a:latin typeface="Yu Gothic"/>
                <a:ea typeface="Yu Gothic"/>
                <a:cs typeface="Yu Gothic"/>
              </a:defRPr>
            </a:lvl6pPr>
            <a:lvl7pPr>
              <a:defRPr sz="1800">
                <a:solidFill>
                  <a:srgbClr val="166B68"/>
                </a:solidFill>
                <a:latin typeface="Yu Gothic"/>
                <a:ea typeface="Yu Gothic"/>
                <a:cs typeface="Yu Gothic"/>
              </a:defRPr>
            </a:lvl7pPr>
            <a:lvl8pPr>
              <a:defRPr sz="1800">
                <a:solidFill>
                  <a:srgbClr val="166B68"/>
                </a:solidFill>
                <a:latin typeface="Yu Gothic"/>
                <a:ea typeface="Yu Gothic"/>
                <a:cs typeface="Yu Gothic"/>
              </a:defRPr>
            </a:lvl8pPr>
            <a:lvl9pPr>
              <a:defRPr sz="1800">
                <a:solidFill>
                  <a:srgbClr val="166B68"/>
                </a:solidFill>
                <a:latin typeface="Yu Gothic"/>
                <a:ea typeface="Yu Gothic"/>
                <a:cs typeface="Yu Gothic"/>
              </a:defRPr>
            </a:lvl9pPr>
          </a:lstStyle>
          <a:p xmlns:a="http://schemas.openxmlformats.org/drawingml/2006/main">
            <a:pPr>
              <a:defRPr sz="1800">
                <a:solidFill>
                  <a:srgbClr val="166B68"/>
                </a:solidFill>
                <a:latin typeface="Yu Gothic"/>
                <a:ea typeface="Yu Gothic"/>
                <a:cs typeface="Yu Gothic"/>
              </a:defRPr>
            </a:pPr>
            <a:r>
              <a:rPr sz="1800">
                <a:solidFill>
                  <a:srgbClr val="166B68"/>
                </a:solidFill>
                <a:latin typeface="Yu Gothic"/>
                <a:ea typeface="Yu Gothic"/>
                <a:cs typeface="Yu Gothic"/>
              </a:rPr>
              <a:t>90°</a:t>
            </a:r>
          </a:p>
        </p:txBody>
      </p:sp>
      <p:sp>
        <p:nvSpPr>
          <p:cNvPr id="53" name="">
            <a:extLst xmlns:a="http://schemas.openxmlformats.org/drawingml/2006/main">
              <a:ext uri="{FF2B5EF4-FFF2-40B4-BE49-F238E27FC236}">
                <a16:creationId xmlns:a16="http://schemas.microsoft.com/office/drawing/2014/main" id="{936D8CB4-09EF-4821-9268-67340F5669FE}"/>
              </a:ext>
            </a:extLst>
          </p:cNvPr>
          <p:cNvSpPr>
            <a:spLocks xmlns:a="http://schemas.openxmlformats.org/drawingml/2006/main" noGrp="1"/>
          </p:cNvSpPr>
          <p:nvPr/>
        </p:nvSpPr>
        <p:spPr>
          <a:xfrm xmlns:a="http://schemas.openxmlformats.org/drawingml/2006/main">
            <a:off x="9044940" y="2708910"/>
            <a:ext cx="171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a:solidFill>
                  <a:srgbClr val="A94737"/>
                </a:solidFill>
                <a:latin typeface="Yu Gothic"/>
                <a:ea typeface="Yu Gothic"/>
                <a:cs typeface="Yu Gothic"/>
              </a:defRPr>
            </a:defPPr>
            <a:lvl1pPr>
              <a:defRPr sz="1875">
                <a:solidFill>
                  <a:srgbClr val="A94737"/>
                </a:solidFill>
                <a:latin typeface="Yu Gothic"/>
                <a:ea typeface="Yu Gothic"/>
                <a:cs typeface="Yu Gothic"/>
              </a:defRPr>
            </a:lvl1pPr>
            <a:lvl2pPr>
              <a:defRPr sz="1875">
                <a:solidFill>
                  <a:srgbClr val="A94737"/>
                </a:solidFill>
                <a:latin typeface="Yu Gothic"/>
                <a:ea typeface="Yu Gothic"/>
                <a:cs typeface="Yu Gothic"/>
              </a:defRPr>
            </a:lvl2pPr>
            <a:lvl3pPr>
              <a:defRPr sz="1875">
                <a:solidFill>
                  <a:srgbClr val="A94737"/>
                </a:solidFill>
                <a:latin typeface="Yu Gothic"/>
                <a:ea typeface="Yu Gothic"/>
                <a:cs typeface="Yu Gothic"/>
              </a:defRPr>
            </a:lvl3pPr>
            <a:lvl4pPr>
              <a:defRPr sz="1875">
                <a:solidFill>
                  <a:srgbClr val="A94737"/>
                </a:solidFill>
                <a:latin typeface="Yu Gothic"/>
                <a:ea typeface="Yu Gothic"/>
                <a:cs typeface="Yu Gothic"/>
              </a:defRPr>
            </a:lvl4pPr>
            <a:lvl5pPr>
              <a:defRPr sz="1875">
                <a:solidFill>
                  <a:srgbClr val="A94737"/>
                </a:solidFill>
                <a:latin typeface="Yu Gothic"/>
                <a:ea typeface="Yu Gothic"/>
                <a:cs typeface="Yu Gothic"/>
              </a:defRPr>
            </a:lvl5pPr>
            <a:lvl6pPr>
              <a:defRPr sz="1875">
                <a:solidFill>
                  <a:srgbClr val="A94737"/>
                </a:solidFill>
                <a:latin typeface="Yu Gothic"/>
                <a:ea typeface="Yu Gothic"/>
                <a:cs typeface="Yu Gothic"/>
              </a:defRPr>
            </a:lvl6pPr>
            <a:lvl7pPr>
              <a:defRPr sz="1875">
                <a:solidFill>
                  <a:srgbClr val="A94737"/>
                </a:solidFill>
                <a:latin typeface="Yu Gothic"/>
                <a:ea typeface="Yu Gothic"/>
                <a:cs typeface="Yu Gothic"/>
              </a:defRPr>
            </a:lvl7pPr>
            <a:lvl8pPr>
              <a:defRPr sz="1875">
                <a:solidFill>
                  <a:srgbClr val="A94737"/>
                </a:solidFill>
                <a:latin typeface="Yu Gothic"/>
                <a:ea typeface="Yu Gothic"/>
                <a:cs typeface="Yu Gothic"/>
              </a:defRPr>
            </a:lvl8pPr>
            <a:lvl9pPr>
              <a:defRPr sz="1875">
                <a:solidFill>
                  <a:srgbClr val="A94737"/>
                </a:solidFill>
                <a:latin typeface="Yu Gothic"/>
                <a:ea typeface="Yu Gothic"/>
                <a:cs typeface="Yu Gothic"/>
              </a:defRPr>
            </a:lvl9pPr>
          </a:lstStyle>
          <a:p xmlns:a="http://schemas.openxmlformats.org/drawingml/2006/main">
            <a:pPr>
              <a:defRPr sz="1875">
                <a:solidFill>
                  <a:srgbClr val="A94737"/>
                </a:solidFill>
                <a:latin typeface="Yu Gothic"/>
                <a:ea typeface="Yu Gothic"/>
                <a:cs typeface="Yu Gothic"/>
              </a:defRPr>
            </a:pPr>
            <a:r>
              <a:rPr sz="1875">
                <a:solidFill>
                  <a:srgbClr val="A94737"/>
                </a:solidFill>
                <a:latin typeface="Yu Gothic"/>
                <a:ea typeface="Yu Gothic"/>
                <a:cs typeface="Yu Gothic"/>
              </a:rPr>
              <a:t>EAが斜辺</a:t>
            </a:r>
          </a:p>
        </p:txBody>
      </p:sp>
      <p:sp>
        <p:nvSpPr>
          <p:cNvPr id="54" name="">
            <a:extLst xmlns:a="http://schemas.openxmlformats.org/drawingml/2006/main">
              <a:ext uri="{FF2B5EF4-FFF2-40B4-BE49-F238E27FC236}">
                <a16:creationId xmlns:a16="http://schemas.microsoft.com/office/drawing/2014/main" id="{6F4974F2-2C1D-456D-A36D-D2DE0690589A}"/>
              </a:ext>
            </a:extLst>
          </p:cNvPr>
          <p:cNvSpPr>
            <a:spLocks xmlns:a="http://schemas.openxmlformats.org/drawingml/2006/main" noGrp="1"/>
          </p:cNvSpPr>
          <p:nvPr/>
        </p:nvSpPr>
        <p:spPr>
          <a:xfrm xmlns:a="http://schemas.openxmlformats.org/drawingml/2006/main">
            <a:off x="6191250" y="5553075"/>
            <a:ext cx="5095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500">
                <a:solidFill>
                  <a:srgbClr val="52616A"/>
                </a:solidFill>
                <a:latin typeface="Yu Gothic"/>
                <a:ea typeface="Yu Gothic"/>
                <a:cs typeface="Yu Gothic"/>
              </a:defRPr>
            </a:defPPr>
            <a:lvl1pPr>
              <a:defRPr sz="1500">
                <a:solidFill>
                  <a:srgbClr val="52616A"/>
                </a:solidFill>
                <a:latin typeface="Yu Gothic"/>
                <a:ea typeface="Yu Gothic"/>
                <a:cs typeface="Yu Gothic"/>
              </a:defRPr>
            </a:lvl1pPr>
            <a:lvl2pPr>
              <a:defRPr sz="1500">
                <a:solidFill>
                  <a:srgbClr val="52616A"/>
                </a:solidFill>
                <a:latin typeface="Yu Gothic"/>
                <a:ea typeface="Yu Gothic"/>
                <a:cs typeface="Yu Gothic"/>
              </a:defRPr>
            </a:lvl2pPr>
            <a:lvl3pPr>
              <a:defRPr sz="1500">
                <a:solidFill>
                  <a:srgbClr val="52616A"/>
                </a:solidFill>
                <a:latin typeface="Yu Gothic"/>
                <a:ea typeface="Yu Gothic"/>
                <a:cs typeface="Yu Gothic"/>
              </a:defRPr>
            </a:lvl3pPr>
            <a:lvl4pPr>
              <a:defRPr sz="1500">
                <a:solidFill>
                  <a:srgbClr val="52616A"/>
                </a:solidFill>
                <a:latin typeface="Yu Gothic"/>
                <a:ea typeface="Yu Gothic"/>
                <a:cs typeface="Yu Gothic"/>
              </a:defRPr>
            </a:lvl4pPr>
            <a:lvl5pPr>
              <a:defRPr sz="1500">
                <a:solidFill>
                  <a:srgbClr val="52616A"/>
                </a:solidFill>
                <a:latin typeface="Yu Gothic"/>
                <a:ea typeface="Yu Gothic"/>
                <a:cs typeface="Yu Gothic"/>
              </a:defRPr>
            </a:lvl5pPr>
            <a:lvl6pPr>
              <a:defRPr sz="1500">
                <a:solidFill>
                  <a:srgbClr val="52616A"/>
                </a:solidFill>
                <a:latin typeface="Yu Gothic"/>
                <a:ea typeface="Yu Gothic"/>
                <a:cs typeface="Yu Gothic"/>
              </a:defRPr>
            </a:lvl6pPr>
            <a:lvl7pPr>
              <a:defRPr sz="1500">
                <a:solidFill>
                  <a:srgbClr val="52616A"/>
                </a:solidFill>
                <a:latin typeface="Yu Gothic"/>
                <a:ea typeface="Yu Gothic"/>
                <a:cs typeface="Yu Gothic"/>
              </a:defRPr>
            </a:lvl7pPr>
            <a:lvl8pPr>
              <a:defRPr sz="1500">
                <a:solidFill>
                  <a:srgbClr val="52616A"/>
                </a:solidFill>
                <a:latin typeface="Yu Gothic"/>
                <a:ea typeface="Yu Gothic"/>
                <a:cs typeface="Yu Gothic"/>
              </a:defRPr>
            </a:lvl8pPr>
            <a:lvl9pPr>
              <a:defRPr sz="1500">
                <a:solidFill>
                  <a:srgbClr val="52616A"/>
                </a:solidFill>
                <a:latin typeface="Yu Gothic"/>
                <a:ea typeface="Yu Gothic"/>
                <a:cs typeface="Yu Gothic"/>
              </a:defRPr>
            </a:lvl9pPr>
          </a:lstStyle>
          <a:p xmlns:a="http://schemas.openxmlformats.org/drawingml/2006/main">
            <a:pPr>
              <a:defRPr sz="1500">
                <a:solidFill>
                  <a:srgbClr val="52616A"/>
                </a:solidFill>
                <a:latin typeface="Yu Gothic"/>
                <a:ea typeface="Yu Gothic"/>
                <a:cs typeface="Yu Gothic"/>
              </a:defRPr>
            </a:pPr>
            <a:r>
              <a:rPr sz="1500">
                <a:solidFill>
                  <a:srgbClr val="52616A"/>
                </a:solidFill>
                <a:latin typeface="Yu Gothic"/>
                <a:ea typeface="Yu Gothic"/>
                <a:cs typeface="Yu Gothic"/>
              </a:rPr>
              <a:t>模式図：OEを誇張（縮尺どおりでない）</a:t>
            </a:r>
          </a:p>
        </p:txBody>
      </p:sp>
    </p:spTree>
    <p:extLst>
      <p:ext uri="{BB962C8B-B14F-4D97-AF65-F5344CB8AC3E}">
        <p14:creationId xmlns:p14="http://schemas.microsoft.com/office/powerpoint/2010/main" val="207137108"/>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7AFD04C-094D-4AB1-8B36-99E6FCF9715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F8F6EDAC-6FEC-4F1E-854E-1BF15741A6F5}"/>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4-6 戻す｜49–56分</a:t>
            </a:r>
          </a:p>
        </p:txBody>
      </p:sp>
      <p:sp>
        <p:nvSpPr>
          <p:cNvPr id="3" name="">
            <a:extLst xmlns:a="http://schemas.openxmlformats.org/drawingml/2006/main">
              <a:ext uri="{FF2B5EF4-FFF2-40B4-BE49-F238E27FC236}">
                <a16:creationId xmlns:a16="http://schemas.microsoft.com/office/drawing/2014/main" id="{77F3D05E-5201-49BC-BA5A-8C42EA0D16D9}"/>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確認⑥：ずれが2倍なら、角は？</a:t>
            </a:r>
          </a:p>
        </p:txBody>
      </p:sp>
      <p:sp>
        <p:nvSpPr>
          <p:cNvPr id="4" name="">
            <a:extLst xmlns:a="http://schemas.openxmlformats.org/drawingml/2006/main">
              <a:ext uri="{FF2B5EF4-FFF2-40B4-BE49-F238E27FC236}">
                <a16:creationId xmlns:a16="http://schemas.microsoft.com/office/drawing/2014/main" id="{230D8953-7236-48A8-8480-ACCFD41B6002}"/>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55BD3B3F-9582-4EDF-BA4D-F82EBCE6C384}"/>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CA231702-B304-4F2D-BFB1-AC8E38E4F699}"/>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42</a:t>
            </a:r>
          </a:p>
        </p:txBody>
      </p:sp>
      <p:sp>
        <p:nvSpPr>
          <p:cNvPr id="7" name="">
            <a:extLst xmlns:a="http://schemas.openxmlformats.org/drawingml/2006/main">
              <a:ext uri="{FF2B5EF4-FFF2-40B4-BE49-F238E27FC236}">
                <a16:creationId xmlns:a16="http://schemas.microsoft.com/office/drawing/2014/main" id="{DF5702FB-28A7-4DE6-9DD1-8C8452D41D6E}"/>
              </a:ext>
            </a:extLst>
          </p:cNvPr>
          <p:cNvSpPr>
            <a:spLocks xmlns:a="http://schemas.openxmlformats.org/drawingml/2006/main" noGrp="1"/>
          </p:cNvSpPr>
          <p:nvPr/>
        </p:nvSpPr>
        <p:spPr>
          <a:xfrm xmlns:a="http://schemas.openxmlformats.org/drawingml/2006/main">
            <a:off x="781050" y="161925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850" b="1">
                <a:solidFill>
                  <a:srgbClr val="182B33"/>
                </a:solidFill>
                <a:latin typeface="Yu Gothic"/>
                <a:ea typeface="Yu Gothic"/>
                <a:cs typeface="Yu Gothic"/>
              </a:defRPr>
            </a:defPPr>
            <a:lvl1pPr algn="l">
              <a:defRPr sz="2850" b="1">
                <a:solidFill>
                  <a:srgbClr val="182B33"/>
                </a:solidFill>
                <a:latin typeface="Yu Gothic"/>
                <a:ea typeface="Yu Gothic"/>
                <a:cs typeface="Yu Gothic"/>
              </a:defRPr>
            </a:lvl1pPr>
            <a:lvl2pPr algn="l">
              <a:defRPr sz="2850" b="1">
                <a:solidFill>
                  <a:srgbClr val="182B33"/>
                </a:solidFill>
                <a:latin typeface="Yu Gothic"/>
                <a:ea typeface="Yu Gothic"/>
                <a:cs typeface="Yu Gothic"/>
              </a:defRPr>
            </a:lvl2pPr>
            <a:lvl3pPr algn="l">
              <a:defRPr sz="2850" b="1">
                <a:solidFill>
                  <a:srgbClr val="182B33"/>
                </a:solidFill>
                <a:latin typeface="Yu Gothic"/>
                <a:ea typeface="Yu Gothic"/>
                <a:cs typeface="Yu Gothic"/>
              </a:defRPr>
            </a:lvl3pPr>
            <a:lvl4pPr algn="l">
              <a:defRPr sz="2850" b="1">
                <a:solidFill>
                  <a:srgbClr val="182B33"/>
                </a:solidFill>
                <a:latin typeface="Yu Gothic"/>
                <a:ea typeface="Yu Gothic"/>
                <a:cs typeface="Yu Gothic"/>
              </a:defRPr>
            </a:lvl4pPr>
            <a:lvl5pPr algn="l">
              <a:defRPr sz="2850" b="1">
                <a:solidFill>
                  <a:srgbClr val="182B33"/>
                </a:solidFill>
                <a:latin typeface="Yu Gothic"/>
                <a:ea typeface="Yu Gothic"/>
                <a:cs typeface="Yu Gothic"/>
              </a:defRPr>
            </a:lvl5pPr>
            <a:lvl6pPr algn="l">
              <a:defRPr sz="2850" b="1">
                <a:solidFill>
                  <a:srgbClr val="182B33"/>
                </a:solidFill>
                <a:latin typeface="Yu Gothic"/>
                <a:ea typeface="Yu Gothic"/>
                <a:cs typeface="Yu Gothic"/>
              </a:defRPr>
            </a:lvl6pPr>
            <a:lvl7pPr algn="l">
              <a:defRPr sz="2850" b="1">
                <a:solidFill>
                  <a:srgbClr val="182B33"/>
                </a:solidFill>
                <a:latin typeface="Yu Gothic"/>
                <a:ea typeface="Yu Gothic"/>
                <a:cs typeface="Yu Gothic"/>
              </a:defRPr>
            </a:lvl7pPr>
            <a:lvl8pPr algn="l">
              <a:defRPr sz="2850" b="1">
                <a:solidFill>
                  <a:srgbClr val="182B33"/>
                </a:solidFill>
                <a:latin typeface="Yu Gothic"/>
                <a:ea typeface="Yu Gothic"/>
                <a:cs typeface="Yu Gothic"/>
              </a:defRPr>
            </a:lvl8pPr>
            <a:lvl9pPr algn="l">
              <a:defRPr sz="2850" b="1">
                <a:solidFill>
                  <a:srgbClr val="182B33"/>
                </a:solidFill>
                <a:latin typeface="Yu Gothic"/>
                <a:ea typeface="Yu Gothic"/>
                <a:cs typeface="Yu Gothic"/>
              </a:defRPr>
            </a:lvl9pPr>
          </a:lstStyle>
          <a:p xmlns:a="http://schemas.openxmlformats.org/drawingml/2006/main">
            <a:pPr algn="l">
              <a:defRPr sz="2850" b="1">
                <a:solidFill>
                  <a:srgbClr val="182B33"/>
                </a:solidFill>
                <a:latin typeface="Yu Gothic"/>
                <a:ea typeface="Yu Gothic"/>
                <a:cs typeface="Yu Gothic"/>
              </a:defRPr>
            </a:pPr>
            <a:r>
              <a:rPr sz="2850" b="1">
                <a:solidFill>
                  <a:srgbClr val="182B33"/>
                </a:solidFill>
                <a:latin typeface="Yu Gothic"/>
                <a:ea typeface="Yu Gothic"/>
                <a:cs typeface="Yu Gothic"/>
              </a:rPr>
              <a:t>小さいずれなら、角の変化はおよそ何倍？</a:t>
            </a:r>
          </a:p>
        </p:txBody>
      </p:sp>
      <p:sp>
        <p:nvSpPr>
          <p:cNvPr id="8" name="">
            <a:extLst xmlns:a="http://schemas.openxmlformats.org/drawingml/2006/main">
              <a:ext uri="{FF2B5EF4-FFF2-40B4-BE49-F238E27FC236}">
                <a16:creationId xmlns:a16="http://schemas.microsoft.com/office/drawing/2014/main" id="{46217213-0A4C-4D66-B3E0-37A8D898D23F}"/>
              </a:ext>
            </a:extLst>
          </p:cNvPr>
          <p:cNvSpPr>
            <a:spLocks xmlns:a="http://schemas.openxmlformats.org/drawingml/2006/main" noGrp="1"/>
          </p:cNvSpPr>
          <p:nvPr/>
        </p:nvSpPr>
        <p:spPr>
          <a:xfrm xmlns:a="http://schemas.openxmlformats.org/drawingml/2006/main">
            <a:off x="1219200" y="28575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OEが2倍 → ？</a:t>
            </a:r>
          </a:p>
        </p:txBody>
      </p:sp>
      <p:sp>
        <p:nvSpPr>
          <p:cNvPr id="9" name="">
            <a:extLst xmlns:a="http://schemas.openxmlformats.org/drawingml/2006/main">
              <a:ext uri="{FF2B5EF4-FFF2-40B4-BE49-F238E27FC236}">
                <a16:creationId xmlns:a16="http://schemas.microsoft.com/office/drawing/2014/main" id="{4EAB3AEB-7BC8-4BD5-AAD7-2CDE5AFF8657}"/>
              </a:ext>
            </a:extLst>
          </p:cNvPr>
          <p:cNvSpPr>
            <a:spLocks xmlns:a="http://schemas.openxmlformats.org/drawingml/2006/main" noGrp="1"/>
          </p:cNvSpPr>
          <p:nvPr/>
        </p:nvSpPr>
        <p:spPr>
          <a:xfrm xmlns:a="http://schemas.openxmlformats.org/drawingml/2006/main">
            <a:off x="1219200" y="34290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OAが2倍 → ？</a:t>
            </a:r>
          </a:p>
        </p:txBody>
      </p:sp>
      <p:sp>
        <p:nvSpPr>
          <p:cNvPr id="10" name="">
            <a:extLst xmlns:a="http://schemas.openxmlformats.org/drawingml/2006/main">
              <a:ext uri="{FF2B5EF4-FFF2-40B4-BE49-F238E27FC236}">
                <a16:creationId xmlns:a16="http://schemas.microsoft.com/office/drawing/2014/main" id="{95972B43-C280-4388-A297-E9FE929A5A43}"/>
              </a:ext>
            </a:extLst>
          </p:cNvPr>
          <p:cNvSpPr>
            <a:spLocks xmlns:a="http://schemas.openxmlformats.org/drawingml/2006/main" noGrp="1"/>
          </p:cNvSpPr>
          <p:nvPr/>
        </p:nvSpPr>
        <p:spPr>
          <a:xfrm xmlns:a="http://schemas.openxmlformats.org/drawingml/2006/main">
            <a:off x="1219200" y="40005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デモの斜辺はOA？ EA？</a:t>
            </a:r>
          </a:p>
        </p:txBody>
      </p:sp>
    </p:spTree>
    <p:extLst>
      <p:ext uri="{BB962C8B-B14F-4D97-AF65-F5344CB8AC3E}">
        <p14:creationId xmlns:p14="http://schemas.microsoft.com/office/powerpoint/2010/main" val="80648308"/>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D36A778-CE86-43C8-B889-8D7DB073F4E2}"/>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55DA2CE3-3431-494A-B86C-FA803DEF40FD}"/>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4-7 TS｜56–58分</a:t>
            </a:r>
          </a:p>
        </p:txBody>
      </p:sp>
      <p:sp>
        <p:nvSpPr>
          <p:cNvPr id="3" name="">
            <a:extLst xmlns:a="http://schemas.openxmlformats.org/drawingml/2006/main">
              <a:ext uri="{FF2B5EF4-FFF2-40B4-BE49-F238E27FC236}">
                <a16:creationId xmlns:a16="http://schemas.microsoft.com/office/drawing/2014/main" id="{205F1E86-881B-49F6-9BF1-BD8F32211DCA}"/>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自動視準と二軸補正が、作業を助ける</a:t>
            </a:r>
          </a:p>
        </p:txBody>
      </p:sp>
      <p:sp>
        <p:nvSpPr>
          <p:cNvPr id="4" name="">
            <a:extLst xmlns:a="http://schemas.openxmlformats.org/drawingml/2006/main">
              <a:ext uri="{FF2B5EF4-FFF2-40B4-BE49-F238E27FC236}">
                <a16:creationId xmlns:a16="http://schemas.microsoft.com/office/drawing/2014/main" id="{567FDAD5-1A0B-40BC-AE01-7DD4D10F296F}"/>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38522346-654F-4635-A351-2B91C7E8109A}"/>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F1044E87-5597-4F5E-81A9-229A5E8DCFAD}"/>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43</a:t>
            </a:r>
          </a:p>
        </p:txBody>
      </p:sp>
      <p:sp>
        <p:nvSpPr>
          <p:cNvPr id="7" name="">
            <a:extLst xmlns:a="http://schemas.openxmlformats.org/drawingml/2006/main">
              <a:ext uri="{FF2B5EF4-FFF2-40B4-BE49-F238E27FC236}">
                <a16:creationId xmlns:a16="http://schemas.microsoft.com/office/drawing/2014/main" id="{573B4746-DB2C-46C0-B2F6-B735B879A176}"/>
              </a:ext>
            </a:extLst>
          </p:cNvPr>
          <p:cNvSpPr>
            <a:spLocks xmlns:a="http://schemas.openxmlformats.org/drawingml/2006/main" noGrp="1"/>
          </p:cNvSpPr>
          <p:nvPr/>
        </p:nvSpPr>
        <p:spPr>
          <a:xfrm xmlns:a="http://schemas.openxmlformats.org/drawingml/2006/main">
            <a:off x="6076950" y="1714500"/>
            <a:ext cx="0" cy="314325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8" name="">
            <a:extLst xmlns:a="http://schemas.openxmlformats.org/drawingml/2006/main">
              <a:ext uri="{FF2B5EF4-FFF2-40B4-BE49-F238E27FC236}">
                <a16:creationId xmlns:a16="http://schemas.microsoft.com/office/drawing/2014/main" id="{00EA2C5E-5B5E-4AE0-A719-881EB5BE9B2D}"/>
              </a:ext>
            </a:extLst>
          </p:cNvPr>
          <p:cNvSpPr>
            <a:spLocks xmlns:a="http://schemas.openxmlformats.org/drawingml/2006/main" noGrp="1"/>
          </p:cNvSpPr>
          <p:nvPr/>
        </p:nvSpPr>
        <p:spPr>
          <a:xfrm xmlns:a="http://schemas.openxmlformats.org/drawingml/2006/main">
            <a:off x="742950" y="171450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166B68"/>
                </a:solidFill>
                <a:latin typeface="Yu Gothic"/>
                <a:ea typeface="Yu Gothic"/>
                <a:cs typeface="Yu Gothic"/>
              </a:defRPr>
            </a:defPPr>
            <a:lvl1pPr algn="l">
              <a:defRPr sz="2550" b="1">
                <a:solidFill>
                  <a:srgbClr val="166B68"/>
                </a:solidFill>
                <a:latin typeface="Yu Gothic"/>
                <a:ea typeface="Yu Gothic"/>
                <a:cs typeface="Yu Gothic"/>
              </a:defRPr>
            </a:lvl1pPr>
            <a:lvl2pPr algn="l">
              <a:defRPr sz="2550" b="1">
                <a:solidFill>
                  <a:srgbClr val="166B68"/>
                </a:solidFill>
                <a:latin typeface="Yu Gothic"/>
                <a:ea typeface="Yu Gothic"/>
                <a:cs typeface="Yu Gothic"/>
              </a:defRPr>
            </a:lvl2pPr>
            <a:lvl3pPr algn="l">
              <a:defRPr sz="2550" b="1">
                <a:solidFill>
                  <a:srgbClr val="166B68"/>
                </a:solidFill>
                <a:latin typeface="Yu Gothic"/>
                <a:ea typeface="Yu Gothic"/>
                <a:cs typeface="Yu Gothic"/>
              </a:defRPr>
            </a:lvl3pPr>
            <a:lvl4pPr algn="l">
              <a:defRPr sz="2550" b="1">
                <a:solidFill>
                  <a:srgbClr val="166B68"/>
                </a:solidFill>
                <a:latin typeface="Yu Gothic"/>
                <a:ea typeface="Yu Gothic"/>
                <a:cs typeface="Yu Gothic"/>
              </a:defRPr>
            </a:lvl4pPr>
            <a:lvl5pPr algn="l">
              <a:defRPr sz="2550" b="1">
                <a:solidFill>
                  <a:srgbClr val="166B68"/>
                </a:solidFill>
                <a:latin typeface="Yu Gothic"/>
                <a:ea typeface="Yu Gothic"/>
                <a:cs typeface="Yu Gothic"/>
              </a:defRPr>
            </a:lvl5pPr>
            <a:lvl6pPr algn="l">
              <a:defRPr sz="2550" b="1">
                <a:solidFill>
                  <a:srgbClr val="166B68"/>
                </a:solidFill>
                <a:latin typeface="Yu Gothic"/>
                <a:ea typeface="Yu Gothic"/>
                <a:cs typeface="Yu Gothic"/>
              </a:defRPr>
            </a:lvl6pPr>
            <a:lvl7pPr algn="l">
              <a:defRPr sz="2550" b="1">
                <a:solidFill>
                  <a:srgbClr val="166B68"/>
                </a:solidFill>
                <a:latin typeface="Yu Gothic"/>
                <a:ea typeface="Yu Gothic"/>
                <a:cs typeface="Yu Gothic"/>
              </a:defRPr>
            </a:lvl7pPr>
            <a:lvl8pPr algn="l">
              <a:defRPr sz="2550" b="1">
                <a:solidFill>
                  <a:srgbClr val="166B68"/>
                </a:solidFill>
                <a:latin typeface="Yu Gothic"/>
                <a:ea typeface="Yu Gothic"/>
                <a:cs typeface="Yu Gothic"/>
              </a:defRPr>
            </a:lvl8pPr>
            <a:lvl9pPr algn="l">
              <a:defRPr sz="2550" b="1">
                <a:solidFill>
                  <a:srgbClr val="166B68"/>
                </a:solidFill>
                <a:latin typeface="Yu Gothic"/>
                <a:ea typeface="Yu Gothic"/>
                <a:cs typeface="Yu Gothic"/>
              </a:defRPr>
            </a:lvl9pPr>
          </a:lstStyle>
          <a:p xmlns:a="http://schemas.openxmlformats.org/drawingml/2006/main">
            <a:pPr algn="l">
              <a:defRPr sz="2550" b="1">
                <a:solidFill>
                  <a:srgbClr val="166B68"/>
                </a:solidFill>
                <a:latin typeface="Yu Gothic"/>
                <a:ea typeface="Yu Gothic"/>
                <a:cs typeface="Yu Gothic"/>
              </a:defRPr>
            </a:pPr>
            <a:r>
              <a:rPr sz="2550" b="1">
                <a:solidFill>
                  <a:srgbClr val="166B68"/>
                </a:solidFill>
                <a:latin typeface="Yu Gothic"/>
                <a:ea typeface="Yu Gothic"/>
                <a:cs typeface="Yu Gothic"/>
              </a:rPr>
              <a:t>自動視準・追尾</a:t>
            </a:r>
          </a:p>
        </p:txBody>
      </p:sp>
      <p:sp>
        <p:nvSpPr>
          <p:cNvPr id="9" name="">
            <a:extLst xmlns:a="http://schemas.openxmlformats.org/drawingml/2006/main">
              <a:ext uri="{FF2B5EF4-FFF2-40B4-BE49-F238E27FC236}">
                <a16:creationId xmlns:a16="http://schemas.microsoft.com/office/drawing/2014/main" id="{6EAC9EE6-5A5C-4969-A527-B1765C12D7B4}"/>
              </a:ext>
            </a:extLst>
          </p:cNvPr>
          <p:cNvSpPr>
            <a:spLocks xmlns:a="http://schemas.openxmlformats.org/drawingml/2006/main" noGrp="1"/>
          </p:cNvSpPr>
          <p:nvPr/>
        </p:nvSpPr>
        <p:spPr>
          <a:xfrm xmlns:a="http://schemas.openxmlformats.org/drawingml/2006/main">
            <a:off x="6477000" y="171450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A94737"/>
                </a:solidFill>
                <a:latin typeface="Yu Gothic"/>
                <a:ea typeface="Yu Gothic"/>
                <a:cs typeface="Yu Gothic"/>
              </a:defRPr>
            </a:defPPr>
            <a:lvl1pPr algn="l">
              <a:defRPr sz="2550" b="1">
                <a:solidFill>
                  <a:srgbClr val="A94737"/>
                </a:solidFill>
                <a:latin typeface="Yu Gothic"/>
                <a:ea typeface="Yu Gothic"/>
                <a:cs typeface="Yu Gothic"/>
              </a:defRPr>
            </a:lvl1pPr>
            <a:lvl2pPr algn="l">
              <a:defRPr sz="2550" b="1">
                <a:solidFill>
                  <a:srgbClr val="A94737"/>
                </a:solidFill>
                <a:latin typeface="Yu Gothic"/>
                <a:ea typeface="Yu Gothic"/>
                <a:cs typeface="Yu Gothic"/>
              </a:defRPr>
            </a:lvl2pPr>
            <a:lvl3pPr algn="l">
              <a:defRPr sz="2550" b="1">
                <a:solidFill>
                  <a:srgbClr val="A94737"/>
                </a:solidFill>
                <a:latin typeface="Yu Gothic"/>
                <a:ea typeface="Yu Gothic"/>
                <a:cs typeface="Yu Gothic"/>
              </a:defRPr>
            </a:lvl3pPr>
            <a:lvl4pPr algn="l">
              <a:defRPr sz="2550" b="1">
                <a:solidFill>
                  <a:srgbClr val="A94737"/>
                </a:solidFill>
                <a:latin typeface="Yu Gothic"/>
                <a:ea typeface="Yu Gothic"/>
                <a:cs typeface="Yu Gothic"/>
              </a:defRPr>
            </a:lvl4pPr>
            <a:lvl5pPr algn="l">
              <a:defRPr sz="2550" b="1">
                <a:solidFill>
                  <a:srgbClr val="A94737"/>
                </a:solidFill>
                <a:latin typeface="Yu Gothic"/>
                <a:ea typeface="Yu Gothic"/>
                <a:cs typeface="Yu Gothic"/>
              </a:defRPr>
            </a:lvl5pPr>
            <a:lvl6pPr algn="l">
              <a:defRPr sz="2550" b="1">
                <a:solidFill>
                  <a:srgbClr val="A94737"/>
                </a:solidFill>
                <a:latin typeface="Yu Gothic"/>
                <a:ea typeface="Yu Gothic"/>
                <a:cs typeface="Yu Gothic"/>
              </a:defRPr>
            </a:lvl6pPr>
            <a:lvl7pPr algn="l">
              <a:defRPr sz="2550" b="1">
                <a:solidFill>
                  <a:srgbClr val="A94737"/>
                </a:solidFill>
                <a:latin typeface="Yu Gothic"/>
                <a:ea typeface="Yu Gothic"/>
                <a:cs typeface="Yu Gothic"/>
              </a:defRPr>
            </a:lvl7pPr>
            <a:lvl8pPr algn="l">
              <a:defRPr sz="2550" b="1">
                <a:solidFill>
                  <a:srgbClr val="A94737"/>
                </a:solidFill>
                <a:latin typeface="Yu Gothic"/>
                <a:ea typeface="Yu Gothic"/>
                <a:cs typeface="Yu Gothic"/>
              </a:defRPr>
            </a:lvl8pPr>
            <a:lvl9pPr algn="l">
              <a:defRPr sz="2550" b="1">
                <a:solidFill>
                  <a:srgbClr val="A94737"/>
                </a:solidFill>
                <a:latin typeface="Yu Gothic"/>
                <a:ea typeface="Yu Gothic"/>
                <a:cs typeface="Yu Gothic"/>
              </a:defRPr>
            </a:lvl9pPr>
          </a:lstStyle>
          <a:p xmlns:a="http://schemas.openxmlformats.org/drawingml/2006/main">
            <a:pPr algn="l">
              <a:defRPr sz="2550" b="1">
                <a:solidFill>
                  <a:srgbClr val="A94737"/>
                </a:solidFill>
                <a:latin typeface="Yu Gothic"/>
                <a:ea typeface="Yu Gothic"/>
                <a:cs typeface="Yu Gothic"/>
              </a:defRPr>
            </a:pPr>
            <a:r>
              <a:rPr sz="2550" b="1">
                <a:solidFill>
                  <a:srgbClr val="A94737"/>
                </a:solidFill>
                <a:latin typeface="Yu Gothic"/>
                <a:ea typeface="Yu Gothic"/>
                <a:cs typeface="Yu Gothic"/>
              </a:rPr>
              <a:t>二軸補正</a:t>
            </a:r>
          </a:p>
        </p:txBody>
      </p:sp>
      <p:sp>
        <p:nvSpPr>
          <p:cNvPr id="10" name="">
            <a:extLst xmlns:a="http://schemas.openxmlformats.org/drawingml/2006/main">
              <a:ext uri="{FF2B5EF4-FFF2-40B4-BE49-F238E27FC236}">
                <a16:creationId xmlns:a16="http://schemas.microsoft.com/office/drawing/2014/main" id="{4A8B9EDC-7703-42E0-B45B-BA2893910E30}"/>
              </a:ext>
            </a:extLst>
          </p:cNvPr>
          <p:cNvSpPr>
            <a:spLocks xmlns:a="http://schemas.openxmlformats.org/drawingml/2006/main" noGrp="1"/>
          </p:cNvSpPr>
          <p:nvPr/>
        </p:nvSpPr>
        <p:spPr>
          <a:xfrm xmlns:a="http://schemas.openxmlformats.org/drawingml/2006/main">
            <a:off x="1104900" y="23050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目標を捉える作業を支援</a:t>
            </a:r>
          </a:p>
        </p:txBody>
      </p:sp>
      <p:sp>
        <p:nvSpPr>
          <p:cNvPr id="11" name="">
            <a:extLst xmlns:a="http://schemas.openxmlformats.org/drawingml/2006/main">
              <a:ext uri="{FF2B5EF4-FFF2-40B4-BE49-F238E27FC236}">
                <a16:creationId xmlns:a16="http://schemas.microsoft.com/office/drawing/2014/main" id="{0DF5A6E7-CBE6-4F49-8FB8-C5EDEF998768}"/>
              </a:ext>
            </a:extLst>
          </p:cNvPr>
          <p:cNvSpPr>
            <a:spLocks xmlns:a="http://schemas.openxmlformats.org/drawingml/2006/main" noGrp="1"/>
          </p:cNvSpPr>
          <p:nvPr/>
        </p:nvSpPr>
        <p:spPr>
          <a:xfrm xmlns:a="http://schemas.openxmlformats.org/drawingml/2006/main">
            <a:off x="1104900" y="28003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読定・記録を支援</a:t>
            </a:r>
          </a:p>
        </p:txBody>
      </p:sp>
      <p:sp>
        <p:nvSpPr>
          <p:cNvPr id="12" name="">
            <a:extLst xmlns:a="http://schemas.openxmlformats.org/drawingml/2006/main">
              <a:ext uri="{FF2B5EF4-FFF2-40B4-BE49-F238E27FC236}">
                <a16:creationId xmlns:a16="http://schemas.microsoft.com/office/drawing/2014/main" id="{635EC422-5F80-4834-8A5C-FEFBCA6948AA}"/>
              </a:ext>
            </a:extLst>
          </p:cNvPr>
          <p:cNvSpPr>
            <a:spLocks xmlns:a="http://schemas.openxmlformats.org/drawingml/2006/main" noGrp="1"/>
          </p:cNvSpPr>
          <p:nvPr/>
        </p:nvSpPr>
        <p:spPr>
          <a:xfrm xmlns:a="http://schemas.openxmlformats.org/drawingml/2006/main">
            <a:off x="6838950" y="23050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作動範囲内の傾きを補正</a:t>
            </a:r>
          </a:p>
        </p:txBody>
      </p:sp>
      <p:sp>
        <p:nvSpPr>
          <p:cNvPr id="13" name="">
            <a:extLst xmlns:a="http://schemas.openxmlformats.org/drawingml/2006/main">
              <a:ext uri="{FF2B5EF4-FFF2-40B4-BE49-F238E27FC236}">
                <a16:creationId xmlns:a16="http://schemas.microsoft.com/office/drawing/2014/main" id="{B712F968-BF65-417F-AB60-98FA36937AE2}"/>
              </a:ext>
            </a:extLst>
          </p:cNvPr>
          <p:cNvSpPr>
            <a:spLocks xmlns:a="http://schemas.openxmlformats.org/drawingml/2006/main" noGrp="1"/>
          </p:cNvSpPr>
          <p:nvPr/>
        </p:nvSpPr>
        <p:spPr>
          <a:xfrm xmlns:a="http://schemas.openxmlformats.org/drawingml/2006/main">
            <a:off x="6838950" y="28003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まず正しく整準する</a:t>
            </a:r>
          </a:p>
        </p:txBody>
      </p:sp>
    </p:spTree>
    <p:extLst>
      <p:ext uri="{BB962C8B-B14F-4D97-AF65-F5344CB8AC3E}">
        <p14:creationId xmlns:p14="http://schemas.microsoft.com/office/powerpoint/2010/main" val="301273394"/>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D92A84A-9296-4618-ABB0-47736515279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A2638DB9-EBD9-41A0-9E7B-302EB76AA006}"/>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4-7 TS｜56–58分</a:t>
            </a:r>
          </a:p>
        </p:txBody>
      </p:sp>
      <p:sp>
        <p:nvSpPr>
          <p:cNvPr id="3" name="">
            <a:extLst xmlns:a="http://schemas.openxmlformats.org/drawingml/2006/main">
              <a:ext uri="{FF2B5EF4-FFF2-40B4-BE49-F238E27FC236}">
                <a16:creationId xmlns:a16="http://schemas.microsoft.com/office/drawing/2014/main" id="{C0360040-A673-4133-AC1F-C083A468569C}"/>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採用する判断は、人が確かめる</a:t>
            </a:r>
          </a:p>
        </p:txBody>
      </p:sp>
      <p:sp>
        <p:nvSpPr>
          <p:cNvPr id="4" name="">
            <a:extLst xmlns:a="http://schemas.openxmlformats.org/drawingml/2006/main">
              <a:ext uri="{FF2B5EF4-FFF2-40B4-BE49-F238E27FC236}">
                <a16:creationId xmlns:a16="http://schemas.microsoft.com/office/drawing/2014/main" id="{85222FB5-681E-491B-A373-D0B3478CD152}"/>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85DD946F-D4A1-4486-9F60-AE7089EFE5E1}"/>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89DDE1A7-6FC4-4ADB-B564-0F3EDE126A2B}"/>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44</a:t>
            </a:r>
          </a:p>
        </p:txBody>
      </p:sp>
      <p:sp>
        <p:nvSpPr>
          <p:cNvPr id="7" name="">
            <a:extLst xmlns:a="http://schemas.openxmlformats.org/drawingml/2006/main">
              <a:ext uri="{FF2B5EF4-FFF2-40B4-BE49-F238E27FC236}">
                <a16:creationId xmlns:a16="http://schemas.microsoft.com/office/drawing/2014/main" id="{407ED4C5-FA4E-402A-8176-44E3F260D7E0}"/>
              </a:ext>
            </a:extLst>
          </p:cNvPr>
          <p:cNvSpPr>
            <a:spLocks xmlns:a="http://schemas.openxmlformats.org/drawingml/2006/main" noGrp="1"/>
          </p:cNvSpPr>
          <p:nvPr/>
        </p:nvSpPr>
        <p:spPr>
          <a:xfrm xmlns:a="http://schemas.openxmlformats.org/drawingml/2006/main">
            <a:off x="781050" y="161925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850" b="1">
                <a:solidFill>
                  <a:srgbClr val="182B33"/>
                </a:solidFill>
                <a:latin typeface="Yu Gothic"/>
                <a:ea typeface="Yu Gothic"/>
                <a:cs typeface="Yu Gothic"/>
              </a:defRPr>
            </a:defPPr>
            <a:lvl1pPr algn="l">
              <a:defRPr sz="2850" b="1">
                <a:solidFill>
                  <a:srgbClr val="182B33"/>
                </a:solidFill>
                <a:latin typeface="Yu Gothic"/>
                <a:ea typeface="Yu Gothic"/>
                <a:cs typeface="Yu Gothic"/>
              </a:defRPr>
            </a:lvl1pPr>
            <a:lvl2pPr algn="l">
              <a:defRPr sz="2850" b="1">
                <a:solidFill>
                  <a:srgbClr val="182B33"/>
                </a:solidFill>
                <a:latin typeface="Yu Gothic"/>
                <a:ea typeface="Yu Gothic"/>
                <a:cs typeface="Yu Gothic"/>
              </a:defRPr>
            </a:lvl2pPr>
            <a:lvl3pPr algn="l">
              <a:defRPr sz="2850" b="1">
                <a:solidFill>
                  <a:srgbClr val="182B33"/>
                </a:solidFill>
                <a:latin typeface="Yu Gothic"/>
                <a:ea typeface="Yu Gothic"/>
                <a:cs typeface="Yu Gothic"/>
              </a:defRPr>
            </a:lvl3pPr>
            <a:lvl4pPr algn="l">
              <a:defRPr sz="2850" b="1">
                <a:solidFill>
                  <a:srgbClr val="182B33"/>
                </a:solidFill>
                <a:latin typeface="Yu Gothic"/>
                <a:ea typeface="Yu Gothic"/>
                <a:cs typeface="Yu Gothic"/>
              </a:defRPr>
            </a:lvl4pPr>
            <a:lvl5pPr algn="l">
              <a:defRPr sz="2850" b="1">
                <a:solidFill>
                  <a:srgbClr val="182B33"/>
                </a:solidFill>
                <a:latin typeface="Yu Gothic"/>
                <a:ea typeface="Yu Gothic"/>
                <a:cs typeface="Yu Gothic"/>
              </a:defRPr>
            </a:lvl5pPr>
            <a:lvl6pPr algn="l">
              <a:defRPr sz="2850" b="1">
                <a:solidFill>
                  <a:srgbClr val="182B33"/>
                </a:solidFill>
                <a:latin typeface="Yu Gothic"/>
                <a:ea typeface="Yu Gothic"/>
                <a:cs typeface="Yu Gothic"/>
              </a:defRPr>
            </a:lvl6pPr>
            <a:lvl7pPr algn="l">
              <a:defRPr sz="2850" b="1">
                <a:solidFill>
                  <a:srgbClr val="182B33"/>
                </a:solidFill>
                <a:latin typeface="Yu Gothic"/>
                <a:ea typeface="Yu Gothic"/>
                <a:cs typeface="Yu Gothic"/>
              </a:defRPr>
            </a:lvl7pPr>
            <a:lvl8pPr algn="l">
              <a:defRPr sz="2850" b="1">
                <a:solidFill>
                  <a:srgbClr val="182B33"/>
                </a:solidFill>
                <a:latin typeface="Yu Gothic"/>
                <a:ea typeface="Yu Gothic"/>
                <a:cs typeface="Yu Gothic"/>
              </a:defRPr>
            </a:lvl8pPr>
            <a:lvl9pPr algn="l">
              <a:defRPr sz="2850" b="1">
                <a:solidFill>
                  <a:srgbClr val="182B33"/>
                </a:solidFill>
                <a:latin typeface="Yu Gothic"/>
                <a:ea typeface="Yu Gothic"/>
                <a:cs typeface="Yu Gothic"/>
              </a:defRPr>
            </a:lvl9pPr>
          </a:lstStyle>
          <a:p xmlns:a="http://schemas.openxmlformats.org/drawingml/2006/main">
            <a:pPr algn="l">
              <a:defRPr sz="2850" b="1">
                <a:solidFill>
                  <a:srgbClr val="182B33"/>
                </a:solidFill>
                <a:latin typeface="Yu Gothic"/>
                <a:ea typeface="Yu Gothic"/>
                <a:cs typeface="Yu Gothic"/>
              </a:defRPr>
            </a:pPr>
            <a:r>
              <a:rPr sz="2850" b="1">
                <a:solidFill>
                  <a:srgbClr val="182B33"/>
                </a:solidFill>
                <a:latin typeface="Yu Gothic"/>
                <a:ea typeface="Yu Gothic"/>
                <a:cs typeface="Yu Gothic"/>
              </a:rPr>
              <a:t>数値が表示されたら、それで完成？</a:t>
            </a:r>
          </a:p>
        </p:txBody>
      </p:sp>
      <p:sp>
        <p:nvSpPr>
          <p:cNvPr id="8" name="">
            <a:extLst xmlns:a="http://schemas.openxmlformats.org/drawingml/2006/main">
              <a:ext uri="{FF2B5EF4-FFF2-40B4-BE49-F238E27FC236}">
                <a16:creationId xmlns:a16="http://schemas.microsoft.com/office/drawing/2014/main" id="{1120F1FC-58B8-43D9-B299-0F82BEB77340}"/>
              </a:ext>
            </a:extLst>
          </p:cNvPr>
          <p:cNvSpPr>
            <a:spLocks xmlns:a="http://schemas.openxmlformats.org/drawingml/2006/main" noGrp="1"/>
          </p:cNvSpPr>
          <p:nvPr/>
        </p:nvSpPr>
        <p:spPr>
          <a:xfrm xmlns:a="http://schemas.openxmlformats.org/drawingml/2006/main">
            <a:off x="1219200" y="28575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目標・求心・据付の安定</a:t>
            </a:r>
          </a:p>
        </p:txBody>
      </p:sp>
      <p:sp>
        <p:nvSpPr>
          <p:cNvPr id="9" name="">
            <a:extLst xmlns:a="http://schemas.openxmlformats.org/drawingml/2006/main">
              <a:ext uri="{FF2B5EF4-FFF2-40B4-BE49-F238E27FC236}">
                <a16:creationId xmlns:a16="http://schemas.microsoft.com/office/drawing/2014/main" id="{5D5797FD-28EE-4C9E-B973-0345BF6C90D2}"/>
              </a:ext>
            </a:extLst>
          </p:cNvPr>
          <p:cNvSpPr>
            <a:spLocks xmlns:a="http://schemas.openxmlformats.org/drawingml/2006/main" noGrp="1"/>
          </p:cNvSpPr>
          <p:nvPr/>
        </p:nvSpPr>
        <p:spPr>
          <a:xfrm xmlns:a="http://schemas.openxmlformats.org/drawingml/2006/main">
            <a:off x="1219200" y="34290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追尾の喪失、点検値の超過</a:t>
            </a:r>
          </a:p>
        </p:txBody>
      </p:sp>
      <p:sp>
        <p:nvSpPr>
          <p:cNvPr id="10" name="">
            <a:extLst xmlns:a="http://schemas.openxmlformats.org/drawingml/2006/main">
              <a:ext uri="{FF2B5EF4-FFF2-40B4-BE49-F238E27FC236}">
                <a16:creationId xmlns:a16="http://schemas.microsoft.com/office/drawing/2014/main" id="{49C941B3-2AE0-4CFF-B55F-042CDDF16B46}"/>
              </a:ext>
            </a:extLst>
          </p:cNvPr>
          <p:cNvSpPr>
            <a:spLocks xmlns:a="http://schemas.openxmlformats.org/drawingml/2006/main" noGrp="1"/>
          </p:cNvSpPr>
          <p:nvPr/>
        </p:nvSpPr>
        <p:spPr>
          <a:xfrm xmlns:a="http://schemas.openxmlformats.org/drawingml/2006/main">
            <a:off x="1219200" y="40005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原因を確かめ、必要なら再測</a:t>
            </a:r>
          </a:p>
        </p:txBody>
      </p:sp>
    </p:spTree>
    <p:extLst>
      <p:ext uri="{BB962C8B-B14F-4D97-AF65-F5344CB8AC3E}">
        <p14:creationId xmlns:p14="http://schemas.microsoft.com/office/powerpoint/2010/main" val="470712594"/>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27F49D5-E8A2-4D87-AD80-5A2EC104C80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FD1B53C7-7985-4E42-AE2B-E767585552F7}"/>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4-8 演習｜60–85分</a:t>
            </a:r>
          </a:p>
        </p:txBody>
      </p:sp>
      <p:sp>
        <p:nvSpPr>
          <p:cNvPr id="3" name="">
            <a:extLst xmlns:a="http://schemas.openxmlformats.org/drawingml/2006/main">
              <a:ext uri="{FF2B5EF4-FFF2-40B4-BE49-F238E27FC236}">
                <a16:creationId xmlns:a16="http://schemas.microsoft.com/office/drawing/2014/main" id="{152FE630-0632-44FA-9D81-863FF71B4FA7}"/>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演習1：15分で、方向法を点検する</a:t>
            </a:r>
          </a:p>
        </p:txBody>
      </p:sp>
      <p:sp>
        <p:nvSpPr>
          <p:cNvPr id="4" name="">
            <a:extLst xmlns:a="http://schemas.openxmlformats.org/drawingml/2006/main">
              <a:ext uri="{FF2B5EF4-FFF2-40B4-BE49-F238E27FC236}">
                <a16:creationId xmlns:a16="http://schemas.microsoft.com/office/drawing/2014/main" id="{58861501-141C-457F-9B27-1C89A2AD279C}"/>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DC67A0A7-A374-44DA-9C5B-510A7C549F89}"/>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34C0F4AB-8C01-44C5-AB88-B9612109909F}"/>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45</a:t>
            </a:r>
          </a:p>
        </p:txBody>
      </p:sp>
      <p:sp>
        <p:nvSpPr>
          <p:cNvPr id="7" name="">
            <a:extLst xmlns:a="http://schemas.openxmlformats.org/drawingml/2006/main">
              <a:ext uri="{FF2B5EF4-FFF2-40B4-BE49-F238E27FC236}">
                <a16:creationId xmlns:a16="http://schemas.microsoft.com/office/drawing/2014/main" id="{08FC14A5-6021-479C-BDBF-190388426B38}"/>
              </a:ext>
            </a:extLst>
          </p:cNvPr>
          <p:cNvSpPr>
            <a:spLocks xmlns:a="http://schemas.openxmlformats.org/drawingml/2006/main" noGrp="1"/>
          </p:cNvSpPr>
          <p:nvPr/>
        </p:nvSpPr>
        <p:spPr>
          <a:xfrm xmlns:a="http://schemas.openxmlformats.org/drawingml/2006/main">
            <a:off x="723900" y="157162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52616A"/>
                </a:solidFill>
                <a:latin typeface="Yu Gothic"/>
                <a:ea typeface="Yu Gothic"/>
                <a:cs typeface="Yu Gothic"/>
              </a:defRPr>
            </a:defPPr>
            <a:lvl1pPr algn="l">
              <a:defRPr sz="2250" b="1">
                <a:solidFill>
                  <a:srgbClr val="52616A"/>
                </a:solidFill>
                <a:latin typeface="Yu Gothic"/>
                <a:ea typeface="Yu Gothic"/>
                <a:cs typeface="Yu Gothic"/>
              </a:defRPr>
            </a:lvl1pPr>
            <a:lvl2pPr algn="l">
              <a:defRPr sz="2250" b="1">
                <a:solidFill>
                  <a:srgbClr val="52616A"/>
                </a:solidFill>
                <a:latin typeface="Yu Gothic"/>
                <a:ea typeface="Yu Gothic"/>
                <a:cs typeface="Yu Gothic"/>
              </a:defRPr>
            </a:lvl2pPr>
            <a:lvl3pPr algn="l">
              <a:defRPr sz="2250" b="1">
                <a:solidFill>
                  <a:srgbClr val="52616A"/>
                </a:solidFill>
                <a:latin typeface="Yu Gothic"/>
                <a:ea typeface="Yu Gothic"/>
                <a:cs typeface="Yu Gothic"/>
              </a:defRPr>
            </a:lvl3pPr>
            <a:lvl4pPr algn="l">
              <a:defRPr sz="2250" b="1">
                <a:solidFill>
                  <a:srgbClr val="52616A"/>
                </a:solidFill>
                <a:latin typeface="Yu Gothic"/>
                <a:ea typeface="Yu Gothic"/>
                <a:cs typeface="Yu Gothic"/>
              </a:defRPr>
            </a:lvl4pPr>
            <a:lvl5pPr algn="l">
              <a:defRPr sz="2250" b="1">
                <a:solidFill>
                  <a:srgbClr val="52616A"/>
                </a:solidFill>
                <a:latin typeface="Yu Gothic"/>
                <a:ea typeface="Yu Gothic"/>
                <a:cs typeface="Yu Gothic"/>
              </a:defRPr>
            </a:lvl5pPr>
            <a:lvl6pPr algn="l">
              <a:defRPr sz="2250" b="1">
                <a:solidFill>
                  <a:srgbClr val="52616A"/>
                </a:solidFill>
                <a:latin typeface="Yu Gothic"/>
                <a:ea typeface="Yu Gothic"/>
                <a:cs typeface="Yu Gothic"/>
              </a:defRPr>
            </a:lvl6pPr>
            <a:lvl7pPr algn="l">
              <a:defRPr sz="2250" b="1">
                <a:solidFill>
                  <a:srgbClr val="52616A"/>
                </a:solidFill>
                <a:latin typeface="Yu Gothic"/>
                <a:ea typeface="Yu Gothic"/>
                <a:cs typeface="Yu Gothic"/>
              </a:defRPr>
            </a:lvl7pPr>
            <a:lvl8pPr algn="l">
              <a:defRPr sz="2250" b="1">
                <a:solidFill>
                  <a:srgbClr val="52616A"/>
                </a:solidFill>
                <a:latin typeface="Yu Gothic"/>
                <a:ea typeface="Yu Gothic"/>
                <a:cs typeface="Yu Gothic"/>
              </a:defRPr>
            </a:lvl8pPr>
            <a:lvl9pPr algn="l">
              <a:defRPr sz="2250" b="1">
                <a:solidFill>
                  <a:srgbClr val="52616A"/>
                </a:solidFill>
                <a:latin typeface="Yu Gothic"/>
                <a:ea typeface="Yu Gothic"/>
                <a:cs typeface="Yu Gothic"/>
              </a:defRPr>
            </a:lvl9pPr>
          </a:lstStyle>
          <a:p xmlns:a="http://schemas.openxmlformats.org/drawingml/2006/main">
            <a:pPr algn="l">
              <a:defRPr sz="2250" b="1">
                <a:solidFill>
                  <a:srgbClr val="52616A"/>
                </a:solidFill>
                <a:latin typeface="Yu Gothic"/>
                <a:ea typeface="Yu Gothic"/>
                <a:cs typeface="Yu Gothic"/>
              </a:defRPr>
            </a:pPr>
            <a:r>
              <a:rPr sz="2250" b="1">
                <a:solidFill>
                  <a:srgbClr val="52616A"/>
                </a:solidFill>
                <a:latin typeface="Yu Gothic"/>
                <a:ea typeface="Yu Gothic"/>
                <a:cs typeface="Yu Gothic"/>
              </a:rPr>
              <a:t>配布問題の第1対回。正・反でAを引く</a:t>
            </a:r>
          </a:p>
        </p:txBody>
      </p:sp>
      <p:graphicFrame>
        <p:nvGraphicFramePr>
          <p:cNvPr id="8" name="">
            <a:extLst xmlns:a="http://schemas.openxmlformats.org/drawingml/2006/main">
              <a:ext uri="{FF2B5EF4-FFF2-40B4-BE49-F238E27FC236}">
                <a16:creationId xmlns:a16="http://schemas.microsoft.com/office/drawing/2014/main" id="{54F6CBCB-A259-447B-BD42-D854055A1A38}"/>
              </a:ext>
            </a:extLst>
          </p:cNvPr>
          <p:cNvGraphicFramePr/>
          <p:nvPr/>
        </p:nvGraphicFramePr>
        <p:xfrm>
          <a:off xmlns:a="http://schemas.openxmlformats.org/drawingml/2006/main" x="723900" y="2381250"/>
          <a:ext xmlns:a="http://schemas.openxmlformats.org/drawingml/2006/main" cx="10744200" cy="2762250"/>
        </p:xfrm>
        <a:graphic xmlns:a="http://schemas.openxmlformats.org/drawingml/2006/main">
          <a:graphicData uri="http://schemas.openxmlformats.org/drawingml/2006/table">
            <a:tbl>
              <a:tblPr/>
              <a:tblGrid>
                <a:gridCol w="1719072"/>
                <a:gridCol w="4512564"/>
                <a:gridCol w="4512564"/>
              </a:tblGrid>
              <a:tr h="690563">
                <a:tc>
                  <a:txBody>
                    <a:bodyPr wrap="square" lIns="57150" tIns="57150" rIns="57150" bIns="57150">
                      <a:noAutofit/>
                    </a:bodyPr>
                    <a:lstStyle/>
                    <a:p>
                      <a:pPr algn="ctr"/>
                      <a:r>
                        <a:rPr sz="1950" b="1">
                          <a:solidFill>
                            <a:srgbClr val="FFFFFF"/>
                          </a:solidFill>
                          <a:latin typeface="Yu Gothic"/>
                          <a:ea typeface="Yu Gothic"/>
                          <a:cs typeface="Yu Gothic"/>
                        </a:rPr>
                        <a:t>目標</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正 r</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反 l</a:t>
                      </a:r>
                    </a:p>
                  </a:txBody>
                  <a:tcPr marL="91440" marR="91440" marT="45720" marB="45720" anchor="ctr">
                    <a:solidFill>
                      <a:srgbClr val="166B68"/>
                    </a:solidFill>
                  </a:tcPr>
                </a:tc>
              </a:tr>
              <a:tr h="690563">
                <a:tc>
                  <a:txBody>
                    <a:bodyPr wrap="square" lIns="57150" tIns="57150" rIns="57150" bIns="57150">
                      <a:noAutofit/>
                    </a:bodyPr>
                    <a:lstStyle/>
                    <a:p>
                      <a:pPr algn="ctr"/>
                      <a:r>
                        <a:rPr sz="1950" b="0">
                          <a:solidFill>
                            <a:srgbClr val="182B33"/>
                          </a:solidFill>
                          <a:latin typeface="Yu Gothic"/>
                          <a:ea typeface="Yu Gothic"/>
                          <a:cs typeface="Yu Gothic"/>
                        </a:rPr>
                        <a:t>A</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5°00′10″</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185°00′14″</a:t>
                      </a:r>
                    </a:p>
                  </a:txBody>
                  <a:tcPr marL="91440" marR="91440" marT="45720" marB="45720" anchor="ctr"/>
                </a:tc>
              </a:tr>
              <a:tr h="690563">
                <a:tc>
                  <a:txBody>
                    <a:bodyPr wrap="square" lIns="57150" tIns="57150" rIns="57150" bIns="57150">
                      <a:noAutofit/>
                    </a:bodyPr>
                    <a:lstStyle/>
                    <a:p>
                      <a:pPr algn="ctr"/>
                      <a:r>
                        <a:rPr sz="1950" b="0">
                          <a:solidFill>
                            <a:srgbClr val="182B33"/>
                          </a:solidFill>
                          <a:latin typeface="Yu Gothic"/>
                          <a:ea typeface="Yu Gothic"/>
                          <a:cs typeface="Yu Gothic"/>
                        </a:rPr>
                        <a:t>B</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67°14′28″</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247°14′28″</a:t>
                      </a:r>
                    </a:p>
                  </a:txBody>
                  <a:tcPr marL="91440" marR="91440" marT="45720" marB="45720" anchor="ctr"/>
                </a:tc>
              </a:tr>
              <a:tr h="690563">
                <a:tc>
                  <a:txBody>
                    <a:bodyPr wrap="square" lIns="57150" tIns="57150" rIns="57150" bIns="57150">
                      <a:noAutofit/>
                    </a:bodyPr>
                    <a:lstStyle/>
                    <a:p>
                      <a:pPr algn="ctr"/>
                      <a:r>
                        <a:rPr sz="1950" b="0">
                          <a:solidFill>
                            <a:srgbClr val="182B33"/>
                          </a:solidFill>
                          <a:latin typeface="Yu Gothic"/>
                          <a:ea typeface="Yu Gothic"/>
                          <a:cs typeface="Yu Gothic"/>
                        </a:rPr>
                        <a:t>C</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133°32′30″</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313°32′30″</a:t>
                      </a:r>
                    </a:p>
                  </a:txBody>
                  <a:tcPr marL="91440" marR="91440" marT="45720" marB="45720" anchor="ctr"/>
                </a:tc>
              </a:tr>
            </a:tbl>
          </a:graphicData>
        </a:graphic>
      </p:graphicFrame>
      <p:sp>
        <p:nvSpPr>
          <p:cNvPr id="9" name="">
            <a:extLst xmlns:a="http://schemas.openxmlformats.org/drawingml/2006/main">
              <a:ext uri="{FF2B5EF4-FFF2-40B4-BE49-F238E27FC236}">
                <a16:creationId xmlns:a16="http://schemas.microsoft.com/office/drawing/2014/main" id="{200E704B-3D43-4B7E-BCF1-A94048A3BAAA}"/>
              </a:ext>
            </a:extLst>
          </p:cNvPr>
          <p:cNvSpPr>
            <a:spLocks xmlns:a="http://schemas.openxmlformats.org/drawingml/2006/main" noGrp="1"/>
          </p:cNvSpPr>
          <p:nvPr/>
        </p:nvSpPr>
        <p:spPr>
          <a:xfrm xmlns:a="http://schemas.openxmlformats.org/drawingml/2006/main">
            <a:off x="1085850" y="5619750"/>
            <a:ext cx="10058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0">
                <a:solidFill>
                  <a:srgbClr val="182B33"/>
                </a:solidFill>
                <a:latin typeface="Yu Gothic"/>
                <a:ea typeface="Yu Gothic"/>
                <a:cs typeface="Yu Gothic"/>
              </a:defRPr>
            </a:defPPr>
            <a:lvl1pPr algn="l">
              <a:defRPr sz="2025" b="0">
                <a:solidFill>
                  <a:srgbClr val="182B33"/>
                </a:solidFill>
                <a:latin typeface="Yu Gothic"/>
                <a:ea typeface="Yu Gothic"/>
                <a:cs typeface="Yu Gothic"/>
              </a:defRPr>
            </a:lvl1pPr>
            <a:lvl2pPr algn="l">
              <a:defRPr sz="2025" b="0">
                <a:solidFill>
                  <a:srgbClr val="182B33"/>
                </a:solidFill>
                <a:latin typeface="Yu Gothic"/>
                <a:ea typeface="Yu Gothic"/>
                <a:cs typeface="Yu Gothic"/>
              </a:defRPr>
            </a:lvl2pPr>
            <a:lvl3pPr algn="l">
              <a:defRPr sz="2025" b="0">
                <a:solidFill>
                  <a:srgbClr val="182B33"/>
                </a:solidFill>
                <a:latin typeface="Yu Gothic"/>
                <a:ea typeface="Yu Gothic"/>
                <a:cs typeface="Yu Gothic"/>
              </a:defRPr>
            </a:lvl3pPr>
            <a:lvl4pPr algn="l">
              <a:defRPr sz="2025" b="0">
                <a:solidFill>
                  <a:srgbClr val="182B33"/>
                </a:solidFill>
                <a:latin typeface="Yu Gothic"/>
                <a:ea typeface="Yu Gothic"/>
                <a:cs typeface="Yu Gothic"/>
              </a:defRPr>
            </a:lvl4pPr>
            <a:lvl5pPr algn="l">
              <a:defRPr sz="2025" b="0">
                <a:solidFill>
                  <a:srgbClr val="182B33"/>
                </a:solidFill>
                <a:latin typeface="Yu Gothic"/>
                <a:ea typeface="Yu Gothic"/>
                <a:cs typeface="Yu Gothic"/>
              </a:defRPr>
            </a:lvl5pPr>
            <a:lvl6pPr algn="l">
              <a:defRPr sz="2025" b="0">
                <a:solidFill>
                  <a:srgbClr val="182B33"/>
                </a:solidFill>
                <a:latin typeface="Yu Gothic"/>
                <a:ea typeface="Yu Gothic"/>
                <a:cs typeface="Yu Gothic"/>
              </a:defRPr>
            </a:lvl6pPr>
            <a:lvl7pPr algn="l">
              <a:defRPr sz="2025" b="0">
                <a:solidFill>
                  <a:srgbClr val="182B33"/>
                </a:solidFill>
                <a:latin typeface="Yu Gothic"/>
                <a:ea typeface="Yu Gothic"/>
                <a:cs typeface="Yu Gothic"/>
              </a:defRPr>
            </a:lvl7pPr>
            <a:lvl8pPr algn="l">
              <a:defRPr sz="2025" b="0">
                <a:solidFill>
                  <a:srgbClr val="182B33"/>
                </a:solidFill>
                <a:latin typeface="Yu Gothic"/>
                <a:ea typeface="Yu Gothic"/>
                <a:cs typeface="Yu Gothic"/>
              </a:defRPr>
            </a:lvl8pPr>
            <a:lvl9pPr algn="l">
              <a:defRPr sz="2025" b="0">
                <a:solidFill>
                  <a:srgbClr val="182B33"/>
                </a:solidFill>
                <a:latin typeface="Yu Gothic"/>
                <a:ea typeface="Yu Gothic"/>
                <a:cs typeface="Yu Gothic"/>
              </a:defRPr>
            </a:lvl9pPr>
          </a:lstStyle>
          <a:p xmlns:a="http://schemas.openxmlformats.org/drawingml/2006/main">
            <a:pPr algn="l">
              <a:defRPr sz="2025" b="0">
                <a:solidFill>
                  <a:srgbClr val="182B33"/>
                </a:solidFill>
                <a:latin typeface="Yu Gothic"/>
                <a:ea typeface="Yu Gothic"/>
                <a:cs typeface="Yu Gothic"/>
              </a:defRPr>
            </a:pPr>
            <a:r>
              <a:rPr sz="2025" b="0">
                <a:solidFill>
                  <a:srgbClr val="182B33"/>
                </a:solidFill>
                <a:latin typeface="Yu Gothic"/>
                <a:ea typeface="Yu Gothic"/>
                <a:cs typeface="Yu Gothic"/>
              </a:rPr>
              <a:t>問1：計算・点検・採否の理由（6点）</a:t>
            </a:r>
          </a:p>
        </p:txBody>
      </p:sp>
    </p:spTree>
    <p:extLst>
      <p:ext uri="{BB962C8B-B14F-4D97-AF65-F5344CB8AC3E}">
        <p14:creationId xmlns:p14="http://schemas.microsoft.com/office/powerpoint/2010/main" val="2011887347"/>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0F6292B-E2EE-4BFE-969A-4A0DD51218F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6AFF129F-7D12-490C-B95E-291C27102F9A}"/>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4-8 演習｜60–85分</a:t>
            </a:r>
          </a:p>
        </p:txBody>
      </p:sp>
      <p:sp>
        <p:nvSpPr>
          <p:cNvPr id="3" name="">
            <a:extLst xmlns:a="http://schemas.openxmlformats.org/drawingml/2006/main">
              <a:ext uri="{FF2B5EF4-FFF2-40B4-BE49-F238E27FC236}">
                <a16:creationId xmlns:a16="http://schemas.microsoft.com/office/drawing/2014/main" id="{ABD0C985-2BAD-4A61-BBB9-0F03A168D010}"/>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第2対回：仮基準で採否を決める</a:t>
            </a:r>
          </a:p>
        </p:txBody>
      </p:sp>
      <p:sp>
        <p:nvSpPr>
          <p:cNvPr id="4" name="">
            <a:extLst xmlns:a="http://schemas.openxmlformats.org/drawingml/2006/main">
              <a:ext uri="{FF2B5EF4-FFF2-40B4-BE49-F238E27FC236}">
                <a16:creationId xmlns:a16="http://schemas.microsoft.com/office/drawing/2014/main" id="{EF6BDC2B-A55C-4F7F-9A7C-FD288B247D31}"/>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1260798F-EB46-44BA-8202-0C16D2E322BA}"/>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9215D3BE-CBE3-4514-80B2-E66DF91A97E0}"/>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46</a:t>
            </a:r>
          </a:p>
        </p:txBody>
      </p:sp>
      <p:sp>
        <p:nvSpPr>
          <p:cNvPr id="7" name="">
            <a:extLst xmlns:a="http://schemas.openxmlformats.org/drawingml/2006/main">
              <a:ext uri="{FF2B5EF4-FFF2-40B4-BE49-F238E27FC236}">
                <a16:creationId xmlns:a16="http://schemas.microsoft.com/office/drawing/2014/main" id="{9A6D3AFF-E90C-42EE-A528-FE302B428392}"/>
              </a:ext>
            </a:extLst>
          </p:cNvPr>
          <p:cNvSpPr>
            <a:spLocks xmlns:a="http://schemas.openxmlformats.org/drawingml/2006/main" noGrp="1"/>
          </p:cNvSpPr>
          <p:nvPr/>
        </p:nvSpPr>
        <p:spPr>
          <a:xfrm xmlns:a="http://schemas.openxmlformats.org/drawingml/2006/main">
            <a:off x="723900" y="157162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52616A"/>
                </a:solidFill>
                <a:latin typeface="Yu Gothic"/>
                <a:ea typeface="Yu Gothic"/>
                <a:cs typeface="Yu Gothic"/>
              </a:defRPr>
            </a:defPPr>
            <a:lvl1pPr algn="l">
              <a:defRPr sz="2250" b="1">
                <a:solidFill>
                  <a:srgbClr val="52616A"/>
                </a:solidFill>
                <a:latin typeface="Yu Gothic"/>
                <a:ea typeface="Yu Gothic"/>
                <a:cs typeface="Yu Gothic"/>
              </a:defRPr>
            </a:lvl1pPr>
            <a:lvl2pPr algn="l">
              <a:defRPr sz="2250" b="1">
                <a:solidFill>
                  <a:srgbClr val="52616A"/>
                </a:solidFill>
                <a:latin typeface="Yu Gothic"/>
                <a:ea typeface="Yu Gothic"/>
                <a:cs typeface="Yu Gothic"/>
              </a:defRPr>
            </a:lvl2pPr>
            <a:lvl3pPr algn="l">
              <a:defRPr sz="2250" b="1">
                <a:solidFill>
                  <a:srgbClr val="52616A"/>
                </a:solidFill>
                <a:latin typeface="Yu Gothic"/>
                <a:ea typeface="Yu Gothic"/>
                <a:cs typeface="Yu Gothic"/>
              </a:defRPr>
            </a:lvl3pPr>
            <a:lvl4pPr algn="l">
              <a:defRPr sz="2250" b="1">
                <a:solidFill>
                  <a:srgbClr val="52616A"/>
                </a:solidFill>
                <a:latin typeface="Yu Gothic"/>
                <a:ea typeface="Yu Gothic"/>
                <a:cs typeface="Yu Gothic"/>
              </a:defRPr>
            </a:lvl4pPr>
            <a:lvl5pPr algn="l">
              <a:defRPr sz="2250" b="1">
                <a:solidFill>
                  <a:srgbClr val="52616A"/>
                </a:solidFill>
                <a:latin typeface="Yu Gothic"/>
                <a:ea typeface="Yu Gothic"/>
                <a:cs typeface="Yu Gothic"/>
              </a:defRPr>
            </a:lvl5pPr>
            <a:lvl6pPr algn="l">
              <a:defRPr sz="2250" b="1">
                <a:solidFill>
                  <a:srgbClr val="52616A"/>
                </a:solidFill>
                <a:latin typeface="Yu Gothic"/>
                <a:ea typeface="Yu Gothic"/>
                <a:cs typeface="Yu Gothic"/>
              </a:defRPr>
            </a:lvl6pPr>
            <a:lvl7pPr algn="l">
              <a:defRPr sz="2250" b="1">
                <a:solidFill>
                  <a:srgbClr val="52616A"/>
                </a:solidFill>
                <a:latin typeface="Yu Gothic"/>
                <a:ea typeface="Yu Gothic"/>
                <a:cs typeface="Yu Gothic"/>
              </a:defRPr>
            </a:lvl7pPr>
            <a:lvl8pPr algn="l">
              <a:defRPr sz="2250" b="1">
                <a:solidFill>
                  <a:srgbClr val="52616A"/>
                </a:solidFill>
                <a:latin typeface="Yu Gothic"/>
                <a:ea typeface="Yu Gothic"/>
                <a:cs typeface="Yu Gothic"/>
              </a:defRPr>
            </a:lvl8pPr>
            <a:lvl9pPr algn="l">
              <a:defRPr sz="2250" b="1">
                <a:solidFill>
                  <a:srgbClr val="52616A"/>
                </a:solidFill>
                <a:latin typeface="Yu Gothic"/>
                <a:ea typeface="Yu Gothic"/>
                <a:cs typeface="Yu Gothic"/>
              </a:defRPr>
            </a:lvl9pPr>
          </a:lstStyle>
          <a:p xmlns:a="http://schemas.openxmlformats.org/drawingml/2006/main">
            <a:pPr algn="l">
              <a:defRPr sz="2250" b="1">
                <a:solidFill>
                  <a:srgbClr val="52616A"/>
                </a:solidFill>
                <a:latin typeface="Yu Gothic"/>
                <a:ea typeface="Yu Gothic"/>
                <a:cs typeface="Yu Gothic"/>
              </a:defRPr>
            </a:pPr>
            <a:r>
              <a:rPr sz="2250" b="1">
                <a:solidFill>
                  <a:srgbClr val="52616A"/>
                </a:solidFill>
                <a:latin typeface="Yu Gothic"/>
                <a:ea typeface="Yu Gothic"/>
                <a:cs typeface="Yu Gothic"/>
              </a:rPr>
              <a:t>仮基準：倍角差10″以下、観測差8″以下</a:t>
            </a:r>
          </a:p>
        </p:txBody>
      </p:sp>
      <p:graphicFrame>
        <p:nvGraphicFramePr>
          <p:cNvPr id="8" name="">
            <a:extLst xmlns:a="http://schemas.openxmlformats.org/drawingml/2006/main">
              <a:ext uri="{FF2B5EF4-FFF2-40B4-BE49-F238E27FC236}">
                <a16:creationId xmlns:a16="http://schemas.microsoft.com/office/drawing/2014/main" id="{C95538A9-417B-47B8-8EAE-8BDCFEBAD193}"/>
              </a:ext>
            </a:extLst>
          </p:cNvPr>
          <p:cNvGraphicFramePr/>
          <p:nvPr/>
        </p:nvGraphicFramePr>
        <p:xfrm>
          <a:off xmlns:a="http://schemas.openxmlformats.org/drawingml/2006/main" x="723900" y="2381250"/>
          <a:ext xmlns:a="http://schemas.openxmlformats.org/drawingml/2006/main" cx="10744200" cy="2762250"/>
        </p:xfrm>
        <a:graphic xmlns:a="http://schemas.openxmlformats.org/drawingml/2006/main">
          <a:graphicData uri="http://schemas.openxmlformats.org/drawingml/2006/table">
            <a:tbl>
              <a:tblPr/>
              <a:tblGrid>
                <a:gridCol w="1719072"/>
                <a:gridCol w="4512564"/>
                <a:gridCol w="4512564"/>
              </a:tblGrid>
              <a:tr h="690563">
                <a:tc>
                  <a:txBody>
                    <a:bodyPr wrap="square" lIns="57150" tIns="57150" rIns="57150" bIns="57150">
                      <a:noAutofit/>
                    </a:bodyPr>
                    <a:lstStyle/>
                    <a:p>
                      <a:pPr algn="ctr"/>
                      <a:r>
                        <a:rPr sz="1950" b="1">
                          <a:solidFill>
                            <a:srgbClr val="FFFFFF"/>
                          </a:solidFill>
                          <a:latin typeface="Yu Gothic"/>
                          <a:ea typeface="Yu Gothic"/>
                          <a:cs typeface="Yu Gothic"/>
                        </a:rPr>
                        <a:t>目標</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正 r</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反 l</a:t>
                      </a:r>
                    </a:p>
                  </a:txBody>
                  <a:tcPr marL="91440" marR="91440" marT="45720" marB="45720" anchor="ctr">
                    <a:solidFill>
                      <a:srgbClr val="166B68"/>
                    </a:solidFill>
                  </a:tcPr>
                </a:tc>
              </a:tr>
              <a:tr h="690563">
                <a:tc>
                  <a:txBody>
                    <a:bodyPr wrap="square" lIns="57150" tIns="57150" rIns="57150" bIns="57150">
                      <a:noAutofit/>
                    </a:bodyPr>
                    <a:lstStyle/>
                    <a:p>
                      <a:pPr algn="ctr"/>
                      <a:r>
                        <a:rPr sz="1950" b="0">
                          <a:solidFill>
                            <a:srgbClr val="182B33"/>
                          </a:solidFill>
                          <a:latin typeface="Yu Gothic"/>
                          <a:ea typeface="Yu Gothic"/>
                          <a:cs typeface="Yu Gothic"/>
                        </a:rPr>
                        <a:t>A</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95°00′20″</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275°00′16″</a:t>
                      </a:r>
                    </a:p>
                  </a:txBody>
                  <a:tcPr marL="91440" marR="91440" marT="45720" marB="45720" anchor="ctr"/>
                </a:tc>
              </a:tr>
              <a:tr h="690563">
                <a:tc>
                  <a:txBody>
                    <a:bodyPr wrap="square" lIns="57150" tIns="57150" rIns="57150" bIns="57150">
                      <a:noAutofit/>
                    </a:bodyPr>
                    <a:lstStyle/>
                    <a:p>
                      <a:pPr algn="ctr"/>
                      <a:r>
                        <a:rPr sz="1950" b="0">
                          <a:solidFill>
                            <a:srgbClr val="182B33"/>
                          </a:solidFill>
                          <a:latin typeface="Yu Gothic"/>
                          <a:ea typeface="Yu Gothic"/>
                          <a:cs typeface="Yu Gothic"/>
                        </a:rPr>
                        <a:t>B</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157°14′36″</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337°14′30″</a:t>
                      </a:r>
                    </a:p>
                  </a:txBody>
                  <a:tcPr marL="91440" marR="91440" marT="45720" marB="45720" anchor="ctr"/>
                </a:tc>
              </a:tr>
              <a:tr h="690563">
                <a:tc>
                  <a:txBody>
                    <a:bodyPr wrap="square" lIns="57150" tIns="57150" rIns="57150" bIns="57150">
                      <a:noAutofit/>
                    </a:bodyPr>
                    <a:lstStyle/>
                    <a:p>
                      <a:pPr algn="ctr"/>
                      <a:r>
                        <a:rPr sz="1950" b="0">
                          <a:solidFill>
                            <a:srgbClr val="182B33"/>
                          </a:solidFill>
                          <a:latin typeface="Yu Gothic"/>
                          <a:ea typeface="Yu Gothic"/>
                          <a:cs typeface="Yu Gothic"/>
                        </a:rPr>
                        <a:t>C</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223°32′44″</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43°32′44″</a:t>
                      </a:r>
                    </a:p>
                  </a:txBody>
                  <a:tcPr marL="91440" marR="91440" marT="45720" marB="45720" anchor="ctr"/>
                </a:tc>
              </a:tr>
            </a:tbl>
          </a:graphicData>
        </a:graphic>
      </p:graphicFrame>
      <p:sp>
        <p:nvSpPr>
          <p:cNvPr id="9" name="">
            <a:extLst xmlns:a="http://schemas.openxmlformats.org/drawingml/2006/main">
              <a:ext uri="{FF2B5EF4-FFF2-40B4-BE49-F238E27FC236}">
                <a16:creationId xmlns:a16="http://schemas.microsoft.com/office/drawing/2014/main" id="{37F493D3-7C57-451E-8BE6-14B40DD6E22F}"/>
              </a:ext>
            </a:extLst>
          </p:cNvPr>
          <p:cNvSpPr>
            <a:spLocks xmlns:a="http://schemas.openxmlformats.org/drawingml/2006/main" noGrp="1"/>
          </p:cNvSpPr>
          <p:nvPr/>
        </p:nvSpPr>
        <p:spPr>
          <a:xfrm xmlns:a="http://schemas.openxmlformats.org/drawingml/2006/main">
            <a:off x="1085850" y="5619750"/>
            <a:ext cx="10058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0">
                <a:solidFill>
                  <a:srgbClr val="182B33"/>
                </a:solidFill>
                <a:latin typeface="Yu Gothic"/>
                <a:ea typeface="Yu Gothic"/>
                <a:cs typeface="Yu Gothic"/>
              </a:defRPr>
            </a:defPPr>
            <a:lvl1pPr algn="l">
              <a:defRPr sz="2025" b="0">
                <a:solidFill>
                  <a:srgbClr val="182B33"/>
                </a:solidFill>
                <a:latin typeface="Yu Gothic"/>
                <a:ea typeface="Yu Gothic"/>
                <a:cs typeface="Yu Gothic"/>
              </a:defRPr>
            </a:lvl1pPr>
            <a:lvl2pPr algn="l">
              <a:defRPr sz="2025" b="0">
                <a:solidFill>
                  <a:srgbClr val="182B33"/>
                </a:solidFill>
                <a:latin typeface="Yu Gothic"/>
                <a:ea typeface="Yu Gothic"/>
                <a:cs typeface="Yu Gothic"/>
              </a:defRPr>
            </a:lvl2pPr>
            <a:lvl3pPr algn="l">
              <a:defRPr sz="2025" b="0">
                <a:solidFill>
                  <a:srgbClr val="182B33"/>
                </a:solidFill>
                <a:latin typeface="Yu Gothic"/>
                <a:ea typeface="Yu Gothic"/>
                <a:cs typeface="Yu Gothic"/>
              </a:defRPr>
            </a:lvl3pPr>
            <a:lvl4pPr algn="l">
              <a:defRPr sz="2025" b="0">
                <a:solidFill>
                  <a:srgbClr val="182B33"/>
                </a:solidFill>
                <a:latin typeface="Yu Gothic"/>
                <a:ea typeface="Yu Gothic"/>
                <a:cs typeface="Yu Gothic"/>
              </a:defRPr>
            </a:lvl4pPr>
            <a:lvl5pPr algn="l">
              <a:defRPr sz="2025" b="0">
                <a:solidFill>
                  <a:srgbClr val="182B33"/>
                </a:solidFill>
                <a:latin typeface="Yu Gothic"/>
                <a:ea typeface="Yu Gothic"/>
                <a:cs typeface="Yu Gothic"/>
              </a:defRPr>
            </a:lvl5pPr>
            <a:lvl6pPr algn="l">
              <a:defRPr sz="2025" b="0">
                <a:solidFill>
                  <a:srgbClr val="182B33"/>
                </a:solidFill>
                <a:latin typeface="Yu Gothic"/>
                <a:ea typeface="Yu Gothic"/>
                <a:cs typeface="Yu Gothic"/>
              </a:defRPr>
            </a:lvl6pPr>
            <a:lvl7pPr algn="l">
              <a:defRPr sz="2025" b="0">
                <a:solidFill>
                  <a:srgbClr val="182B33"/>
                </a:solidFill>
                <a:latin typeface="Yu Gothic"/>
                <a:ea typeface="Yu Gothic"/>
                <a:cs typeface="Yu Gothic"/>
              </a:defRPr>
            </a:lvl7pPr>
            <a:lvl8pPr algn="l">
              <a:defRPr sz="2025" b="0">
                <a:solidFill>
                  <a:srgbClr val="182B33"/>
                </a:solidFill>
                <a:latin typeface="Yu Gothic"/>
                <a:ea typeface="Yu Gothic"/>
                <a:cs typeface="Yu Gothic"/>
              </a:defRPr>
            </a:lvl8pPr>
            <a:lvl9pPr algn="l">
              <a:defRPr sz="2025" b="0">
                <a:solidFill>
                  <a:srgbClr val="182B33"/>
                </a:solidFill>
                <a:latin typeface="Yu Gothic"/>
                <a:ea typeface="Yu Gothic"/>
                <a:cs typeface="Yu Gothic"/>
              </a:defRPr>
            </a:lvl9pPr>
          </a:lstStyle>
          <a:p xmlns:a="http://schemas.openxmlformats.org/drawingml/2006/main">
            <a:pPr algn="l">
              <a:defRPr sz="2025" b="0">
                <a:solidFill>
                  <a:srgbClr val="182B33"/>
                </a:solidFill>
                <a:latin typeface="Yu Gothic"/>
                <a:ea typeface="Yu Gothic"/>
                <a:cs typeface="Yu Gothic"/>
              </a:defRPr>
            </a:pPr>
            <a:r>
              <a:rPr sz="2025" b="0">
                <a:solidFill>
                  <a:srgbClr val="182B33"/>
                </a:solidFill>
                <a:latin typeface="Yu Gothic"/>
                <a:ea typeface="Yu Gothic"/>
                <a:cs typeface="Yu Gothic"/>
              </a:rPr>
              <a:t>講義と同じ仮基準。公共測量の規程値ではない</a:t>
            </a:r>
          </a:p>
        </p:txBody>
      </p:sp>
    </p:spTree>
    <p:extLst>
      <p:ext uri="{BB962C8B-B14F-4D97-AF65-F5344CB8AC3E}">
        <p14:creationId xmlns:p14="http://schemas.microsoft.com/office/powerpoint/2010/main" val="1126726737"/>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 name="">
            <a:extLst xmlns:a="http://schemas.openxmlformats.org/drawingml/2006/main">
              <a:ext uri="{FF2B5EF4-FFF2-40B4-BE49-F238E27FC236}">
                <a16:creationId xmlns:a16="http://schemas.microsoft.com/office/drawing/2014/main" id="{70F6C074-3744-4B1D-AFC1-24D6086EC73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DEC85894-2F5C-4BBB-BB70-4B27AF998B8D}"/>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4-8 演習｜60–85分</a:t>
            </a:r>
          </a:p>
        </p:txBody>
      </p:sp>
      <p:sp>
        <p:nvSpPr>
          <p:cNvPr id="3" name="">
            <a:extLst xmlns:a="http://schemas.openxmlformats.org/drawingml/2006/main">
              <a:ext uri="{FF2B5EF4-FFF2-40B4-BE49-F238E27FC236}">
                <a16:creationId xmlns:a16="http://schemas.microsoft.com/office/drawing/2014/main" id="{096099D0-1F51-48E3-92E4-AAD3E862FCFE}"/>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演習2：Eでの観測を、Oへ戻す</a:t>
            </a:r>
          </a:p>
        </p:txBody>
      </p:sp>
      <p:sp>
        <p:nvSpPr>
          <p:cNvPr id="4" name="">
            <a:extLst xmlns:a="http://schemas.openxmlformats.org/drawingml/2006/main">
              <a:ext uri="{FF2B5EF4-FFF2-40B4-BE49-F238E27FC236}">
                <a16:creationId xmlns:a16="http://schemas.microsoft.com/office/drawing/2014/main" id="{6EE1FC0A-83CA-4F2D-8FB1-ED14B7FDA7D3}"/>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42D88120-CCE1-4093-889F-C96A3A0CE573}"/>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5BF7F5D1-9543-405C-8B58-0EAA4C9AF943}"/>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47</a:t>
            </a:r>
          </a:p>
        </p:txBody>
      </p:sp>
      <p:sp>
        <p:nvSpPr>
          <p:cNvPr id="7" name="">
            <a:extLst xmlns:a="http://schemas.openxmlformats.org/drawingml/2006/main">
              <a:ext uri="{FF2B5EF4-FFF2-40B4-BE49-F238E27FC236}">
                <a16:creationId xmlns:a16="http://schemas.microsoft.com/office/drawing/2014/main" id="{A5D3FCC5-CD11-40C3-9BC7-18975A59A6BF}"/>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75分から10分。4点。電卓はDEG。</a:t>
            </a:r>
          </a:p>
        </p:txBody>
      </p:sp>
      <p:sp>
        <p:nvSpPr>
          <p:cNvPr id="8" name="">
            <a:extLst xmlns:a="http://schemas.openxmlformats.org/drawingml/2006/main">
              <a:ext uri="{FF2B5EF4-FFF2-40B4-BE49-F238E27FC236}">
                <a16:creationId xmlns:a16="http://schemas.microsoft.com/office/drawing/2014/main" id="{2CA12E48-C47F-4A1F-A293-999D7ACD18E1}"/>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O→E→Bは一直線</a:t>
            </a:r>
          </a:p>
        </p:txBody>
      </p:sp>
      <p:sp>
        <p:nvSpPr>
          <p:cNvPr id="9" name="">
            <a:extLst xmlns:a="http://schemas.openxmlformats.org/drawingml/2006/main">
              <a:ext uri="{FF2B5EF4-FFF2-40B4-BE49-F238E27FC236}">
                <a16:creationId xmlns:a16="http://schemas.microsoft.com/office/drawing/2014/main" id="{D2B543E5-E8DF-4229-8DAE-B711D5058895}"/>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OE＝1 m、EA＝100 m</a:t>
            </a:r>
          </a:p>
        </p:txBody>
      </p:sp>
      <p:sp>
        <p:nvSpPr>
          <p:cNvPr id="10" name="">
            <a:extLst xmlns:a="http://schemas.openxmlformats.org/drawingml/2006/main">
              <a:ext uri="{FF2B5EF4-FFF2-40B4-BE49-F238E27FC236}">
                <a16:creationId xmlns:a16="http://schemas.microsoft.com/office/drawing/2014/main" id="{EEA62A2D-EE10-4C14-9D3F-72CDD4DE35C0}"/>
              </a:ext>
            </a:extLst>
          </p:cNvPr>
          <p:cNvSpPr>
            <a:spLocks xmlns:a="http://schemas.openxmlformats.org/drawingml/2006/main" noGrp="1"/>
          </p:cNvSpPr>
          <p:nvPr/>
        </p:nvSpPr>
        <p:spPr>
          <a:xfrm xmlns:a="http://schemas.openxmlformats.org/drawingml/2006/main">
            <a:off x="1047750" y="36099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求める：Oの角、OA、補正の符号</a:t>
            </a:r>
          </a:p>
        </p:txBody>
      </p:sp>
      <p:sp>
        <p:nvSpPr>
          <p:cNvPr id="11" name="">
            <a:extLst xmlns:a="http://schemas.openxmlformats.org/drawingml/2006/main">
              <a:ext uri="{FF2B5EF4-FFF2-40B4-BE49-F238E27FC236}">
                <a16:creationId xmlns:a16="http://schemas.microsoft.com/office/drawing/2014/main" id="{64AC03CA-8A96-4D40-A5E5-0E7C218D8ECE}"/>
              </a:ext>
            </a:extLst>
          </p:cNvPr>
          <p:cNvSpPr>
            <a:spLocks xmlns:a="http://schemas.openxmlformats.org/drawingml/2006/main" noGrp="1"/>
          </p:cNvSpPr>
          <p:nvPr/>
        </p:nvSpPr>
        <p:spPr>
          <a:xfrm xmlns:a="http://schemas.openxmlformats.org/drawingml/2006/main">
            <a:off x="7414260" y="2331720"/>
            <a:ext cx="1223010" cy="2346960"/>
          </a:xfrm>
          <a:custGeom xmlns:a="http://schemas.openxmlformats.org/drawingml/2006/main">
            <a:pathLst>
              <a:path w="1223010" h="2346960">
                <a:moveTo>
                  <a:pt x="0" y="2346960"/>
                </a:moveTo>
                <a:lnTo>
                  <a:pt x="1223010" y="0"/>
                </a:lnTo>
              </a:path>
            </a:pathLst>
          </a:custGeom>
          <a:noFill xmlns:a="http://schemas.openxmlformats.org/drawingml/2006/main"/>
          <a:ln xmlns:a="http://schemas.openxmlformats.org/drawingml/2006/main" w="38100">
            <a:solidFill>
              <a:srgbClr val="166B68"/>
            </a:solidFill>
            <a:prstDash val="solid"/>
          </a:ln>
        </p:spPr>
      </p:sp>
      <p:sp>
        <p:nvSpPr>
          <p:cNvPr id="12" name="">
            <a:extLst xmlns:a="http://schemas.openxmlformats.org/drawingml/2006/main">
              <a:ext uri="{FF2B5EF4-FFF2-40B4-BE49-F238E27FC236}">
                <a16:creationId xmlns:a16="http://schemas.microsoft.com/office/drawing/2014/main" id="{D9FD2487-1F19-4552-B828-19763533CB76}"/>
              </a:ext>
            </a:extLst>
          </p:cNvPr>
          <p:cNvSpPr>
            <a:spLocks xmlns:a="http://schemas.openxmlformats.org/drawingml/2006/main" noGrp="1"/>
          </p:cNvSpPr>
          <p:nvPr/>
        </p:nvSpPr>
        <p:spPr>
          <a:xfrm xmlns:a="http://schemas.openxmlformats.org/drawingml/2006/main">
            <a:off x="7414260" y="4678680"/>
            <a:ext cx="3159442" cy="9525"/>
          </a:xfrm>
          <a:custGeom xmlns:a="http://schemas.openxmlformats.org/drawingml/2006/main">
            <a:pathLst>
              <a:path w="3159442" h="9525">
                <a:moveTo>
                  <a:pt x="0" y="0"/>
                </a:moveTo>
                <a:lnTo>
                  <a:pt x="3159442" y="0"/>
                </a:lnTo>
              </a:path>
            </a:pathLst>
          </a:custGeom>
          <a:noFill xmlns:a="http://schemas.openxmlformats.org/drawingml/2006/main"/>
          <a:ln xmlns:a="http://schemas.openxmlformats.org/drawingml/2006/main" w="38100">
            <a:solidFill>
              <a:srgbClr val="166B68"/>
            </a:solidFill>
            <a:prstDash val="solid"/>
          </a:ln>
        </p:spPr>
      </p:sp>
      <p:sp>
        <p:nvSpPr>
          <p:cNvPr id="13" name="">
            <a:extLst xmlns:a="http://schemas.openxmlformats.org/drawingml/2006/main">
              <a:ext uri="{FF2B5EF4-FFF2-40B4-BE49-F238E27FC236}">
                <a16:creationId xmlns:a16="http://schemas.microsoft.com/office/drawing/2014/main" id="{75E86CB0-2C4D-423A-B8DD-D38B4518263E}"/>
              </a:ext>
            </a:extLst>
          </p:cNvPr>
          <p:cNvSpPr>
            <a:spLocks xmlns:a="http://schemas.openxmlformats.org/drawingml/2006/main" noGrp="1"/>
          </p:cNvSpPr>
          <p:nvPr/>
        </p:nvSpPr>
        <p:spPr>
          <a:xfrm xmlns:a="http://schemas.openxmlformats.org/drawingml/2006/main">
            <a:off x="8637270" y="2331720"/>
            <a:ext cx="9525" cy="2346960"/>
          </a:xfrm>
          <a:custGeom xmlns:a="http://schemas.openxmlformats.org/drawingml/2006/main">
            <a:pathLst>
              <a:path w="9525" h="2346960">
                <a:moveTo>
                  <a:pt x="0" y="2346960"/>
                </a:moveTo>
                <a:lnTo>
                  <a:pt x="0" y="0"/>
                </a:lnTo>
              </a:path>
            </a:pathLst>
          </a:custGeom>
          <a:noFill xmlns:a="http://schemas.openxmlformats.org/drawingml/2006/main"/>
          <a:ln xmlns:a="http://schemas.openxmlformats.org/drawingml/2006/main" w="38100">
            <a:solidFill>
              <a:srgbClr val="A94737"/>
            </a:solidFill>
            <a:prstDash val="solid"/>
          </a:ln>
        </p:spPr>
      </p:sp>
      <p:sp>
        <p:nvSpPr>
          <p:cNvPr id="14" name="">
            <a:extLst xmlns:a="http://schemas.openxmlformats.org/drawingml/2006/main">
              <a:ext uri="{FF2B5EF4-FFF2-40B4-BE49-F238E27FC236}">
                <a16:creationId xmlns:a16="http://schemas.microsoft.com/office/drawing/2014/main" id="{CD9DD7EA-D5FC-4EF1-B785-9CDAF283EF3F}"/>
              </a:ext>
            </a:extLst>
          </p:cNvPr>
          <p:cNvSpPr>
            <a:spLocks xmlns:a="http://schemas.openxmlformats.org/drawingml/2006/main" noGrp="1"/>
          </p:cNvSpPr>
          <p:nvPr/>
        </p:nvSpPr>
        <p:spPr>
          <a:xfrm xmlns:a="http://schemas.openxmlformats.org/drawingml/2006/main">
            <a:off x="8637270" y="4678680"/>
            <a:ext cx="1936432" cy="9525"/>
          </a:xfrm>
          <a:custGeom xmlns:a="http://schemas.openxmlformats.org/drawingml/2006/main">
            <a:pathLst>
              <a:path w="1936432" h="9525">
                <a:moveTo>
                  <a:pt x="0" y="0"/>
                </a:moveTo>
                <a:lnTo>
                  <a:pt x="1936432" y="0"/>
                </a:lnTo>
              </a:path>
            </a:pathLst>
          </a:custGeom>
          <a:noFill xmlns:a="http://schemas.openxmlformats.org/drawingml/2006/main"/>
          <a:ln xmlns:a="http://schemas.openxmlformats.org/drawingml/2006/main" w="38100">
            <a:solidFill>
              <a:srgbClr val="A94737"/>
            </a:solidFill>
            <a:prstDash val="solid"/>
          </a:ln>
        </p:spPr>
      </p:sp>
      <p:sp>
        <p:nvSpPr>
          <p:cNvPr id="15" name="">
            <a:extLst xmlns:a="http://schemas.openxmlformats.org/drawingml/2006/main">
              <a:ext uri="{FF2B5EF4-FFF2-40B4-BE49-F238E27FC236}">
                <a16:creationId xmlns:a16="http://schemas.microsoft.com/office/drawing/2014/main" id="{E7B5D7F7-74C7-4C12-AC61-7EB90135E2FD}"/>
              </a:ext>
            </a:extLst>
          </p:cNvPr>
          <p:cNvSpPr>
            <a:spLocks xmlns:a="http://schemas.openxmlformats.org/drawingml/2006/main" noGrp="1"/>
          </p:cNvSpPr>
          <p:nvPr/>
        </p:nvSpPr>
        <p:spPr>
          <a:xfrm xmlns:a="http://schemas.openxmlformats.org/drawingml/2006/main">
            <a:off x="8637270" y="4469130"/>
            <a:ext cx="209550" cy="9525"/>
          </a:xfrm>
          <a:custGeom xmlns:a="http://schemas.openxmlformats.org/drawingml/2006/main">
            <a:pathLst>
              <a:path w="209550" h="9525">
                <a:moveTo>
                  <a:pt x="0" y="0"/>
                </a:moveTo>
                <a:lnTo>
                  <a:pt x="209550" y="0"/>
                </a:lnTo>
              </a:path>
            </a:pathLst>
          </a:custGeom>
          <a:noFill xmlns:a="http://schemas.openxmlformats.org/drawingml/2006/main"/>
          <a:ln xmlns:a="http://schemas.openxmlformats.org/drawingml/2006/main" w="19050">
            <a:solidFill>
              <a:srgbClr val="A94737"/>
            </a:solidFill>
            <a:prstDash val="solid"/>
          </a:ln>
        </p:spPr>
      </p:sp>
      <p:sp>
        <p:nvSpPr>
          <p:cNvPr id="16" name="">
            <a:extLst xmlns:a="http://schemas.openxmlformats.org/drawingml/2006/main">
              <a:ext uri="{FF2B5EF4-FFF2-40B4-BE49-F238E27FC236}">
                <a16:creationId xmlns:a16="http://schemas.microsoft.com/office/drawing/2014/main" id="{9AAA57B8-E692-42D4-B466-0FEFE5732A14}"/>
              </a:ext>
            </a:extLst>
          </p:cNvPr>
          <p:cNvSpPr>
            <a:spLocks xmlns:a="http://schemas.openxmlformats.org/drawingml/2006/main" noGrp="1"/>
          </p:cNvSpPr>
          <p:nvPr/>
        </p:nvSpPr>
        <p:spPr>
          <a:xfrm xmlns:a="http://schemas.openxmlformats.org/drawingml/2006/main">
            <a:off x="8846820" y="4469130"/>
            <a:ext cx="9525" cy="209550"/>
          </a:xfrm>
          <a:custGeom xmlns:a="http://schemas.openxmlformats.org/drawingml/2006/main">
            <a:pathLst>
              <a:path w="9525" h="209550">
                <a:moveTo>
                  <a:pt x="0" y="0"/>
                </a:moveTo>
                <a:lnTo>
                  <a:pt x="0" y="209550"/>
                </a:lnTo>
              </a:path>
            </a:pathLst>
          </a:custGeom>
          <a:noFill xmlns:a="http://schemas.openxmlformats.org/drawingml/2006/main"/>
          <a:ln xmlns:a="http://schemas.openxmlformats.org/drawingml/2006/main" w="19050">
            <a:solidFill>
              <a:srgbClr val="A94737"/>
            </a:solidFill>
            <a:prstDash val="solid"/>
          </a:ln>
        </p:spPr>
      </p:sp>
      <p:sp>
        <p:nvSpPr>
          <p:cNvPr id="17" name="">
            <a:extLst xmlns:a="http://schemas.openxmlformats.org/drawingml/2006/main">
              <a:ext uri="{FF2B5EF4-FFF2-40B4-BE49-F238E27FC236}">
                <a16:creationId xmlns:a16="http://schemas.microsoft.com/office/drawing/2014/main" id="{355ACBDE-54C6-4DEC-9C01-D315FAB89968}"/>
              </a:ext>
            </a:extLst>
          </p:cNvPr>
          <p:cNvSpPr>
            <a:spLocks xmlns:a="http://schemas.openxmlformats.org/drawingml/2006/main" noGrp="1"/>
          </p:cNvSpPr>
          <p:nvPr/>
        </p:nvSpPr>
        <p:spPr>
          <a:xfrm xmlns:a="http://schemas.openxmlformats.org/drawingml/2006/main">
            <a:off x="7366635" y="4631055"/>
            <a:ext cx="95250" cy="95250"/>
          </a:xfrm>
          <a:prstGeom xmlns:a="http://schemas.openxmlformats.org/drawingml/2006/main" prst="ellipse">
            <a:avLst/>
          </a:prstGeom>
          <a:solidFill xmlns:a="http://schemas.openxmlformats.org/drawingml/2006/main">
            <a:srgbClr val="166B68"/>
          </a:solidFill>
          <a:ln xmlns:a="http://schemas.openxmlformats.org/drawingml/2006/main" w="0">
            <a:solidFill>
              <a:srgbClr val="166B68"/>
            </a:solidFill>
          </a:ln>
        </p:spPr>
      </p:sp>
      <p:sp>
        <p:nvSpPr>
          <p:cNvPr id="18" name="">
            <a:extLst xmlns:a="http://schemas.openxmlformats.org/drawingml/2006/main">
              <a:ext uri="{FF2B5EF4-FFF2-40B4-BE49-F238E27FC236}">
                <a16:creationId xmlns:a16="http://schemas.microsoft.com/office/drawing/2014/main" id="{9078BEE1-BA0E-4B0D-B8F4-0224B022EF6E}"/>
              </a:ext>
            </a:extLst>
          </p:cNvPr>
          <p:cNvSpPr>
            <a:spLocks xmlns:a="http://schemas.openxmlformats.org/drawingml/2006/main" noGrp="1"/>
          </p:cNvSpPr>
          <p:nvPr/>
        </p:nvSpPr>
        <p:spPr>
          <a:xfrm xmlns:a="http://schemas.openxmlformats.org/drawingml/2006/main">
            <a:off x="7195185" y="475488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166B68"/>
                </a:solidFill>
                <a:latin typeface="Yu Gothic"/>
                <a:ea typeface="Yu Gothic"/>
                <a:cs typeface="Yu Gothic"/>
              </a:defRPr>
            </a:defPPr>
            <a:lvl1pPr>
              <a:defRPr sz="1950">
                <a:solidFill>
                  <a:srgbClr val="166B68"/>
                </a:solidFill>
                <a:latin typeface="Yu Gothic"/>
                <a:ea typeface="Yu Gothic"/>
                <a:cs typeface="Yu Gothic"/>
              </a:defRPr>
            </a:lvl1pPr>
            <a:lvl2pPr>
              <a:defRPr sz="1950">
                <a:solidFill>
                  <a:srgbClr val="166B68"/>
                </a:solidFill>
                <a:latin typeface="Yu Gothic"/>
                <a:ea typeface="Yu Gothic"/>
                <a:cs typeface="Yu Gothic"/>
              </a:defRPr>
            </a:lvl2pPr>
            <a:lvl3pPr>
              <a:defRPr sz="1950">
                <a:solidFill>
                  <a:srgbClr val="166B68"/>
                </a:solidFill>
                <a:latin typeface="Yu Gothic"/>
                <a:ea typeface="Yu Gothic"/>
                <a:cs typeface="Yu Gothic"/>
              </a:defRPr>
            </a:lvl3pPr>
            <a:lvl4pPr>
              <a:defRPr sz="1950">
                <a:solidFill>
                  <a:srgbClr val="166B68"/>
                </a:solidFill>
                <a:latin typeface="Yu Gothic"/>
                <a:ea typeface="Yu Gothic"/>
                <a:cs typeface="Yu Gothic"/>
              </a:defRPr>
            </a:lvl4pPr>
            <a:lvl5pPr>
              <a:defRPr sz="1950">
                <a:solidFill>
                  <a:srgbClr val="166B68"/>
                </a:solidFill>
                <a:latin typeface="Yu Gothic"/>
                <a:ea typeface="Yu Gothic"/>
                <a:cs typeface="Yu Gothic"/>
              </a:defRPr>
            </a:lvl5pPr>
            <a:lvl6pPr>
              <a:defRPr sz="1950">
                <a:solidFill>
                  <a:srgbClr val="166B68"/>
                </a:solidFill>
                <a:latin typeface="Yu Gothic"/>
                <a:ea typeface="Yu Gothic"/>
                <a:cs typeface="Yu Gothic"/>
              </a:defRPr>
            </a:lvl6pPr>
            <a:lvl7pPr>
              <a:defRPr sz="1950">
                <a:solidFill>
                  <a:srgbClr val="166B68"/>
                </a:solidFill>
                <a:latin typeface="Yu Gothic"/>
                <a:ea typeface="Yu Gothic"/>
                <a:cs typeface="Yu Gothic"/>
              </a:defRPr>
            </a:lvl7pPr>
            <a:lvl8pPr>
              <a:defRPr sz="1950">
                <a:solidFill>
                  <a:srgbClr val="166B68"/>
                </a:solidFill>
                <a:latin typeface="Yu Gothic"/>
                <a:ea typeface="Yu Gothic"/>
                <a:cs typeface="Yu Gothic"/>
              </a:defRPr>
            </a:lvl8pPr>
            <a:lvl9pPr>
              <a:defRPr sz="1950">
                <a:solidFill>
                  <a:srgbClr val="166B68"/>
                </a:solidFill>
                <a:latin typeface="Yu Gothic"/>
                <a:ea typeface="Yu Gothic"/>
                <a:cs typeface="Yu Gothic"/>
              </a:defRPr>
            </a:lvl9pPr>
          </a:lstStyle>
          <a:p xmlns:a="http://schemas.openxmlformats.org/drawingml/2006/main">
            <a:pPr>
              <a:defRPr sz="1950">
                <a:solidFill>
                  <a:srgbClr val="166B68"/>
                </a:solidFill>
                <a:latin typeface="Yu Gothic"/>
                <a:ea typeface="Yu Gothic"/>
                <a:cs typeface="Yu Gothic"/>
              </a:defRPr>
            </a:pPr>
            <a:r>
              <a:rPr sz="1950">
                <a:solidFill>
                  <a:srgbClr val="166B68"/>
                </a:solidFill>
                <a:latin typeface="Yu Gothic"/>
                <a:ea typeface="Yu Gothic"/>
                <a:cs typeface="Yu Gothic"/>
              </a:rPr>
              <a:t>O</a:t>
            </a:r>
          </a:p>
        </p:txBody>
      </p:sp>
      <p:sp>
        <p:nvSpPr>
          <p:cNvPr id="19" name="">
            <a:extLst xmlns:a="http://schemas.openxmlformats.org/drawingml/2006/main">
              <a:ext uri="{FF2B5EF4-FFF2-40B4-BE49-F238E27FC236}">
                <a16:creationId xmlns:a16="http://schemas.microsoft.com/office/drawing/2014/main" id="{324C5DEE-D0DE-4307-A5FE-4FDEAB3CD42E}"/>
              </a:ext>
            </a:extLst>
          </p:cNvPr>
          <p:cNvSpPr>
            <a:spLocks xmlns:a="http://schemas.openxmlformats.org/drawingml/2006/main" noGrp="1"/>
          </p:cNvSpPr>
          <p:nvPr/>
        </p:nvSpPr>
        <p:spPr>
          <a:xfrm xmlns:a="http://schemas.openxmlformats.org/drawingml/2006/main">
            <a:off x="8589645" y="4631055"/>
            <a:ext cx="95250" cy="95250"/>
          </a:xfrm>
          <a:prstGeom xmlns:a="http://schemas.openxmlformats.org/drawingml/2006/main" prst="ellipse">
            <a:avLst/>
          </a:prstGeom>
          <a:solidFill xmlns:a="http://schemas.openxmlformats.org/drawingml/2006/main">
            <a:srgbClr val="A94737"/>
          </a:solidFill>
          <a:ln xmlns:a="http://schemas.openxmlformats.org/drawingml/2006/main" w="0">
            <a:solidFill>
              <a:srgbClr val="A94737"/>
            </a:solidFill>
          </a:ln>
        </p:spPr>
      </p:sp>
      <p:sp>
        <p:nvSpPr>
          <p:cNvPr id="20" name="">
            <a:extLst xmlns:a="http://schemas.openxmlformats.org/drawingml/2006/main">
              <a:ext uri="{FF2B5EF4-FFF2-40B4-BE49-F238E27FC236}">
                <a16:creationId xmlns:a16="http://schemas.microsoft.com/office/drawing/2014/main" id="{13DB5F7F-4557-4F97-9899-BD872DFAEC73}"/>
              </a:ext>
            </a:extLst>
          </p:cNvPr>
          <p:cNvSpPr>
            <a:spLocks xmlns:a="http://schemas.openxmlformats.org/drawingml/2006/main" noGrp="1"/>
          </p:cNvSpPr>
          <p:nvPr/>
        </p:nvSpPr>
        <p:spPr>
          <a:xfrm xmlns:a="http://schemas.openxmlformats.org/drawingml/2006/main">
            <a:off x="8675370" y="475488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A94737"/>
                </a:solidFill>
                <a:latin typeface="Yu Gothic"/>
                <a:ea typeface="Yu Gothic"/>
                <a:cs typeface="Yu Gothic"/>
              </a:defRPr>
            </a:defPPr>
            <a:lvl1pPr>
              <a:defRPr sz="1950">
                <a:solidFill>
                  <a:srgbClr val="A94737"/>
                </a:solidFill>
                <a:latin typeface="Yu Gothic"/>
                <a:ea typeface="Yu Gothic"/>
                <a:cs typeface="Yu Gothic"/>
              </a:defRPr>
            </a:lvl1pPr>
            <a:lvl2pPr>
              <a:defRPr sz="1950">
                <a:solidFill>
                  <a:srgbClr val="A94737"/>
                </a:solidFill>
                <a:latin typeface="Yu Gothic"/>
                <a:ea typeface="Yu Gothic"/>
                <a:cs typeface="Yu Gothic"/>
              </a:defRPr>
            </a:lvl2pPr>
            <a:lvl3pPr>
              <a:defRPr sz="1950">
                <a:solidFill>
                  <a:srgbClr val="A94737"/>
                </a:solidFill>
                <a:latin typeface="Yu Gothic"/>
                <a:ea typeface="Yu Gothic"/>
                <a:cs typeface="Yu Gothic"/>
              </a:defRPr>
            </a:lvl3pPr>
            <a:lvl4pPr>
              <a:defRPr sz="1950">
                <a:solidFill>
                  <a:srgbClr val="A94737"/>
                </a:solidFill>
                <a:latin typeface="Yu Gothic"/>
                <a:ea typeface="Yu Gothic"/>
                <a:cs typeface="Yu Gothic"/>
              </a:defRPr>
            </a:lvl4pPr>
            <a:lvl5pPr>
              <a:defRPr sz="1950">
                <a:solidFill>
                  <a:srgbClr val="A94737"/>
                </a:solidFill>
                <a:latin typeface="Yu Gothic"/>
                <a:ea typeface="Yu Gothic"/>
                <a:cs typeface="Yu Gothic"/>
              </a:defRPr>
            </a:lvl5pPr>
            <a:lvl6pPr>
              <a:defRPr sz="1950">
                <a:solidFill>
                  <a:srgbClr val="A94737"/>
                </a:solidFill>
                <a:latin typeface="Yu Gothic"/>
                <a:ea typeface="Yu Gothic"/>
                <a:cs typeface="Yu Gothic"/>
              </a:defRPr>
            </a:lvl6pPr>
            <a:lvl7pPr>
              <a:defRPr sz="1950">
                <a:solidFill>
                  <a:srgbClr val="A94737"/>
                </a:solidFill>
                <a:latin typeface="Yu Gothic"/>
                <a:ea typeface="Yu Gothic"/>
                <a:cs typeface="Yu Gothic"/>
              </a:defRPr>
            </a:lvl7pPr>
            <a:lvl8pPr>
              <a:defRPr sz="1950">
                <a:solidFill>
                  <a:srgbClr val="A94737"/>
                </a:solidFill>
                <a:latin typeface="Yu Gothic"/>
                <a:ea typeface="Yu Gothic"/>
                <a:cs typeface="Yu Gothic"/>
              </a:defRPr>
            </a:lvl8pPr>
            <a:lvl9pPr>
              <a:defRPr sz="1950">
                <a:solidFill>
                  <a:srgbClr val="A94737"/>
                </a:solidFill>
                <a:latin typeface="Yu Gothic"/>
                <a:ea typeface="Yu Gothic"/>
                <a:cs typeface="Yu Gothic"/>
              </a:defRPr>
            </a:lvl9pPr>
          </a:lstStyle>
          <a:p xmlns:a="http://schemas.openxmlformats.org/drawingml/2006/main">
            <a:pPr>
              <a:defRPr sz="1950">
                <a:solidFill>
                  <a:srgbClr val="A94737"/>
                </a:solidFill>
                <a:latin typeface="Yu Gothic"/>
                <a:ea typeface="Yu Gothic"/>
                <a:cs typeface="Yu Gothic"/>
              </a:defRPr>
            </a:pPr>
            <a:r>
              <a:rPr sz="1950">
                <a:solidFill>
                  <a:srgbClr val="A94737"/>
                </a:solidFill>
                <a:latin typeface="Yu Gothic"/>
                <a:ea typeface="Yu Gothic"/>
                <a:cs typeface="Yu Gothic"/>
              </a:rPr>
              <a:t>E</a:t>
            </a:r>
          </a:p>
        </p:txBody>
      </p:sp>
      <p:sp>
        <p:nvSpPr>
          <p:cNvPr id="21" name="">
            <a:extLst xmlns:a="http://schemas.openxmlformats.org/drawingml/2006/main">
              <a:ext uri="{FF2B5EF4-FFF2-40B4-BE49-F238E27FC236}">
                <a16:creationId xmlns:a16="http://schemas.microsoft.com/office/drawing/2014/main" id="{C2E183CE-5B65-4E7B-A1E3-C6A1417A5BAF}"/>
              </a:ext>
            </a:extLst>
          </p:cNvPr>
          <p:cNvSpPr>
            <a:spLocks xmlns:a="http://schemas.openxmlformats.org/drawingml/2006/main" noGrp="1"/>
          </p:cNvSpPr>
          <p:nvPr/>
        </p:nvSpPr>
        <p:spPr>
          <a:xfrm xmlns:a="http://schemas.openxmlformats.org/drawingml/2006/main">
            <a:off x="8589645" y="2284095"/>
            <a:ext cx="95250" cy="95250"/>
          </a:xfrm>
          <a:prstGeom xmlns:a="http://schemas.openxmlformats.org/drawingml/2006/main" prst="ellipse">
            <a:avLst/>
          </a:prstGeom>
          <a:solidFill xmlns:a="http://schemas.openxmlformats.org/drawingml/2006/main">
            <a:srgbClr val="166B68"/>
          </a:solidFill>
          <a:ln xmlns:a="http://schemas.openxmlformats.org/drawingml/2006/main" w="0">
            <a:solidFill>
              <a:srgbClr val="166B68"/>
            </a:solidFill>
          </a:ln>
        </p:spPr>
      </p:sp>
      <p:sp>
        <p:nvSpPr>
          <p:cNvPr id="22" name="">
            <a:extLst xmlns:a="http://schemas.openxmlformats.org/drawingml/2006/main">
              <a:ext uri="{FF2B5EF4-FFF2-40B4-BE49-F238E27FC236}">
                <a16:creationId xmlns:a16="http://schemas.microsoft.com/office/drawing/2014/main" id="{511521CF-D0CE-498F-842E-DBAD4238E369}"/>
              </a:ext>
            </a:extLst>
          </p:cNvPr>
          <p:cNvSpPr>
            <a:spLocks xmlns:a="http://schemas.openxmlformats.org/drawingml/2006/main" noGrp="1"/>
          </p:cNvSpPr>
          <p:nvPr/>
        </p:nvSpPr>
        <p:spPr>
          <a:xfrm xmlns:a="http://schemas.openxmlformats.org/drawingml/2006/main">
            <a:off x="8494395" y="198882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166B68"/>
                </a:solidFill>
                <a:latin typeface="Yu Gothic"/>
                <a:ea typeface="Yu Gothic"/>
                <a:cs typeface="Yu Gothic"/>
              </a:defRPr>
            </a:defPPr>
            <a:lvl1pPr>
              <a:defRPr sz="1950">
                <a:solidFill>
                  <a:srgbClr val="166B68"/>
                </a:solidFill>
                <a:latin typeface="Yu Gothic"/>
                <a:ea typeface="Yu Gothic"/>
                <a:cs typeface="Yu Gothic"/>
              </a:defRPr>
            </a:lvl1pPr>
            <a:lvl2pPr>
              <a:defRPr sz="1950">
                <a:solidFill>
                  <a:srgbClr val="166B68"/>
                </a:solidFill>
                <a:latin typeface="Yu Gothic"/>
                <a:ea typeface="Yu Gothic"/>
                <a:cs typeface="Yu Gothic"/>
              </a:defRPr>
            </a:lvl2pPr>
            <a:lvl3pPr>
              <a:defRPr sz="1950">
                <a:solidFill>
                  <a:srgbClr val="166B68"/>
                </a:solidFill>
                <a:latin typeface="Yu Gothic"/>
                <a:ea typeface="Yu Gothic"/>
                <a:cs typeface="Yu Gothic"/>
              </a:defRPr>
            </a:lvl3pPr>
            <a:lvl4pPr>
              <a:defRPr sz="1950">
                <a:solidFill>
                  <a:srgbClr val="166B68"/>
                </a:solidFill>
                <a:latin typeface="Yu Gothic"/>
                <a:ea typeface="Yu Gothic"/>
                <a:cs typeface="Yu Gothic"/>
              </a:defRPr>
            </a:lvl4pPr>
            <a:lvl5pPr>
              <a:defRPr sz="1950">
                <a:solidFill>
                  <a:srgbClr val="166B68"/>
                </a:solidFill>
                <a:latin typeface="Yu Gothic"/>
                <a:ea typeface="Yu Gothic"/>
                <a:cs typeface="Yu Gothic"/>
              </a:defRPr>
            </a:lvl5pPr>
            <a:lvl6pPr>
              <a:defRPr sz="1950">
                <a:solidFill>
                  <a:srgbClr val="166B68"/>
                </a:solidFill>
                <a:latin typeface="Yu Gothic"/>
                <a:ea typeface="Yu Gothic"/>
                <a:cs typeface="Yu Gothic"/>
              </a:defRPr>
            </a:lvl6pPr>
            <a:lvl7pPr>
              <a:defRPr sz="1950">
                <a:solidFill>
                  <a:srgbClr val="166B68"/>
                </a:solidFill>
                <a:latin typeface="Yu Gothic"/>
                <a:ea typeface="Yu Gothic"/>
                <a:cs typeface="Yu Gothic"/>
              </a:defRPr>
            </a:lvl7pPr>
            <a:lvl8pPr>
              <a:defRPr sz="1950">
                <a:solidFill>
                  <a:srgbClr val="166B68"/>
                </a:solidFill>
                <a:latin typeface="Yu Gothic"/>
                <a:ea typeface="Yu Gothic"/>
                <a:cs typeface="Yu Gothic"/>
              </a:defRPr>
            </a:lvl8pPr>
            <a:lvl9pPr>
              <a:defRPr sz="1950">
                <a:solidFill>
                  <a:srgbClr val="166B68"/>
                </a:solidFill>
                <a:latin typeface="Yu Gothic"/>
                <a:ea typeface="Yu Gothic"/>
                <a:cs typeface="Yu Gothic"/>
              </a:defRPr>
            </a:lvl9pPr>
          </a:lstStyle>
          <a:p xmlns:a="http://schemas.openxmlformats.org/drawingml/2006/main">
            <a:pPr>
              <a:defRPr sz="1950">
                <a:solidFill>
                  <a:srgbClr val="166B68"/>
                </a:solidFill>
                <a:latin typeface="Yu Gothic"/>
                <a:ea typeface="Yu Gothic"/>
                <a:cs typeface="Yu Gothic"/>
              </a:defRPr>
            </a:pPr>
            <a:r>
              <a:rPr sz="1950">
                <a:solidFill>
                  <a:srgbClr val="166B68"/>
                </a:solidFill>
                <a:latin typeface="Yu Gothic"/>
                <a:ea typeface="Yu Gothic"/>
                <a:cs typeface="Yu Gothic"/>
              </a:rPr>
              <a:t>A</a:t>
            </a:r>
          </a:p>
        </p:txBody>
      </p:sp>
      <p:sp>
        <p:nvSpPr>
          <p:cNvPr id="23" name="">
            <a:extLst xmlns:a="http://schemas.openxmlformats.org/drawingml/2006/main">
              <a:ext uri="{FF2B5EF4-FFF2-40B4-BE49-F238E27FC236}">
                <a16:creationId xmlns:a16="http://schemas.microsoft.com/office/drawing/2014/main" id="{BA51B402-EB82-44AD-8A53-67DE004D3254}"/>
              </a:ext>
            </a:extLst>
          </p:cNvPr>
          <p:cNvSpPr>
            <a:spLocks xmlns:a="http://schemas.openxmlformats.org/drawingml/2006/main" noGrp="1"/>
          </p:cNvSpPr>
          <p:nvPr/>
        </p:nvSpPr>
        <p:spPr>
          <a:xfrm xmlns:a="http://schemas.openxmlformats.org/drawingml/2006/main">
            <a:off x="10526078" y="4631055"/>
            <a:ext cx="95250" cy="95250"/>
          </a:xfrm>
          <a:prstGeom xmlns:a="http://schemas.openxmlformats.org/drawingml/2006/main" prst="ellipse">
            <a:avLst/>
          </a:prstGeom>
          <a:solidFill xmlns:a="http://schemas.openxmlformats.org/drawingml/2006/main">
            <a:srgbClr val="166B68"/>
          </a:solidFill>
          <a:ln xmlns:a="http://schemas.openxmlformats.org/drawingml/2006/main" w="0">
            <a:solidFill>
              <a:srgbClr val="166B68"/>
            </a:solidFill>
          </a:ln>
        </p:spPr>
      </p:sp>
      <p:sp>
        <p:nvSpPr>
          <p:cNvPr id="24" name="">
            <a:extLst xmlns:a="http://schemas.openxmlformats.org/drawingml/2006/main">
              <a:ext uri="{FF2B5EF4-FFF2-40B4-BE49-F238E27FC236}">
                <a16:creationId xmlns:a16="http://schemas.microsoft.com/office/drawing/2014/main" id="{5D629BCE-C939-45A1-B23C-3F6632000989}"/>
              </a:ext>
            </a:extLst>
          </p:cNvPr>
          <p:cNvSpPr>
            <a:spLocks xmlns:a="http://schemas.openxmlformats.org/drawingml/2006/main" noGrp="1"/>
          </p:cNvSpPr>
          <p:nvPr/>
        </p:nvSpPr>
        <p:spPr>
          <a:xfrm xmlns:a="http://schemas.openxmlformats.org/drawingml/2006/main">
            <a:off x="10668953" y="455485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166B68"/>
                </a:solidFill>
                <a:latin typeface="Yu Gothic"/>
                <a:ea typeface="Yu Gothic"/>
                <a:cs typeface="Yu Gothic"/>
              </a:defRPr>
            </a:defPPr>
            <a:lvl1pPr>
              <a:defRPr sz="1950">
                <a:solidFill>
                  <a:srgbClr val="166B68"/>
                </a:solidFill>
                <a:latin typeface="Yu Gothic"/>
                <a:ea typeface="Yu Gothic"/>
                <a:cs typeface="Yu Gothic"/>
              </a:defRPr>
            </a:lvl1pPr>
            <a:lvl2pPr>
              <a:defRPr sz="1950">
                <a:solidFill>
                  <a:srgbClr val="166B68"/>
                </a:solidFill>
                <a:latin typeface="Yu Gothic"/>
                <a:ea typeface="Yu Gothic"/>
                <a:cs typeface="Yu Gothic"/>
              </a:defRPr>
            </a:lvl2pPr>
            <a:lvl3pPr>
              <a:defRPr sz="1950">
                <a:solidFill>
                  <a:srgbClr val="166B68"/>
                </a:solidFill>
                <a:latin typeface="Yu Gothic"/>
                <a:ea typeface="Yu Gothic"/>
                <a:cs typeface="Yu Gothic"/>
              </a:defRPr>
            </a:lvl3pPr>
            <a:lvl4pPr>
              <a:defRPr sz="1950">
                <a:solidFill>
                  <a:srgbClr val="166B68"/>
                </a:solidFill>
                <a:latin typeface="Yu Gothic"/>
                <a:ea typeface="Yu Gothic"/>
                <a:cs typeface="Yu Gothic"/>
              </a:defRPr>
            </a:lvl4pPr>
            <a:lvl5pPr>
              <a:defRPr sz="1950">
                <a:solidFill>
                  <a:srgbClr val="166B68"/>
                </a:solidFill>
                <a:latin typeface="Yu Gothic"/>
                <a:ea typeface="Yu Gothic"/>
                <a:cs typeface="Yu Gothic"/>
              </a:defRPr>
            </a:lvl5pPr>
            <a:lvl6pPr>
              <a:defRPr sz="1950">
                <a:solidFill>
                  <a:srgbClr val="166B68"/>
                </a:solidFill>
                <a:latin typeface="Yu Gothic"/>
                <a:ea typeface="Yu Gothic"/>
                <a:cs typeface="Yu Gothic"/>
              </a:defRPr>
            </a:lvl6pPr>
            <a:lvl7pPr>
              <a:defRPr sz="1950">
                <a:solidFill>
                  <a:srgbClr val="166B68"/>
                </a:solidFill>
                <a:latin typeface="Yu Gothic"/>
                <a:ea typeface="Yu Gothic"/>
                <a:cs typeface="Yu Gothic"/>
              </a:defRPr>
            </a:lvl7pPr>
            <a:lvl8pPr>
              <a:defRPr sz="1950">
                <a:solidFill>
                  <a:srgbClr val="166B68"/>
                </a:solidFill>
                <a:latin typeface="Yu Gothic"/>
                <a:ea typeface="Yu Gothic"/>
                <a:cs typeface="Yu Gothic"/>
              </a:defRPr>
            </a:lvl8pPr>
            <a:lvl9pPr>
              <a:defRPr sz="1950">
                <a:solidFill>
                  <a:srgbClr val="166B68"/>
                </a:solidFill>
                <a:latin typeface="Yu Gothic"/>
                <a:ea typeface="Yu Gothic"/>
                <a:cs typeface="Yu Gothic"/>
              </a:defRPr>
            </a:lvl9pPr>
          </a:lstStyle>
          <a:p xmlns:a="http://schemas.openxmlformats.org/drawingml/2006/main">
            <a:pPr>
              <a:defRPr sz="1950">
                <a:solidFill>
                  <a:srgbClr val="166B68"/>
                </a:solidFill>
                <a:latin typeface="Yu Gothic"/>
                <a:ea typeface="Yu Gothic"/>
                <a:cs typeface="Yu Gothic"/>
              </a:defRPr>
            </a:pPr>
            <a:r>
              <a:rPr sz="1950">
                <a:solidFill>
                  <a:srgbClr val="166B68"/>
                </a:solidFill>
                <a:latin typeface="Yu Gothic"/>
                <a:ea typeface="Yu Gothic"/>
                <a:cs typeface="Yu Gothic"/>
              </a:rPr>
              <a:t>B</a:t>
            </a:r>
          </a:p>
        </p:txBody>
      </p:sp>
      <p:sp>
        <p:nvSpPr>
          <p:cNvPr id="25" name="">
            <a:extLst xmlns:a="http://schemas.openxmlformats.org/drawingml/2006/main">
              <a:ext uri="{FF2B5EF4-FFF2-40B4-BE49-F238E27FC236}">
                <a16:creationId xmlns:a16="http://schemas.microsoft.com/office/drawing/2014/main" id="{98015C0F-ABB7-4498-9983-39AA004FE04E}"/>
              </a:ext>
            </a:extLst>
          </p:cNvPr>
          <p:cNvSpPr>
            <a:spLocks xmlns:a="http://schemas.openxmlformats.org/drawingml/2006/main" noGrp="1"/>
          </p:cNvSpPr>
          <p:nvPr/>
        </p:nvSpPr>
        <p:spPr>
          <a:xfrm xmlns:a="http://schemas.openxmlformats.org/drawingml/2006/main">
            <a:off x="7509510" y="505968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a:solidFill>
                  <a:srgbClr val="A94737"/>
                </a:solidFill>
                <a:latin typeface="Yu Gothic"/>
                <a:ea typeface="Yu Gothic"/>
                <a:cs typeface="Yu Gothic"/>
              </a:defRPr>
            </a:defPPr>
            <a:lvl1pPr>
              <a:defRPr sz="1800">
                <a:solidFill>
                  <a:srgbClr val="A94737"/>
                </a:solidFill>
                <a:latin typeface="Yu Gothic"/>
                <a:ea typeface="Yu Gothic"/>
                <a:cs typeface="Yu Gothic"/>
              </a:defRPr>
            </a:lvl1pPr>
            <a:lvl2pPr>
              <a:defRPr sz="1800">
                <a:solidFill>
                  <a:srgbClr val="A94737"/>
                </a:solidFill>
                <a:latin typeface="Yu Gothic"/>
                <a:ea typeface="Yu Gothic"/>
                <a:cs typeface="Yu Gothic"/>
              </a:defRPr>
            </a:lvl2pPr>
            <a:lvl3pPr>
              <a:defRPr sz="1800">
                <a:solidFill>
                  <a:srgbClr val="A94737"/>
                </a:solidFill>
                <a:latin typeface="Yu Gothic"/>
                <a:ea typeface="Yu Gothic"/>
                <a:cs typeface="Yu Gothic"/>
              </a:defRPr>
            </a:lvl3pPr>
            <a:lvl4pPr>
              <a:defRPr sz="1800">
                <a:solidFill>
                  <a:srgbClr val="A94737"/>
                </a:solidFill>
                <a:latin typeface="Yu Gothic"/>
                <a:ea typeface="Yu Gothic"/>
                <a:cs typeface="Yu Gothic"/>
              </a:defRPr>
            </a:lvl4pPr>
            <a:lvl5pPr>
              <a:defRPr sz="1800">
                <a:solidFill>
                  <a:srgbClr val="A94737"/>
                </a:solidFill>
                <a:latin typeface="Yu Gothic"/>
                <a:ea typeface="Yu Gothic"/>
                <a:cs typeface="Yu Gothic"/>
              </a:defRPr>
            </a:lvl5pPr>
            <a:lvl6pPr>
              <a:defRPr sz="1800">
                <a:solidFill>
                  <a:srgbClr val="A94737"/>
                </a:solidFill>
                <a:latin typeface="Yu Gothic"/>
                <a:ea typeface="Yu Gothic"/>
                <a:cs typeface="Yu Gothic"/>
              </a:defRPr>
            </a:lvl6pPr>
            <a:lvl7pPr>
              <a:defRPr sz="1800">
                <a:solidFill>
                  <a:srgbClr val="A94737"/>
                </a:solidFill>
                <a:latin typeface="Yu Gothic"/>
                <a:ea typeface="Yu Gothic"/>
                <a:cs typeface="Yu Gothic"/>
              </a:defRPr>
            </a:lvl7pPr>
            <a:lvl8pPr>
              <a:defRPr sz="1800">
                <a:solidFill>
                  <a:srgbClr val="A94737"/>
                </a:solidFill>
                <a:latin typeface="Yu Gothic"/>
                <a:ea typeface="Yu Gothic"/>
                <a:cs typeface="Yu Gothic"/>
              </a:defRPr>
            </a:lvl8pPr>
            <a:lvl9pPr>
              <a:defRPr sz="1800">
                <a:solidFill>
                  <a:srgbClr val="A94737"/>
                </a:solidFill>
                <a:latin typeface="Yu Gothic"/>
                <a:ea typeface="Yu Gothic"/>
                <a:cs typeface="Yu Gothic"/>
              </a:defRPr>
            </a:lvl9pPr>
          </a:lstStyle>
          <a:p xmlns:a="http://schemas.openxmlformats.org/drawingml/2006/main">
            <a:pPr>
              <a:defRPr sz="1800">
                <a:solidFill>
                  <a:srgbClr val="A94737"/>
                </a:solidFill>
                <a:latin typeface="Yu Gothic"/>
                <a:ea typeface="Yu Gothic"/>
                <a:cs typeface="Yu Gothic"/>
              </a:defRPr>
            </a:pPr>
            <a:r>
              <a:rPr sz="1800">
                <a:solidFill>
                  <a:srgbClr val="A94737"/>
                </a:solidFill>
                <a:latin typeface="Yu Gothic"/>
                <a:ea typeface="Yu Gothic"/>
                <a:cs typeface="Yu Gothic"/>
              </a:rPr>
              <a:t>OE＝1 m</a:t>
            </a:r>
          </a:p>
        </p:txBody>
      </p:sp>
      <p:sp>
        <p:nvSpPr>
          <p:cNvPr id="26" name="">
            <a:extLst xmlns:a="http://schemas.openxmlformats.org/drawingml/2006/main">
              <a:ext uri="{FF2B5EF4-FFF2-40B4-BE49-F238E27FC236}">
                <a16:creationId xmlns:a16="http://schemas.microsoft.com/office/drawing/2014/main" id="{514B7236-7FAD-4714-90E3-C80557CAF988}"/>
              </a:ext>
            </a:extLst>
          </p:cNvPr>
          <p:cNvSpPr>
            <a:spLocks xmlns:a="http://schemas.openxmlformats.org/drawingml/2006/main" noGrp="1"/>
          </p:cNvSpPr>
          <p:nvPr/>
        </p:nvSpPr>
        <p:spPr>
          <a:xfrm xmlns:a="http://schemas.openxmlformats.org/drawingml/2006/main">
            <a:off x="8827770" y="3295650"/>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a:solidFill>
                  <a:srgbClr val="A94737"/>
                </a:solidFill>
                <a:latin typeface="Yu Gothic"/>
                <a:ea typeface="Yu Gothic"/>
                <a:cs typeface="Yu Gothic"/>
              </a:defRPr>
            </a:defPPr>
            <a:lvl1pPr>
              <a:defRPr sz="1875">
                <a:solidFill>
                  <a:srgbClr val="A94737"/>
                </a:solidFill>
                <a:latin typeface="Yu Gothic"/>
                <a:ea typeface="Yu Gothic"/>
                <a:cs typeface="Yu Gothic"/>
              </a:defRPr>
            </a:lvl1pPr>
            <a:lvl2pPr>
              <a:defRPr sz="1875">
                <a:solidFill>
                  <a:srgbClr val="A94737"/>
                </a:solidFill>
                <a:latin typeface="Yu Gothic"/>
                <a:ea typeface="Yu Gothic"/>
                <a:cs typeface="Yu Gothic"/>
              </a:defRPr>
            </a:lvl2pPr>
            <a:lvl3pPr>
              <a:defRPr sz="1875">
                <a:solidFill>
                  <a:srgbClr val="A94737"/>
                </a:solidFill>
                <a:latin typeface="Yu Gothic"/>
                <a:ea typeface="Yu Gothic"/>
                <a:cs typeface="Yu Gothic"/>
              </a:defRPr>
            </a:lvl3pPr>
            <a:lvl4pPr>
              <a:defRPr sz="1875">
                <a:solidFill>
                  <a:srgbClr val="A94737"/>
                </a:solidFill>
                <a:latin typeface="Yu Gothic"/>
                <a:ea typeface="Yu Gothic"/>
                <a:cs typeface="Yu Gothic"/>
              </a:defRPr>
            </a:lvl4pPr>
            <a:lvl5pPr>
              <a:defRPr sz="1875">
                <a:solidFill>
                  <a:srgbClr val="A94737"/>
                </a:solidFill>
                <a:latin typeface="Yu Gothic"/>
                <a:ea typeface="Yu Gothic"/>
                <a:cs typeface="Yu Gothic"/>
              </a:defRPr>
            </a:lvl5pPr>
            <a:lvl6pPr>
              <a:defRPr sz="1875">
                <a:solidFill>
                  <a:srgbClr val="A94737"/>
                </a:solidFill>
                <a:latin typeface="Yu Gothic"/>
                <a:ea typeface="Yu Gothic"/>
                <a:cs typeface="Yu Gothic"/>
              </a:defRPr>
            </a:lvl6pPr>
            <a:lvl7pPr>
              <a:defRPr sz="1875">
                <a:solidFill>
                  <a:srgbClr val="A94737"/>
                </a:solidFill>
                <a:latin typeface="Yu Gothic"/>
                <a:ea typeface="Yu Gothic"/>
                <a:cs typeface="Yu Gothic"/>
              </a:defRPr>
            </a:lvl7pPr>
            <a:lvl8pPr>
              <a:defRPr sz="1875">
                <a:solidFill>
                  <a:srgbClr val="A94737"/>
                </a:solidFill>
                <a:latin typeface="Yu Gothic"/>
                <a:ea typeface="Yu Gothic"/>
                <a:cs typeface="Yu Gothic"/>
              </a:defRPr>
            </a:lvl8pPr>
            <a:lvl9pPr>
              <a:defRPr sz="1875">
                <a:solidFill>
                  <a:srgbClr val="A94737"/>
                </a:solidFill>
                <a:latin typeface="Yu Gothic"/>
                <a:ea typeface="Yu Gothic"/>
                <a:cs typeface="Yu Gothic"/>
              </a:defRPr>
            </a:lvl9pPr>
          </a:lstStyle>
          <a:p xmlns:a="http://schemas.openxmlformats.org/drawingml/2006/main">
            <a:pPr>
              <a:defRPr sz="1875">
                <a:solidFill>
                  <a:srgbClr val="A94737"/>
                </a:solidFill>
                <a:latin typeface="Yu Gothic"/>
                <a:ea typeface="Yu Gothic"/>
                <a:cs typeface="Yu Gothic"/>
              </a:defRPr>
            </a:pPr>
            <a:r>
              <a:rPr sz="1875">
                <a:solidFill>
                  <a:srgbClr val="A94737"/>
                </a:solidFill>
                <a:latin typeface="Yu Gothic"/>
                <a:ea typeface="Yu Gothic"/>
                <a:cs typeface="Yu Gothic"/>
              </a:rPr>
              <a:t>EA＝100 m</a:t>
            </a:r>
          </a:p>
        </p:txBody>
      </p:sp>
      <p:sp>
        <p:nvSpPr>
          <p:cNvPr id="27" name="">
            <a:extLst xmlns:a="http://schemas.openxmlformats.org/drawingml/2006/main">
              <a:ext uri="{FF2B5EF4-FFF2-40B4-BE49-F238E27FC236}">
                <a16:creationId xmlns:a16="http://schemas.microsoft.com/office/drawing/2014/main" id="{51CBFF9B-3FAF-4518-9D4A-8A8C1FB4D8E2}"/>
              </a:ext>
            </a:extLst>
          </p:cNvPr>
          <p:cNvSpPr>
            <a:spLocks xmlns:a="http://schemas.openxmlformats.org/drawingml/2006/main" noGrp="1"/>
          </p:cNvSpPr>
          <p:nvPr/>
        </p:nvSpPr>
        <p:spPr>
          <a:xfrm xmlns:a="http://schemas.openxmlformats.org/drawingml/2006/main">
            <a:off x="6238875" y="3379470"/>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a:solidFill>
                  <a:srgbClr val="166B68"/>
                </a:solidFill>
                <a:latin typeface="Yu Gothic"/>
                <a:ea typeface="Yu Gothic"/>
                <a:cs typeface="Yu Gothic"/>
              </a:defRPr>
            </a:defPPr>
            <a:lvl1pPr>
              <a:defRPr sz="1875">
                <a:solidFill>
                  <a:srgbClr val="166B68"/>
                </a:solidFill>
                <a:latin typeface="Yu Gothic"/>
                <a:ea typeface="Yu Gothic"/>
                <a:cs typeface="Yu Gothic"/>
              </a:defRPr>
            </a:lvl1pPr>
            <a:lvl2pPr>
              <a:defRPr sz="1875">
                <a:solidFill>
                  <a:srgbClr val="166B68"/>
                </a:solidFill>
                <a:latin typeface="Yu Gothic"/>
                <a:ea typeface="Yu Gothic"/>
                <a:cs typeface="Yu Gothic"/>
              </a:defRPr>
            </a:lvl2pPr>
            <a:lvl3pPr>
              <a:defRPr sz="1875">
                <a:solidFill>
                  <a:srgbClr val="166B68"/>
                </a:solidFill>
                <a:latin typeface="Yu Gothic"/>
                <a:ea typeface="Yu Gothic"/>
                <a:cs typeface="Yu Gothic"/>
              </a:defRPr>
            </a:lvl3pPr>
            <a:lvl4pPr>
              <a:defRPr sz="1875">
                <a:solidFill>
                  <a:srgbClr val="166B68"/>
                </a:solidFill>
                <a:latin typeface="Yu Gothic"/>
                <a:ea typeface="Yu Gothic"/>
                <a:cs typeface="Yu Gothic"/>
              </a:defRPr>
            </a:lvl4pPr>
            <a:lvl5pPr>
              <a:defRPr sz="1875">
                <a:solidFill>
                  <a:srgbClr val="166B68"/>
                </a:solidFill>
                <a:latin typeface="Yu Gothic"/>
                <a:ea typeface="Yu Gothic"/>
                <a:cs typeface="Yu Gothic"/>
              </a:defRPr>
            </a:lvl5pPr>
            <a:lvl6pPr>
              <a:defRPr sz="1875">
                <a:solidFill>
                  <a:srgbClr val="166B68"/>
                </a:solidFill>
                <a:latin typeface="Yu Gothic"/>
                <a:ea typeface="Yu Gothic"/>
                <a:cs typeface="Yu Gothic"/>
              </a:defRPr>
            </a:lvl6pPr>
            <a:lvl7pPr>
              <a:defRPr sz="1875">
                <a:solidFill>
                  <a:srgbClr val="166B68"/>
                </a:solidFill>
                <a:latin typeface="Yu Gothic"/>
                <a:ea typeface="Yu Gothic"/>
                <a:cs typeface="Yu Gothic"/>
              </a:defRPr>
            </a:lvl7pPr>
            <a:lvl8pPr>
              <a:defRPr sz="1875">
                <a:solidFill>
                  <a:srgbClr val="166B68"/>
                </a:solidFill>
                <a:latin typeface="Yu Gothic"/>
                <a:ea typeface="Yu Gothic"/>
                <a:cs typeface="Yu Gothic"/>
              </a:defRPr>
            </a:lvl8pPr>
            <a:lvl9pPr>
              <a:defRPr sz="1875">
                <a:solidFill>
                  <a:srgbClr val="166B68"/>
                </a:solidFill>
                <a:latin typeface="Yu Gothic"/>
                <a:ea typeface="Yu Gothic"/>
                <a:cs typeface="Yu Gothic"/>
              </a:defRPr>
            </a:lvl9pPr>
          </a:lstStyle>
          <a:p xmlns:a="http://schemas.openxmlformats.org/drawingml/2006/main">
            <a:pPr>
              <a:defRPr sz="1875">
                <a:solidFill>
                  <a:srgbClr val="166B68"/>
                </a:solidFill>
                <a:latin typeface="Yu Gothic"/>
                <a:ea typeface="Yu Gothic"/>
                <a:cs typeface="Yu Gothic"/>
              </a:defRPr>
            </a:pPr>
            <a:r>
              <a:rPr sz="1875">
                <a:solidFill>
                  <a:srgbClr val="166B68"/>
                </a:solidFill>
                <a:latin typeface="Yu Gothic"/>
                <a:ea typeface="Yu Gothic"/>
                <a:cs typeface="Yu Gothic"/>
              </a:rPr>
              <a:t>OA＝？</a:t>
            </a:r>
          </a:p>
        </p:txBody>
      </p:sp>
      <p:sp>
        <p:nvSpPr>
          <p:cNvPr id="28" name="">
            <a:extLst xmlns:a="http://schemas.openxmlformats.org/drawingml/2006/main">
              <a:ext uri="{FF2B5EF4-FFF2-40B4-BE49-F238E27FC236}">
                <a16:creationId xmlns:a16="http://schemas.microsoft.com/office/drawing/2014/main" id="{052E903C-24D1-4357-B4C5-2D35D3D793BC}"/>
              </a:ext>
            </a:extLst>
          </p:cNvPr>
          <p:cNvSpPr>
            <a:spLocks xmlns:a="http://schemas.openxmlformats.org/drawingml/2006/main" noGrp="1"/>
          </p:cNvSpPr>
          <p:nvPr/>
        </p:nvSpPr>
        <p:spPr>
          <a:xfrm xmlns:a="http://schemas.openxmlformats.org/drawingml/2006/main">
            <a:off x="8942070" y="4259580"/>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a:solidFill>
                  <a:srgbClr val="A94737"/>
                </a:solidFill>
                <a:latin typeface="Yu Gothic"/>
                <a:ea typeface="Yu Gothic"/>
                <a:cs typeface="Yu Gothic"/>
              </a:defRPr>
            </a:defPPr>
            <a:lvl1pPr>
              <a:defRPr sz="1875">
                <a:solidFill>
                  <a:srgbClr val="A94737"/>
                </a:solidFill>
                <a:latin typeface="Yu Gothic"/>
                <a:ea typeface="Yu Gothic"/>
                <a:cs typeface="Yu Gothic"/>
              </a:defRPr>
            </a:lvl1pPr>
            <a:lvl2pPr>
              <a:defRPr sz="1875">
                <a:solidFill>
                  <a:srgbClr val="A94737"/>
                </a:solidFill>
                <a:latin typeface="Yu Gothic"/>
                <a:ea typeface="Yu Gothic"/>
                <a:cs typeface="Yu Gothic"/>
              </a:defRPr>
            </a:lvl2pPr>
            <a:lvl3pPr>
              <a:defRPr sz="1875">
                <a:solidFill>
                  <a:srgbClr val="A94737"/>
                </a:solidFill>
                <a:latin typeface="Yu Gothic"/>
                <a:ea typeface="Yu Gothic"/>
                <a:cs typeface="Yu Gothic"/>
              </a:defRPr>
            </a:lvl3pPr>
            <a:lvl4pPr>
              <a:defRPr sz="1875">
                <a:solidFill>
                  <a:srgbClr val="A94737"/>
                </a:solidFill>
                <a:latin typeface="Yu Gothic"/>
                <a:ea typeface="Yu Gothic"/>
                <a:cs typeface="Yu Gothic"/>
              </a:defRPr>
            </a:lvl4pPr>
            <a:lvl5pPr>
              <a:defRPr sz="1875">
                <a:solidFill>
                  <a:srgbClr val="A94737"/>
                </a:solidFill>
                <a:latin typeface="Yu Gothic"/>
                <a:ea typeface="Yu Gothic"/>
                <a:cs typeface="Yu Gothic"/>
              </a:defRPr>
            </a:lvl5pPr>
            <a:lvl6pPr>
              <a:defRPr sz="1875">
                <a:solidFill>
                  <a:srgbClr val="A94737"/>
                </a:solidFill>
                <a:latin typeface="Yu Gothic"/>
                <a:ea typeface="Yu Gothic"/>
                <a:cs typeface="Yu Gothic"/>
              </a:defRPr>
            </a:lvl6pPr>
            <a:lvl7pPr>
              <a:defRPr sz="1875">
                <a:solidFill>
                  <a:srgbClr val="A94737"/>
                </a:solidFill>
                <a:latin typeface="Yu Gothic"/>
                <a:ea typeface="Yu Gothic"/>
                <a:cs typeface="Yu Gothic"/>
              </a:defRPr>
            </a:lvl7pPr>
            <a:lvl8pPr>
              <a:defRPr sz="1875">
                <a:solidFill>
                  <a:srgbClr val="A94737"/>
                </a:solidFill>
                <a:latin typeface="Yu Gothic"/>
                <a:ea typeface="Yu Gothic"/>
                <a:cs typeface="Yu Gothic"/>
              </a:defRPr>
            </a:lvl8pPr>
            <a:lvl9pPr>
              <a:defRPr sz="1875">
                <a:solidFill>
                  <a:srgbClr val="A94737"/>
                </a:solidFill>
                <a:latin typeface="Yu Gothic"/>
                <a:ea typeface="Yu Gothic"/>
                <a:cs typeface="Yu Gothic"/>
              </a:defRPr>
            </a:lvl9pPr>
          </a:lstStyle>
          <a:p xmlns:a="http://schemas.openxmlformats.org/drawingml/2006/main">
            <a:pPr>
              <a:defRPr sz="1875">
                <a:solidFill>
                  <a:srgbClr val="A94737"/>
                </a:solidFill>
                <a:latin typeface="Yu Gothic"/>
                <a:ea typeface="Yu Gothic"/>
                <a:cs typeface="Yu Gothic"/>
              </a:defRPr>
            </a:pPr>
            <a:r>
              <a:rPr sz="1875">
                <a:solidFill>
                  <a:srgbClr val="A94737"/>
                </a:solidFill>
                <a:latin typeface="Yu Gothic"/>
                <a:ea typeface="Yu Gothic"/>
                <a:cs typeface="Yu Gothic"/>
              </a:rPr>
              <a:t>90°</a:t>
            </a:r>
          </a:p>
        </p:txBody>
      </p:sp>
      <p:sp>
        <p:nvSpPr>
          <p:cNvPr id="29" name="">
            <a:extLst xmlns:a="http://schemas.openxmlformats.org/drawingml/2006/main">
              <a:ext uri="{FF2B5EF4-FFF2-40B4-BE49-F238E27FC236}">
                <a16:creationId xmlns:a16="http://schemas.microsoft.com/office/drawing/2014/main" id="{F1C4E69C-FA1D-4C0C-B875-3268691D0EDD}"/>
              </a:ext>
            </a:extLst>
          </p:cNvPr>
          <p:cNvSpPr>
            <a:spLocks xmlns:a="http://schemas.openxmlformats.org/drawingml/2006/main" noGrp="1"/>
          </p:cNvSpPr>
          <p:nvPr/>
        </p:nvSpPr>
        <p:spPr>
          <a:xfrm xmlns:a="http://schemas.openxmlformats.org/drawingml/2006/main">
            <a:off x="7709175" y="4112736"/>
            <a:ext cx="25400" cy="13979"/>
          </a:xfrm>
          <a:custGeom xmlns:a="http://schemas.openxmlformats.org/drawingml/2006/main">
            <a:pathLst>
              <a:path w="25400" h="13979">
                <a:moveTo>
                  <a:pt x="0" y="0"/>
                </a:moveTo>
                <a:lnTo>
                  <a:pt x="25400" y="13979"/>
                </a:lnTo>
              </a:path>
            </a:pathLst>
          </a:custGeom>
          <a:noFill xmlns:a="http://schemas.openxmlformats.org/drawingml/2006/main"/>
          <a:ln xmlns:a="http://schemas.openxmlformats.org/drawingml/2006/main" w="28575">
            <a:solidFill>
              <a:srgbClr val="166B68"/>
            </a:solidFill>
            <a:prstDash val="solid"/>
          </a:ln>
        </p:spPr>
      </p:sp>
      <p:sp>
        <p:nvSpPr>
          <p:cNvPr id="30" name="">
            <a:extLst xmlns:a="http://schemas.openxmlformats.org/drawingml/2006/main">
              <a:ext uri="{FF2B5EF4-FFF2-40B4-BE49-F238E27FC236}">
                <a16:creationId xmlns:a16="http://schemas.microsoft.com/office/drawing/2014/main" id="{D08E72A9-09CC-4B68-8F5B-BE1821C8F403}"/>
              </a:ext>
            </a:extLst>
          </p:cNvPr>
          <p:cNvSpPr>
            <a:spLocks xmlns:a="http://schemas.openxmlformats.org/drawingml/2006/main" noGrp="1"/>
          </p:cNvSpPr>
          <p:nvPr/>
        </p:nvSpPr>
        <p:spPr>
          <a:xfrm xmlns:a="http://schemas.openxmlformats.org/drawingml/2006/main">
            <a:off x="7734575" y="4126715"/>
            <a:ext cx="24739" cy="15118"/>
          </a:xfrm>
          <a:custGeom xmlns:a="http://schemas.openxmlformats.org/drawingml/2006/main">
            <a:pathLst>
              <a:path w="24739" h="15118">
                <a:moveTo>
                  <a:pt x="0" y="0"/>
                </a:moveTo>
                <a:lnTo>
                  <a:pt x="24739" y="15118"/>
                </a:lnTo>
              </a:path>
            </a:pathLst>
          </a:custGeom>
          <a:noFill xmlns:a="http://schemas.openxmlformats.org/drawingml/2006/main"/>
          <a:ln xmlns:a="http://schemas.openxmlformats.org/drawingml/2006/main" w="28575">
            <a:solidFill>
              <a:srgbClr val="166B68"/>
            </a:solidFill>
            <a:prstDash val="solid"/>
          </a:ln>
        </p:spPr>
      </p:sp>
      <p:sp>
        <p:nvSpPr>
          <p:cNvPr id="31" name="">
            <a:extLst xmlns:a="http://schemas.openxmlformats.org/drawingml/2006/main">
              <a:ext uri="{FF2B5EF4-FFF2-40B4-BE49-F238E27FC236}">
                <a16:creationId xmlns:a16="http://schemas.microsoft.com/office/drawing/2014/main" id="{AF0070D5-FDE5-4EFF-90C3-2E3DF75D718F}"/>
              </a:ext>
            </a:extLst>
          </p:cNvPr>
          <p:cNvSpPr>
            <a:spLocks xmlns:a="http://schemas.openxmlformats.org/drawingml/2006/main" noGrp="1"/>
          </p:cNvSpPr>
          <p:nvPr/>
        </p:nvSpPr>
        <p:spPr>
          <a:xfrm xmlns:a="http://schemas.openxmlformats.org/drawingml/2006/main">
            <a:off x="7759314" y="4141833"/>
            <a:ext cx="24026" cy="16226"/>
          </a:xfrm>
          <a:custGeom xmlns:a="http://schemas.openxmlformats.org/drawingml/2006/main">
            <a:pathLst>
              <a:path w="24026" h="16226">
                <a:moveTo>
                  <a:pt x="0" y="0"/>
                </a:moveTo>
                <a:lnTo>
                  <a:pt x="24026" y="16226"/>
                </a:lnTo>
              </a:path>
            </a:pathLst>
          </a:custGeom>
          <a:noFill xmlns:a="http://schemas.openxmlformats.org/drawingml/2006/main"/>
          <a:ln xmlns:a="http://schemas.openxmlformats.org/drawingml/2006/main" w="28575">
            <a:solidFill>
              <a:srgbClr val="166B68"/>
            </a:solidFill>
            <a:prstDash val="solid"/>
          </a:ln>
        </p:spPr>
      </p:sp>
      <p:sp>
        <p:nvSpPr>
          <p:cNvPr id="32" name="">
            <a:extLst xmlns:a="http://schemas.openxmlformats.org/drawingml/2006/main">
              <a:ext uri="{FF2B5EF4-FFF2-40B4-BE49-F238E27FC236}">
                <a16:creationId xmlns:a16="http://schemas.microsoft.com/office/drawing/2014/main" id="{3EE3143D-E8F1-4913-963E-E832BC2EDB86}"/>
              </a:ext>
            </a:extLst>
          </p:cNvPr>
          <p:cNvSpPr>
            <a:spLocks xmlns:a="http://schemas.openxmlformats.org/drawingml/2006/main" noGrp="1"/>
          </p:cNvSpPr>
          <p:nvPr/>
        </p:nvSpPr>
        <p:spPr>
          <a:xfrm xmlns:a="http://schemas.openxmlformats.org/drawingml/2006/main">
            <a:off x="7783340" y="4158058"/>
            <a:ext cx="23265" cy="17300"/>
          </a:xfrm>
          <a:custGeom xmlns:a="http://schemas.openxmlformats.org/drawingml/2006/main">
            <a:pathLst>
              <a:path w="23265" h="17300">
                <a:moveTo>
                  <a:pt x="0" y="0"/>
                </a:moveTo>
                <a:lnTo>
                  <a:pt x="23265" y="17300"/>
                </a:lnTo>
              </a:path>
            </a:pathLst>
          </a:custGeom>
          <a:noFill xmlns:a="http://schemas.openxmlformats.org/drawingml/2006/main"/>
          <a:ln xmlns:a="http://schemas.openxmlformats.org/drawingml/2006/main" w="28575">
            <a:solidFill>
              <a:srgbClr val="166B68"/>
            </a:solidFill>
            <a:prstDash val="solid"/>
          </a:ln>
        </p:spPr>
      </p:sp>
      <p:sp>
        <p:nvSpPr>
          <p:cNvPr id="33" name="">
            <a:extLst xmlns:a="http://schemas.openxmlformats.org/drawingml/2006/main">
              <a:ext uri="{FF2B5EF4-FFF2-40B4-BE49-F238E27FC236}">
                <a16:creationId xmlns:a16="http://schemas.microsoft.com/office/drawing/2014/main" id="{F227D0F5-604E-4668-BCCD-C1BF671AB1C2}"/>
              </a:ext>
            </a:extLst>
          </p:cNvPr>
          <p:cNvSpPr>
            <a:spLocks xmlns:a="http://schemas.openxmlformats.org/drawingml/2006/main" noGrp="1"/>
          </p:cNvSpPr>
          <p:nvPr/>
        </p:nvSpPr>
        <p:spPr>
          <a:xfrm xmlns:a="http://schemas.openxmlformats.org/drawingml/2006/main">
            <a:off x="7806605" y="4175358"/>
            <a:ext cx="22455" cy="18339"/>
          </a:xfrm>
          <a:custGeom xmlns:a="http://schemas.openxmlformats.org/drawingml/2006/main">
            <a:pathLst>
              <a:path w="22455" h="18339">
                <a:moveTo>
                  <a:pt x="0" y="0"/>
                </a:moveTo>
                <a:lnTo>
                  <a:pt x="22455" y="18339"/>
                </a:lnTo>
              </a:path>
            </a:pathLst>
          </a:custGeom>
          <a:noFill xmlns:a="http://schemas.openxmlformats.org/drawingml/2006/main"/>
          <a:ln xmlns:a="http://schemas.openxmlformats.org/drawingml/2006/main" w="28575">
            <a:solidFill>
              <a:srgbClr val="166B68"/>
            </a:solidFill>
            <a:prstDash val="solid"/>
          </a:ln>
        </p:spPr>
      </p:sp>
      <p:sp>
        <p:nvSpPr>
          <p:cNvPr id="34" name="">
            <a:extLst xmlns:a="http://schemas.openxmlformats.org/drawingml/2006/main">
              <a:ext uri="{FF2B5EF4-FFF2-40B4-BE49-F238E27FC236}">
                <a16:creationId xmlns:a16="http://schemas.microsoft.com/office/drawing/2014/main" id="{E7185E1E-21E1-4B5B-AC94-9C55C67FA9FC}"/>
              </a:ext>
            </a:extLst>
          </p:cNvPr>
          <p:cNvSpPr>
            <a:spLocks xmlns:a="http://schemas.openxmlformats.org/drawingml/2006/main" noGrp="1"/>
          </p:cNvSpPr>
          <p:nvPr/>
        </p:nvSpPr>
        <p:spPr>
          <a:xfrm xmlns:a="http://schemas.openxmlformats.org/drawingml/2006/main">
            <a:off x="7829060" y="4193697"/>
            <a:ext cx="21599" cy="19340"/>
          </a:xfrm>
          <a:custGeom xmlns:a="http://schemas.openxmlformats.org/drawingml/2006/main">
            <a:pathLst>
              <a:path w="21599" h="19340">
                <a:moveTo>
                  <a:pt x="0" y="0"/>
                </a:moveTo>
                <a:lnTo>
                  <a:pt x="21599" y="19340"/>
                </a:lnTo>
              </a:path>
            </a:pathLst>
          </a:custGeom>
          <a:noFill xmlns:a="http://schemas.openxmlformats.org/drawingml/2006/main"/>
          <a:ln xmlns:a="http://schemas.openxmlformats.org/drawingml/2006/main" w="28575">
            <a:solidFill>
              <a:srgbClr val="166B68"/>
            </a:solidFill>
            <a:prstDash val="solid"/>
          </a:ln>
        </p:spPr>
      </p:sp>
      <p:sp>
        <p:nvSpPr>
          <p:cNvPr id="35" name="">
            <a:extLst xmlns:a="http://schemas.openxmlformats.org/drawingml/2006/main">
              <a:ext uri="{FF2B5EF4-FFF2-40B4-BE49-F238E27FC236}">
                <a16:creationId xmlns:a16="http://schemas.microsoft.com/office/drawing/2014/main" id="{3BF9B28C-7011-4F8F-B5EC-3C6F45B6E6D1}"/>
              </a:ext>
            </a:extLst>
          </p:cNvPr>
          <p:cNvSpPr>
            <a:spLocks xmlns:a="http://schemas.openxmlformats.org/drawingml/2006/main" noGrp="1"/>
          </p:cNvSpPr>
          <p:nvPr/>
        </p:nvSpPr>
        <p:spPr>
          <a:xfrm xmlns:a="http://schemas.openxmlformats.org/drawingml/2006/main">
            <a:off x="7850659" y="4213037"/>
            <a:ext cx="20698" cy="20301"/>
          </a:xfrm>
          <a:custGeom xmlns:a="http://schemas.openxmlformats.org/drawingml/2006/main">
            <a:pathLst>
              <a:path w="20698" h="20301">
                <a:moveTo>
                  <a:pt x="0" y="0"/>
                </a:moveTo>
                <a:lnTo>
                  <a:pt x="20698" y="20301"/>
                </a:lnTo>
              </a:path>
            </a:pathLst>
          </a:custGeom>
          <a:noFill xmlns:a="http://schemas.openxmlformats.org/drawingml/2006/main"/>
          <a:ln xmlns:a="http://schemas.openxmlformats.org/drawingml/2006/main" w="28575">
            <a:solidFill>
              <a:srgbClr val="166B68"/>
            </a:solidFill>
            <a:prstDash val="solid"/>
          </a:ln>
        </p:spPr>
      </p:sp>
      <p:sp>
        <p:nvSpPr>
          <p:cNvPr id="36" name="">
            <a:extLst xmlns:a="http://schemas.openxmlformats.org/drawingml/2006/main">
              <a:ext uri="{FF2B5EF4-FFF2-40B4-BE49-F238E27FC236}">
                <a16:creationId xmlns:a16="http://schemas.microsoft.com/office/drawing/2014/main" id="{E131C957-37DA-45B0-86C1-6A614C07FF48}"/>
              </a:ext>
            </a:extLst>
          </p:cNvPr>
          <p:cNvSpPr>
            <a:spLocks xmlns:a="http://schemas.openxmlformats.org/drawingml/2006/main" noGrp="1"/>
          </p:cNvSpPr>
          <p:nvPr/>
        </p:nvSpPr>
        <p:spPr>
          <a:xfrm xmlns:a="http://schemas.openxmlformats.org/drawingml/2006/main">
            <a:off x="7871357" y="4233338"/>
            <a:ext cx="19755" cy="21220"/>
          </a:xfrm>
          <a:custGeom xmlns:a="http://schemas.openxmlformats.org/drawingml/2006/main">
            <a:pathLst>
              <a:path w="19755" h="21220">
                <a:moveTo>
                  <a:pt x="0" y="0"/>
                </a:moveTo>
                <a:lnTo>
                  <a:pt x="19755" y="21220"/>
                </a:lnTo>
              </a:path>
            </a:pathLst>
          </a:custGeom>
          <a:noFill xmlns:a="http://schemas.openxmlformats.org/drawingml/2006/main"/>
          <a:ln xmlns:a="http://schemas.openxmlformats.org/drawingml/2006/main" w="28575">
            <a:solidFill>
              <a:srgbClr val="166B68"/>
            </a:solidFill>
            <a:prstDash val="solid"/>
          </a:ln>
        </p:spPr>
      </p:sp>
      <p:sp>
        <p:nvSpPr>
          <p:cNvPr id="37" name="">
            <a:extLst xmlns:a="http://schemas.openxmlformats.org/drawingml/2006/main">
              <a:ext uri="{FF2B5EF4-FFF2-40B4-BE49-F238E27FC236}">
                <a16:creationId xmlns:a16="http://schemas.microsoft.com/office/drawing/2014/main" id="{D16AEC65-63FF-4D7A-84C4-8ABF778550AE}"/>
              </a:ext>
            </a:extLst>
          </p:cNvPr>
          <p:cNvSpPr>
            <a:spLocks xmlns:a="http://schemas.openxmlformats.org/drawingml/2006/main" noGrp="1"/>
          </p:cNvSpPr>
          <p:nvPr/>
        </p:nvSpPr>
        <p:spPr>
          <a:xfrm xmlns:a="http://schemas.openxmlformats.org/drawingml/2006/main">
            <a:off x="7891112" y="4254558"/>
            <a:ext cx="18771" cy="22095"/>
          </a:xfrm>
          <a:custGeom xmlns:a="http://schemas.openxmlformats.org/drawingml/2006/main">
            <a:pathLst>
              <a:path w="18771" h="22095">
                <a:moveTo>
                  <a:pt x="0" y="0"/>
                </a:moveTo>
                <a:lnTo>
                  <a:pt x="18771" y="22095"/>
                </a:lnTo>
              </a:path>
            </a:pathLst>
          </a:custGeom>
          <a:noFill xmlns:a="http://schemas.openxmlformats.org/drawingml/2006/main"/>
          <a:ln xmlns:a="http://schemas.openxmlformats.org/drawingml/2006/main" w="28575">
            <a:solidFill>
              <a:srgbClr val="166B68"/>
            </a:solidFill>
            <a:prstDash val="solid"/>
          </a:ln>
        </p:spPr>
      </p:sp>
      <p:sp>
        <p:nvSpPr>
          <p:cNvPr id="38" name="">
            <a:extLst xmlns:a="http://schemas.openxmlformats.org/drawingml/2006/main">
              <a:ext uri="{FF2B5EF4-FFF2-40B4-BE49-F238E27FC236}">
                <a16:creationId xmlns:a16="http://schemas.microsoft.com/office/drawing/2014/main" id="{0DEAF2C1-4B4A-4AA8-BF09-08D1C09C138E}"/>
              </a:ext>
            </a:extLst>
          </p:cNvPr>
          <p:cNvSpPr>
            <a:spLocks xmlns:a="http://schemas.openxmlformats.org/drawingml/2006/main" noGrp="1"/>
          </p:cNvSpPr>
          <p:nvPr/>
        </p:nvSpPr>
        <p:spPr>
          <a:xfrm xmlns:a="http://schemas.openxmlformats.org/drawingml/2006/main">
            <a:off x="7909883" y="4276653"/>
            <a:ext cx="17748" cy="22925"/>
          </a:xfrm>
          <a:custGeom xmlns:a="http://schemas.openxmlformats.org/drawingml/2006/main">
            <a:pathLst>
              <a:path w="17748" h="22925">
                <a:moveTo>
                  <a:pt x="0" y="0"/>
                </a:moveTo>
                <a:lnTo>
                  <a:pt x="17748" y="22925"/>
                </a:lnTo>
              </a:path>
            </a:pathLst>
          </a:custGeom>
          <a:noFill xmlns:a="http://schemas.openxmlformats.org/drawingml/2006/main"/>
          <a:ln xmlns:a="http://schemas.openxmlformats.org/drawingml/2006/main" w="28575">
            <a:solidFill>
              <a:srgbClr val="166B68"/>
            </a:solidFill>
            <a:prstDash val="solid"/>
          </a:ln>
        </p:spPr>
      </p:sp>
      <p:sp>
        <p:nvSpPr>
          <p:cNvPr id="39" name="">
            <a:extLst xmlns:a="http://schemas.openxmlformats.org/drawingml/2006/main">
              <a:ext uri="{FF2B5EF4-FFF2-40B4-BE49-F238E27FC236}">
                <a16:creationId xmlns:a16="http://schemas.microsoft.com/office/drawing/2014/main" id="{18C65CD0-0F9F-4F1A-8053-3C30115C8D54}"/>
              </a:ext>
            </a:extLst>
          </p:cNvPr>
          <p:cNvSpPr>
            <a:spLocks xmlns:a="http://schemas.openxmlformats.org/drawingml/2006/main" noGrp="1"/>
          </p:cNvSpPr>
          <p:nvPr/>
        </p:nvSpPr>
        <p:spPr>
          <a:xfrm xmlns:a="http://schemas.openxmlformats.org/drawingml/2006/main">
            <a:off x="7927631" y="4299579"/>
            <a:ext cx="16688" cy="23708"/>
          </a:xfrm>
          <a:custGeom xmlns:a="http://schemas.openxmlformats.org/drawingml/2006/main">
            <a:pathLst>
              <a:path w="16688" h="23708">
                <a:moveTo>
                  <a:pt x="0" y="0"/>
                </a:moveTo>
                <a:lnTo>
                  <a:pt x="16688" y="23708"/>
                </a:lnTo>
              </a:path>
            </a:pathLst>
          </a:custGeom>
          <a:noFill xmlns:a="http://schemas.openxmlformats.org/drawingml/2006/main"/>
          <a:ln xmlns:a="http://schemas.openxmlformats.org/drawingml/2006/main" w="28575">
            <a:solidFill>
              <a:srgbClr val="166B68"/>
            </a:solidFill>
            <a:prstDash val="solid"/>
          </a:ln>
        </p:spPr>
      </p:sp>
      <p:sp>
        <p:nvSpPr>
          <p:cNvPr id="40" name="">
            <a:extLst xmlns:a="http://schemas.openxmlformats.org/drawingml/2006/main">
              <a:ext uri="{FF2B5EF4-FFF2-40B4-BE49-F238E27FC236}">
                <a16:creationId xmlns:a16="http://schemas.microsoft.com/office/drawing/2014/main" id="{795683C5-772A-4A5B-AA4B-4767F9A6E464}"/>
              </a:ext>
            </a:extLst>
          </p:cNvPr>
          <p:cNvSpPr>
            <a:spLocks xmlns:a="http://schemas.openxmlformats.org/drawingml/2006/main" noGrp="1"/>
          </p:cNvSpPr>
          <p:nvPr/>
        </p:nvSpPr>
        <p:spPr>
          <a:xfrm xmlns:a="http://schemas.openxmlformats.org/drawingml/2006/main">
            <a:off x="7944319" y="4323286"/>
            <a:ext cx="15594" cy="24441"/>
          </a:xfrm>
          <a:custGeom xmlns:a="http://schemas.openxmlformats.org/drawingml/2006/main">
            <a:pathLst>
              <a:path w="15594" h="24441">
                <a:moveTo>
                  <a:pt x="0" y="0"/>
                </a:moveTo>
                <a:lnTo>
                  <a:pt x="15594" y="24441"/>
                </a:lnTo>
              </a:path>
            </a:pathLst>
          </a:custGeom>
          <a:noFill xmlns:a="http://schemas.openxmlformats.org/drawingml/2006/main"/>
          <a:ln xmlns:a="http://schemas.openxmlformats.org/drawingml/2006/main" w="28575">
            <a:solidFill>
              <a:srgbClr val="166B68"/>
            </a:solidFill>
            <a:prstDash val="solid"/>
          </a:ln>
        </p:spPr>
      </p:sp>
      <p:sp>
        <p:nvSpPr>
          <p:cNvPr id="41" name="">
            <a:extLst xmlns:a="http://schemas.openxmlformats.org/drawingml/2006/main">
              <a:ext uri="{FF2B5EF4-FFF2-40B4-BE49-F238E27FC236}">
                <a16:creationId xmlns:a16="http://schemas.microsoft.com/office/drawing/2014/main" id="{B5248476-3C89-4DB1-BDA3-A60530A7F42A}"/>
              </a:ext>
            </a:extLst>
          </p:cNvPr>
          <p:cNvSpPr>
            <a:spLocks xmlns:a="http://schemas.openxmlformats.org/drawingml/2006/main" noGrp="1"/>
          </p:cNvSpPr>
          <p:nvPr/>
        </p:nvSpPr>
        <p:spPr>
          <a:xfrm xmlns:a="http://schemas.openxmlformats.org/drawingml/2006/main">
            <a:off x="7959913" y="4347727"/>
            <a:ext cx="14468" cy="25124"/>
          </a:xfrm>
          <a:custGeom xmlns:a="http://schemas.openxmlformats.org/drawingml/2006/main">
            <a:pathLst>
              <a:path w="14468" h="25124">
                <a:moveTo>
                  <a:pt x="0" y="0"/>
                </a:moveTo>
                <a:lnTo>
                  <a:pt x="14468" y="25124"/>
                </a:lnTo>
              </a:path>
            </a:pathLst>
          </a:custGeom>
          <a:noFill xmlns:a="http://schemas.openxmlformats.org/drawingml/2006/main"/>
          <a:ln xmlns:a="http://schemas.openxmlformats.org/drawingml/2006/main" w="28575">
            <a:solidFill>
              <a:srgbClr val="166B68"/>
            </a:solidFill>
            <a:prstDash val="solid"/>
          </a:ln>
        </p:spPr>
      </p:sp>
      <p:sp>
        <p:nvSpPr>
          <p:cNvPr id="42" name="">
            <a:extLst xmlns:a="http://schemas.openxmlformats.org/drawingml/2006/main">
              <a:ext uri="{FF2B5EF4-FFF2-40B4-BE49-F238E27FC236}">
                <a16:creationId xmlns:a16="http://schemas.microsoft.com/office/drawing/2014/main" id="{D36AC545-C60B-4396-9F76-480D3E0F75EA}"/>
              </a:ext>
            </a:extLst>
          </p:cNvPr>
          <p:cNvSpPr>
            <a:spLocks xmlns:a="http://schemas.openxmlformats.org/drawingml/2006/main" noGrp="1"/>
          </p:cNvSpPr>
          <p:nvPr/>
        </p:nvSpPr>
        <p:spPr>
          <a:xfrm xmlns:a="http://schemas.openxmlformats.org/drawingml/2006/main">
            <a:off x="7974381" y="4372851"/>
            <a:ext cx="13312" cy="25755"/>
          </a:xfrm>
          <a:custGeom xmlns:a="http://schemas.openxmlformats.org/drawingml/2006/main">
            <a:pathLst>
              <a:path w="13312" h="25755">
                <a:moveTo>
                  <a:pt x="0" y="0"/>
                </a:moveTo>
                <a:lnTo>
                  <a:pt x="13312" y="25755"/>
                </a:lnTo>
              </a:path>
            </a:pathLst>
          </a:custGeom>
          <a:noFill xmlns:a="http://schemas.openxmlformats.org/drawingml/2006/main"/>
          <a:ln xmlns:a="http://schemas.openxmlformats.org/drawingml/2006/main" w="28575">
            <a:solidFill>
              <a:srgbClr val="166B68"/>
            </a:solidFill>
            <a:prstDash val="solid"/>
          </a:ln>
        </p:spPr>
      </p:sp>
      <p:sp>
        <p:nvSpPr>
          <p:cNvPr id="43" name="">
            <a:extLst xmlns:a="http://schemas.openxmlformats.org/drawingml/2006/main">
              <a:ext uri="{FF2B5EF4-FFF2-40B4-BE49-F238E27FC236}">
                <a16:creationId xmlns:a16="http://schemas.microsoft.com/office/drawing/2014/main" id="{740F95DD-20CC-46D0-B345-EEA1DD7D3DA4}"/>
              </a:ext>
            </a:extLst>
          </p:cNvPr>
          <p:cNvSpPr>
            <a:spLocks xmlns:a="http://schemas.openxmlformats.org/drawingml/2006/main" noGrp="1"/>
          </p:cNvSpPr>
          <p:nvPr/>
        </p:nvSpPr>
        <p:spPr>
          <a:xfrm xmlns:a="http://schemas.openxmlformats.org/drawingml/2006/main">
            <a:off x="7987694" y="4398606"/>
            <a:ext cx="12129" cy="26333"/>
          </a:xfrm>
          <a:custGeom xmlns:a="http://schemas.openxmlformats.org/drawingml/2006/main">
            <a:pathLst>
              <a:path w="12129" h="26333">
                <a:moveTo>
                  <a:pt x="0" y="0"/>
                </a:moveTo>
                <a:lnTo>
                  <a:pt x="12129" y="26333"/>
                </a:lnTo>
              </a:path>
            </a:pathLst>
          </a:custGeom>
          <a:noFill xmlns:a="http://schemas.openxmlformats.org/drawingml/2006/main"/>
          <a:ln xmlns:a="http://schemas.openxmlformats.org/drawingml/2006/main" w="28575">
            <a:solidFill>
              <a:srgbClr val="166B68"/>
            </a:solidFill>
            <a:prstDash val="solid"/>
          </a:ln>
        </p:spPr>
      </p:sp>
      <p:sp>
        <p:nvSpPr>
          <p:cNvPr id="44" name="">
            <a:extLst xmlns:a="http://schemas.openxmlformats.org/drawingml/2006/main">
              <a:ext uri="{FF2B5EF4-FFF2-40B4-BE49-F238E27FC236}">
                <a16:creationId xmlns:a16="http://schemas.microsoft.com/office/drawing/2014/main" id="{F36FF8F1-E6D8-4121-ACEB-76F37EF9F6D9}"/>
              </a:ext>
            </a:extLst>
          </p:cNvPr>
          <p:cNvSpPr>
            <a:spLocks xmlns:a="http://schemas.openxmlformats.org/drawingml/2006/main" noGrp="1"/>
          </p:cNvSpPr>
          <p:nvPr/>
        </p:nvSpPr>
        <p:spPr>
          <a:xfrm xmlns:a="http://schemas.openxmlformats.org/drawingml/2006/main">
            <a:off x="7999822" y="4424940"/>
            <a:ext cx="10920" cy="26857"/>
          </a:xfrm>
          <a:custGeom xmlns:a="http://schemas.openxmlformats.org/drawingml/2006/main">
            <a:pathLst>
              <a:path w="10920" h="26857">
                <a:moveTo>
                  <a:pt x="0" y="0"/>
                </a:moveTo>
                <a:lnTo>
                  <a:pt x="10920" y="26857"/>
                </a:lnTo>
              </a:path>
            </a:pathLst>
          </a:custGeom>
          <a:noFill xmlns:a="http://schemas.openxmlformats.org/drawingml/2006/main"/>
          <a:ln xmlns:a="http://schemas.openxmlformats.org/drawingml/2006/main" w="28575">
            <a:solidFill>
              <a:srgbClr val="166B68"/>
            </a:solidFill>
            <a:prstDash val="solid"/>
          </a:ln>
        </p:spPr>
      </p:sp>
      <p:sp>
        <p:nvSpPr>
          <p:cNvPr id="45" name="">
            <a:extLst xmlns:a="http://schemas.openxmlformats.org/drawingml/2006/main">
              <a:ext uri="{FF2B5EF4-FFF2-40B4-BE49-F238E27FC236}">
                <a16:creationId xmlns:a16="http://schemas.microsoft.com/office/drawing/2014/main" id="{44956957-00C2-4496-8256-1EE1D0F053DA}"/>
              </a:ext>
            </a:extLst>
          </p:cNvPr>
          <p:cNvSpPr>
            <a:spLocks xmlns:a="http://schemas.openxmlformats.org/drawingml/2006/main" noGrp="1"/>
          </p:cNvSpPr>
          <p:nvPr/>
        </p:nvSpPr>
        <p:spPr>
          <a:xfrm xmlns:a="http://schemas.openxmlformats.org/drawingml/2006/main">
            <a:off x="8010742" y="4451797"/>
            <a:ext cx="9689" cy="27325"/>
          </a:xfrm>
          <a:custGeom xmlns:a="http://schemas.openxmlformats.org/drawingml/2006/main">
            <a:pathLst>
              <a:path w="9689" h="27325">
                <a:moveTo>
                  <a:pt x="0" y="0"/>
                </a:moveTo>
                <a:lnTo>
                  <a:pt x="9689" y="27325"/>
                </a:lnTo>
              </a:path>
            </a:pathLst>
          </a:custGeom>
          <a:noFill xmlns:a="http://schemas.openxmlformats.org/drawingml/2006/main"/>
          <a:ln xmlns:a="http://schemas.openxmlformats.org/drawingml/2006/main" w="28575">
            <a:solidFill>
              <a:srgbClr val="166B68"/>
            </a:solidFill>
            <a:prstDash val="solid"/>
          </a:ln>
        </p:spPr>
      </p:sp>
      <p:sp>
        <p:nvSpPr>
          <p:cNvPr id="46" name="">
            <a:extLst xmlns:a="http://schemas.openxmlformats.org/drawingml/2006/main">
              <a:ext uri="{FF2B5EF4-FFF2-40B4-BE49-F238E27FC236}">
                <a16:creationId xmlns:a16="http://schemas.microsoft.com/office/drawing/2014/main" id="{CCD8F957-5301-4137-9B56-E8ED350E89F3}"/>
              </a:ext>
            </a:extLst>
          </p:cNvPr>
          <p:cNvSpPr>
            <a:spLocks xmlns:a="http://schemas.openxmlformats.org/drawingml/2006/main" noGrp="1"/>
          </p:cNvSpPr>
          <p:nvPr/>
        </p:nvSpPr>
        <p:spPr>
          <a:xfrm xmlns:a="http://schemas.openxmlformats.org/drawingml/2006/main">
            <a:off x="8020431" y="4479122"/>
            <a:ext cx="9525" cy="27737"/>
          </a:xfrm>
          <a:custGeom xmlns:a="http://schemas.openxmlformats.org/drawingml/2006/main">
            <a:pathLst>
              <a:path w="9525" h="27737">
                <a:moveTo>
                  <a:pt x="0" y="0"/>
                </a:moveTo>
                <a:lnTo>
                  <a:pt x="8438" y="27737"/>
                </a:lnTo>
              </a:path>
            </a:pathLst>
          </a:custGeom>
          <a:noFill xmlns:a="http://schemas.openxmlformats.org/drawingml/2006/main"/>
          <a:ln xmlns:a="http://schemas.openxmlformats.org/drawingml/2006/main" w="28575">
            <a:solidFill>
              <a:srgbClr val="166B68"/>
            </a:solidFill>
            <a:prstDash val="solid"/>
          </a:ln>
        </p:spPr>
      </p:sp>
      <p:sp>
        <p:nvSpPr>
          <p:cNvPr id="47" name="">
            <a:extLst xmlns:a="http://schemas.openxmlformats.org/drawingml/2006/main">
              <a:ext uri="{FF2B5EF4-FFF2-40B4-BE49-F238E27FC236}">
                <a16:creationId xmlns:a16="http://schemas.microsoft.com/office/drawing/2014/main" id="{D18131DF-28D9-4E4C-B4C7-5E26A967CFAE}"/>
              </a:ext>
            </a:extLst>
          </p:cNvPr>
          <p:cNvSpPr>
            <a:spLocks xmlns:a="http://schemas.openxmlformats.org/drawingml/2006/main" noGrp="1"/>
          </p:cNvSpPr>
          <p:nvPr/>
        </p:nvSpPr>
        <p:spPr>
          <a:xfrm xmlns:a="http://schemas.openxmlformats.org/drawingml/2006/main">
            <a:off x="8028869" y="4506859"/>
            <a:ext cx="9525" cy="28092"/>
          </a:xfrm>
          <a:custGeom xmlns:a="http://schemas.openxmlformats.org/drawingml/2006/main">
            <a:pathLst>
              <a:path w="9525" h="28092">
                <a:moveTo>
                  <a:pt x="0" y="0"/>
                </a:moveTo>
                <a:lnTo>
                  <a:pt x="7170" y="28092"/>
                </a:lnTo>
              </a:path>
            </a:pathLst>
          </a:custGeom>
          <a:noFill xmlns:a="http://schemas.openxmlformats.org/drawingml/2006/main"/>
          <a:ln xmlns:a="http://schemas.openxmlformats.org/drawingml/2006/main" w="28575">
            <a:solidFill>
              <a:srgbClr val="166B68"/>
            </a:solidFill>
            <a:prstDash val="solid"/>
          </a:ln>
        </p:spPr>
      </p:sp>
      <p:sp>
        <p:nvSpPr>
          <p:cNvPr id="48" name="">
            <a:extLst xmlns:a="http://schemas.openxmlformats.org/drawingml/2006/main">
              <a:ext uri="{FF2B5EF4-FFF2-40B4-BE49-F238E27FC236}">
                <a16:creationId xmlns:a16="http://schemas.microsoft.com/office/drawing/2014/main" id="{F3CB88FB-9A1E-4687-B17E-F658F4A9B297}"/>
              </a:ext>
            </a:extLst>
          </p:cNvPr>
          <p:cNvSpPr>
            <a:spLocks xmlns:a="http://schemas.openxmlformats.org/drawingml/2006/main" noGrp="1"/>
          </p:cNvSpPr>
          <p:nvPr/>
        </p:nvSpPr>
        <p:spPr>
          <a:xfrm xmlns:a="http://schemas.openxmlformats.org/drawingml/2006/main">
            <a:off x="8036039" y="4534950"/>
            <a:ext cx="9525" cy="28388"/>
          </a:xfrm>
          <a:custGeom xmlns:a="http://schemas.openxmlformats.org/drawingml/2006/main">
            <a:pathLst>
              <a:path w="9525" h="28388">
                <a:moveTo>
                  <a:pt x="0" y="0"/>
                </a:moveTo>
                <a:lnTo>
                  <a:pt x="5886" y="28388"/>
                </a:lnTo>
              </a:path>
            </a:pathLst>
          </a:custGeom>
          <a:noFill xmlns:a="http://schemas.openxmlformats.org/drawingml/2006/main"/>
          <a:ln xmlns:a="http://schemas.openxmlformats.org/drawingml/2006/main" w="28575">
            <a:solidFill>
              <a:srgbClr val="166B68"/>
            </a:solidFill>
            <a:prstDash val="solid"/>
          </a:ln>
        </p:spPr>
      </p:sp>
      <p:sp>
        <p:nvSpPr>
          <p:cNvPr id="49" name="">
            <a:extLst xmlns:a="http://schemas.openxmlformats.org/drawingml/2006/main">
              <a:ext uri="{FF2B5EF4-FFF2-40B4-BE49-F238E27FC236}">
                <a16:creationId xmlns:a16="http://schemas.microsoft.com/office/drawing/2014/main" id="{6C7CE018-4309-4C95-B621-247D1F56D356}"/>
              </a:ext>
            </a:extLst>
          </p:cNvPr>
          <p:cNvSpPr>
            <a:spLocks xmlns:a="http://schemas.openxmlformats.org/drawingml/2006/main" noGrp="1"/>
          </p:cNvSpPr>
          <p:nvPr/>
        </p:nvSpPr>
        <p:spPr>
          <a:xfrm xmlns:a="http://schemas.openxmlformats.org/drawingml/2006/main">
            <a:off x="8041925" y="4563339"/>
            <a:ext cx="9525" cy="28626"/>
          </a:xfrm>
          <a:custGeom xmlns:a="http://schemas.openxmlformats.org/drawingml/2006/main">
            <a:pathLst>
              <a:path w="9525" h="28626">
                <a:moveTo>
                  <a:pt x="0" y="0"/>
                </a:moveTo>
                <a:lnTo>
                  <a:pt x="4591" y="28626"/>
                </a:lnTo>
              </a:path>
            </a:pathLst>
          </a:custGeom>
          <a:noFill xmlns:a="http://schemas.openxmlformats.org/drawingml/2006/main"/>
          <a:ln xmlns:a="http://schemas.openxmlformats.org/drawingml/2006/main" w="28575">
            <a:solidFill>
              <a:srgbClr val="166B68"/>
            </a:solidFill>
            <a:prstDash val="solid"/>
          </a:ln>
        </p:spPr>
      </p:sp>
      <p:sp>
        <p:nvSpPr>
          <p:cNvPr id="50" name="">
            <a:extLst xmlns:a="http://schemas.openxmlformats.org/drawingml/2006/main">
              <a:ext uri="{FF2B5EF4-FFF2-40B4-BE49-F238E27FC236}">
                <a16:creationId xmlns:a16="http://schemas.microsoft.com/office/drawing/2014/main" id="{3207393D-F64D-4509-902C-5C24EFE17850}"/>
              </a:ext>
            </a:extLst>
          </p:cNvPr>
          <p:cNvSpPr>
            <a:spLocks xmlns:a="http://schemas.openxmlformats.org/drawingml/2006/main" noGrp="1"/>
          </p:cNvSpPr>
          <p:nvPr/>
        </p:nvSpPr>
        <p:spPr>
          <a:xfrm xmlns:a="http://schemas.openxmlformats.org/drawingml/2006/main">
            <a:off x="8046516" y="4591965"/>
            <a:ext cx="9525" cy="28805"/>
          </a:xfrm>
          <a:custGeom xmlns:a="http://schemas.openxmlformats.org/drawingml/2006/main">
            <a:pathLst>
              <a:path w="9525" h="28805">
                <a:moveTo>
                  <a:pt x="0" y="0"/>
                </a:moveTo>
                <a:lnTo>
                  <a:pt x="3286" y="28805"/>
                </a:lnTo>
              </a:path>
            </a:pathLst>
          </a:custGeom>
          <a:noFill xmlns:a="http://schemas.openxmlformats.org/drawingml/2006/main"/>
          <a:ln xmlns:a="http://schemas.openxmlformats.org/drawingml/2006/main" w="28575">
            <a:solidFill>
              <a:srgbClr val="166B68"/>
            </a:solidFill>
            <a:prstDash val="solid"/>
          </a:ln>
        </p:spPr>
      </p:sp>
      <p:sp>
        <p:nvSpPr>
          <p:cNvPr id="51" name="">
            <a:extLst xmlns:a="http://schemas.openxmlformats.org/drawingml/2006/main">
              <a:ext uri="{FF2B5EF4-FFF2-40B4-BE49-F238E27FC236}">
                <a16:creationId xmlns:a16="http://schemas.microsoft.com/office/drawing/2014/main" id="{FF8BAF74-DB4F-4E7D-856D-9D49B65CD3CF}"/>
              </a:ext>
            </a:extLst>
          </p:cNvPr>
          <p:cNvSpPr>
            <a:spLocks xmlns:a="http://schemas.openxmlformats.org/drawingml/2006/main" noGrp="1"/>
          </p:cNvSpPr>
          <p:nvPr/>
        </p:nvSpPr>
        <p:spPr>
          <a:xfrm xmlns:a="http://schemas.openxmlformats.org/drawingml/2006/main">
            <a:off x="8049802" y="4620770"/>
            <a:ext cx="9525" cy="28925"/>
          </a:xfrm>
          <a:custGeom xmlns:a="http://schemas.openxmlformats.org/drawingml/2006/main">
            <a:pathLst>
              <a:path w="9525" h="28925">
                <a:moveTo>
                  <a:pt x="0" y="0"/>
                </a:moveTo>
                <a:lnTo>
                  <a:pt x="1974" y="28925"/>
                </a:lnTo>
              </a:path>
            </a:pathLst>
          </a:custGeom>
          <a:noFill xmlns:a="http://schemas.openxmlformats.org/drawingml/2006/main"/>
          <a:ln xmlns:a="http://schemas.openxmlformats.org/drawingml/2006/main" w="28575">
            <a:solidFill>
              <a:srgbClr val="166B68"/>
            </a:solidFill>
            <a:prstDash val="solid"/>
          </a:ln>
        </p:spPr>
      </p:sp>
      <p:sp>
        <p:nvSpPr>
          <p:cNvPr id="52" name="">
            <a:extLst xmlns:a="http://schemas.openxmlformats.org/drawingml/2006/main">
              <a:ext uri="{FF2B5EF4-FFF2-40B4-BE49-F238E27FC236}">
                <a16:creationId xmlns:a16="http://schemas.microsoft.com/office/drawing/2014/main" id="{E937FE64-0C9D-4803-AE39-FB822F204BC2}"/>
              </a:ext>
            </a:extLst>
          </p:cNvPr>
          <p:cNvSpPr>
            <a:spLocks xmlns:a="http://schemas.openxmlformats.org/drawingml/2006/main" noGrp="1"/>
          </p:cNvSpPr>
          <p:nvPr/>
        </p:nvSpPr>
        <p:spPr>
          <a:xfrm xmlns:a="http://schemas.openxmlformats.org/drawingml/2006/main">
            <a:off x="8051776" y="4649695"/>
            <a:ext cx="9525" cy="28985"/>
          </a:xfrm>
          <a:custGeom xmlns:a="http://schemas.openxmlformats.org/drawingml/2006/main">
            <a:pathLst>
              <a:path w="9525" h="28985">
                <a:moveTo>
                  <a:pt x="0" y="0"/>
                </a:moveTo>
                <a:lnTo>
                  <a:pt x="659" y="28985"/>
                </a:lnTo>
              </a:path>
            </a:pathLst>
          </a:custGeom>
          <a:noFill xmlns:a="http://schemas.openxmlformats.org/drawingml/2006/main"/>
          <a:ln xmlns:a="http://schemas.openxmlformats.org/drawingml/2006/main" w="28575">
            <a:solidFill>
              <a:srgbClr val="166B68"/>
            </a:solidFill>
            <a:prstDash val="solid"/>
          </a:ln>
        </p:spPr>
      </p:sp>
      <p:sp>
        <p:nvSpPr>
          <p:cNvPr id="53" name="">
            <a:extLst xmlns:a="http://schemas.openxmlformats.org/drawingml/2006/main">
              <a:ext uri="{FF2B5EF4-FFF2-40B4-BE49-F238E27FC236}">
                <a16:creationId xmlns:a16="http://schemas.microsoft.com/office/drawing/2014/main" id="{B9EE506B-8BE1-4E4A-B8DA-094659A5FE25}"/>
              </a:ext>
            </a:extLst>
          </p:cNvPr>
          <p:cNvSpPr>
            <a:spLocks xmlns:a="http://schemas.openxmlformats.org/drawingml/2006/main" noGrp="1"/>
          </p:cNvSpPr>
          <p:nvPr/>
        </p:nvSpPr>
        <p:spPr>
          <a:xfrm xmlns:a="http://schemas.openxmlformats.org/drawingml/2006/main">
            <a:off x="7890510" y="4011930"/>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100">
                <a:solidFill>
                  <a:srgbClr val="166B68"/>
                </a:solidFill>
                <a:latin typeface="Yu Gothic"/>
                <a:ea typeface="Yu Gothic"/>
                <a:cs typeface="Yu Gothic"/>
              </a:defRPr>
            </a:defPPr>
            <a:lvl1pPr>
              <a:defRPr sz="2100">
                <a:solidFill>
                  <a:srgbClr val="166B68"/>
                </a:solidFill>
                <a:latin typeface="Yu Gothic"/>
                <a:ea typeface="Yu Gothic"/>
                <a:cs typeface="Yu Gothic"/>
              </a:defRPr>
            </a:lvl1pPr>
            <a:lvl2pPr>
              <a:defRPr sz="2100">
                <a:solidFill>
                  <a:srgbClr val="166B68"/>
                </a:solidFill>
                <a:latin typeface="Yu Gothic"/>
                <a:ea typeface="Yu Gothic"/>
                <a:cs typeface="Yu Gothic"/>
              </a:defRPr>
            </a:lvl2pPr>
            <a:lvl3pPr>
              <a:defRPr sz="2100">
                <a:solidFill>
                  <a:srgbClr val="166B68"/>
                </a:solidFill>
                <a:latin typeface="Yu Gothic"/>
                <a:ea typeface="Yu Gothic"/>
                <a:cs typeface="Yu Gothic"/>
              </a:defRPr>
            </a:lvl3pPr>
            <a:lvl4pPr>
              <a:defRPr sz="2100">
                <a:solidFill>
                  <a:srgbClr val="166B68"/>
                </a:solidFill>
                <a:latin typeface="Yu Gothic"/>
                <a:ea typeface="Yu Gothic"/>
                <a:cs typeface="Yu Gothic"/>
              </a:defRPr>
            </a:lvl4pPr>
            <a:lvl5pPr>
              <a:defRPr sz="2100">
                <a:solidFill>
                  <a:srgbClr val="166B68"/>
                </a:solidFill>
                <a:latin typeface="Yu Gothic"/>
                <a:ea typeface="Yu Gothic"/>
                <a:cs typeface="Yu Gothic"/>
              </a:defRPr>
            </a:lvl5pPr>
            <a:lvl6pPr>
              <a:defRPr sz="2100">
                <a:solidFill>
                  <a:srgbClr val="166B68"/>
                </a:solidFill>
                <a:latin typeface="Yu Gothic"/>
                <a:ea typeface="Yu Gothic"/>
                <a:cs typeface="Yu Gothic"/>
              </a:defRPr>
            </a:lvl6pPr>
            <a:lvl7pPr>
              <a:defRPr sz="2100">
                <a:solidFill>
                  <a:srgbClr val="166B68"/>
                </a:solidFill>
                <a:latin typeface="Yu Gothic"/>
                <a:ea typeface="Yu Gothic"/>
                <a:cs typeface="Yu Gothic"/>
              </a:defRPr>
            </a:lvl7pPr>
            <a:lvl8pPr>
              <a:defRPr sz="2100">
                <a:solidFill>
                  <a:srgbClr val="166B68"/>
                </a:solidFill>
                <a:latin typeface="Yu Gothic"/>
                <a:ea typeface="Yu Gothic"/>
                <a:cs typeface="Yu Gothic"/>
              </a:defRPr>
            </a:lvl8pPr>
            <a:lvl9pPr>
              <a:defRPr sz="2100">
                <a:solidFill>
                  <a:srgbClr val="166B68"/>
                </a:solidFill>
                <a:latin typeface="Yu Gothic"/>
                <a:ea typeface="Yu Gothic"/>
                <a:cs typeface="Yu Gothic"/>
              </a:defRPr>
            </a:lvl9pPr>
          </a:lstStyle>
          <a:p xmlns:a="http://schemas.openxmlformats.org/drawingml/2006/main">
            <a:pPr>
              <a:defRPr sz="2100">
                <a:solidFill>
                  <a:srgbClr val="166B68"/>
                </a:solidFill>
                <a:latin typeface="Yu Gothic"/>
                <a:ea typeface="Yu Gothic"/>
                <a:cs typeface="Yu Gothic"/>
              </a:defRPr>
            </a:pPr>
            <a:r>
              <a:rPr sz="2100">
                <a:solidFill>
                  <a:srgbClr val="166B68"/>
                </a:solidFill>
                <a:latin typeface="Yu Gothic"/>
                <a:ea typeface="Yu Gothic"/>
                <a:cs typeface="Yu Gothic"/>
              </a:rPr>
              <a:t>？</a:t>
            </a:r>
          </a:p>
        </p:txBody>
      </p:sp>
      <p:sp>
        <p:nvSpPr>
          <p:cNvPr id="54" name="">
            <a:extLst xmlns:a="http://schemas.openxmlformats.org/drawingml/2006/main">
              <a:ext uri="{FF2B5EF4-FFF2-40B4-BE49-F238E27FC236}">
                <a16:creationId xmlns:a16="http://schemas.microsoft.com/office/drawing/2014/main" id="{5B713E7B-60D1-4B93-8479-DAC8568FA150}"/>
              </a:ext>
            </a:extLst>
          </p:cNvPr>
          <p:cNvSpPr>
            <a:spLocks xmlns:a="http://schemas.openxmlformats.org/drawingml/2006/main" noGrp="1"/>
          </p:cNvSpPr>
          <p:nvPr/>
        </p:nvSpPr>
        <p:spPr>
          <a:xfrm xmlns:a="http://schemas.openxmlformats.org/drawingml/2006/main">
            <a:off x="6191250" y="5553075"/>
            <a:ext cx="5095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500">
                <a:solidFill>
                  <a:srgbClr val="52616A"/>
                </a:solidFill>
                <a:latin typeface="Yu Gothic"/>
                <a:ea typeface="Yu Gothic"/>
                <a:cs typeface="Yu Gothic"/>
              </a:defRPr>
            </a:defPPr>
            <a:lvl1pPr>
              <a:defRPr sz="1500">
                <a:solidFill>
                  <a:srgbClr val="52616A"/>
                </a:solidFill>
                <a:latin typeface="Yu Gothic"/>
                <a:ea typeface="Yu Gothic"/>
                <a:cs typeface="Yu Gothic"/>
              </a:defRPr>
            </a:lvl1pPr>
            <a:lvl2pPr>
              <a:defRPr sz="1500">
                <a:solidFill>
                  <a:srgbClr val="52616A"/>
                </a:solidFill>
                <a:latin typeface="Yu Gothic"/>
                <a:ea typeface="Yu Gothic"/>
                <a:cs typeface="Yu Gothic"/>
              </a:defRPr>
            </a:lvl2pPr>
            <a:lvl3pPr>
              <a:defRPr sz="1500">
                <a:solidFill>
                  <a:srgbClr val="52616A"/>
                </a:solidFill>
                <a:latin typeface="Yu Gothic"/>
                <a:ea typeface="Yu Gothic"/>
                <a:cs typeface="Yu Gothic"/>
              </a:defRPr>
            </a:lvl3pPr>
            <a:lvl4pPr>
              <a:defRPr sz="1500">
                <a:solidFill>
                  <a:srgbClr val="52616A"/>
                </a:solidFill>
                <a:latin typeface="Yu Gothic"/>
                <a:ea typeface="Yu Gothic"/>
                <a:cs typeface="Yu Gothic"/>
              </a:defRPr>
            </a:lvl4pPr>
            <a:lvl5pPr>
              <a:defRPr sz="1500">
                <a:solidFill>
                  <a:srgbClr val="52616A"/>
                </a:solidFill>
                <a:latin typeface="Yu Gothic"/>
                <a:ea typeface="Yu Gothic"/>
                <a:cs typeface="Yu Gothic"/>
              </a:defRPr>
            </a:lvl5pPr>
            <a:lvl6pPr>
              <a:defRPr sz="1500">
                <a:solidFill>
                  <a:srgbClr val="52616A"/>
                </a:solidFill>
                <a:latin typeface="Yu Gothic"/>
                <a:ea typeface="Yu Gothic"/>
                <a:cs typeface="Yu Gothic"/>
              </a:defRPr>
            </a:lvl6pPr>
            <a:lvl7pPr>
              <a:defRPr sz="1500">
                <a:solidFill>
                  <a:srgbClr val="52616A"/>
                </a:solidFill>
                <a:latin typeface="Yu Gothic"/>
                <a:ea typeface="Yu Gothic"/>
                <a:cs typeface="Yu Gothic"/>
              </a:defRPr>
            </a:lvl7pPr>
            <a:lvl8pPr>
              <a:defRPr sz="1500">
                <a:solidFill>
                  <a:srgbClr val="52616A"/>
                </a:solidFill>
                <a:latin typeface="Yu Gothic"/>
                <a:ea typeface="Yu Gothic"/>
                <a:cs typeface="Yu Gothic"/>
              </a:defRPr>
            </a:lvl8pPr>
            <a:lvl9pPr>
              <a:defRPr sz="1500">
                <a:solidFill>
                  <a:srgbClr val="52616A"/>
                </a:solidFill>
                <a:latin typeface="Yu Gothic"/>
                <a:ea typeface="Yu Gothic"/>
                <a:cs typeface="Yu Gothic"/>
              </a:defRPr>
            </a:lvl9pPr>
          </a:lstStyle>
          <a:p xmlns:a="http://schemas.openxmlformats.org/drawingml/2006/main">
            <a:pPr>
              <a:defRPr sz="1500">
                <a:solidFill>
                  <a:srgbClr val="52616A"/>
                </a:solidFill>
                <a:latin typeface="Yu Gothic"/>
                <a:ea typeface="Yu Gothic"/>
                <a:cs typeface="Yu Gothic"/>
              </a:defRPr>
            </a:pPr>
            <a:r>
              <a:rPr sz="1500">
                <a:solidFill>
                  <a:srgbClr val="52616A"/>
                </a:solidFill>
                <a:latin typeface="Yu Gothic"/>
                <a:ea typeface="Yu Gothic"/>
                <a:cs typeface="Yu Gothic"/>
              </a:rPr>
              <a:t>模式図：OEを誇張（縮尺どおりでない）</a:t>
            </a:r>
          </a:p>
        </p:txBody>
      </p:sp>
    </p:spTree>
    <p:extLst>
      <p:ext uri="{BB962C8B-B14F-4D97-AF65-F5344CB8AC3E}">
        <p14:creationId xmlns:p14="http://schemas.microsoft.com/office/powerpoint/2010/main" val="670626854"/>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17AAF60-7A7B-4A4B-B778-93B95E17A870}"/>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CF3C76A7-FA8E-461B-96F3-C67502627A7F}"/>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4-9 まとめ｜85–90分</a:t>
            </a:r>
          </a:p>
        </p:txBody>
      </p:sp>
      <p:sp>
        <p:nvSpPr>
          <p:cNvPr id="3" name="">
            <a:extLst xmlns:a="http://schemas.openxmlformats.org/drawingml/2006/main">
              <a:ext uri="{FF2B5EF4-FFF2-40B4-BE49-F238E27FC236}">
                <a16:creationId xmlns:a16="http://schemas.microsoft.com/office/drawing/2014/main" id="{4A930477-B40A-4EF6-AF55-CBFB3A282D11}"/>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読み→結果→点検→採用をつなぐ</a:t>
            </a:r>
          </a:p>
        </p:txBody>
      </p:sp>
      <p:sp>
        <p:nvSpPr>
          <p:cNvPr id="4" name="">
            <a:extLst xmlns:a="http://schemas.openxmlformats.org/drawingml/2006/main">
              <a:ext uri="{FF2B5EF4-FFF2-40B4-BE49-F238E27FC236}">
                <a16:creationId xmlns:a16="http://schemas.microsoft.com/office/drawing/2014/main" id="{578C1969-1477-497D-B138-023A428F70FA}"/>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8C591DF6-EEA8-4B4C-95D8-2CBC98163100}"/>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DBF212AF-775D-4AB8-9981-86A0FE5B02AC}"/>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48</a:t>
            </a:r>
          </a:p>
        </p:txBody>
      </p:sp>
      <p:sp>
        <p:nvSpPr>
          <p:cNvPr id="7" name="">
            <a:extLst xmlns:a="http://schemas.openxmlformats.org/drawingml/2006/main">
              <a:ext uri="{FF2B5EF4-FFF2-40B4-BE49-F238E27FC236}">
                <a16:creationId xmlns:a16="http://schemas.microsoft.com/office/drawing/2014/main" id="{EB45EAEF-3750-4D25-B241-E4390BC778AB}"/>
              </a:ext>
            </a:extLst>
          </p:cNvPr>
          <p:cNvSpPr>
            <a:spLocks xmlns:a="http://schemas.openxmlformats.org/drawingml/2006/main" noGrp="1"/>
          </p:cNvSpPr>
          <p:nvPr/>
        </p:nvSpPr>
        <p:spPr>
          <a:xfrm xmlns:a="http://schemas.openxmlformats.org/drawingml/2006/main">
            <a:off x="6076950" y="1714500"/>
            <a:ext cx="0" cy="314325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8" name="">
            <a:extLst xmlns:a="http://schemas.openxmlformats.org/drawingml/2006/main">
              <a:ext uri="{FF2B5EF4-FFF2-40B4-BE49-F238E27FC236}">
                <a16:creationId xmlns:a16="http://schemas.microsoft.com/office/drawing/2014/main" id="{E4890D61-F3C6-480A-965A-D035F1980215}"/>
              </a:ext>
            </a:extLst>
          </p:cNvPr>
          <p:cNvSpPr>
            <a:spLocks xmlns:a="http://schemas.openxmlformats.org/drawingml/2006/main" noGrp="1"/>
          </p:cNvSpPr>
          <p:nvPr/>
        </p:nvSpPr>
        <p:spPr>
          <a:xfrm xmlns:a="http://schemas.openxmlformats.org/drawingml/2006/main">
            <a:off x="742950" y="171450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166B68"/>
                </a:solidFill>
                <a:latin typeface="Yu Gothic"/>
                <a:ea typeface="Yu Gothic"/>
                <a:cs typeface="Yu Gothic"/>
              </a:defRPr>
            </a:defPPr>
            <a:lvl1pPr algn="l">
              <a:defRPr sz="2550" b="1">
                <a:solidFill>
                  <a:srgbClr val="166B68"/>
                </a:solidFill>
                <a:latin typeface="Yu Gothic"/>
                <a:ea typeface="Yu Gothic"/>
                <a:cs typeface="Yu Gothic"/>
              </a:defRPr>
            </a:lvl1pPr>
            <a:lvl2pPr algn="l">
              <a:defRPr sz="2550" b="1">
                <a:solidFill>
                  <a:srgbClr val="166B68"/>
                </a:solidFill>
                <a:latin typeface="Yu Gothic"/>
                <a:ea typeface="Yu Gothic"/>
                <a:cs typeface="Yu Gothic"/>
              </a:defRPr>
            </a:lvl2pPr>
            <a:lvl3pPr algn="l">
              <a:defRPr sz="2550" b="1">
                <a:solidFill>
                  <a:srgbClr val="166B68"/>
                </a:solidFill>
                <a:latin typeface="Yu Gothic"/>
                <a:ea typeface="Yu Gothic"/>
                <a:cs typeface="Yu Gothic"/>
              </a:defRPr>
            </a:lvl3pPr>
            <a:lvl4pPr algn="l">
              <a:defRPr sz="2550" b="1">
                <a:solidFill>
                  <a:srgbClr val="166B68"/>
                </a:solidFill>
                <a:latin typeface="Yu Gothic"/>
                <a:ea typeface="Yu Gothic"/>
                <a:cs typeface="Yu Gothic"/>
              </a:defRPr>
            </a:lvl4pPr>
            <a:lvl5pPr algn="l">
              <a:defRPr sz="2550" b="1">
                <a:solidFill>
                  <a:srgbClr val="166B68"/>
                </a:solidFill>
                <a:latin typeface="Yu Gothic"/>
                <a:ea typeface="Yu Gothic"/>
                <a:cs typeface="Yu Gothic"/>
              </a:defRPr>
            </a:lvl5pPr>
            <a:lvl6pPr algn="l">
              <a:defRPr sz="2550" b="1">
                <a:solidFill>
                  <a:srgbClr val="166B68"/>
                </a:solidFill>
                <a:latin typeface="Yu Gothic"/>
                <a:ea typeface="Yu Gothic"/>
                <a:cs typeface="Yu Gothic"/>
              </a:defRPr>
            </a:lvl6pPr>
            <a:lvl7pPr algn="l">
              <a:defRPr sz="2550" b="1">
                <a:solidFill>
                  <a:srgbClr val="166B68"/>
                </a:solidFill>
                <a:latin typeface="Yu Gothic"/>
                <a:ea typeface="Yu Gothic"/>
                <a:cs typeface="Yu Gothic"/>
              </a:defRPr>
            </a:lvl7pPr>
            <a:lvl8pPr algn="l">
              <a:defRPr sz="2550" b="1">
                <a:solidFill>
                  <a:srgbClr val="166B68"/>
                </a:solidFill>
                <a:latin typeface="Yu Gothic"/>
                <a:ea typeface="Yu Gothic"/>
                <a:cs typeface="Yu Gothic"/>
              </a:defRPr>
            </a:lvl8pPr>
            <a:lvl9pPr algn="l">
              <a:defRPr sz="2550" b="1">
                <a:solidFill>
                  <a:srgbClr val="166B68"/>
                </a:solidFill>
                <a:latin typeface="Yu Gothic"/>
                <a:ea typeface="Yu Gothic"/>
                <a:cs typeface="Yu Gothic"/>
              </a:defRPr>
            </a:lvl9pPr>
          </a:lstStyle>
          <a:p xmlns:a="http://schemas.openxmlformats.org/drawingml/2006/main">
            <a:pPr algn="l">
              <a:defRPr sz="2550" b="1">
                <a:solidFill>
                  <a:srgbClr val="166B68"/>
                </a:solidFill>
                <a:latin typeface="Yu Gothic"/>
                <a:ea typeface="Yu Gothic"/>
                <a:cs typeface="Yu Gothic"/>
              </a:defRPr>
            </a:pPr>
            <a:r>
              <a:rPr sz="2550" b="1">
                <a:solidFill>
                  <a:srgbClr val="166B68"/>
                </a:solidFill>
                <a:latin typeface="Yu Gothic"/>
                <a:ea typeface="Yu Gothic"/>
                <a:cs typeface="Yu Gothic"/>
              </a:rPr>
              <a:t>水平：零方向を引いてから</a:t>
            </a:r>
          </a:p>
        </p:txBody>
      </p:sp>
      <p:sp>
        <p:nvSpPr>
          <p:cNvPr id="9" name="">
            <a:extLst xmlns:a="http://schemas.openxmlformats.org/drawingml/2006/main">
              <a:ext uri="{FF2B5EF4-FFF2-40B4-BE49-F238E27FC236}">
                <a16:creationId xmlns:a16="http://schemas.microsoft.com/office/drawing/2014/main" id="{AE3EDF9B-1A7F-4904-BFF9-F131E726B0CB}"/>
              </a:ext>
            </a:extLst>
          </p:cNvPr>
          <p:cNvSpPr>
            <a:spLocks xmlns:a="http://schemas.openxmlformats.org/drawingml/2006/main" noGrp="1"/>
          </p:cNvSpPr>
          <p:nvPr/>
        </p:nvSpPr>
        <p:spPr>
          <a:xfrm xmlns:a="http://schemas.openxmlformats.org/drawingml/2006/main">
            <a:off x="6477000" y="171450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A94737"/>
                </a:solidFill>
                <a:latin typeface="Yu Gothic"/>
                <a:ea typeface="Yu Gothic"/>
                <a:cs typeface="Yu Gothic"/>
              </a:defRPr>
            </a:defPPr>
            <a:lvl1pPr algn="l">
              <a:defRPr sz="2550" b="1">
                <a:solidFill>
                  <a:srgbClr val="A94737"/>
                </a:solidFill>
                <a:latin typeface="Yu Gothic"/>
                <a:ea typeface="Yu Gothic"/>
                <a:cs typeface="Yu Gothic"/>
              </a:defRPr>
            </a:lvl1pPr>
            <a:lvl2pPr algn="l">
              <a:defRPr sz="2550" b="1">
                <a:solidFill>
                  <a:srgbClr val="A94737"/>
                </a:solidFill>
                <a:latin typeface="Yu Gothic"/>
                <a:ea typeface="Yu Gothic"/>
                <a:cs typeface="Yu Gothic"/>
              </a:defRPr>
            </a:lvl2pPr>
            <a:lvl3pPr algn="l">
              <a:defRPr sz="2550" b="1">
                <a:solidFill>
                  <a:srgbClr val="A94737"/>
                </a:solidFill>
                <a:latin typeface="Yu Gothic"/>
                <a:ea typeface="Yu Gothic"/>
                <a:cs typeface="Yu Gothic"/>
              </a:defRPr>
            </a:lvl3pPr>
            <a:lvl4pPr algn="l">
              <a:defRPr sz="2550" b="1">
                <a:solidFill>
                  <a:srgbClr val="A94737"/>
                </a:solidFill>
                <a:latin typeface="Yu Gothic"/>
                <a:ea typeface="Yu Gothic"/>
                <a:cs typeface="Yu Gothic"/>
              </a:defRPr>
            </a:lvl4pPr>
            <a:lvl5pPr algn="l">
              <a:defRPr sz="2550" b="1">
                <a:solidFill>
                  <a:srgbClr val="A94737"/>
                </a:solidFill>
                <a:latin typeface="Yu Gothic"/>
                <a:ea typeface="Yu Gothic"/>
                <a:cs typeface="Yu Gothic"/>
              </a:defRPr>
            </a:lvl5pPr>
            <a:lvl6pPr algn="l">
              <a:defRPr sz="2550" b="1">
                <a:solidFill>
                  <a:srgbClr val="A94737"/>
                </a:solidFill>
                <a:latin typeface="Yu Gothic"/>
                <a:ea typeface="Yu Gothic"/>
                <a:cs typeface="Yu Gothic"/>
              </a:defRPr>
            </a:lvl6pPr>
            <a:lvl7pPr algn="l">
              <a:defRPr sz="2550" b="1">
                <a:solidFill>
                  <a:srgbClr val="A94737"/>
                </a:solidFill>
                <a:latin typeface="Yu Gothic"/>
                <a:ea typeface="Yu Gothic"/>
                <a:cs typeface="Yu Gothic"/>
              </a:defRPr>
            </a:lvl7pPr>
            <a:lvl8pPr algn="l">
              <a:defRPr sz="2550" b="1">
                <a:solidFill>
                  <a:srgbClr val="A94737"/>
                </a:solidFill>
                <a:latin typeface="Yu Gothic"/>
                <a:ea typeface="Yu Gothic"/>
                <a:cs typeface="Yu Gothic"/>
              </a:defRPr>
            </a:lvl8pPr>
            <a:lvl9pPr algn="l">
              <a:defRPr sz="2550" b="1">
                <a:solidFill>
                  <a:srgbClr val="A94737"/>
                </a:solidFill>
                <a:latin typeface="Yu Gothic"/>
                <a:ea typeface="Yu Gothic"/>
                <a:cs typeface="Yu Gothic"/>
              </a:defRPr>
            </a:lvl9pPr>
          </a:lstStyle>
          <a:p xmlns:a="http://schemas.openxmlformats.org/drawingml/2006/main">
            <a:pPr algn="l">
              <a:defRPr sz="2550" b="1">
                <a:solidFill>
                  <a:srgbClr val="A94737"/>
                </a:solidFill>
                <a:latin typeface="Yu Gothic"/>
                <a:ea typeface="Yu Gothic"/>
                <a:cs typeface="Yu Gothic"/>
              </a:defRPr>
            </a:pPr>
            <a:r>
              <a:rPr sz="2550" b="1">
                <a:solidFill>
                  <a:srgbClr val="A94737"/>
                </a:solidFill>
                <a:latin typeface="Yu Gothic"/>
                <a:ea typeface="Yu Gothic"/>
                <a:cs typeface="Yu Gothic"/>
              </a:rPr>
              <a:t>鉛直：真上が基準</a:t>
            </a:r>
          </a:p>
        </p:txBody>
      </p:sp>
      <p:sp>
        <p:nvSpPr>
          <p:cNvPr id="10" name="">
            <a:extLst xmlns:a="http://schemas.openxmlformats.org/drawingml/2006/main">
              <a:ext uri="{FF2B5EF4-FFF2-40B4-BE49-F238E27FC236}">
                <a16:creationId xmlns:a16="http://schemas.microsoft.com/office/drawing/2014/main" id="{85B0D358-51A6-4518-AD86-2B9F757B6578}"/>
              </a:ext>
            </a:extLst>
          </p:cNvPr>
          <p:cNvSpPr>
            <a:spLocks xmlns:a="http://schemas.openxmlformats.org/drawingml/2006/main" noGrp="1"/>
          </p:cNvSpPr>
          <p:nvPr/>
        </p:nvSpPr>
        <p:spPr>
          <a:xfrm xmlns:a="http://schemas.openxmlformats.org/drawingml/2006/main">
            <a:off x="1104900" y="23050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倍角D＝p＋q、較差C＝p−q</a:t>
            </a:r>
          </a:p>
        </p:txBody>
      </p:sp>
      <p:sp>
        <p:nvSpPr>
          <p:cNvPr id="11" name="">
            <a:extLst xmlns:a="http://schemas.openxmlformats.org/drawingml/2006/main">
              <a:ext uri="{FF2B5EF4-FFF2-40B4-BE49-F238E27FC236}">
                <a16:creationId xmlns:a16="http://schemas.microsoft.com/office/drawing/2014/main" id="{B8E646C4-0848-4530-B48C-2FB1870FFC98}"/>
              </a:ext>
            </a:extLst>
          </p:cNvPr>
          <p:cNvSpPr>
            <a:spLocks xmlns:a="http://schemas.openxmlformats.org/drawingml/2006/main" noGrp="1"/>
          </p:cNvSpPr>
          <p:nvPr/>
        </p:nvSpPr>
        <p:spPr>
          <a:xfrm xmlns:a="http://schemas.openxmlformats.org/drawingml/2006/main">
            <a:off x="1104900" y="28003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対回間の最大−最小を点検</a:t>
            </a:r>
          </a:p>
        </p:txBody>
      </p:sp>
      <p:sp>
        <p:nvSpPr>
          <p:cNvPr id="12" name="">
            <a:extLst xmlns:a="http://schemas.openxmlformats.org/drawingml/2006/main">
              <a:ext uri="{FF2B5EF4-FFF2-40B4-BE49-F238E27FC236}">
                <a16:creationId xmlns:a16="http://schemas.microsoft.com/office/drawing/2014/main" id="{398288B5-87BF-4140-BA21-F4C892C54F19}"/>
              </a:ext>
            </a:extLst>
          </p:cNvPr>
          <p:cNvSpPr>
            <a:spLocks xmlns:a="http://schemas.openxmlformats.org/drawingml/2006/main" noGrp="1"/>
          </p:cNvSpPr>
          <p:nvPr/>
        </p:nvSpPr>
        <p:spPr>
          <a:xfrm xmlns:a="http://schemas.openxmlformats.org/drawingml/2006/main">
            <a:off x="1104900" y="32956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超過なら原因確認・再測</a:t>
            </a:r>
          </a:p>
        </p:txBody>
      </p:sp>
      <p:sp>
        <p:nvSpPr>
          <p:cNvPr id="13" name="">
            <a:extLst xmlns:a="http://schemas.openxmlformats.org/drawingml/2006/main">
              <a:ext uri="{FF2B5EF4-FFF2-40B4-BE49-F238E27FC236}">
                <a16:creationId xmlns:a16="http://schemas.microsoft.com/office/drawing/2014/main" id="{A6ECE5D8-6650-44A9-B366-89B802C68313}"/>
              </a:ext>
            </a:extLst>
          </p:cNvPr>
          <p:cNvSpPr>
            <a:spLocks xmlns:a="http://schemas.openxmlformats.org/drawingml/2006/main" noGrp="1"/>
          </p:cNvSpPr>
          <p:nvPr/>
        </p:nvSpPr>
        <p:spPr>
          <a:xfrm xmlns:a="http://schemas.openxmlformats.org/drawingml/2006/main">
            <a:off x="6838950" y="23050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K＝z正＋z反−360°</a:t>
            </a:r>
          </a:p>
        </p:txBody>
      </p:sp>
      <p:sp>
        <p:nvSpPr>
          <p:cNvPr id="14" name="">
            <a:extLst xmlns:a="http://schemas.openxmlformats.org/drawingml/2006/main">
              <a:ext uri="{FF2B5EF4-FFF2-40B4-BE49-F238E27FC236}">
                <a16:creationId xmlns:a16="http://schemas.microsoft.com/office/drawing/2014/main" id="{C9EE11CC-E233-4469-8E23-BA8AD08417A2}"/>
              </a:ext>
            </a:extLst>
          </p:cNvPr>
          <p:cNvSpPr>
            <a:spLocks xmlns:a="http://schemas.openxmlformats.org/drawingml/2006/main" noGrp="1"/>
          </p:cNvSpPr>
          <p:nvPr/>
        </p:nvSpPr>
        <p:spPr>
          <a:xfrm xmlns:a="http://schemas.openxmlformats.org/drawingml/2006/main">
            <a:off x="6838950" y="28003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Z＝(z正−z反＋360°)/2</a:t>
            </a:r>
          </a:p>
        </p:txBody>
      </p:sp>
      <p:sp>
        <p:nvSpPr>
          <p:cNvPr id="15" name="">
            <a:extLst xmlns:a="http://schemas.openxmlformats.org/drawingml/2006/main">
              <a:ext uri="{FF2B5EF4-FFF2-40B4-BE49-F238E27FC236}">
                <a16:creationId xmlns:a16="http://schemas.microsoft.com/office/drawing/2014/main" id="{93106EFB-3179-4155-9E26-4B9F771BD6D4}"/>
              </a:ext>
            </a:extLst>
          </p:cNvPr>
          <p:cNvSpPr>
            <a:spLocks xmlns:a="http://schemas.openxmlformats.org/drawingml/2006/main" noGrp="1"/>
          </p:cNvSpPr>
          <p:nvPr/>
        </p:nvSpPr>
        <p:spPr>
          <a:xfrm xmlns:a="http://schemas.openxmlformats.org/drawingml/2006/main">
            <a:off x="6838950" y="32956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α＝90°−Z</a:t>
            </a:r>
          </a:p>
        </p:txBody>
      </p:sp>
      <p:sp>
        <p:nvSpPr>
          <p:cNvPr id="16" name="">
            <a:extLst xmlns:a="http://schemas.openxmlformats.org/drawingml/2006/main">
              <a:ext uri="{FF2B5EF4-FFF2-40B4-BE49-F238E27FC236}">
                <a16:creationId xmlns:a16="http://schemas.microsoft.com/office/drawing/2014/main" id="{488B855C-0612-4256-88AF-B14AB712F978}"/>
              </a:ext>
            </a:extLst>
          </p:cNvPr>
          <p:cNvSpPr>
            <a:spLocks xmlns:a="http://schemas.openxmlformats.org/drawingml/2006/main" noGrp="1"/>
          </p:cNvSpPr>
          <p:nvPr/>
        </p:nvSpPr>
        <p:spPr>
          <a:xfrm xmlns:a="http://schemas.openxmlformats.org/drawingml/2006/main">
            <a:off x="1104900" y="5143500"/>
            <a:ext cx="99631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0">
                <a:solidFill>
                  <a:srgbClr val="182B33"/>
                </a:solidFill>
                <a:latin typeface="Yu Gothic"/>
                <a:ea typeface="Yu Gothic"/>
                <a:cs typeface="Yu Gothic"/>
              </a:defRPr>
            </a:defPPr>
            <a:lvl1pPr algn="l">
              <a:defRPr sz="2025" b="0">
                <a:solidFill>
                  <a:srgbClr val="182B33"/>
                </a:solidFill>
                <a:latin typeface="Yu Gothic"/>
                <a:ea typeface="Yu Gothic"/>
                <a:cs typeface="Yu Gothic"/>
              </a:defRPr>
            </a:lvl1pPr>
            <a:lvl2pPr algn="l">
              <a:defRPr sz="2025" b="0">
                <a:solidFill>
                  <a:srgbClr val="182B33"/>
                </a:solidFill>
                <a:latin typeface="Yu Gothic"/>
                <a:ea typeface="Yu Gothic"/>
                <a:cs typeface="Yu Gothic"/>
              </a:defRPr>
            </a:lvl2pPr>
            <a:lvl3pPr algn="l">
              <a:defRPr sz="2025" b="0">
                <a:solidFill>
                  <a:srgbClr val="182B33"/>
                </a:solidFill>
                <a:latin typeface="Yu Gothic"/>
                <a:ea typeface="Yu Gothic"/>
                <a:cs typeface="Yu Gothic"/>
              </a:defRPr>
            </a:lvl3pPr>
            <a:lvl4pPr algn="l">
              <a:defRPr sz="2025" b="0">
                <a:solidFill>
                  <a:srgbClr val="182B33"/>
                </a:solidFill>
                <a:latin typeface="Yu Gothic"/>
                <a:ea typeface="Yu Gothic"/>
                <a:cs typeface="Yu Gothic"/>
              </a:defRPr>
            </a:lvl4pPr>
            <a:lvl5pPr algn="l">
              <a:defRPr sz="2025" b="0">
                <a:solidFill>
                  <a:srgbClr val="182B33"/>
                </a:solidFill>
                <a:latin typeface="Yu Gothic"/>
                <a:ea typeface="Yu Gothic"/>
                <a:cs typeface="Yu Gothic"/>
              </a:defRPr>
            </a:lvl5pPr>
            <a:lvl6pPr algn="l">
              <a:defRPr sz="2025" b="0">
                <a:solidFill>
                  <a:srgbClr val="182B33"/>
                </a:solidFill>
                <a:latin typeface="Yu Gothic"/>
                <a:ea typeface="Yu Gothic"/>
                <a:cs typeface="Yu Gothic"/>
              </a:defRPr>
            </a:lvl6pPr>
            <a:lvl7pPr algn="l">
              <a:defRPr sz="2025" b="0">
                <a:solidFill>
                  <a:srgbClr val="182B33"/>
                </a:solidFill>
                <a:latin typeface="Yu Gothic"/>
                <a:ea typeface="Yu Gothic"/>
                <a:cs typeface="Yu Gothic"/>
              </a:defRPr>
            </a:lvl7pPr>
            <a:lvl8pPr algn="l">
              <a:defRPr sz="2025" b="0">
                <a:solidFill>
                  <a:srgbClr val="182B33"/>
                </a:solidFill>
                <a:latin typeface="Yu Gothic"/>
                <a:ea typeface="Yu Gothic"/>
                <a:cs typeface="Yu Gothic"/>
              </a:defRPr>
            </a:lvl8pPr>
            <a:lvl9pPr algn="l">
              <a:defRPr sz="2025" b="0">
                <a:solidFill>
                  <a:srgbClr val="182B33"/>
                </a:solidFill>
                <a:latin typeface="Yu Gothic"/>
                <a:ea typeface="Yu Gothic"/>
                <a:cs typeface="Yu Gothic"/>
              </a:defRPr>
            </a:lvl9pPr>
          </a:lstStyle>
          <a:p xmlns:a="http://schemas.openxmlformats.org/drawingml/2006/main">
            <a:pPr algn="l">
              <a:defRPr sz="2025" b="0">
                <a:solidFill>
                  <a:srgbClr val="182B33"/>
                </a:solidFill>
                <a:latin typeface="Yu Gothic"/>
                <a:ea typeface="Yu Gothic"/>
                <a:cs typeface="Yu Gothic"/>
              </a:defRPr>
            </a:pPr>
            <a:r>
              <a:rPr sz="2025" b="0">
                <a:solidFill>
                  <a:srgbClr val="182B33"/>
                </a:solidFill>
                <a:latin typeface="Yu Gothic"/>
                <a:ea typeface="Yu Gothic"/>
                <a:cs typeface="Yu Gothic"/>
              </a:rPr>
              <a:t>偏心のρ″を使う式は、補足・宿題へ</a:t>
            </a:r>
          </a:p>
        </p:txBody>
      </p:sp>
    </p:spTree>
    <p:extLst>
      <p:ext uri="{BB962C8B-B14F-4D97-AF65-F5344CB8AC3E}">
        <p14:creationId xmlns:p14="http://schemas.microsoft.com/office/powerpoint/2010/main" val="826530730"/>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B8FEFC06-0E7D-42AA-8784-1EC7FB554FA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35B0C104-B849-4307-B98E-C91A6503EC5D}"/>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4-9 まとめ｜85–90分</a:t>
            </a:r>
          </a:p>
        </p:txBody>
      </p:sp>
      <p:sp>
        <p:nvSpPr>
          <p:cNvPr id="3" name="">
            <a:extLst xmlns:a="http://schemas.openxmlformats.org/drawingml/2006/main">
              <a:ext uri="{FF2B5EF4-FFF2-40B4-BE49-F238E27FC236}">
                <a16:creationId xmlns:a16="http://schemas.microsoft.com/office/drawing/2014/main" id="{19E187F3-F16A-4E46-A38B-C022AFB08CFF}"/>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次の杭では、後視が180°反転する</a:t>
            </a:r>
          </a:p>
        </p:txBody>
      </p:sp>
      <p:sp>
        <p:nvSpPr>
          <p:cNvPr id="4" name="">
            <a:extLst xmlns:a="http://schemas.openxmlformats.org/drawingml/2006/main">
              <a:ext uri="{FF2B5EF4-FFF2-40B4-BE49-F238E27FC236}">
                <a16:creationId xmlns:a16="http://schemas.microsoft.com/office/drawing/2014/main" id="{BF83E5A7-518E-465C-844F-433FFD97665B}"/>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DD8085A1-B662-40D1-BB6E-0B33607B5785}"/>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2D18061B-1ECC-4E2C-A138-9093CF8267FD}"/>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49</a:t>
            </a:r>
          </a:p>
        </p:txBody>
      </p:sp>
      <p:sp>
        <p:nvSpPr>
          <p:cNvPr id="7" name="">
            <a:extLst xmlns:a="http://schemas.openxmlformats.org/drawingml/2006/main">
              <a:ext uri="{FF2B5EF4-FFF2-40B4-BE49-F238E27FC236}">
                <a16:creationId xmlns:a16="http://schemas.microsoft.com/office/drawing/2014/main" id="{B09F00C8-03CF-4EF9-BD68-F8610FBE00BE}"/>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A→Bと、振り返ったB→Aは逆向き</a:t>
            </a:r>
          </a:p>
        </p:txBody>
      </p:sp>
      <p:sp>
        <p:nvSpPr>
          <p:cNvPr id="8" name="">
            <a:extLst xmlns:a="http://schemas.openxmlformats.org/drawingml/2006/main">
              <a:ext uri="{FF2B5EF4-FFF2-40B4-BE49-F238E27FC236}">
                <a16:creationId xmlns:a16="http://schemas.microsoft.com/office/drawing/2014/main" id="{AA7F5D69-7DA3-4C75-BDBF-FED6CB3939A9}"/>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A→B 40° → B→A 220°</a:t>
            </a:r>
          </a:p>
        </p:txBody>
      </p:sp>
      <p:sp>
        <p:nvSpPr>
          <p:cNvPr id="9" name="">
            <a:extLst xmlns:a="http://schemas.openxmlformats.org/drawingml/2006/main">
              <a:ext uri="{FF2B5EF4-FFF2-40B4-BE49-F238E27FC236}">
                <a16:creationId xmlns:a16="http://schemas.microsoft.com/office/drawing/2014/main" id="{6C25C8D2-3F5C-41C3-B00D-EDB381A94285}"/>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BでA→Cへ右回り100° → BCは320°</a:t>
            </a:r>
          </a:p>
        </p:txBody>
      </p:sp>
      <p:sp>
        <p:nvSpPr>
          <p:cNvPr id="10" name="">
            <a:extLst xmlns:a="http://schemas.openxmlformats.org/drawingml/2006/main">
              <a:ext uri="{FF2B5EF4-FFF2-40B4-BE49-F238E27FC236}">
                <a16:creationId xmlns:a16="http://schemas.microsoft.com/office/drawing/2014/main" id="{B31F4F22-8C86-42F3-A2AE-DA6EE90A3756}"/>
              </a:ext>
            </a:extLst>
          </p:cNvPr>
          <p:cNvSpPr>
            <a:spLocks xmlns:a="http://schemas.openxmlformats.org/drawingml/2006/main" noGrp="1"/>
          </p:cNvSpPr>
          <p:nvPr/>
        </p:nvSpPr>
        <p:spPr>
          <a:xfrm xmlns:a="http://schemas.openxmlformats.org/drawingml/2006/main">
            <a:off x="8056948" y="3924300"/>
            <a:ext cx="835116" cy="995253"/>
          </a:xfrm>
          <a:custGeom xmlns:a="http://schemas.openxmlformats.org/drawingml/2006/main">
            <a:pathLst>
              <a:path w="835116" h="995253">
                <a:moveTo>
                  <a:pt x="835116" y="0"/>
                </a:moveTo>
                <a:lnTo>
                  <a:pt x="0" y="995253"/>
                </a:lnTo>
              </a:path>
            </a:pathLst>
          </a:custGeom>
          <a:noFill xmlns:a="http://schemas.openxmlformats.org/drawingml/2006/main"/>
          <a:ln xmlns:a="http://schemas.openxmlformats.org/drawingml/2006/main" w="38100">
            <a:solidFill>
              <a:srgbClr val="A94737"/>
            </a:solidFill>
            <a:prstDash val="solid"/>
          </a:ln>
        </p:spPr>
      </p:sp>
      <p:sp>
        <p:nvSpPr>
          <p:cNvPr id="11" name="">
            <a:extLst xmlns:a="http://schemas.openxmlformats.org/drawingml/2006/main">
              <a:ext uri="{FF2B5EF4-FFF2-40B4-BE49-F238E27FC236}">
                <a16:creationId xmlns:a16="http://schemas.microsoft.com/office/drawing/2014/main" id="{A4EF821C-C2E0-4DCD-9CBC-941C2AE1DF4C}"/>
              </a:ext>
            </a:extLst>
          </p:cNvPr>
          <p:cNvSpPr>
            <a:spLocks xmlns:a="http://schemas.openxmlformats.org/drawingml/2006/main" noGrp="1"/>
          </p:cNvSpPr>
          <p:nvPr/>
        </p:nvSpPr>
        <p:spPr>
          <a:xfrm xmlns:a="http://schemas.openxmlformats.org/drawingml/2006/main">
            <a:off x="8056948" y="2929047"/>
            <a:ext cx="835116" cy="995253"/>
          </a:xfrm>
          <a:custGeom xmlns:a="http://schemas.openxmlformats.org/drawingml/2006/main">
            <a:pathLst>
              <a:path w="835116" h="995253">
                <a:moveTo>
                  <a:pt x="835116" y="995253"/>
                </a:moveTo>
                <a:lnTo>
                  <a:pt x="0" y="0"/>
                </a:lnTo>
              </a:path>
            </a:pathLst>
          </a:custGeom>
          <a:noFill xmlns:a="http://schemas.openxmlformats.org/drawingml/2006/main"/>
          <a:ln xmlns:a="http://schemas.openxmlformats.org/drawingml/2006/main" w="38100">
            <a:solidFill>
              <a:srgbClr val="166B68"/>
            </a:solidFill>
            <a:prstDash val="solid"/>
          </a:ln>
        </p:spPr>
      </p:sp>
      <p:sp>
        <p:nvSpPr>
          <p:cNvPr id="12" name="">
            <a:extLst xmlns:a="http://schemas.openxmlformats.org/drawingml/2006/main">
              <a:ext uri="{FF2B5EF4-FFF2-40B4-BE49-F238E27FC236}">
                <a16:creationId xmlns:a16="http://schemas.microsoft.com/office/drawing/2014/main" id="{0BFF1C83-F070-4506-9C70-1DC91B11FE34}"/>
              </a:ext>
            </a:extLst>
          </p:cNvPr>
          <p:cNvSpPr>
            <a:spLocks xmlns:a="http://schemas.openxmlformats.org/drawingml/2006/main" noGrp="1"/>
          </p:cNvSpPr>
          <p:nvPr/>
        </p:nvSpPr>
        <p:spPr>
          <a:xfrm xmlns:a="http://schemas.openxmlformats.org/drawingml/2006/main">
            <a:off x="8892064" y="1857375"/>
            <a:ext cx="9525" cy="2066925"/>
          </a:xfrm>
          <a:custGeom xmlns:a="http://schemas.openxmlformats.org/drawingml/2006/main">
            <a:pathLst>
              <a:path w="9525" h="2066925">
                <a:moveTo>
                  <a:pt x="0" y="2066925"/>
                </a:moveTo>
                <a:lnTo>
                  <a:pt x="0" y="0"/>
                </a:lnTo>
              </a:path>
            </a:pathLst>
          </a:custGeom>
          <a:noFill xmlns:a="http://schemas.openxmlformats.org/drawingml/2006/main"/>
          <a:ln xmlns:a="http://schemas.openxmlformats.org/drawingml/2006/main" w="19050">
            <a:solidFill>
              <a:srgbClr val="CFD9DD"/>
            </a:solidFill>
            <a:prstDash val="dash"/>
          </a:ln>
        </p:spPr>
      </p:sp>
      <p:sp>
        <p:nvSpPr>
          <p:cNvPr id="13" name="">
            <a:extLst xmlns:a="http://schemas.openxmlformats.org/drawingml/2006/main">
              <a:ext uri="{FF2B5EF4-FFF2-40B4-BE49-F238E27FC236}">
                <a16:creationId xmlns:a16="http://schemas.microsoft.com/office/drawing/2014/main" id="{75941757-818F-43A5-A8E2-5E70F5B20DDB}"/>
              </a:ext>
            </a:extLst>
          </p:cNvPr>
          <p:cNvSpPr>
            <a:spLocks xmlns:a="http://schemas.openxmlformats.org/drawingml/2006/main" noGrp="1"/>
          </p:cNvSpPr>
          <p:nvPr/>
        </p:nvSpPr>
        <p:spPr>
          <a:xfrm xmlns:a="http://schemas.openxmlformats.org/drawingml/2006/main">
            <a:off x="8844439" y="3876675"/>
            <a:ext cx="95250" cy="95250"/>
          </a:xfrm>
          <a:prstGeom xmlns:a="http://schemas.openxmlformats.org/drawingml/2006/main" prst="ellipse">
            <a:avLst/>
          </a:prstGeom>
          <a:solidFill xmlns:a="http://schemas.openxmlformats.org/drawingml/2006/main">
            <a:srgbClr val="166B68"/>
          </a:solidFill>
          <a:ln xmlns:a="http://schemas.openxmlformats.org/drawingml/2006/main" w="0">
            <a:solidFill>
              <a:srgbClr val="166B68"/>
            </a:solidFill>
          </a:ln>
        </p:spPr>
      </p:sp>
      <p:sp>
        <p:nvSpPr>
          <p:cNvPr id="14" name="">
            <a:extLst xmlns:a="http://schemas.openxmlformats.org/drawingml/2006/main">
              <a:ext uri="{FF2B5EF4-FFF2-40B4-BE49-F238E27FC236}">
                <a16:creationId xmlns:a16="http://schemas.microsoft.com/office/drawing/2014/main" id="{535E6B97-29C7-4C59-90FF-6B02041354E4}"/>
              </a:ext>
            </a:extLst>
          </p:cNvPr>
          <p:cNvSpPr>
            <a:spLocks xmlns:a="http://schemas.openxmlformats.org/drawingml/2006/main" noGrp="1"/>
          </p:cNvSpPr>
          <p:nvPr/>
        </p:nvSpPr>
        <p:spPr>
          <a:xfrm xmlns:a="http://schemas.openxmlformats.org/drawingml/2006/main">
            <a:off x="8977789" y="400050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166B68"/>
                </a:solidFill>
                <a:latin typeface="Yu Gothic"/>
                <a:ea typeface="Yu Gothic"/>
                <a:cs typeface="Yu Gothic"/>
              </a:defRPr>
            </a:defPPr>
            <a:lvl1pPr>
              <a:defRPr sz="1950">
                <a:solidFill>
                  <a:srgbClr val="166B68"/>
                </a:solidFill>
                <a:latin typeface="Yu Gothic"/>
                <a:ea typeface="Yu Gothic"/>
                <a:cs typeface="Yu Gothic"/>
              </a:defRPr>
            </a:lvl1pPr>
            <a:lvl2pPr>
              <a:defRPr sz="1950">
                <a:solidFill>
                  <a:srgbClr val="166B68"/>
                </a:solidFill>
                <a:latin typeface="Yu Gothic"/>
                <a:ea typeface="Yu Gothic"/>
                <a:cs typeface="Yu Gothic"/>
              </a:defRPr>
            </a:lvl2pPr>
            <a:lvl3pPr>
              <a:defRPr sz="1950">
                <a:solidFill>
                  <a:srgbClr val="166B68"/>
                </a:solidFill>
                <a:latin typeface="Yu Gothic"/>
                <a:ea typeface="Yu Gothic"/>
                <a:cs typeface="Yu Gothic"/>
              </a:defRPr>
            </a:lvl3pPr>
            <a:lvl4pPr>
              <a:defRPr sz="1950">
                <a:solidFill>
                  <a:srgbClr val="166B68"/>
                </a:solidFill>
                <a:latin typeface="Yu Gothic"/>
                <a:ea typeface="Yu Gothic"/>
                <a:cs typeface="Yu Gothic"/>
              </a:defRPr>
            </a:lvl4pPr>
            <a:lvl5pPr>
              <a:defRPr sz="1950">
                <a:solidFill>
                  <a:srgbClr val="166B68"/>
                </a:solidFill>
                <a:latin typeface="Yu Gothic"/>
                <a:ea typeface="Yu Gothic"/>
                <a:cs typeface="Yu Gothic"/>
              </a:defRPr>
            </a:lvl5pPr>
            <a:lvl6pPr>
              <a:defRPr sz="1950">
                <a:solidFill>
                  <a:srgbClr val="166B68"/>
                </a:solidFill>
                <a:latin typeface="Yu Gothic"/>
                <a:ea typeface="Yu Gothic"/>
                <a:cs typeface="Yu Gothic"/>
              </a:defRPr>
            </a:lvl6pPr>
            <a:lvl7pPr>
              <a:defRPr sz="1950">
                <a:solidFill>
                  <a:srgbClr val="166B68"/>
                </a:solidFill>
                <a:latin typeface="Yu Gothic"/>
                <a:ea typeface="Yu Gothic"/>
                <a:cs typeface="Yu Gothic"/>
              </a:defRPr>
            </a:lvl7pPr>
            <a:lvl8pPr>
              <a:defRPr sz="1950">
                <a:solidFill>
                  <a:srgbClr val="166B68"/>
                </a:solidFill>
                <a:latin typeface="Yu Gothic"/>
                <a:ea typeface="Yu Gothic"/>
                <a:cs typeface="Yu Gothic"/>
              </a:defRPr>
            </a:lvl8pPr>
            <a:lvl9pPr>
              <a:defRPr sz="1950">
                <a:solidFill>
                  <a:srgbClr val="166B68"/>
                </a:solidFill>
                <a:latin typeface="Yu Gothic"/>
                <a:ea typeface="Yu Gothic"/>
                <a:cs typeface="Yu Gothic"/>
              </a:defRPr>
            </a:lvl9pPr>
          </a:lstStyle>
          <a:p xmlns:a="http://schemas.openxmlformats.org/drawingml/2006/main">
            <a:pPr>
              <a:defRPr sz="1950">
                <a:solidFill>
                  <a:srgbClr val="166B68"/>
                </a:solidFill>
                <a:latin typeface="Yu Gothic"/>
                <a:ea typeface="Yu Gothic"/>
                <a:cs typeface="Yu Gothic"/>
              </a:defRPr>
            </a:pPr>
            <a:r>
              <a:rPr sz="1950">
                <a:solidFill>
                  <a:srgbClr val="166B68"/>
                </a:solidFill>
                <a:latin typeface="Yu Gothic"/>
                <a:ea typeface="Yu Gothic"/>
                <a:cs typeface="Yu Gothic"/>
              </a:rPr>
              <a:t>B</a:t>
            </a:r>
          </a:p>
        </p:txBody>
      </p:sp>
      <p:sp>
        <p:nvSpPr>
          <p:cNvPr id="15" name="">
            <a:extLst xmlns:a="http://schemas.openxmlformats.org/drawingml/2006/main">
              <a:ext uri="{FF2B5EF4-FFF2-40B4-BE49-F238E27FC236}">
                <a16:creationId xmlns:a16="http://schemas.microsoft.com/office/drawing/2014/main" id="{C07B342C-626F-42BD-BEF2-A08773BAC840}"/>
              </a:ext>
            </a:extLst>
          </p:cNvPr>
          <p:cNvSpPr>
            <a:spLocks xmlns:a="http://schemas.openxmlformats.org/drawingml/2006/main" noGrp="1"/>
          </p:cNvSpPr>
          <p:nvPr/>
        </p:nvSpPr>
        <p:spPr>
          <a:xfrm xmlns:a="http://schemas.openxmlformats.org/drawingml/2006/main">
            <a:off x="8009323" y="4871928"/>
            <a:ext cx="95250" cy="95250"/>
          </a:xfrm>
          <a:prstGeom xmlns:a="http://schemas.openxmlformats.org/drawingml/2006/main" prst="ellipse">
            <a:avLst/>
          </a:prstGeom>
          <a:solidFill xmlns:a="http://schemas.openxmlformats.org/drawingml/2006/main">
            <a:srgbClr val="A94737"/>
          </a:solidFill>
          <a:ln xmlns:a="http://schemas.openxmlformats.org/drawingml/2006/main" w="0">
            <a:solidFill>
              <a:srgbClr val="A94737"/>
            </a:solidFill>
          </a:ln>
        </p:spPr>
      </p:sp>
      <p:sp>
        <p:nvSpPr>
          <p:cNvPr id="16" name="">
            <a:extLst xmlns:a="http://schemas.openxmlformats.org/drawingml/2006/main">
              <a:ext uri="{FF2B5EF4-FFF2-40B4-BE49-F238E27FC236}">
                <a16:creationId xmlns:a16="http://schemas.microsoft.com/office/drawing/2014/main" id="{5E3CB011-1411-4225-8C78-3D634E8F3141}"/>
              </a:ext>
            </a:extLst>
          </p:cNvPr>
          <p:cNvSpPr>
            <a:spLocks xmlns:a="http://schemas.openxmlformats.org/drawingml/2006/main" noGrp="1"/>
          </p:cNvSpPr>
          <p:nvPr/>
        </p:nvSpPr>
        <p:spPr>
          <a:xfrm xmlns:a="http://schemas.openxmlformats.org/drawingml/2006/main">
            <a:off x="7799773" y="4995753"/>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A94737"/>
                </a:solidFill>
                <a:latin typeface="Yu Gothic"/>
                <a:ea typeface="Yu Gothic"/>
                <a:cs typeface="Yu Gothic"/>
              </a:defRPr>
            </a:defPPr>
            <a:lvl1pPr>
              <a:defRPr sz="1950">
                <a:solidFill>
                  <a:srgbClr val="A94737"/>
                </a:solidFill>
                <a:latin typeface="Yu Gothic"/>
                <a:ea typeface="Yu Gothic"/>
                <a:cs typeface="Yu Gothic"/>
              </a:defRPr>
            </a:lvl1pPr>
            <a:lvl2pPr>
              <a:defRPr sz="1950">
                <a:solidFill>
                  <a:srgbClr val="A94737"/>
                </a:solidFill>
                <a:latin typeface="Yu Gothic"/>
                <a:ea typeface="Yu Gothic"/>
                <a:cs typeface="Yu Gothic"/>
              </a:defRPr>
            </a:lvl2pPr>
            <a:lvl3pPr>
              <a:defRPr sz="1950">
                <a:solidFill>
                  <a:srgbClr val="A94737"/>
                </a:solidFill>
                <a:latin typeface="Yu Gothic"/>
                <a:ea typeface="Yu Gothic"/>
                <a:cs typeface="Yu Gothic"/>
              </a:defRPr>
            </a:lvl3pPr>
            <a:lvl4pPr>
              <a:defRPr sz="1950">
                <a:solidFill>
                  <a:srgbClr val="A94737"/>
                </a:solidFill>
                <a:latin typeface="Yu Gothic"/>
                <a:ea typeface="Yu Gothic"/>
                <a:cs typeface="Yu Gothic"/>
              </a:defRPr>
            </a:lvl4pPr>
            <a:lvl5pPr>
              <a:defRPr sz="1950">
                <a:solidFill>
                  <a:srgbClr val="A94737"/>
                </a:solidFill>
                <a:latin typeface="Yu Gothic"/>
                <a:ea typeface="Yu Gothic"/>
                <a:cs typeface="Yu Gothic"/>
              </a:defRPr>
            </a:lvl5pPr>
            <a:lvl6pPr>
              <a:defRPr sz="1950">
                <a:solidFill>
                  <a:srgbClr val="A94737"/>
                </a:solidFill>
                <a:latin typeface="Yu Gothic"/>
                <a:ea typeface="Yu Gothic"/>
                <a:cs typeface="Yu Gothic"/>
              </a:defRPr>
            </a:lvl6pPr>
            <a:lvl7pPr>
              <a:defRPr sz="1950">
                <a:solidFill>
                  <a:srgbClr val="A94737"/>
                </a:solidFill>
                <a:latin typeface="Yu Gothic"/>
                <a:ea typeface="Yu Gothic"/>
                <a:cs typeface="Yu Gothic"/>
              </a:defRPr>
            </a:lvl7pPr>
            <a:lvl8pPr>
              <a:defRPr sz="1950">
                <a:solidFill>
                  <a:srgbClr val="A94737"/>
                </a:solidFill>
                <a:latin typeface="Yu Gothic"/>
                <a:ea typeface="Yu Gothic"/>
                <a:cs typeface="Yu Gothic"/>
              </a:defRPr>
            </a:lvl8pPr>
            <a:lvl9pPr>
              <a:defRPr sz="1950">
                <a:solidFill>
                  <a:srgbClr val="A94737"/>
                </a:solidFill>
                <a:latin typeface="Yu Gothic"/>
                <a:ea typeface="Yu Gothic"/>
                <a:cs typeface="Yu Gothic"/>
              </a:defRPr>
            </a:lvl9pPr>
          </a:lstStyle>
          <a:p xmlns:a="http://schemas.openxmlformats.org/drawingml/2006/main">
            <a:pPr>
              <a:defRPr sz="1950">
                <a:solidFill>
                  <a:srgbClr val="A94737"/>
                </a:solidFill>
                <a:latin typeface="Yu Gothic"/>
                <a:ea typeface="Yu Gothic"/>
                <a:cs typeface="Yu Gothic"/>
              </a:defRPr>
            </a:pPr>
            <a:r>
              <a:rPr sz="1950">
                <a:solidFill>
                  <a:srgbClr val="A94737"/>
                </a:solidFill>
                <a:latin typeface="Yu Gothic"/>
                <a:ea typeface="Yu Gothic"/>
                <a:cs typeface="Yu Gothic"/>
              </a:rPr>
              <a:t>A</a:t>
            </a:r>
          </a:p>
        </p:txBody>
      </p:sp>
      <p:sp>
        <p:nvSpPr>
          <p:cNvPr id="17" name="">
            <a:extLst xmlns:a="http://schemas.openxmlformats.org/drawingml/2006/main">
              <a:ext uri="{FF2B5EF4-FFF2-40B4-BE49-F238E27FC236}">
                <a16:creationId xmlns:a16="http://schemas.microsoft.com/office/drawing/2014/main" id="{59467B46-A80B-4EE4-8879-6DBD72659B79}"/>
              </a:ext>
            </a:extLst>
          </p:cNvPr>
          <p:cNvSpPr>
            <a:spLocks xmlns:a="http://schemas.openxmlformats.org/drawingml/2006/main" noGrp="1"/>
          </p:cNvSpPr>
          <p:nvPr/>
        </p:nvSpPr>
        <p:spPr>
          <a:xfrm xmlns:a="http://schemas.openxmlformats.org/drawingml/2006/main">
            <a:off x="8009323" y="2881422"/>
            <a:ext cx="95250" cy="95250"/>
          </a:xfrm>
          <a:prstGeom xmlns:a="http://schemas.openxmlformats.org/drawingml/2006/main" prst="ellipse">
            <a:avLst/>
          </a:prstGeom>
          <a:solidFill xmlns:a="http://schemas.openxmlformats.org/drawingml/2006/main">
            <a:srgbClr val="166B68"/>
          </a:solidFill>
          <a:ln xmlns:a="http://schemas.openxmlformats.org/drawingml/2006/main" w="0">
            <a:solidFill>
              <a:srgbClr val="166B68"/>
            </a:solidFill>
          </a:ln>
        </p:spPr>
      </p:sp>
      <p:sp>
        <p:nvSpPr>
          <p:cNvPr id="18" name="">
            <a:extLst xmlns:a="http://schemas.openxmlformats.org/drawingml/2006/main">
              <a:ext uri="{FF2B5EF4-FFF2-40B4-BE49-F238E27FC236}">
                <a16:creationId xmlns:a16="http://schemas.microsoft.com/office/drawing/2014/main" id="{FC14D089-0008-4C4A-9DF6-6C952DECD7DF}"/>
              </a:ext>
            </a:extLst>
          </p:cNvPr>
          <p:cNvSpPr>
            <a:spLocks xmlns:a="http://schemas.openxmlformats.org/drawingml/2006/main" noGrp="1"/>
          </p:cNvSpPr>
          <p:nvPr/>
        </p:nvSpPr>
        <p:spPr>
          <a:xfrm xmlns:a="http://schemas.openxmlformats.org/drawingml/2006/main">
            <a:off x="7818823" y="2576622"/>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166B68"/>
                </a:solidFill>
                <a:latin typeface="Yu Gothic"/>
                <a:ea typeface="Yu Gothic"/>
                <a:cs typeface="Yu Gothic"/>
              </a:defRPr>
            </a:defPPr>
            <a:lvl1pPr>
              <a:defRPr sz="1950">
                <a:solidFill>
                  <a:srgbClr val="166B68"/>
                </a:solidFill>
                <a:latin typeface="Yu Gothic"/>
                <a:ea typeface="Yu Gothic"/>
                <a:cs typeface="Yu Gothic"/>
              </a:defRPr>
            </a:lvl1pPr>
            <a:lvl2pPr>
              <a:defRPr sz="1950">
                <a:solidFill>
                  <a:srgbClr val="166B68"/>
                </a:solidFill>
                <a:latin typeface="Yu Gothic"/>
                <a:ea typeface="Yu Gothic"/>
                <a:cs typeface="Yu Gothic"/>
              </a:defRPr>
            </a:lvl2pPr>
            <a:lvl3pPr>
              <a:defRPr sz="1950">
                <a:solidFill>
                  <a:srgbClr val="166B68"/>
                </a:solidFill>
                <a:latin typeface="Yu Gothic"/>
                <a:ea typeface="Yu Gothic"/>
                <a:cs typeface="Yu Gothic"/>
              </a:defRPr>
            </a:lvl3pPr>
            <a:lvl4pPr>
              <a:defRPr sz="1950">
                <a:solidFill>
                  <a:srgbClr val="166B68"/>
                </a:solidFill>
                <a:latin typeface="Yu Gothic"/>
                <a:ea typeface="Yu Gothic"/>
                <a:cs typeface="Yu Gothic"/>
              </a:defRPr>
            </a:lvl4pPr>
            <a:lvl5pPr>
              <a:defRPr sz="1950">
                <a:solidFill>
                  <a:srgbClr val="166B68"/>
                </a:solidFill>
                <a:latin typeface="Yu Gothic"/>
                <a:ea typeface="Yu Gothic"/>
                <a:cs typeface="Yu Gothic"/>
              </a:defRPr>
            </a:lvl5pPr>
            <a:lvl6pPr>
              <a:defRPr sz="1950">
                <a:solidFill>
                  <a:srgbClr val="166B68"/>
                </a:solidFill>
                <a:latin typeface="Yu Gothic"/>
                <a:ea typeface="Yu Gothic"/>
                <a:cs typeface="Yu Gothic"/>
              </a:defRPr>
            </a:lvl6pPr>
            <a:lvl7pPr>
              <a:defRPr sz="1950">
                <a:solidFill>
                  <a:srgbClr val="166B68"/>
                </a:solidFill>
                <a:latin typeface="Yu Gothic"/>
                <a:ea typeface="Yu Gothic"/>
                <a:cs typeface="Yu Gothic"/>
              </a:defRPr>
            </a:lvl7pPr>
            <a:lvl8pPr>
              <a:defRPr sz="1950">
                <a:solidFill>
                  <a:srgbClr val="166B68"/>
                </a:solidFill>
                <a:latin typeface="Yu Gothic"/>
                <a:ea typeface="Yu Gothic"/>
                <a:cs typeface="Yu Gothic"/>
              </a:defRPr>
            </a:lvl8pPr>
            <a:lvl9pPr>
              <a:defRPr sz="1950">
                <a:solidFill>
                  <a:srgbClr val="166B68"/>
                </a:solidFill>
                <a:latin typeface="Yu Gothic"/>
                <a:ea typeface="Yu Gothic"/>
                <a:cs typeface="Yu Gothic"/>
              </a:defRPr>
            </a:lvl9pPr>
          </a:lstStyle>
          <a:p xmlns:a="http://schemas.openxmlformats.org/drawingml/2006/main">
            <a:pPr>
              <a:defRPr sz="1950">
                <a:solidFill>
                  <a:srgbClr val="166B68"/>
                </a:solidFill>
                <a:latin typeface="Yu Gothic"/>
                <a:ea typeface="Yu Gothic"/>
                <a:cs typeface="Yu Gothic"/>
              </a:defRPr>
            </a:pPr>
            <a:r>
              <a:rPr sz="1950">
                <a:solidFill>
                  <a:srgbClr val="166B68"/>
                </a:solidFill>
                <a:latin typeface="Yu Gothic"/>
                <a:ea typeface="Yu Gothic"/>
                <a:cs typeface="Yu Gothic"/>
              </a:rPr>
              <a:t>C</a:t>
            </a:r>
          </a:p>
        </p:txBody>
      </p:sp>
      <p:sp>
        <p:nvSpPr>
          <p:cNvPr id="19" name="">
            <a:extLst xmlns:a="http://schemas.openxmlformats.org/drawingml/2006/main">
              <a:ext uri="{FF2B5EF4-FFF2-40B4-BE49-F238E27FC236}">
                <a16:creationId xmlns:a16="http://schemas.microsoft.com/office/drawing/2014/main" id="{AFE01869-11D1-434A-8DF8-6A5BF49DD09A}"/>
              </a:ext>
            </a:extLst>
          </p:cNvPr>
          <p:cNvSpPr>
            <a:spLocks xmlns:a="http://schemas.openxmlformats.org/drawingml/2006/main" noGrp="1"/>
          </p:cNvSpPr>
          <p:nvPr/>
        </p:nvSpPr>
        <p:spPr>
          <a:xfrm xmlns:a="http://schemas.openxmlformats.org/drawingml/2006/main">
            <a:off x="9006364" y="1695450"/>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a:solidFill>
                  <a:srgbClr val="52616A"/>
                </a:solidFill>
                <a:latin typeface="Yu Gothic"/>
                <a:ea typeface="Yu Gothic"/>
                <a:cs typeface="Yu Gothic"/>
              </a:defRPr>
            </a:defPPr>
            <a:lvl1pPr>
              <a:defRPr sz="1725">
                <a:solidFill>
                  <a:srgbClr val="52616A"/>
                </a:solidFill>
                <a:latin typeface="Yu Gothic"/>
                <a:ea typeface="Yu Gothic"/>
                <a:cs typeface="Yu Gothic"/>
              </a:defRPr>
            </a:lvl1pPr>
            <a:lvl2pPr>
              <a:defRPr sz="1725">
                <a:solidFill>
                  <a:srgbClr val="52616A"/>
                </a:solidFill>
                <a:latin typeface="Yu Gothic"/>
                <a:ea typeface="Yu Gothic"/>
                <a:cs typeface="Yu Gothic"/>
              </a:defRPr>
            </a:lvl2pPr>
            <a:lvl3pPr>
              <a:defRPr sz="1725">
                <a:solidFill>
                  <a:srgbClr val="52616A"/>
                </a:solidFill>
                <a:latin typeface="Yu Gothic"/>
                <a:ea typeface="Yu Gothic"/>
                <a:cs typeface="Yu Gothic"/>
              </a:defRPr>
            </a:lvl3pPr>
            <a:lvl4pPr>
              <a:defRPr sz="1725">
                <a:solidFill>
                  <a:srgbClr val="52616A"/>
                </a:solidFill>
                <a:latin typeface="Yu Gothic"/>
                <a:ea typeface="Yu Gothic"/>
                <a:cs typeface="Yu Gothic"/>
              </a:defRPr>
            </a:lvl4pPr>
            <a:lvl5pPr>
              <a:defRPr sz="1725">
                <a:solidFill>
                  <a:srgbClr val="52616A"/>
                </a:solidFill>
                <a:latin typeface="Yu Gothic"/>
                <a:ea typeface="Yu Gothic"/>
                <a:cs typeface="Yu Gothic"/>
              </a:defRPr>
            </a:lvl5pPr>
            <a:lvl6pPr>
              <a:defRPr sz="1725">
                <a:solidFill>
                  <a:srgbClr val="52616A"/>
                </a:solidFill>
                <a:latin typeface="Yu Gothic"/>
                <a:ea typeface="Yu Gothic"/>
                <a:cs typeface="Yu Gothic"/>
              </a:defRPr>
            </a:lvl6pPr>
            <a:lvl7pPr>
              <a:defRPr sz="1725">
                <a:solidFill>
                  <a:srgbClr val="52616A"/>
                </a:solidFill>
                <a:latin typeface="Yu Gothic"/>
                <a:ea typeface="Yu Gothic"/>
                <a:cs typeface="Yu Gothic"/>
              </a:defRPr>
            </a:lvl7pPr>
            <a:lvl8pPr>
              <a:defRPr sz="1725">
                <a:solidFill>
                  <a:srgbClr val="52616A"/>
                </a:solidFill>
                <a:latin typeface="Yu Gothic"/>
                <a:ea typeface="Yu Gothic"/>
                <a:cs typeface="Yu Gothic"/>
              </a:defRPr>
            </a:lvl8pPr>
            <a:lvl9pPr>
              <a:defRPr sz="1725">
                <a:solidFill>
                  <a:srgbClr val="52616A"/>
                </a:solidFill>
                <a:latin typeface="Yu Gothic"/>
                <a:ea typeface="Yu Gothic"/>
                <a:cs typeface="Yu Gothic"/>
              </a:defRPr>
            </a:lvl9pPr>
          </a:lstStyle>
          <a:p xmlns:a="http://schemas.openxmlformats.org/drawingml/2006/main">
            <a:pPr>
              <a:defRPr sz="1725">
                <a:solidFill>
                  <a:srgbClr val="52616A"/>
                </a:solidFill>
                <a:latin typeface="Yu Gothic"/>
                <a:ea typeface="Yu Gothic"/>
                <a:cs typeface="Yu Gothic"/>
              </a:defRPr>
            </a:pPr>
            <a:r>
              <a:rPr sz="1725">
                <a:solidFill>
                  <a:srgbClr val="52616A"/>
                </a:solidFill>
                <a:latin typeface="Yu Gothic"/>
                <a:ea typeface="Yu Gothic"/>
                <a:cs typeface="Yu Gothic"/>
              </a:rPr>
              <a:t>座標北</a:t>
            </a:r>
          </a:p>
        </p:txBody>
      </p:sp>
      <p:sp>
        <p:nvSpPr>
          <p:cNvPr id="20" name="">
            <a:extLst xmlns:a="http://schemas.openxmlformats.org/drawingml/2006/main">
              <a:ext uri="{FF2B5EF4-FFF2-40B4-BE49-F238E27FC236}">
                <a16:creationId xmlns:a16="http://schemas.microsoft.com/office/drawing/2014/main" id="{6587E35F-53E4-4BB2-B02E-04BCFBFDCB93}"/>
              </a:ext>
            </a:extLst>
          </p:cNvPr>
          <p:cNvSpPr>
            <a:spLocks xmlns:a="http://schemas.openxmlformats.org/drawingml/2006/main" noGrp="1"/>
          </p:cNvSpPr>
          <p:nvPr/>
        </p:nvSpPr>
        <p:spPr>
          <a:xfrm xmlns:a="http://schemas.openxmlformats.org/drawingml/2006/main">
            <a:off x="8427507" y="4402570"/>
            <a:ext cx="35978" cy="32490"/>
          </a:xfrm>
          <a:custGeom xmlns:a="http://schemas.openxmlformats.org/drawingml/2006/main">
            <a:pathLst>
              <a:path w="35978" h="32490">
                <a:moveTo>
                  <a:pt x="35978" y="32490"/>
                </a:moveTo>
                <a:lnTo>
                  <a:pt x="0" y="0"/>
                </a:lnTo>
              </a:path>
            </a:pathLst>
          </a:custGeom>
          <a:noFill xmlns:a="http://schemas.openxmlformats.org/drawingml/2006/main"/>
          <a:ln xmlns:a="http://schemas.openxmlformats.org/drawingml/2006/main" w="28575">
            <a:solidFill>
              <a:srgbClr val="A94737"/>
            </a:solidFill>
            <a:prstDash val="solid"/>
          </a:ln>
        </p:spPr>
      </p:sp>
      <p:sp>
        <p:nvSpPr>
          <p:cNvPr id="21" name="">
            <a:extLst xmlns:a="http://schemas.openxmlformats.org/drawingml/2006/main">
              <a:ext uri="{FF2B5EF4-FFF2-40B4-BE49-F238E27FC236}">
                <a16:creationId xmlns:a16="http://schemas.microsoft.com/office/drawing/2014/main" id="{C954F488-7F3E-4A00-9B62-9BAE1F8477A9}"/>
              </a:ext>
            </a:extLst>
          </p:cNvPr>
          <p:cNvSpPr>
            <a:spLocks xmlns:a="http://schemas.openxmlformats.org/drawingml/2006/main" noGrp="1"/>
          </p:cNvSpPr>
          <p:nvPr/>
        </p:nvSpPr>
        <p:spPr>
          <a:xfrm xmlns:a="http://schemas.openxmlformats.org/drawingml/2006/main">
            <a:off x="8393985" y="4367553"/>
            <a:ext cx="33522" cy="35018"/>
          </a:xfrm>
          <a:custGeom xmlns:a="http://schemas.openxmlformats.org/drawingml/2006/main">
            <a:pathLst>
              <a:path w="33522" h="35018">
                <a:moveTo>
                  <a:pt x="33522" y="35018"/>
                </a:moveTo>
                <a:lnTo>
                  <a:pt x="0" y="0"/>
                </a:lnTo>
              </a:path>
            </a:pathLst>
          </a:custGeom>
          <a:noFill xmlns:a="http://schemas.openxmlformats.org/drawingml/2006/main"/>
          <a:ln xmlns:a="http://schemas.openxmlformats.org/drawingml/2006/main" w="28575">
            <a:solidFill>
              <a:srgbClr val="A94737"/>
            </a:solidFill>
            <a:prstDash val="solid"/>
          </a:ln>
        </p:spPr>
      </p:sp>
      <p:sp>
        <p:nvSpPr>
          <p:cNvPr id="22" name="">
            <a:extLst xmlns:a="http://schemas.openxmlformats.org/drawingml/2006/main">
              <a:ext uri="{FF2B5EF4-FFF2-40B4-BE49-F238E27FC236}">
                <a16:creationId xmlns:a16="http://schemas.microsoft.com/office/drawing/2014/main" id="{DC41C167-FDD3-46A9-8A3C-8C8DC0109214}"/>
              </a:ext>
            </a:extLst>
          </p:cNvPr>
          <p:cNvSpPr>
            <a:spLocks xmlns:a="http://schemas.openxmlformats.org/drawingml/2006/main" noGrp="1"/>
          </p:cNvSpPr>
          <p:nvPr/>
        </p:nvSpPr>
        <p:spPr>
          <a:xfrm xmlns:a="http://schemas.openxmlformats.org/drawingml/2006/main">
            <a:off x="8363095" y="4330192"/>
            <a:ext cx="30889" cy="37361"/>
          </a:xfrm>
          <a:custGeom xmlns:a="http://schemas.openxmlformats.org/drawingml/2006/main">
            <a:pathLst>
              <a:path w="30889" h="37361">
                <a:moveTo>
                  <a:pt x="30889" y="37361"/>
                </a:moveTo>
                <a:lnTo>
                  <a:pt x="0" y="0"/>
                </a:lnTo>
              </a:path>
            </a:pathLst>
          </a:custGeom>
          <a:noFill xmlns:a="http://schemas.openxmlformats.org/drawingml/2006/main"/>
          <a:ln xmlns:a="http://schemas.openxmlformats.org/drawingml/2006/main" w="28575">
            <a:solidFill>
              <a:srgbClr val="A94737"/>
            </a:solidFill>
            <a:prstDash val="solid"/>
          </a:ln>
        </p:spPr>
      </p:sp>
      <p:sp>
        <p:nvSpPr>
          <p:cNvPr id="23" name="">
            <a:extLst xmlns:a="http://schemas.openxmlformats.org/drawingml/2006/main">
              <a:ext uri="{FF2B5EF4-FFF2-40B4-BE49-F238E27FC236}">
                <a16:creationId xmlns:a16="http://schemas.microsoft.com/office/drawing/2014/main" id="{15B157F0-80C8-4BFF-8014-823B9E5F6D12}"/>
              </a:ext>
            </a:extLst>
          </p:cNvPr>
          <p:cNvSpPr>
            <a:spLocks xmlns:a="http://schemas.openxmlformats.org/drawingml/2006/main" noGrp="1"/>
          </p:cNvSpPr>
          <p:nvPr/>
        </p:nvSpPr>
        <p:spPr>
          <a:xfrm xmlns:a="http://schemas.openxmlformats.org/drawingml/2006/main">
            <a:off x="8335002" y="4290685"/>
            <a:ext cx="28093" cy="39507"/>
          </a:xfrm>
          <a:custGeom xmlns:a="http://schemas.openxmlformats.org/drawingml/2006/main">
            <a:pathLst>
              <a:path w="28093" h="39507">
                <a:moveTo>
                  <a:pt x="28093" y="39507"/>
                </a:moveTo>
                <a:lnTo>
                  <a:pt x="0" y="0"/>
                </a:lnTo>
              </a:path>
            </a:pathLst>
          </a:custGeom>
          <a:noFill xmlns:a="http://schemas.openxmlformats.org/drawingml/2006/main"/>
          <a:ln xmlns:a="http://schemas.openxmlformats.org/drawingml/2006/main" w="28575">
            <a:solidFill>
              <a:srgbClr val="A94737"/>
            </a:solidFill>
            <a:prstDash val="solid"/>
          </a:ln>
        </p:spPr>
      </p:sp>
      <p:sp>
        <p:nvSpPr>
          <p:cNvPr id="24" name="">
            <a:extLst xmlns:a="http://schemas.openxmlformats.org/drawingml/2006/main">
              <a:ext uri="{FF2B5EF4-FFF2-40B4-BE49-F238E27FC236}">
                <a16:creationId xmlns:a16="http://schemas.microsoft.com/office/drawing/2014/main" id="{011B09BD-646D-4306-8421-FCD64C4D9257}"/>
              </a:ext>
            </a:extLst>
          </p:cNvPr>
          <p:cNvSpPr>
            <a:spLocks xmlns:a="http://schemas.openxmlformats.org/drawingml/2006/main" noGrp="1"/>
          </p:cNvSpPr>
          <p:nvPr/>
        </p:nvSpPr>
        <p:spPr>
          <a:xfrm xmlns:a="http://schemas.openxmlformats.org/drawingml/2006/main">
            <a:off x="8309854" y="4249242"/>
            <a:ext cx="25148" cy="41443"/>
          </a:xfrm>
          <a:custGeom xmlns:a="http://schemas.openxmlformats.org/drawingml/2006/main">
            <a:pathLst>
              <a:path w="25148" h="41443">
                <a:moveTo>
                  <a:pt x="25148" y="41443"/>
                </a:moveTo>
                <a:lnTo>
                  <a:pt x="0" y="0"/>
                </a:lnTo>
              </a:path>
            </a:pathLst>
          </a:custGeom>
          <a:noFill xmlns:a="http://schemas.openxmlformats.org/drawingml/2006/main"/>
          <a:ln xmlns:a="http://schemas.openxmlformats.org/drawingml/2006/main" w="28575">
            <a:solidFill>
              <a:srgbClr val="A94737"/>
            </a:solidFill>
            <a:prstDash val="solid"/>
          </a:ln>
        </p:spPr>
      </p:sp>
      <p:sp>
        <p:nvSpPr>
          <p:cNvPr id="25" name="">
            <a:extLst xmlns:a="http://schemas.openxmlformats.org/drawingml/2006/main">
              <a:ext uri="{FF2B5EF4-FFF2-40B4-BE49-F238E27FC236}">
                <a16:creationId xmlns:a16="http://schemas.microsoft.com/office/drawing/2014/main" id="{9D24D425-454D-4347-BF4B-983E69E0CA85}"/>
              </a:ext>
            </a:extLst>
          </p:cNvPr>
          <p:cNvSpPr>
            <a:spLocks xmlns:a="http://schemas.openxmlformats.org/drawingml/2006/main" noGrp="1"/>
          </p:cNvSpPr>
          <p:nvPr/>
        </p:nvSpPr>
        <p:spPr>
          <a:xfrm xmlns:a="http://schemas.openxmlformats.org/drawingml/2006/main">
            <a:off x="8287783" y="4206081"/>
            <a:ext cx="22071" cy="43161"/>
          </a:xfrm>
          <a:custGeom xmlns:a="http://schemas.openxmlformats.org/drawingml/2006/main">
            <a:pathLst>
              <a:path w="22071" h="43161">
                <a:moveTo>
                  <a:pt x="22071" y="43161"/>
                </a:moveTo>
                <a:lnTo>
                  <a:pt x="0" y="0"/>
                </a:lnTo>
              </a:path>
            </a:pathLst>
          </a:custGeom>
          <a:noFill xmlns:a="http://schemas.openxmlformats.org/drawingml/2006/main"/>
          <a:ln xmlns:a="http://schemas.openxmlformats.org/drawingml/2006/main" w="28575">
            <a:solidFill>
              <a:srgbClr val="A94737"/>
            </a:solidFill>
            <a:prstDash val="solid"/>
          </a:ln>
        </p:spPr>
      </p:sp>
      <p:sp>
        <p:nvSpPr>
          <p:cNvPr id="26" name="">
            <a:extLst xmlns:a="http://schemas.openxmlformats.org/drawingml/2006/main">
              <a:ext uri="{FF2B5EF4-FFF2-40B4-BE49-F238E27FC236}">
                <a16:creationId xmlns:a16="http://schemas.microsoft.com/office/drawing/2014/main" id="{EC47813A-DBD5-4771-9E5D-AD7E1E2DB14A}"/>
              </a:ext>
            </a:extLst>
          </p:cNvPr>
          <p:cNvSpPr>
            <a:spLocks xmlns:a="http://schemas.openxmlformats.org/drawingml/2006/main" noGrp="1"/>
          </p:cNvSpPr>
          <p:nvPr/>
        </p:nvSpPr>
        <p:spPr>
          <a:xfrm xmlns:a="http://schemas.openxmlformats.org/drawingml/2006/main">
            <a:off x="8268907" y="4161430"/>
            <a:ext cx="18876" cy="44651"/>
          </a:xfrm>
          <a:custGeom xmlns:a="http://schemas.openxmlformats.org/drawingml/2006/main">
            <a:pathLst>
              <a:path w="18876" h="44651">
                <a:moveTo>
                  <a:pt x="18876" y="44651"/>
                </a:moveTo>
                <a:lnTo>
                  <a:pt x="0" y="0"/>
                </a:lnTo>
              </a:path>
            </a:pathLst>
          </a:custGeom>
          <a:noFill xmlns:a="http://schemas.openxmlformats.org/drawingml/2006/main"/>
          <a:ln xmlns:a="http://schemas.openxmlformats.org/drawingml/2006/main" w="28575">
            <a:solidFill>
              <a:srgbClr val="A94737"/>
            </a:solidFill>
            <a:prstDash val="solid"/>
          </a:ln>
        </p:spPr>
      </p:sp>
      <p:sp>
        <p:nvSpPr>
          <p:cNvPr id="27" name="">
            <a:extLst xmlns:a="http://schemas.openxmlformats.org/drawingml/2006/main">
              <a:ext uri="{FF2B5EF4-FFF2-40B4-BE49-F238E27FC236}">
                <a16:creationId xmlns:a16="http://schemas.microsoft.com/office/drawing/2014/main" id="{883B43F3-4615-4CF6-A4E8-78E259132C30}"/>
              </a:ext>
            </a:extLst>
          </p:cNvPr>
          <p:cNvSpPr>
            <a:spLocks xmlns:a="http://schemas.openxmlformats.org/drawingml/2006/main" noGrp="1"/>
          </p:cNvSpPr>
          <p:nvPr/>
        </p:nvSpPr>
        <p:spPr>
          <a:xfrm xmlns:a="http://schemas.openxmlformats.org/drawingml/2006/main">
            <a:off x="8253324" y="4115526"/>
            <a:ext cx="15582" cy="45904"/>
          </a:xfrm>
          <a:custGeom xmlns:a="http://schemas.openxmlformats.org/drawingml/2006/main">
            <a:pathLst>
              <a:path w="15582" h="45904">
                <a:moveTo>
                  <a:pt x="15582" y="45904"/>
                </a:moveTo>
                <a:lnTo>
                  <a:pt x="0" y="0"/>
                </a:lnTo>
              </a:path>
            </a:pathLst>
          </a:custGeom>
          <a:noFill xmlns:a="http://schemas.openxmlformats.org/drawingml/2006/main"/>
          <a:ln xmlns:a="http://schemas.openxmlformats.org/drawingml/2006/main" w="28575">
            <a:solidFill>
              <a:srgbClr val="A94737"/>
            </a:solidFill>
            <a:prstDash val="solid"/>
          </a:ln>
        </p:spPr>
      </p:sp>
      <p:sp>
        <p:nvSpPr>
          <p:cNvPr id="28" name="">
            <a:extLst xmlns:a="http://schemas.openxmlformats.org/drawingml/2006/main">
              <a:ext uri="{FF2B5EF4-FFF2-40B4-BE49-F238E27FC236}">
                <a16:creationId xmlns:a16="http://schemas.microsoft.com/office/drawing/2014/main" id="{B5C60794-9AB1-462E-9D04-B1FCC548288D}"/>
              </a:ext>
            </a:extLst>
          </p:cNvPr>
          <p:cNvSpPr>
            <a:spLocks xmlns:a="http://schemas.openxmlformats.org/drawingml/2006/main" noGrp="1"/>
          </p:cNvSpPr>
          <p:nvPr/>
        </p:nvSpPr>
        <p:spPr>
          <a:xfrm xmlns:a="http://schemas.openxmlformats.org/drawingml/2006/main">
            <a:off x="8241118" y="4068611"/>
            <a:ext cx="12206" cy="46915"/>
          </a:xfrm>
          <a:custGeom xmlns:a="http://schemas.openxmlformats.org/drawingml/2006/main">
            <a:pathLst>
              <a:path w="12206" h="46915">
                <a:moveTo>
                  <a:pt x="12206" y="46915"/>
                </a:moveTo>
                <a:lnTo>
                  <a:pt x="0" y="0"/>
                </a:lnTo>
              </a:path>
            </a:pathLst>
          </a:custGeom>
          <a:noFill xmlns:a="http://schemas.openxmlformats.org/drawingml/2006/main"/>
          <a:ln xmlns:a="http://schemas.openxmlformats.org/drawingml/2006/main" w="28575">
            <a:solidFill>
              <a:srgbClr val="A94737"/>
            </a:solidFill>
            <a:prstDash val="solid"/>
          </a:ln>
        </p:spPr>
      </p:sp>
      <p:sp>
        <p:nvSpPr>
          <p:cNvPr id="29" name="">
            <a:extLst xmlns:a="http://schemas.openxmlformats.org/drawingml/2006/main">
              <a:ext uri="{FF2B5EF4-FFF2-40B4-BE49-F238E27FC236}">
                <a16:creationId xmlns:a16="http://schemas.microsoft.com/office/drawing/2014/main" id="{F4A8D26E-C6E9-4974-B81B-A7CFBCDE54BE}"/>
              </a:ext>
            </a:extLst>
          </p:cNvPr>
          <p:cNvSpPr>
            <a:spLocks xmlns:a="http://schemas.openxmlformats.org/drawingml/2006/main" noGrp="1"/>
          </p:cNvSpPr>
          <p:nvPr/>
        </p:nvSpPr>
        <p:spPr>
          <a:xfrm xmlns:a="http://schemas.openxmlformats.org/drawingml/2006/main">
            <a:off x="8232354" y="4020933"/>
            <a:ext cx="9525" cy="47678"/>
          </a:xfrm>
          <a:custGeom xmlns:a="http://schemas.openxmlformats.org/drawingml/2006/main">
            <a:pathLst>
              <a:path w="9525" h="47678">
                <a:moveTo>
                  <a:pt x="8765" y="47678"/>
                </a:moveTo>
                <a:lnTo>
                  <a:pt x="0" y="0"/>
                </a:lnTo>
              </a:path>
            </a:pathLst>
          </a:custGeom>
          <a:noFill xmlns:a="http://schemas.openxmlformats.org/drawingml/2006/main"/>
          <a:ln xmlns:a="http://schemas.openxmlformats.org/drawingml/2006/main" w="28575">
            <a:solidFill>
              <a:srgbClr val="A94737"/>
            </a:solidFill>
            <a:prstDash val="solid"/>
          </a:ln>
        </p:spPr>
      </p:sp>
      <p:sp>
        <p:nvSpPr>
          <p:cNvPr id="30" name="">
            <a:extLst xmlns:a="http://schemas.openxmlformats.org/drawingml/2006/main">
              <a:ext uri="{FF2B5EF4-FFF2-40B4-BE49-F238E27FC236}">
                <a16:creationId xmlns:a16="http://schemas.microsoft.com/office/drawing/2014/main" id="{01D95243-9EA1-47D7-A8A1-A8E482202783}"/>
              </a:ext>
            </a:extLst>
          </p:cNvPr>
          <p:cNvSpPr>
            <a:spLocks xmlns:a="http://schemas.openxmlformats.org/drawingml/2006/main" noGrp="1"/>
          </p:cNvSpPr>
          <p:nvPr/>
        </p:nvSpPr>
        <p:spPr>
          <a:xfrm xmlns:a="http://schemas.openxmlformats.org/drawingml/2006/main">
            <a:off x="8227076" y="3972745"/>
            <a:ext cx="9525" cy="48189"/>
          </a:xfrm>
          <a:custGeom xmlns:a="http://schemas.openxmlformats.org/drawingml/2006/main">
            <a:pathLst>
              <a:path w="9525" h="48189">
                <a:moveTo>
                  <a:pt x="5278" y="48189"/>
                </a:moveTo>
                <a:lnTo>
                  <a:pt x="0" y="0"/>
                </a:lnTo>
              </a:path>
            </a:pathLst>
          </a:custGeom>
          <a:noFill xmlns:a="http://schemas.openxmlformats.org/drawingml/2006/main"/>
          <a:ln xmlns:a="http://schemas.openxmlformats.org/drawingml/2006/main" w="28575">
            <a:solidFill>
              <a:srgbClr val="A94737"/>
            </a:solidFill>
            <a:prstDash val="solid"/>
          </a:ln>
        </p:spPr>
      </p:sp>
      <p:sp>
        <p:nvSpPr>
          <p:cNvPr id="31" name="">
            <a:extLst xmlns:a="http://schemas.openxmlformats.org/drawingml/2006/main">
              <a:ext uri="{FF2B5EF4-FFF2-40B4-BE49-F238E27FC236}">
                <a16:creationId xmlns:a16="http://schemas.microsoft.com/office/drawing/2014/main" id="{FF4EA8A9-3592-486E-BE2A-3FE327C6FB31}"/>
              </a:ext>
            </a:extLst>
          </p:cNvPr>
          <p:cNvSpPr>
            <a:spLocks xmlns:a="http://schemas.openxmlformats.org/drawingml/2006/main" noGrp="1"/>
          </p:cNvSpPr>
          <p:nvPr/>
        </p:nvSpPr>
        <p:spPr>
          <a:xfrm xmlns:a="http://schemas.openxmlformats.org/drawingml/2006/main">
            <a:off x="8225314" y="3924300"/>
            <a:ext cx="9525" cy="48445"/>
          </a:xfrm>
          <a:custGeom xmlns:a="http://schemas.openxmlformats.org/drawingml/2006/main">
            <a:pathLst>
              <a:path w="9525" h="48445">
                <a:moveTo>
                  <a:pt x="1762" y="48445"/>
                </a:moveTo>
                <a:lnTo>
                  <a:pt x="0" y="0"/>
                </a:lnTo>
              </a:path>
            </a:pathLst>
          </a:custGeom>
          <a:noFill xmlns:a="http://schemas.openxmlformats.org/drawingml/2006/main"/>
          <a:ln xmlns:a="http://schemas.openxmlformats.org/drawingml/2006/main" w="28575">
            <a:solidFill>
              <a:srgbClr val="A94737"/>
            </a:solidFill>
            <a:prstDash val="solid"/>
          </a:ln>
        </p:spPr>
      </p:sp>
      <p:sp>
        <p:nvSpPr>
          <p:cNvPr id="32" name="">
            <a:extLst xmlns:a="http://schemas.openxmlformats.org/drawingml/2006/main">
              <a:ext uri="{FF2B5EF4-FFF2-40B4-BE49-F238E27FC236}">
                <a16:creationId xmlns:a16="http://schemas.microsoft.com/office/drawing/2014/main" id="{608E9EDF-1A64-47A1-889F-FB34FDEFB902}"/>
              </a:ext>
            </a:extLst>
          </p:cNvPr>
          <p:cNvSpPr>
            <a:spLocks xmlns:a="http://schemas.openxmlformats.org/drawingml/2006/main" noGrp="1"/>
          </p:cNvSpPr>
          <p:nvPr/>
        </p:nvSpPr>
        <p:spPr>
          <a:xfrm xmlns:a="http://schemas.openxmlformats.org/drawingml/2006/main">
            <a:off x="8225314" y="3875855"/>
            <a:ext cx="9525" cy="48445"/>
          </a:xfrm>
          <a:custGeom xmlns:a="http://schemas.openxmlformats.org/drawingml/2006/main">
            <a:pathLst>
              <a:path w="9525" h="48445">
                <a:moveTo>
                  <a:pt x="0" y="48445"/>
                </a:moveTo>
                <a:lnTo>
                  <a:pt x="1762" y="0"/>
                </a:lnTo>
              </a:path>
            </a:pathLst>
          </a:custGeom>
          <a:noFill xmlns:a="http://schemas.openxmlformats.org/drawingml/2006/main"/>
          <a:ln xmlns:a="http://schemas.openxmlformats.org/drawingml/2006/main" w="28575">
            <a:solidFill>
              <a:srgbClr val="A94737"/>
            </a:solidFill>
            <a:prstDash val="solid"/>
          </a:ln>
        </p:spPr>
      </p:sp>
      <p:sp>
        <p:nvSpPr>
          <p:cNvPr id="33" name="">
            <a:extLst xmlns:a="http://schemas.openxmlformats.org/drawingml/2006/main">
              <a:ext uri="{FF2B5EF4-FFF2-40B4-BE49-F238E27FC236}">
                <a16:creationId xmlns:a16="http://schemas.microsoft.com/office/drawing/2014/main" id="{EB317785-545D-4461-8271-925B24E90093}"/>
              </a:ext>
            </a:extLst>
          </p:cNvPr>
          <p:cNvSpPr>
            <a:spLocks xmlns:a="http://schemas.openxmlformats.org/drawingml/2006/main" noGrp="1"/>
          </p:cNvSpPr>
          <p:nvPr/>
        </p:nvSpPr>
        <p:spPr>
          <a:xfrm xmlns:a="http://schemas.openxmlformats.org/drawingml/2006/main">
            <a:off x="8227076" y="3827667"/>
            <a:ext cx="9525" cy="48189"/>
          </a:xfrm>
          <a:custGeom xmlns:a="http://schemas.openxmlformats.org/drawingml/2006/main">
            <a:pathLst>
              <a:path w="9525" h="48189">
                <a:moveTo>
                  <a:pt x="0" y="48189"/>
                </a:moveTo>
                <a:lnTo>
                  <a:pt x="5278" y="0"/>
                </a:lnTo>
              </a:path>
            </a:pathLst>
          </a:custGeom>
          <a:noFill xmlns:a="http://schemas.openxmlformats.org/drawingml/2006/main"/>
          <a:ln xmlns:a="http://schemas.openxmlformats.org/drawingml/2006/main" w="28575">
            <a:solidFill>
              <a:srgbClr val="A94737"/>
            </a:solidFill>
            <a:prstDash val="solid"/>
          </a:ln>
        </p:spPr>
      </p:sp>
      <p:sp>
        <p:nvSpPr>
          <p:cNvPr id="34" name="">
            <a:extLst xmlns:a="http://schemas.openxmlformats.org/drawingml/2006/main">
              <a:ext uri="{FF2B5EF4-FFF2-40B4-BE49-F238E27FC236}">
                <a16:creationId xmlns:a16="http://schemas.microsoft.com/office/drawing/2014/main" id="{B336D905-5FE8-4BEA-8658-B98F8589CA94}"/>
              </a:ext>
            </a:extLst>
          </p:cNvPr>
          <p:cNvSpPr>
            <a:spLocks xmlns:a="http://schemas.openxmlformats.org/drawingml/2006/main" noGrp="1"/>
          </p:cNvSpPr>
          <p:nvPr/>
        </p:nvSpPr>
        <p:spPr>
          <a:xfrm xmlns:a="http://schemas.openxmlformats.org/drawingml/2006/main">
            <a:off x="8232354" y="3779989"/>
            <a:ext cx="9525" cy="47678"/>
          </a:xfrm>
          <a:custGeom xmlns:a="http://schemas.openxmlformats.org/drawingml/2006/main">
            <a:pathLst>
              <a:path w="9525" h="47678">
                <a:moveTo>
                  <a:pt x="0" y="47678"/>
                </a:moveTo>
                <a:lnTo>
                  <a:pt x="8765" y="0"/>
                </a:lnTo>
              </a:path>
            </a:pathLst>
          </a:custGeom>
          <a:noFill xmlns:a="http://schemas.openxmlformats.org/drawingml/2006/main"/>
          <a:ln xmlns:a="http://schemas.openxmlformats.org/drawingml/2006/main" w="28575">
            <a:solidFill>
              <a:srgbClr val="A94737"/>
            </a:solidFill>
            <a:prstDash val="solid"/>
          </a:ln>
        </p:spPr>
      </p:sp>
      <p:sp>
        <p:nvSpPr>
          <p:cNvPr id="35" name="">
            <a:extLst xmlns:a="http://schemas.openxmlformats.org/drawingml/2006/main">
              <a:ext uri="{FF2B5EF4-FFF2-40B4-BE49-F238E27FC236}">
                <a16:creationId xmlns:a16="http://schemas.microsoft.com/office/drawing/2014/main" id="{B4F7CEA2-8EA5-415A-86C9-D1E466905193}"/>
              </a:ext>
            </a:extLst>
          </p:cNvPr>
          <p:cNvSpPr>
            <a:spLocks xmlns:a="http://schemas.openxmlformats.org/drawingml/2006/main" noGrp="1"/>
          </p:cNvSpPr>
          <p:nvPr/>
        </p:nvSpPr>
        <p:spPr>
          <a:xfrm xmlns:a="http://schemas.openxmlformats.org/drawingml/2006/main">
            <a:off x="8241118" y="3733074"/>
            <a:ext cx="12206" cy="46915"/>
          </a:xfrm>
          <a:custGeom xmlns:a="http://schemas.openxmlformats.org/drawingml/2006/main">
            <a:pathLst>
              <a:path w="12206" h="46915">
                <a:moveTo>
                  <a:pt x="0" y="46915"/>
                </a:moveTo>
                <a:lnTo>
                  <a:pt x="12206" y="0"/>
                </a:lnTo>
              </a:path>
            </a:pathLst>
          </a:custGeom>
          <a:noFill xmlns:a="http://schemas.openxmlformats.org/drawingml/2006/main"/>
          <a:ln xmlns:a="http://schemas.openxmlformats.org/drawingml/2006/main" w="28575">
            <a:solidFill>
              <a:srgbClr val="A94737"/>
            </a:solidFill>
            <a:prstDash val="solid"/>
          </a:ln>
        </p:spPr>
      </p:sp>
      <p:sp>
        <p:nvSpPr>
          <p:cNvPr id="36" name="">
            <a:extLst xmlns:a="http://schemas.openxmlformats.org/drawingml/2006/main">
              <a:ext uri="{FF2B5EF4-FFF2-40B4-BE49-F238E27FC236}">
                <a16:creationId xmlns:a16="http://schemas.microsoft.com/office/drawing/2014/main" id="{F850D623-3869-44E8-ACFE-E19B21D0F1D7}"/>
              </a:ext>
            </a:extLst>
          </p:cNvPr>
          <p:cNvSpPr>
            <a:spLocks xmlns:a="http://schemas.openxmlformats.org/drawingml/2006/main" noGrp="1"/>
          </p:cNvSpPr>
          <p:nvPr/>
        </p:nvSpPr>
        <p:spPr>
          <a:xfrm xmlns:a="http://schemas.openxmlformats.org/drawingml/2006/main">
            <a:off x="8253324" y="3687170"/>
            <a:ext cx="15582" cy="45904"/>
          </a:xfrm>
          <a:custGeom xmlns:a="http://schemas.openxmlformats.org/drawingml/2006/main">
            <a:pathLst>
              <a:path w="15582" h="45904">
                <a:moveTo>
                  <a:pt x="0" y="45904"/>
                </a:moveTo>
                <a:lnTo>
                  <a:pt x="15582" y="0"/>
                </a:lnTo>
              </a:path>
            </a:pathLst>
          </a:custGeom>
          <a:noFill xmlns:a="http://schemas.openxmlformats.org/drawingml/2006/main"/>
          <a:ln xmlns:a="http://schemas.openxmlformats.org/drawingml/2006/main" w="28575">
            <a:solidFill>
              <a:srgbClr val="A94737"/>
            </a:solidFill>
            <a:prstDash val="solid"/>
          </a:ln>
        </p:spPr>
      </p:sp>
      <p:sp>
        <p:nvSpPr>
          <p:cNvPr id="37" name="">
            <a:extLst xmlns:a="http://schemas.openxmlformats.org/drawingml/2006/main">
              <a:ext uri="{FF2B5EF4-FFF2-40B4-BE49-F238E27FC236}">
                <a16:creationId xmlns:a16="http://schemas.microsoft.com/office/drawing/2014/main" id="{711FF3BF-4B67-465D-8E59-706E8CD8EFF7}"/>
              </a:ext>
            </a:extLst>
          </p:cNvPr>
          <p:cNvSpPr>
            <a:spLocks xmlns:a="http://schemas.openxmlformats.org/drawingml/2006/main" noGrp="1"/>
          </p:cNvSpPr>
          <p:nvPr/>
        </p:nvSpPr>
        <p:spPr>
          <a:xfrm xmlns:a="http://schemas.openxmlformats.org/drawingml/2006/main">
            <a:off x="8268907" y="3642519"/>
            <a:ext cx="18876" cy="44651"/>
          </a:xfrm>
          <a:custGeom xmlns:a="http://schemas.openxmlformats.org/drawingml/2006/main">
            <a:pathLst>
              <a:path w="18876" h="44651">
                <a:moveTo>
                  <a:pt x="0" y="44651"/>
                </a:moveTo>
                <a:lnTo>
                  <a:pt x="18876" y="0"/>
                </a:lnTo>
              </a:path>
            </a:pathLst>
          </a:custGeom>
          <a:noFill xmlns:a="http://schemas.openxmlformats.org/drawingml/2006/main"/>
          <a:ln xmlns:a="http://schemas.openxmlformats.org/drawingml/2006/main" w="28575">
            <a:solidFill>
              <a:srgbClr val="A94737"/>
            </a:solidFill>
            <a:prstDash val="solid"/>
          </a:ln>
        </p:spPr>
      </p:sp>
      <p:sp>
        <p:nvSpPr>
          <p:cNvPr id="38" name="">
            <a:extLst xmlns:a="http://schemas.openxmlformats.org/drawingml/2006/main">
              <a:ext uri="{FF2B5EF4-FFF2-40B4-BE49-F238E27FC236}">
                <a16:creationId xmlns:a16="http://schemas.microsoft.com/office/drawing/2014/main" id="{EC956C24-9D38-4092-AA4C-6BFBD85EB3AA}"/>
              </a:ext>
            </a:extLst>
          </p:cNvPr>
          <p:cNvSpPr>
            <a:spLocks xmlns:a="http://schemas.openxmlformats.org/drawingml/2006/main" noGrp="1"/>
          </p:cNvSpPr>
          <p:nvPr/>
        </p:nvSpPr>
        <p:spPr>
          <a:xfrm xmlns:a="http://schemas.openxmlformats.org/drawingml/2006/main">
            <a:off x="8287783" y="3599358"/>
            <a:ext cx="22071" cy="43161"/>
          </a:xfrm>
          <a:custGeom xmlns:a="http://schemas.openxmlformats.org/drawingml/2006/main">
            <a:pathLst>
              <a:path w="22071" h="43161">
                <a:moveTo>
                  <a:pt x="0" y="43161"/>
                </a:moveTo>
                <a:lnTo>
                  <a:pt x="22071" y="0"/>
                </a:lnTo>
              </a:path>
            </a:pathLst>
          </a:custGeom>
          <a:noFill xmlns:a="http://schemas.openxmlformats.org/drawingml/2006/main"/>
          <a:ln xmlns:a="http://schemas.openxmlformats.org/drawingml/2006/main" w="28575">
            <a:solidFill>
              <a:srgbClr val="A94737"/>
            </a:solidFill>
            <a:prstDash val="solid"/>
          </a:ln>
        </p:spPr>
      </p:sp>
      <p:sp>
        <p:nvSpPr>
          <p:cNvPr id="39" name="">
            <a:extLst xmlns:a="http://schemas.openxmlformats.org/drawingml/2006/main">
              <a:ext uri="{FF2B5EF4-FFF2-40B4-BE49-F238E27FC236}">
                <a16:creationId xmlns:a16="http://schemas.microsoft.com/office/drawing/2014/main" id="{9F8633B8-D752-4B3F-9F77-89BF3CB80943}"/>
              </a:ext>
            </a:extLst>
          </p:cNvPr>
          <p:cNvSpPr>
            <a:spLocks xmlns:a="http://schemas.openxmlformats.org/drawingml/2006/main" noGrp="1"/>
          </p:cNvSpPr>
          <p:nvPr/>
        </p:nvSpPr>
        <p:spPr>
          <a:xfrm xmlns:a="http://schemas.openxmlformats.org/drawingml/2006/main">
            <a:off x="8309854" y="3557915"/>
            <a:ext cx="25148" cy="41443"/>
          </a:xfrm>
          <a:custGeom xmlns:a="http://schemas.openxmlformats.org/drawingml/2006/main">
            <a:pathLst>
              <a:path w="25148" h="41443">
                <a:moveTo>
                  <a:pt x="0" y="41443"/>
                </a:moveTo>
                <a:lnTo>
                  <a:pt x="25148" y="0"/>
                </a:lnTo>
              </a:path>
            </a:pathLst>
          </a:custGeom>
          <a:noFill xmlns:a="http://schemas.openxmlformats.org/drawingml/2006/main"/>
          <a:ln xmlns:a="http://schemas.openxmlformats.org/drawingml/2006/main" w="28575">
            <a:solidFill>
              <a:srgbClr val="A94737"/>
            </a:solidFill>
            <a:prstDash val="solid"/>
          </a:ln>
        </p:spPr>
      </p:sp>
      <p:sp>
        <p:nvSpPr>
          <p:cNvPr id="40" name="">
            <a:extLst xmlns:a="http://schemas.openxmlformats.org/drawingml/2006/main">
              <a:ext uri="{FF2B5EF4-FFF2-40B4-BE49-F238E27FC236}">
                <a16:creationId xmlns:a16="http://schemas.microsoft.com/office/drawing/2014/main" id="{ECB69DAA-13CA-41D6-8BB8-2613F7DC938A}"/>
              </a:ext>
            </a:extLst>
          </p:cNvPr>
          <p:cNvSpPr>
            <a:spLocks xmlns:a="http://schemas.openxmlformats.org/drawingml/2006/main" noGrp="1"/>
          </p:cNvSpPr>
          <p:nvPr/>
        </p:nvSpPr>
        <p:spPr>
          <a:xfrm xmlns:a="http://schemas.openxmlformats.org/drawingml/2006/main">
            <a:off x="8335002" y="3518408"/>
            <a:ext cx="28093" cy="39507"/>
          </a:xfrm>
          <a:custGeom xmlns:a="http://schemas.openxmlformats.org/drawingml/2006/main">
            <a:pathLst>
              <a:path w="28093" h="39507">
                <a:moveTo>
                  <a:pt x="0" y="39507"/>
                </a:moveTo>
                <a:lnTo>
                  <a:pt x="28093" y="0"/>
                </a:lnTo>
              </a:path>
            </a:pathLst>
          </a:custGeom>
          <a:noFill xmlns:a="http://schemas.openxmlformats.org/drawingml/2006/main"/>
          <a:ln xmlns:a="http://schemas.openxmlformats.org/drawingml/2006/main" w="28575">
            <a:solidFill>
              <a:srgbClr val="A94737"/>
            </a:solidFill>
            <a:prstDash val="solid"/>
          </a:ln>
        </p:spPr>
      </p:sp>
      <p:sp>
        <p:nvSpPr>
          <p:cNvPr id="41" name="">
            <a:extLst xmlns:a="http://schemas.openxmlformats.org/drawingml/2006/main">
              <a:ext uri="{FF2B5EF4-FFF2-40B4-BE49-F238E27FC236}">
                <a16:creationId xmlns:a16="http://schemas.microsoft.com/office/drawing/2014/main" id="{408D112D-C84E-48E8-9F8A-0E2C53036873}"/>
              </a:ext>
            </a:extLst>
          </p:cNvPr>
          <p:cNvSpPr>
            <a:spLocks xmlns:a="http://schemas.openxmlformats.org/drawingml/2006/main" noGrp="1"/>
          </p:cNvSpPr>
          <p:nvPr/>
        </p:nvSpPr>
        <p:spPr>
          <a:xfrm xmlns:a="http://schemas.openxmlformats.org/drawingml/2006/main">
            <a:off x="8363095" y="3481047"/>
            <a:ext cx="30889" cy="37361"/>
          </a:xfrm>
          <a:custGeom xmlns:a="http://schemas.openxmlformats.org/drawingml/2006/main">
            <a:pathLst>
              <a:path w="30889" h="37361">
                <a:moveTo>
                  <a:pt x="0" y="37361"/>
                </a:moveTo>
                <a:lnTo>
                  <a:pt x="30889" y="0"/>
                </a:lnTo>
              </a:path>
            </a:pathLst>
          </a:custGeom>
          <a:noFill xmlns:a="http://schemas.openxmlformats.org/drawingml/2006/main"/>
          <a:ln xmlns:a="http://schemas.openxmlformats.org/drawingml/2006/main" w="28575">
            <a:solidFill>
              <a:srgbClr val="A94737"/>
            </a:solidFill>
            <a:prstDash val="solid"/>
          </a:ln>
        </p:spPr>
      </p:sp>
      <p:sp>
        <p:nvSpPr>
          <p:cNvPr id="42" name="">
            <a:extLst xmlns:a="http://schemas.openxmlformats.org/drawingml/2006/main">
              <a:ext uri="{FF2B5EF4-FFF2-40B4-BE49-F238E27FC236}">
                <a16:creationId xmlns:a16="http://schemas.microsoft.com/office/drawing/2014/main" id="{0A76A21E-A72A-46E1-B7AB-C6ADE72B2AB1}"/>
              </a:ext>
            </a:extLst>
          </p:cNvPr>
          <p:cNvSpPr>
            <a:spLocks xmlns:a="http://schemas.openxmlformats.org/drawingml/2006/main" noGrp="1"/>
          </p:cNvSpPr>
          <p:nvPr/>
        </p:nvSpPr>
        <p:spPr>
          <a:xfrm xmlns:a="http://schemas.openxmlformats.org/drawingml/2006/main">
            <a:off x="8393985" y="3446030"/>
            <a:ext cx="33522" cy="35018"/>
          </a:xfrm>
          <a:custGeom xmlns:a="http://schemas.openxmlformats.org/drawingml/2006/main">
            <a:pathLst>
              <a:path w="33522" h="35018">
                <a:moveTo>
                  <a:pt x="0" y="35018"/>
                </a:moveTo>
                <a:lnTo>
                  <a:pt x="33522" y="0"/>
                </a:lnTo>
              </a:path>
            </a:pathLst>
          </a:custGeom>
          <a:noFill xmlns:a="http://schemas.openxmlformats.org/drawingml/2006/main"/>
          <a:ln xmlns:a="http://schemas.openxmlformats.org/drawingml/2006/main" w="28575">
            <a:solidFill>
              <a:srgbClr val="A94737"/>
            </a:solidFill>
            <a:prstDash val="solid"/>
          </a:ln>
        </p:spPr>
      </p:sp>
      <p:sp>
        <p:nvSpPr>
          <p:cNvPr id="43" name="">
            <a:extLst xmlns:a="http://schemas.openxmlformats.org/drawingml/2006/main">
              <a:ext uri="{FF2B5EF4-FFF2-40B4-BE49-F238E27FC236}">
                <a16:creationId xmlns:a16="http://schemas.microsoft.com/office/drawing/2014/main" id="{32ECC61C-D499-4295-A5E0-A4F31DE08D91}"/>
              </a:ext>
            </a:extLst>
          </p:cNvPr>
          <p:cNvSpPr>
            <a:spLocks xmlns:a="http://schemas.openxmlformats.org/drawingml/2006/main" noGrp="1"/>
          </p:cNvSpPr>
          <p:nvPr/>
        </p:nvSpPr>
        <p:spPr>
          <a:xfrm xmlns:a="http://schemas.openxmlformats.org/drawingml/2006/main">
            <a:off x="8427507" y="3413540"/>
            <a:ext cx="35978" cy="32490"/>
          </a:xfrm>
          <a:custGeom xmlns:a="http://schemas.openxmlformats.org/drawingml/2006/main">
            <a:pathLst>
              <a:path w="35978" h="32490">
                <a:moveTo>
                  <a:pt x="0" y="32490"/>
                </a:moveTo>
                <a:lnTo>
                  <a:pt x="35978" y="0"/>
                </a:lnTo>
              </a:path>
            </a:pathLst>
          </a:custGeom>
          <a:noFill xmlns:a="http://schemas.openxmlformats.org/drawingml/2006/main"/>
          <a:ln xmlns:a="http://schemas.openxmlformats.org/drawingml/2006/main" w="28575">
            <a:solidFill>
              <a:srgbClr val="A94737"/>
            </a:solidFill>
            <a:prstDash val="solid"/>
          </a:ln>
        </p:spPr>
      </p:sp>
      <p:sp>
        <p:nvSpPr>
          <p:cNvPr id="44" name="">
            <a:extLst xmlns:a="http://schemas.openxmlformats.org/drawingml/2006/main">
              <a:ext uri="{FF2B5EF4-FFF2-40B4-BE49-F238E27FC236}">
                <a16:creationId xmlns:a16="http://schemas.microsoft.com/office/drawing/2014/main" id="{F141BD8A-B420-4616-ADE9-9D24A6FBE91D}"/>
              </a:ext>
            </a:extLst>
          </p:cNvPr>
          <p:cNvSpPr>
            <a:spLocks xmlns:a="http://schemas.openxmlformats.org/drawingml/2006/main" noGrp="1"/>
          </p:cNvSpPr>
          <p:nvPr/>
        </p:nvSpPr>
        <p:spPr>
          <a:xfrm xmlns:a="http://schemas.openxmlformats.org/drawingml/2006/main">
            <a:off x="6210300" y="354711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a:solidFill>
                  <a:srgbClr val="A94737"/>
                </a:solidFill>
                <a:latin typeface="Yu Gothic"/>
                <a:ea typeface="Yu Gothic"/>
                <a:cs typeface="Yu Gothic"/>
              </a:defRPr>
            </a:defPPr>
            <a:lvl1pPr>
              <a:defRPr sz="1800">
                <a:solidFill>
                  <a:srgbClr val="A94737"/>
                </a:solidFill>
                <a:latin typeface="Yu Gothic"/>
                <a:ea typeface="Yu Gothic"/>
                <a:cs typeface="Yu Gothic"/>
              </a:defRPr>
            </a:lvl1pPr>
            <a:lvl2pPr>
              <a:defRPr sz="1800">
                <a:solidFill>
                  <a:srgbClr val="A94737"/>
                </a:solidFill>
                <a:latin typeface="Yu Gothic"/>
                <a:ea typeface="Yu Gothic"/>
                <a:cs typeface="Yu Gothic"/>
              </a:defRPr>
            </a:lvl2pPr>
            <a:lvl3pPr>
              <a:defRPr sz="1800">
                <a:solidFill>
                  <a:srgbClr val="A94737"/>
                </a:solidFill>
                <a:latin typeface="Yu Gothic"/>
                <a:ea typeface="Yu Gothic"/>
                <a:cs typeface="Yu Gothic"/>
              </a:defRPr>
            </a:lvl3pPr>
            <a:lvl4pPr>
              <a:defRPr sz="1800">
                <a:solidFill>
                  <a:srgbClr val="A94737"/>
                </a:solidFill>
                <a:latin typeface="Yu Gothic"/>
                <a:ea typeface="Yu Gothic"/>
                <a:cs typeface="Yu Gothic"/>
              </a:defRPr>
            </a:lvl4pPr>
            <a:lvl5pPr>
              <a:defRPr sz="1800">
                <a:solidFill>
                  <a:srgbClr val="A94737"/>
                </a:solidFill>
                <a:latin typeface="Yu Gothic"/>
                <a:ea typeface="Yu Gothic"/>
                <a:cs typeface="Yu Gothic"/>
              </a:defRPr>
            </a:lvl5pPr>
            <a:lvl6pPr>
              <a:defRPr sz="1800">
                <a:solidFill>
                  <a:srgbClr val="A94737"/>
                </a:solidFill>
                <a:latin typeface="Yu Gothic"/>
                <a:ea typeface="Yu Gothic"/>
                <a:cs typeface="Yu Gothic"/>
              </a:defRPr>
            </a:lvl6pPr>
            <a:lvl7pPr>
              <a:defRPr sz="1800">
                <a:solidFill>
                  <a:srgbClr val="A94737"/>
                </a:solidFill>
                <a:latin typeface="Yu Gothic"/>
                <a:ea typeface="Yu Gothic"/>
                <a:cs typeface="Yu Gothic"/>
              </a:defRPr>
            </a:lvl7pPr>
            <a:lvl8pPr>
              <a:defRPr sz="1800">
                <a:solidFill>
                  <a:srgbClr val="A94737"/>
                </a:solidFill>
                <a:latin typeface="Yu Gothic"/>
                <a:ea typeface="Yu Gothic"/>
                <a:cs typeface="Yu Gothic"/>
              </a:defRPr>
            </a:lvl8pPr>
            <a:lvl9pPr>
              <a:defRPr sz="1800">
                <a:solidFill>
                  <a:srgbClr val="A94737"/>
                </a:solidFill>
                <a:latin typeface="Yu Gothic"/>
                <a:ea typeface="Yu Gothic"/>
                <a:cs typeface="Yu Gothic"/>
              </a:defRPr>
            </a:lvl9pPr>
          </a:lstStyle>
          <a:p xmlns:a="http://schemas.openxmlformats.org/drawingml/2006/main">
            <a:pPr>
              <a:defRPr sz="1800">
                <a:solidFill>
                  <a:srgbClr val="A94737"/>
                </a:solidFill>
                <a:latin typeface="Yu Gothic"/>
                <a:ea typeface="Yu Gothic"/>
                <a:cs typeface="Yu Gothic"/>
              </a:defRPr>
            </a:pPr>
            <a:r>
              <a:rPr sz="1800">
                <a:solidFill>
                  <a:srgbClr val="A94737"/>
                </a:solidFill>
                <a:latin typeface="Yu Gothic"/>
                <a:ea typeface="Yu Gothic"/>
                <a:cs typeface="Yu Gothic"/>
              </a:rPr>
              <a:t>右回り100°</a:t>
            </a:r>
          </a:p>
        </p:txBody>
      </p:sp>
      <p:sp>
        <p:nvSpPr>
          <p:cNvPr id="45" name="">
            <a:extLst xmlns:a="http://schemas.openxmlformats.org/drawingml/2006/main">
              <a:ext uri="{FF2B5EF4-FFF2-40B4-BE49-F238E27FC236}">
                <a16:creationId xmlns:a16="http://schemas.microsoft.com/office/drawing/2014/main" id="{ECD7E900-A462-4D32-B181-5A553323FD47}"/>
              </a:ext>
            </a:extLst>
          </p:cNvPr>
          <p:cNvSpPr>
            <a:spLocks xmlns:a="http://schemas.openxmlformats.org/drawingml/2006/main" noGrp="1"/>
          </p:cNvSpPr>
          <p:nvPr/>
        </p:nvSpPr>
        <p:spPr>
          <a:xfrm xmlns:a="http://schemas.openxmlformats.org/drawingml/2006/main">
            <a:off x="6248400" y="5139690"/>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a:solidFill>
                  <a:srgbClr val="A94737"/>
                </a:solidFill>
                <a:latin typeface="Yu Gothic"/>
                <a:ea typeface="Yu Gothic"/>
                <a:cs typeface="Yu Gothic"/>
              </a:defRPr>
            </a:defPPr>
            <a:lvl1pPr>
              <a:defRPr sz="1800">
                <a:solidFill>
                  <a:srgbClr val="A94737"/>
                </a:solidFill>
                <a:latin typeface="Yu Gothic"/>
                <a:ea typeface="Yu Gothic"/>
                <a:cs typeface="Yu Gothic"/>
              </a:defRPr>
            </a:lvl1pPr>
            <a:lvl2pPr>
              <a:defRPr sz="1800">
                <a:solidFill>
                  <a:srgbClr val="A94737"/>
                </a:solidFill>
                <a:latin typeface="Yu Gothic"/>
                <a:ea typeface="Yu Gothic"/>
                <a:cs typeface="Yu Gothic"/>
              </a:defRPr>
            </a:lvl2pPr>
            <a:lvl3pPr>
              <a:defRPr sz="1800">
                <a:solidFill>
                  <a:srgbClr val="A94737"/>
                </a:solidFill>
                <a:latin typeface="Yu Gothic"/>
                <a:ea typeface="Yu Gothic"/>
                <a:cs typeface="Yu Gothic"/>
              </a:defRPr>
            </a:lvl3pPr>
            <a:lvl4pPr>
              <a:defRPr sz="1800">
                <a:solidFill>
                  <a:srgbClr val="A94737"/>
                </a:solidFill>
                <a:latin typeface="Yu Gothic"/>
                <a:ea typeface="Yu Gothic"/>
                <a:cs typeface="Yu Gothic"/>
              </a:defRPr>
            </a:lvl4pPr>
            <a:lvl5pPr>
              <a:defRPr sz="1800">
                <a:solidFill>
                  <a:srgbClr val="A94737"/>
                </a:solidFill>
                <a:latin typeface="Yu Gothic"/>
                <a:ea typeface="Yu Gothic"/>
                <a:cs typeface="Yu Gothic"/>
              </a:defRPr>
            </a:lvl5pPr>
            <a:lvl6pPr>
              <a:defRPr sz="1800">
                <a:solidFill>
                  <a:srgbClr val="A94737"/>
                </a:solidFill>
                <a:latin typeface="Yu Gothic"/>
                <a:ea typeface="Yu Gothic"/>
                <a:cs typeface="Yu Gothic"/>
              </a:defRPr>
            </a:lvl6pPr>
            <a:lvl7pPr>
              <a:defRPr sz="1800">
                <a:solidFill>
                  <a:srgbClr val="A94737"/>
                </a:solidFill>
                <a:latin typeface="Yu Gothic"/>
                <a:ea typeface="Yu Gothic"/>
                <a:cs typeface="Yu Gothic"/>
              </a:defRPr>
            </a:lvl7pPr>
            <a:lvl8pPr>
              <a:defRPr sz="1800">
                <a:solidFill>
                  <a:srgbClr val="A94737"/>
                </a:solidFill>
                <a:latin typeface="Yu Gothic"/>
                <a:ea typeface="Yu Gothic"/>
                <a:cs typeface="Yu Gothic"/>
              </a:defRPr>
            </a:lvl8pPr>
            <a:lvl9pPr>
              <a:defRPr sz="1800">
                <a:solidFill>
                  <a:srgbClr val="A94737"/>
                </a:solidFill>
                <a:latin typeface="Yu Gothic"/>
                <a:ea typeface="Yu Gothic"/>
                <a:cs typeface="Yu Gothic"/>
              </a:defRPr>
            </a:lvl9pPr>
          </a:lstStyle>
          <a:p xmlns:a="http://schemas.openxmlformats.org/drawingml/2006/main">
            <a:pPr>
              <a:defRPr sz="1800">
                <a:solidFill>
                  <a:srgbClr val="A94737"/>
                </a:solidFill>
                <a:latin typeface="Yu Gothic"/>
                <a:ea typeface="Yu Gothic"/>
                <a:cs typeface="Yu Gothic"/>
              </a:defRPr>
            </a:pPr>
            <a:r>
              <a:rPr sz="1800">
                <a:solidFill>
                  <a:srgbClr val="A94737"/>
                </a:solidFill>
                <a:latin typeface="Yu Gothic"/>
                <a:ea typeface="Yu Gothic"/>
                <a:cs typeface="Yu Gothic"/>
              </a:rPr>
              <a:t>BA：220°</a:t>
            </a:r>
          </a:p>
        </p:txBody>
      </p:sp>
      <p:sp>
        <p:nvSpPr>
          <p:cNvPr id="46" name="">
            <a:extLst xmlns:a="http://schemas.openxmlformats.org/drawingml/2006/main">
              <a:ext uri="{FF2B5EF4-FFF2-40B4-BE49-F238E27FC236}">
                <a16:creationId xmlns:a16="http://schemas.microsoft.com/office/drawing/2014/main" id="{FEE0E883-B362-4860-8239-1B0A1B01513F}"/>
              </a:ext>
            </a:extLst>
          </p:cNvPr>
          <p:cNvSpPr>
            <a:spLocks xmlns:a="http://schemas.openxmlformats.org/drawingml/2006/main" noGrp="1"/>
          </p:cNvSpPr>
          <p:nvPr/>
        </p:nvSpPr>
        <p:spPr>
          <a:xfrm xmlns:a="http://schemas.openxmlformats.org/drawingml/2006/main">
            <a:off x="8993981" y="5139690"/>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a:solidFill>
                  <a:srgbClr val="166B68"/>
                </a:solidFill>
                <a:latin typeface="Yu Gothic"/>
                <a:ea typeface="Yu Gothic"/>
                <a:cs typeface="Yu Gothic"/>
              </a:defRPr>
            </a:defPPr>
            <a:lvl1pPr>
              <a:defRPr sz="1800">
                <a:solidFill>
                  <a:srgbClr val="166B68"/>
                </a:solidFill>
                <a:latin typeface="Yu Gothic"/>
                <a:ea typeface="Yu Gothic"/>
                <a:cs typeface="Yu Gothic"/>
              </a:defRPr>
            </a:lvl1pPr>
            <a:lvl2pPr>
              <a:defRPr sz="1800">
                <a:solidFill>
                  <a:srgbClr val="166B68"/>
                </a:solidFill>
                <a:latin typeface="Yu Gothic"/>
                <a:ea typeface="Yu Gothic"/>
                <a:cs typeface="Yu Gothic"/>
              </a:defRPr>
            </a:lvl2pPr>
            <a:lvl3pPr>
              <a:defRPr sz="1800">
                <a:solidFill>
                  <a:srgbClr val="166B68"/>
                </a:solidFill>
                <a:latin typeface="Yu Gothic"/>
                <a:ea typeface="Yu Gothic"/>
                <a:cs typeface="Yu Gothic"/>
              </a:defRPr>
            </a:lvl3pPr>
            <a:lvl4pPr>
              <a:defRPr sz="1800">
                <a:solidFill>
                  <a:srgbClr val="166B68"/>
                </a:solidFill>
                <a:latin typeface="Yu Gothic"/>
                <a:ea typeface="Yu Gothic"/>
                <a:cs typeface="Yu Gothic"/>
              </a:defRPr>
            </a:lvl4pPr>
            <a:lvl5pPr>
              <a:defRPr sz="1800">
                <a:solidFill>
                  <a:srgbClr val="166B68"/>
                </a:solidFill>
                <a:latin typeface="Yu Gothic"/>
                <a:ea typeface="Yu Gothic"/>
                <a:cs typeface="Yu Gothic"/>
              </a:defRPr>
            </a:lvl5pPr>
            <a:lvl6pPr>
              <a:defRPr sz="1800">
                <a:solidFill>
                  <a:srgbClr val="166B68"/>
                </a:solidFill>
                <a:latin typeface="Yu Gothic"/>
                <a:ea typeface="Yu Gothic"/>
                <a:cs typeface="Yu Gothic"/>
              </a:defRPr>
            </a:lvl6pPr>
            <a:lvl7pPr>
              <a:defRPr sz="1800">
                <a:solidFill>
                  <a:srgbClr val="166B68"/>
                </a:solidFill>
                <a:latin typeface="Yu Gothic"/>
                <a:ea typeface="Yu Gothic"/>
                <a:cs typeface="Yu Gothic"/>
              </a:defRPr>
            </a:lvl7pPr>
            <a:lvl8pPr>
              <a:defRPr sz="1800">
                <a:solidFill>
                  <a:srgbClr val="166B68"/>
                </a:solidFill>
                <a:latin typeface="Yu Gothic"/>
                <a:ea typeface="Yu Gothic"/>
                <a:cs typeface="Yu Gothic"/>
              </a:defRPr>
            </a:lvl8pPr>
            <a:lvl9pPr>
              <a:defRPr sz="1800">
                <a:solidFill>
                  <a:srgbClr val="166B68"/>
                </a:solidFill>
                <a:latin typeface="Yu Gothic"/>
                <a:ea typeface="Yu Gothic"/>
                <a:cs typeface="Yu Gothic"/>
              </a:defRPr>
            </a:lvl9pPr>
          </a:lstStyle>
          <a:p xmlns:a="http://schemas.openxmlformats.org/drawingml/2006/main">
            <a:pPr>
              <a:defRPr sz="1800">
                <a:solidFill>
                  <a:srgbClr val="166B68"/>
                </a:solidFill>
                <a:latin typeface="Yu Gothic"/>
                <a:ea typeface="Yu Gothic"/>
                <a:cs typeface="Yu Gothic"/>
              </a:defRPr>
            </a:pPr>
            <a:r>
              <a:rPr sz="1800">
                <a:solidFill>
                  <a:srgbClr val="166B68"/>
                </a:solidFill>
                <a:latin typeface="Yu Gothic"/>
                <a:ea typeface="Yu Gothic"/>
                <a:cs typeface="Yu Gothic"/>
              </a:rPr>
              <a:t>BC：320°</a:t>
            </a:r>
          </a:p>
        </p:txBody>
      </p:sp>
      <p:sp>
        <p:nvSpPr>
          <p:cNvPr id="47" name="">
            <a:extLst xmlns:a="http://schemas.openxmlformats.org/drawingml/2006/main">
              <a:ext uri="{FF2B5EF4-FFF2-40B4-BE49-F238E27FC236}">
                <a16:creationId xmlns:a16="http://schemas.microsoft.com/office/drawing/2014/main" id="{A8E17C96-69FC-4136-A6DE-14B1F17F2CA5}"/>
              </a:ext>
            </a:extLst>
          </p:cNvPr>
          <p:cNvSpPr>
            <a:spLocks xmlns:a="http://schemas.openxmlformats.org/drawingml/2006/main" noGrp="1"/>
          </p:cNvSpPr>
          <p:nvPr/>
        </p:nvSpPr>
        <p:spPr>
          <a:xfrm xmlns:a="http://schemas.openxmlformats.org/drawingml/2006/main">
            <a:off x="6267450" y="1638300"/>
            <a:ext cx="2000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a:solidFill>
                  <a:srgbClr val="52616A"/>
                </a:solidFill>
                <a:latin typeface="Yu Gothic"/>
                <a:ea typeface="Yu Gothic"/>
                <a:cs typeface="Yu Gothic"/>
              </a:defRPr>
            </a:defPPr>
            <a:lvl1pPr>
              <a:defRPr sz="1875">
                <a:solidFill>
                  <a:srgbClr val="52616A"/>
                </a:solidFill>
                <a:latin typeface="Yu Gothic"/>
                <a:ea typeface="Yu Gothic"/>
                <a:cs typeface="Yu Gothic"/>
              </a:defRPr>
            </a:lvl1pPr>
            <a:lvl2pPr>
              <a:defRPr sz="1875">
                <a:solidFill>
                  <a:srgbClr val="52616A"/>
                </a:solidFill>
                <a:latin typeface="Yu Gothic"/>
                <a:ea typeface="Yu Gothic"/>
                <a:cs typeface="Yu Gothic"/>
              </a:defRPr>
            </a:lvl2pPr>
            <a:lvl3pPr>
              <a:defRPr sz="1875">
                <a:solidFill>
                  <a:srgbClr val="52616A"/>
                </a:solidFill>
                <a:latin typeface="Yu Gothic"/>
                <a:ea typeface="Yu Gothic"/>
                <a:cs typeface="Yu Gothic"/>
              </a:defRPr>
            </a:lvl3pPr>
            <a:lvl4pPr>
              <a:defRPr sz="1875">
                <a:solidFill>
                  <a:srgbClr val="52616A"/>
                </a:solidFill>
                <a:latin typeface="Yu Gothic"/>
                <a:ea typeface="Yu Gothic"/>
                <a:cs typeface="Yu Gothic"/>
              </a:defRPr>
            </a:lvl4pPr>
            <a:lvl5pPr>
              <a:defRPr sz="1875">
                <a:solidFill>
                  <a:srgbClr val="52616A"/>
                </a:solidFill>
                <a:latin typeface="Yu Gothic"/>
                <a:ea typeface="Yu Gothic"/>
                <a:cs typeface="Yu Gothic"/>
              </a:defRPr>
            </a:lvl5pPr>
            <a:lvl6pPr>
              <a:defRPr sz="1875">
                <a:solidFill>
                  <a:srgbClr val="52616A"/>
                </a:solidFill>
                <a:latin typeface="Yu Gothic"/>
                <a:ea typeface="Yu Gothic"/>
                <a:cs typeface="Yu Gothic"/>
              </a:defRPr>
            </a:lvl6pPr>
            <a:lvl7pPr>
              <a:defRPr sz="1875">
                <a:solidFill>
                  <a:srgbClr val="52616A"/>
                </a:solidFill>
                <a:latin typeface="Yu Gothic"/>
                <a:ea typeface="Yu Gothic"/>
                <a:cs typeface="Yu Gothic"/>
              </a:defRPr>
            </a:lvl7pPr>
            <a:lvl8pPr>
              <a:defRPr sz="1875">
                <a:solidFill>
                  <a:srgbClr val="52616A"/>
                </a:solidFill>
                <a:latin typeface="Yu Gothic"/>
                <a:ea typeface="Yu Gothic"/>
                <a:cs typeface="Yu Gothic"/>
              </a:defRPr>
            </a:lvl8pPr>
            <a:lvl9pPr>
              <a:defRPr sz="1875">
                <a:solidFill>
                  <a:srgbClr val="52616A"/>
                </a:solidFill>
                <a:latin typeface="Yu Gothic"/>
                <a:ea typeface="Yu Gothic"/>
                <a:cs typeface="Yu Gothic"/>
              </a:defRPr>
            </a:lvl9pPr>
          </a:lstStyle>
          <a:p xmlns:a="http://schemas.openxmlformats.org/drawingml/2006/main">
            <a:pPr>
              <a:defRPr sz="1875">
                <a:solidFill>
                  <a:srgbClr val="52616A"/>
                </a:solidFill>
                <a:latin typeface="Yu Gothic"/>
                <a:ea typeface="Yu Gothic"/>
                <a:cs typeface="Yu Gothic"/>
              </a:defRPr>
            </a:pPr>
            <a:r>
              <a:rPr sz="1875">
                <a:solidFill>
                  <a:srgbClr val="52616A"/>
                </a:solidFill>
                <a:latin typeface="Yu Gothic"/>
                <a:ea typeface="Yu Gothic"/>
                <a:cs typeface="Yu Gothic"/>
              </a:rPr>
              <a:t>A→B は40°</a:t>
            </a:r>
          </a:p>
        </p:txBody>
      </p:sp>
    </p:spTree>
    <p:extLst>
      <p:ext uri="{BB962C8B-B14F-4D97-AF65-F5344CB8AC3E}">
        <p14:creationId xmlns:p14="http://schemas.microsoft.com/office/powerpoint/2010/main" val="2009198018"/>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C029C8D-B7FC-4209-9DA7-C24AF1855E1A}"/>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39EDD421-4965-46E5-A4A0-84FC53C39645}"/>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4-9 まとめ｜85–90分</a:t>
            </a:r>
          </a:p>
        </p:txBody>
      </p:sp>
      <p:sp>
        <p:nvSpPr>
          <p:cNvPr id="3" name="">
            <a:extLst xmlns:a="http://schemas.openxmlformats.org/drawingml/2006/main">
              <a:ext uri="{FF2B5EF4-FFF2-40B4-BE49-F238E27FC236}">
                <a16:creationId xmlns:a16="http://schemas.microsoft.com/office/drawing/2014/main" id="{6AF07069-C02F-4DD6-96F7-83AC50D57651}"/>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出口：どの角を使うか、理由で答える</a:t>
            </a:r>
          </a:p>
        </p:txBody>
      </p:sp>
      <p:sp>
        <p:nvSpPr>
          <p:cNvPr id="4" name="">
            <a:extLst xmlns:a="http://schemas.openxmlformats.org/drawingml/2006/main">
              <a:ext uri="{FF2B5EF4-FFF2-40B4-BE49-F238E27FC236}">
                <a16:creationId xmlns:a16="http://schemas.microsoft.com/office/drawing/2014/main" id="{D104AE36-E59F-4AED-864B-9247C8092DB4}"/>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C7A0469D-C2D0-4D0E-BBBA-0B7082A8D60A}"/>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7B4AEAC9-1F69-4133-B888-96E7B137EB72}"/>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50</a:t>
            </a:r>
          </a:p>
        </p:txBody>
      </p:sp>
      <p:sp>
        <p:nvSpPr>
          <p:cNvPr id="7" name="">
            <a:extLst xmlns:a="http://schemas.openxmlformats.org/drawingml/2006/main">
              <a:ext uri="{FF2B5EF4-FFF2-40B4-BE49-F238E27FC236}">
                <a16:creationId xmlns:a16="http://schemas.microsoft.com/office/drawing/2014/main" id="{0BA10145-4131-4171-BD94-7C3704CF92B9}"/>
              </a:ext>
            </a:extLst>
          </p:cNvPr>
          <p:cNvSpPr>
            <a:spLocks xmlns:a="http://schemas.openxmlformats.org/drawingml/2006/main" noGrp="1"/>
          </p:cNvSpPr>
          <p:nvPr/>
        </p:nvSpPr>
        <p:spPr>
          <a:xfrm xmlns:a="http://schemas.openxmlformats.org/drawingml/2006/main">
            <a:off x="781050" y="161925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850" b="1">
                <a:solidFill>
                  <a:srgbClr val="182B33"/>
                </a:solidFill>
                <a:latin typeface="Yu Gothic"/>
                <a:ea typeface="Yu Gothic"/>
                <a:cs typeface="Yu Gothic"/>
              </a:defRPr>
            </a:defPPr>
            <a:lvl1pPr algn="l">
              <a:defRPr sz="2850" b="1">
                <a:solidFill>
                  <a:srgbClr val="182B33"/>
                </a:solidFill>
                <a:latin typeface="Yu Gothic"/>
                <a:ea typeface="Yu Gothic"/>
                <a:cs typeface="Yu Gothic"/>
              </a:defRPr>
            </a:lvl1pPr>
            <a:lvl2pPr algn="l">
              <a:defRPr sz="2850" b="1">
                <a:solidFill>
                  <a:srgbClr val="182B33"/>
                </a:solidFill>
                <a:latin typeface="Yu Gothic"/>
                <a:ea typeface="Yu Gothic"/>
                <a:cs typeface="Yu Gothic"/>
              </a:defRPr>
            </a:lvl2pPr>
            <a:lvl3pPr algn="l">
              <a:defRPr sz="2850" b="1">
                <a:solidFill>
                  <a:srgbClr val="182B33"/>
                </a:solidFill>
                <a:latin typeface="Yu Gothic"/>
                <a:ea typeface="Yu Gothic"/>
                <a:cs typeface="Yu Gothic"/>
              </a:defRPr>
            </a:lvl3pPr>
            <a:lvl4pPr algn="l">
              <a:defRPr sz="2850" b="1">
                <a:solidFill>
                  <a:srgbClr val="182B33"/>
                </a:solidFill>
                <a:latin typeface="Yu Gothic"/>
                <a:ea typeface="Yu Gothic"/>
                <a:cs typeface="Yu Gothic"/>
              </a:defRPr>
            </a:lvl4pPr>
            <a:lvl5pPr algn="l">
              <a:defRPr sz="2850" b="1">
                <a:solidFill>
                  <a:srgbClr val="182B33"/>
                </a:solidFill>
                <a:latin typeface="Yu Gothic"/>
                <a:ea typeface="Yu Gothic"/>
                <a:cs typeface="Yu Gothic"/>
              </a:defRPr>
            </a:lvl5pPr>
            <a:lvl6pPr algn="l">
              <a:defRPr sz="2850" b="1">
                <a:solidFill>
                  <a:srgbClr val="182B33"/>
                </a:solidFill>
                <a:latin typeface="Yu Gothic"/>
                <a:ea typeface="Yu Gothic"/>
                <a:cs typeface="Yu Gothic"/>
              </a:defRPr>
            </a:lvl6pPr>
            <a:lvl7pPr algn="l">
              <a:defRPr sz="2850" b="1">
                <a:solidFill>
                  <a:srgbClr val="182B33"/>
                </a:solidFill>
                <a:latin typeface="Yu Gothic"/>
                <a:ea typeface="Yu Gothic"/>
                <a:cs typeface="Yu Gothic"/>
              </a:defRPr>
            </a:lvl7pPr>
            <a:lvl8pPr algn="l">
              <a:defRPr sz="2850" b="1">
                <a:solidFill>
                  <a:srgbClr val="182B33"/>
                </a:solidFill>
                <a:latin typeface="Yu Gothic"/>
                <a:ea typeface="Yu Gothic"/>
                <a:cs typeface="Yu Gothic"/>
              </a:defRPr>
            </a:lvl8pPr>
            <a:lvl9pPr algn="l">
              <a:defRPr sz="2850" b="1">
                <a:solidFill>
                  <a:srgbClr val="182B33"/>
                </a:solidFill>
                <a:latin typeface="Yu Gothic"/>
                <a:ea typeface="Yu Gothic"/>
                <a:cs typeface="Yu Gothic"/>
              </a:defRPr>
            </a:lvl9pPr>
          </a:lstStyle>
          <a:p xmlns:a="http://schemas.openxmlformats.org/drawingml/2006/main">
            <a:pPr algn="l">
              <a:defRPr sz="2850" b="1">
                <a:solidFill>
                  <a:srgbClr val="182B33"/>
                </a:solidFill>
                <a:latin typeface="Yu Gothic"/>
                <a:ea typeface="Yu Gothic"/>
                <a:cs typeface="Yu Gothic"/>
              </a:defRPr>
            </a:pPr>
            <a:r>
              <a:rPr sz="2850" b="1">
                <a:solidFill>
                  <a:srgbClr val="182B33"/>
                </a:solidFill>
                <a:latin typeface="Yu Gothic"/>
                <a:ea typeface="Yu Gothic"/>
                <a:cs typeface="Yu Gothic"/>
              </a:rPr>
              <a:t>正の結果2つだけで、採用を決められる？</a:t>
            </a:r>
          </a:p>
        </p:txBody>
      </p:sp>
      <p:sp>
        <p:nvSpPr>
          <p:cNvPr id="8" name="">
            <a:extLst xmlns:a="http://schemas.openxmlformats.org/drawingml/2006/main">
              <a:ext uri="{FF2B5EF4-FFF2-40B4-BE49-F238E27FC236}">
                <a16:creationId xmlns:a16="http://schemas.microsoft.com/office/drawing/2014/main" id="{A20BC606-CBDA-468E-B464-D95E6AED65B5}"/>
              </a:ext>
            </a:extLst>
          </p:cNvPr>
          <p:cNvSpPr>
            <a:spLocks xmlns:a="http://schemas.openxmlformats.org/drawingml/2006/main" noGrp="1"/>
          </p:cNvSpPr>
          <p:nvPr/>
        </p:nvSpPr>
        <p:spPr>
          <a:xfrm xmlns:a="http://schemas.openxmlformats.org/drawingml/2006/main">
            <a:off x="1219200" y="28575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73°25′15″ と 73°25′09″</a:t>
            </a:r>
          </a:p>
        </p:txBody>
      </p:sp>
      <p:sp>
        <p:nvSpPr>
          <p:cNvPr id="9" name="">
            <a:extLst xmlns:a="http://schemas.openxmlformats.org/drawingml/2006/main">
              <a:ext uri="{FF2B5EF4-FFF2-40B4-BE49-F238E27FC236}">
                <a16:creationId xmlns:a16="http://schemas.microsoft.com/office/drawing/2014/main" id="{0403E956-3FBF-4253-8FF2-845B357DACE4}"/>
              </a:ext>
            </a:extLst>
          </p:cNvPr>
          <p:cNvSpPr>
            <a:spLocks xmlns:a="http://schemas.openxmlformats.org/drawingml/2006/main" noGrp="1"/>
          </p:cNvSpPr>
          <p:nvPr/>
        </p:nvSpPr>
        <p:spPr>
          <a:xfrm xmlns:a="http://schemas.openxmlformats.org/drawingml/2006/main">
            <a:off x="1219200" y="34290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追加で何が必要か説明しよう</a:t>
            </a:r>
          </a:p>
        </p:txBody>
      </p:sp>
    </p:spTree>
    <p:extLst>
      <p:ext uri="{BB962C8B-B14F-4D97-AF65-F5344CB8AC3E}">
        <p14:creationId xmlns:p14="http://schemas.microsoft.com/office/powerpoint/2010/main" val="1955179875"/>
      </p:ext>
    </p:extLst>
  </p:cSld>
</p:sld>
</file>

<file path=ppt/slides/slide51.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F993044-ADC2-4249-8CB0-2B5E3D3C4A8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68DCF851-F5F1-4D01-8E71-76DFBA5F9C65}"/>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付録A 演習解答｜標準90分の外</a:t>
            </a:r>
          </a:p>
        </p:txBody>
      </p:sp>
      <p:sp>
        <p:nvSpPr>
          <p:cNvPr id="3" name="">
            <a:extLst xmlns:a="http://schemas.openxmlformats.org/drawingml/2006/main">
              <a:ext uri="{FF2B5EF4-FFF2-40B4-BE49-F238E27FC236}">
                <a16:creationId xmlns:a16="http://schemas.microsoft.com/office/drawing/2014/main" id="{8FE5376C-DC1B-4B45-8CF2-A98970F11947}"/>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問1解答：正反別に零方向を引く</a:t>
            </a:r>
          </a:p>
        </p:txBody>
      </p:sp>
      <p:sp>
        <p:nvSpPr>
          <p:cNvPr id="4" name="">
            <a:extLst xmlns:a="http://schemas.openxmlformats.org/drawingml/2006/main">
              <a:ext uri="{FF2B5EF4-FFF2-40B4-BE49-F238E27FC236}">
                <a16:creationId xmlns:a16="http://schemas.microsoft.com/office/drawing/2014/main" id="{AD47FA29-2791-4E74-9268-6E20FC4A9337}"/>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3BC7397A-3124-4E28-9188-15A73ADBD531}"/>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EC489330-2FF3-463E-BEBC-6505028BCAA9}"/>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51</a:t>
            </a:r>
          </a:p>
        </p:txBody>
      </p:sp>
      <p:sp>
        <p:nvSpPr>
          <p:cNvPr id="7" name="">
            <a:extLst xmlns:a="http://schemas.openxmlformats.org/drawingml/2006/main">
              <a:ext uri="{FF2B5EF4-FFF2-40B4-BE49-F238E27FC236}">
                <a16:creationId xmlns:a16="http://schemas.microsoft.com/office/drawing/2014/main" id="{CA3A09E2-7441-437F-B2AA-BB391984CE52}"/>
              </a:ext>
            </a:extLst>
          </p:cNvPr>
          <p:cNvSpPr>
            <a:spLocks xmlns:a="http://schemas.openxmlformats.org/drawingml/2006/main" noGrp="1"/>
          </p:cNvSpPr>
          <p:nvPr/>
        </p:nvSpPr>
        <p:spPr>
          <a:xfrm xmlns:a="http://schemas.openxmlformats.org/drawingml/2006/main">
            <a:off x="723900" y="157162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52616A"/>
                </a:solidFill>
                <a:latin typeface="Yu Gothic"/>
                <a:ea typeface="Yu Gothic"/>
                <a:cs typeface="Yu Gothic"/>
              </a:defRPr>
            </a:defPPr>
            <a:lvl1pPr algn="l">
              <a:defRPr sz="2250" b="1">
                <a:solidFill>
                  <a:srgbClr val="52616A"/>
                </a:solidFill>
                <a:latin typeface="Yu Gothic"/>
                <a:ea typeface="Yu Gothic"/>
                <a:cs typeface="Yu Gothic"/>
              </a:defRPr>
            </a:lvl1pPr>
            <a:lvl2pPr algn="l">
              <a:defRPr sz="2250" b="1">
                <a:solidFill>
                  <a:srgbClr val="52616A"/>
                </a:solidFill>
                <a:latin typeface="Yu Gothic"/>
                <a:ea typeface="Yu Gothic"/>
                <a:cs typeface="Yu Gothic"/>
              </a:defRPr>
            </a:lvl2pPr>
            <a:lvl3pPr algn="l">
              <a:defRPr sz="2250" b="1">
                <a:solidFill>
                  <a:srgbClr val="52616A"/>
                </a:solidFill>
                <a:latin typeface="Yu Gothic"/>
                <a:ea typeface="Yu Gothic"/>
                <a:cs typeface="Yu Gothic"/>
              </a:defRPr>
            </a:lvl3pPr>
            <a:lvl4pPr algn="l">
              <a:defRPr sz="2250" b="1">
                <a:solidFill>
                  <a:srgbClr val="52616A"/>
                </a:solidFill>
                <a:latin typeface="Yu Gothic"/>
                <a:ea typeface="Yu Gothic"/>
                <a:cs typeface="Yu Gothic"/>
              </a:defRPr>
            </a:lvl4pPr>
            <a:lvl5pPr algn="l">
              <a:defRPr sz="2250" b="1">
                <a:solidFill>
                  <a:srgbClr val="52616A"/>
                </a:solidFill>
                <a:latin typeface="Yu Gothic"/>
                <a:ea typeface="Yu Gothic"/>
                <a:cs typeface="Yu Gothic"/>
              </a:defRPr>
            </a:lvl5pPr>
            <a:lvl6pPr algn="l">
              <a:defRPr sz="2250" b="1">
                <a:solidFill>
                  <a:srgbClr val="52616A"/>
                </a:solidFill>
                <a:latin typeface="Yu Gothic"/>
                <a:ea typeface="Yu Gothic"/>
                <a:cs typeface="Yu Gothic"/>
              </a:defRPr>
            </a:lvl6pPr>
            <a:lvl7pPr algn="l">
              <a:defRPr sz="2250" b="1">
                <a:solidFill>
                  <a:srgbClr val="52616A"/>
                </a:solidFill>
                <a:latin typeface="Yu Gothic"/>
                <a:ea typeface="Yu Gothic"/>
                <a:cs typeface="Yu Gothic"/>
              </a:defRPr>
            </a:lvl7pPr>
            <a:lvl8pPr algn="l">
              <a:defRPr sz="2250" b="1">
                <a:solidFill>
                  <a:srgbClr val="52616A"/>
                </a:solidFill>
                <a:latin typeface="Yu Gothic"/>
                <a:ea typeface="Yu Gothic"/>
                <a:cs typeface="Yu Gothic"/>
              </a:defRPr>
            </a:lvl8pPr>
            <a:lvl9pPr algn="l">
              <a:defRPr sz="2250" b="1">
                <a:solidFill>
                  <a:srgbClr val="52616A"/>
                </a:solidFill>
                <a:latin typeface="Yu Gothic"/>
                <a:ea typeface="Yu Gothic"/>
                <a:cs typeface="Yu Gothic"/>
              </a:defRPr>
            </a:lvl9pPr>
          </a:lstStyle>
          <a:p xmlns:a="http://schemas.openxmlformats.org/drawingml/2006/main">
            <a:pPr algn="l">
              <a:defRPr sz="2250" b="1">
                <a:solidFill>
                  <a:srgbClr val="52616A"/>
                </a:solidFill>
                <a:latin typeface="Yu Gothic"/>
                <a:ea typeface="Yu Gothic"/>
                <a:cs typeface="Yu Gothic"/>
              </a:defRPr>
            </a:pPr>
            <a:r>
              <a:rPr sz="2250" b="1">
                <a:solidFill>
                  <a:srgbClr val="52616A"/>
                </a:solidFill>
                <a:latin typeface="Yu Gothic"/>
                <a:ea typeface="Yu Gothic"/>
                <a:cs typeface="Yu Gothic"/>
              </a:rPr>
              <a:t>生読定から結果p・qへ</a:t>
            </a:r>
          </a:p>
        </p:txBody>
      </p:sp>
      <p:graphicFrame>
        <p:nvGraphicFramePr>
          <p:cNvPr id="8" name="">
            <a:extLst xmlns:a="http://schemas.openxmlformats.org/drawingml/2006/main">
              <a:ext uri="{FF2B5EF4-FFF2-40B4-BE49-F238E27FC236}">
                <a16:creationId xmlns:a16="http://schemas.microsoft.com/office/drawing/2014/main" id="{B3D44DA2-FE27-4437-84D9-55F7E996766C}"/>
              </a:ext>
            </a:extLst>
          </p:cNvPr>
          <p:cNvGraphicFramePr/>
          <p:nvPr/>
        </p:nvGraphicFramePr>
        <p:xfrm>
          <a:off xmlns:a="http://schemas.openxmlformats.org/drawingml/2006/main" x="723900" y="2381250"/>
          <a:ext xmlns:a="http://schemas.openxmlformats.org/drawingml/2006/main" cx="10744200" cy="2762250"/>
        </p:xfrm>
        <a:graphic xmlns:a="http://schemas.openxmlformats.org/drawingml/2006/main">
          <a:graphicData uri="http://schemas.openxmlformats.org/drawingml/2006/table">
            <a:tbl>
              <a:tblPr/>
              <a:tblGrid>
                <a:gridCol w="2148840"/>
                <a:gridCol w="4297680"/>
                <a:gridCol w="4297680"/>
              </a:tblGrid>
              <a:tr h="552450">
                <a:tc>
                  <a:txBody>
                    <a:bodyPr wrap="square" lIns="57150" tIns="57150" rIns="57150" bIns="57150">
                      <a:noAutofit/>
                    </a:bodyPr>
                    <a:lstStyle/>
                    <a:p>
                      <a:pPr algn="ctr"/>
                      <a:r>
                        <a:rPr sz="1950" b="1">
                          <a:solidFill>
                            <a:srgbClr val="FFFFFF"/>
                          </a:solidFill>
                          <a:latin typeface="Yu Gothic"/>
                          <a:ea typeface="Yu Gothic"/>
                          <a:cs typeface="Yu Gothic"/>
                        </a:rPr>
                        <a:t>対回・方向</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正の結果p</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反の結果q</a:t>
                      </a:r>
                    </a:p>
                  </a:txBody>
                  <a:tcPr marL="91440" marR="91440" marT="45720" marB="45720" anchor="ctr">
                    <a:solidFill>
                      <a:srgbClr val="166B68"/>
                    </a:solidFill>
                  </a:tcPr>
                </a:tc>
              </a:tr>
              <a:tr h="552450">
                <a:tc>
                  <a:txBody>
                    <a:bodyPr wrap="square" lIns="57150" tIns="57150" rIns="57150" bIns="57150">
                      <a:noAutofit/>
                    </a:bodyPr>
                    <a:lstStyle/>
                    <a:p>
                      <a:pPr algn="ctr"/>
                      <a:r>
                        <a:rPr sz="1950" b="0">
                          <a:solidFill>
                            <a:srgbClr val="182B33"/>
                          </a:solidFill>
                          <a:latin typeface="Yu Gothic"/>
                          <a:ea typeface="Yu Gothic"/>
                          <a:cs typeface="Yu Gothic"/>
                        </a:rPr>
                        <a:t>1・B</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62°14′18″</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62°14′14″</a:t>
                      </a:r>
                    </a:p>
                  </a:txBody>
                  <a:tcPr marL="91440" marR="91440" marT="45720" marB="45720" anchor="ctr"/>
                </a:tc>
              </a:tr>
              <a:tr h="552450">
                <a:tc>
                  <a:txBody>
                    <a:bodyPr wrap="square" lIns="57150" tIns="57150" rIns="57150" bIns="57150">
                      <a:noAutofit/>
                    </a:bodyPr>
                    <a:lstStyle/>
                    <a:p>
                      <a:pPr algn="ctr"/>
                      <a:r>
                        <a:rPr sz="1950" b="0">
                          <a:solidFill>
                            <a:srgbClr val="182B33"/>
                          </a:solidFill>
                          <a:latin typeface="Yu Gothic"/>
                          <a:ea typeface="Yu Gothic"/>
                          <a:cs typeface="Yu Gothic"/>
                        </a:rPr>
                        <a:t>2・B</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62°14′16″</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62°14′14″</a:t>
                      </a:r>
                    </a:p>
                  </a:txBody>
                  <a:tcPr marL="91440" marR="91440" marT="45720" marB="45720" anchor="ctr"/>
                </a:tc>
              </a:tr>
              <a:tr h="552450">
                <a:tc>
                  <a:txBody>
                    <a:bodyPr wrap="square" lIns="57150" tIns="57150" rIns="57150" bIns="57150">
                      <a:noAutofit/>
                    </a:bodyPr>
                    <a:lstStyle/>
                    <a:p>
                      <a:pPr algn="ctr"/>
                      <a:r>
                        <a:rPr sz="1950" b="0">
                          <a:solidFill>
                            <a:srgbClr val="182B33"/>
                          </a:solidFill>
                          <a:latin typeface="Yu Gothic"/>
                          <a:ea typeface="Yu Gothic"/>
                          <a:cs typeface="Yu Gothic"/>
                        </a:rPr>
                        <a:t>1・C</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128°32′20″</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128°32′16″</a:t>
                      </a:r>
                    </a:p>
                  </a:txBody>
                  <a:tcPr marL="91440" marR="91440" marT="45720" marB="45720" anchor="ctr"/>
                </a:tc>
              </a:tr>
              <a:tr h="552450">
                <a:tc>
                  <a:txBody>
                    <a:bodyPr wrap="square" lIns="57150" tIns="57150" rIns="57150" bIns="57150">
                      <a:noAutofit/>
                    </a:bodyPr>
                    <a:lstStyle/>
                    <a:p>
                      <a:pPr algn="ctr"/>
                      <a:r>
                        <a:rPr sz="1950" b="0">
                          <a:solidFill>
                            <a:srgbClr val="182B33"/>
                          </a:solidFill>
                          <a:latin typeface="Yu Gothic"/>
                          <a:ea typeface="Yu Gothic"/>
                          <a:cs typeface="Yu Gothic"/>
                        </a:rPr>
                        <a:t>2・C</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128°32′24″</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128°32′28″</a:t>
                      </a:r>
                    </a:p>
                  </a:txBody>
                  <a:tcPr marL="91440" marR="91440" marT="45720" marB="45720" anchor="ctr"/>
                </a:tc>
              </a:tr>
            </a:tbl>
          </a:graphicData>
        </a:graphic>
      </p:graphicFrame>
    </p:spTree>
    <p:extLst>
      <p:ext uri="{BB962C8B-B14F-4D97-AF65-F5344CB8AC3E}">
        <p14:creationId xmlns:p14="http://schemas.microsoft.com/office/powerpoint/2010/main" val="22282756"/>
      </p:ext>
    </p:extLst>
  </p:cSld>
</p:sld>
</file>

<file path=ppt/slides/slide52.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00FC5E9-FA48-4A14-8C33-FB6F65B2F8B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C801C24A-9A39-4BAE-9DE2-42C035EFA895}"/>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付録A 演習解答｜標準90分の外</a:t>
            </a:r>
          </a:p>
        </p:txBody>
      </p:sp>
      <p:sp>
        <p:nvSpPr>
          <p:cNvPr id="3" name="">
            <a:extLst xmlns:a="http://schemas.openxmlformats.org/drawingml/2006/main">
              <a:ext uri="{FF2B5EF4-FFF2-40B4-BE49-F238E27FC236}">
                <a16:creationId xmlns:a16="http://schemas.microsoft.com/office/drawing/2014/main" id="{1FE1CDC0-2D38-4594-A5DB-2583E8619F8F}"/>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問1解答：倍角と較差を残す</a:t>
            </a:r>
          </a:p>
        </p:txBody>
      </p:sp>
      <p:sp>
        <p:nvSpPr>
          <p:cNvPr id="4" name="">
            <a:extLst xmlns:a="http://schemas.openxmlformats.org/drawingml/2006/main">
              <a:ext uri="{FF2B5EF4-FFF2-40B4-BE49-F238E27FC236}">
                <a16:creationId xmlns:a16="http://schemas.microsoft.com/office/drawing/2014/main" id="{A9281F61-0695-4B31-9F9B-43C1469B854E}"/>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DF2D1AAB-8613-4E58-9DF5-3F4BBAFE44C2}"/>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511156BC-1965-49D5-8A31-6231602953AC}"/>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52</a:t>
            </a:r>
          </a:p>
        </p:txBody>
      </p:sp>
      <p:sp>
        <p:nvSpPr>
          <p:cNvPr id="7" name="">
            <a:extLst xmlns:a="http://schemas.openxmlformats.org/drawingml/2006/main">
              <a:ext uri="{FF2B5EF4-FFF2-40B4-BE49-F238E27FC236}">
                <a16:creationId xmlns:a16="http://schemas.microsoft.com/office/drawing/2014/main" id="{7D946F3C-6104-475E-82B1-8CB1F6BA481E}"/>
              </a:ext>
            </a:extLst>
          </p:cNvPr>
          <p:cNvSpPr>
            <a:spLocks xmlns:a="http://schemas.openxmlformats.org/drawingml/2006/main" noGrp="1"/>
          </p:cNvSpPr>
          <p:nvPr/>
        </p:nvSpPr>
        <p:spPr>
          <a:xfrm xmlns:a="http://schemas.openxmlformats.org/drawingml/2006/main">
            <a:off x="723900" y="157162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52616A"/>
                </a:solidFill>
                <a:latin typeface="Yu Gothic"/>
                <a:ea typeface="Yu Gothic"/>
                <a:cs typeface="Yu Gothic"/>
              </a:defRPr>
            </a:defPPr>
            <a:lvl1pPr algn="l">
              <a:defRPr sz="2250" b="1">
                <a:solidFill>
                  <a:srgbClr val="52616A"/>
                </a:solidFill>
                <a:latin typeface="Yu Gothic"/>
                <a:ea typeface="Yu Gothic"/>
                <a:cs typeface="Yu Gothic"/>
              </a:defRPr>
            </a:lvl1pPr>
            <a:lvl2pPr algn="l">
              <a:defRPr sz="2250" b="1">
                <a:solidFill>
                  <a:srgbClr val="52616A"/>
                </a:solidFill>
                <a:latin typeface="Yu Gothic"/>
                <a:ea typeface="Yu Gothic"/>
                <a:cs typeface="Yu Gothic"/>
              </a:defRPr>
            </a:lvl2pPr>
            <a:lvl3pPr algn="l">
              <a:defRPr sz="2250" b="1">
                <a:solidFill>
                  <a:srgbClr val="52616A"/>
                </a:solidFill>
                <a:latin typeface="Yu Gothic"/>
                <a:ea typeface="Yu Gothic"/>
                <a:cs typeface="Yu Gothic"/>
              </a:defRPr>
            </a:lvl3pPr>
            <a:lvl4pPr algn="l">
              <a:defRPr sz="2250" b="1">
                <a:solidFill>
                  <a:srgbClr val="52616A"/>
                </a:solidFill>
                <a:latin typeface="Yu Gothic"/>
                <a:ea typeface="Yu Gothic"/>
                <a:cs typeface="Yu Gothic"/>
              </a:defRPr>
            </a:lvl4pPr>
            <a:lvl5pPr algn="l">
              <a:defRPr sz="2250" b="1">
                <a:solidFill>
                  <a:srgbClr val="52616A"/>
                </a:solidFill>
                <a:latin typeface="Yu Gothic"/>
                <a:ea typeface="Yu Gothic"/>
                <a:cs typeface="Yu Gothic"/>
              </a:defRPr>
            </a:lvl5pPr>
            <a:lvl6pPr algn="l">
              <a:defRPr sz="2250" b="1">
                <a:solidFill>
                  <a:srgbClr val="52616A"/>
                </a:solidFill>
                <a:latin typeface="Yu Gothic"/>
                <a:ea typeface="Yu Gothic"/>
                <a:cs typeface="Yu Gothic"/>
              </a:defRPr>
            </a:lvl6pPr>
            <a:lvl7pPr algn="l">
              <a:defRPr sz="2250" b="1">
                <a:solidFill>
                  <a:srgbClr val="52616A"/>
                </a:solidFill>
                <a:latin typeface="Yu Gothic"/>
                <a:ea typeface="Yu Gothic"/>
                <a:cs typeface="Yu Gothic"/>
              </a:defRPr>
            </a:lvl7pPr>
            <a:lvl8pPr algn="l">
              <a:defRPr sz="2250" b="1">
                <a:solidFill>
                  <a:srgbClr val="52616A"/>
                </a:solidFill>
                <a:latin typeface="Yu Gothic"/>
                <a:ea typeface="Yu Gothic"/>
                <a:cs typeface="Yu Gothic"/>
              </a:defRPr>
            </a:lvl8pPr>
            <a:lvl9pPr algn="l">
              <a:defRPr sz="2250" b="1">
                <a:solidFill>
                  <a:srgbClr val="52616A"/>
                </a:solidFill>
                <a:latin typeface="Yu Gothic"/>
                <a:ea typeface="Yu Gothic"/>
                <a:cs typeface="Yu Gothic"/>
              </a:defRPr>
            </a:lvl9pPr>
          </a:lstStyle>
          <a:p xmlns:a="http://schemas.openxmlformats.org/drawingml/2006/main">
            <a:pPr algn="l">
              <a:defRPr sz="2250" b="1">
                <a:solidFill>
                  <a:srgbClr val="52616A"/>
                </a:solidFill>
                <a:latin typeface="Yu Gothic"/>
                <a:ea typeface="Yu Gothic"/>
                <a:cs typeface="Yu Gothic"/>
              </a:defRPr>
            </a:pPr>
            <a:r>
              <a:rPr sz="2250" b="1">
                <a:solidFill>
                  <a:srgbClr val="52616A"/>
                </a:solidFill>
                <a:latin typeface="Yu Gothic"/>
                <a:ea typeface="Yu Gothic"/>
                <a:cs typeface="Yu Gothic"/>
              </a:rPr>
              <a:t>点検前に平均で食い違いを隠さない</a:t>
            </a:r>
          </a:p>
        </p:txBody>
      </p:sp>
      <p:graphicFrame>
        <p:nvGraphicFramePr>
          <p:cNvPr id="8" name="">
            <a:extLst xmlns:a="http://schemas.openxmlformats.org/drawingml/2006/main">
              <a:ext uri="{FF2B5EF4-FFF2-40B4-BE49-F238E27FC236}">
                <a16:creationId xmlns:a16="http://schemas.microsoft.com/office/drawing/2014/main" id="{55D35A02-BDE4-4913-B5A0-98EFDCFF823E}"/>
              </a:ext>
            </a:extLst>
          </p:cNvPr>
          <p:cNvGraphicFramePr/>
          <p:nvPr/>
        </p:nvGraphicFramePr>
        <p:xfrm>
          <a:off xmlns:a="http://schemas.openxmlformats.org/drawingml/2006/main" x="723900" y="2381250"/>
          <a:ext xmlns:a="http://schemas.openxmlformats.org/drawingml/2006/main" cx="10744200" cy="2762250"/>
        </p:xfrm>
        <a:graphic xmlns:a="http://schemas.openxmlformats.org/drawingml/2006/main">
          <a:graphicData uri="http://schemas.openxmlformats.org/drawingml/2006/table">
            <a:tbl>
              <a:tblPr/>
              <a:tblGrid>
                <a:gridCol w="2363724"/>
                <a:gridCol w="5157216"/>
                <a:gridCol w="3223260"/>
              </a:tblGrid>
              <a:tr h="552450">
                <a:tc>
                  <a:txBody>
                    <a:bodyPr wrap="square" lIns="57150" tIns="57150" rIns="57150" bIns="57150">
                      <a:noAutofit/>
                    </a:bodyPr>
                    <a:lstStyle/>
                    <a:p>
                      <a:pPr algn="ctr"/>
                      <a:r>
                        <a:rPr sz="1950" b="1">
                          <a:solidFill>
                            <a:srgbClr val="FFFFFF"/>
                          </a:solidFill>
                          <a:latin typeface="Yu Gothic"/>
                          <a:ea typeface="Yu Gothic"/>
                          <a:cs typeface="Yu Gothic"/>
                        </a:rPr>
                        <a:t>対回・方向</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倍角D</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較差C</a:t>
                      </a:r>
                    </a:p>
                  </a:txBody>
                  <a:tcPr marL="91440" marR="91440" marT="45720" marB="45720" anchor="ctr">
                    <a:solidFill>
                      <a:srgbClr val="166B68"/>
                    </a:solidFill>
                  </a:tcPr>
                </a:tc>
              </a:tr>
              <a:tr h="552450">
                <a:tc>
                  <a:txBody>
                    <a:bodyPr wrap="square" lIns="57150" tIns="57150" rIns="57150" bIns="57150">
                      <a:noAutofit/>
                    </a:bodyPr>
                    <a:lstStyle/>
                    <a:p>
                      <a:pPr algn="ctr"/>
                      <a:r>
                        <a:rPr sz="1950" b="0">
                          <a:solidFill>
                            <a:srgbClr val="182B33"/>
                          </a:solidFill>
                          <a:latin typeface="Yu Gothic"/>
                          <a:ea typeface="Yu Gothic"/>
                          <a:cs typeface="Yu Gothic"/>
                        </a:rPr>
                        <a:t>1・B</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124°28′32″</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＋4″</a:t>
                      </a:r>
                    </a:p>
                  </a:txBody>
                  <a:tcPr marL="91440" marR="91440" marT="45720" marB="45720" anchor="ctr"/>
                </a:tc>
              </a:tr>
              <a:tr h="552450">
                <a:tc>
                  <a:txBody>
                    <a:bodyPr wrap="square" lIns="57150" tIns="57150" rIns="57150" bIns="57150">
                      <a:noAutofit/>
                    </a:bodyPr>
                    <a:lstStyle/>
                    <a:p>
                      <a:pPr algn="ctr"/>
                      <a:r>
                        <a:rPr sz="1950" b="0">
                          <a:solidFill>
                            <a:srgbClr val="182B33"/>
                          </a:solidFill>
                          <a:latin typeface="Yu Gothic"/>
                          <a:ea typeface="Yu Gothic"/>
                          <a:cs typeface="Yu Gothic"/>
                        </a:rPr>
                        <a:t>2・B</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124°28′30″</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＋2″</a:t>
                      </a:r>
                    </a:p>
                  </a:txBody>
                  <a:tcPr marL="91440" marR="91440" marT="45720" marB="45720" anchor="ctr"/>
                </a:tc>
              </a:tr>
              <a:tr h="552450">
                <a:tc>
                  <a:txBody>
                    <a:bodyPr wrap="square" lIns="57150" tIns="57150" rIns="57150" bIns="57150">
                      <a:noAutofit/>
                    </a:bodyPr>
                    <a:lstStyle/>
                    <a:p>
                      <a:pPr algn="ctr"/>
                      <a:r>
                        <a:rPr sz="1950" b="0">
                          <a:solidFill>
                            <a:srgbClr val="182B33"/>
                          </a:solidFill>
                          <a:latin typeface="Yu Gothic"/>
                          <a:ea typeface="Yu Gothic"/>
                          <a:cs typeface="Yu Gothic"/>
                        </a:rPr>
                        <a:t>1・C</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257°04′36″</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＋4″</a:t>
                      </a:r>
                    </a:p>
                  </a:txBody>
                  <a:tcPr marL="91440" marR="91440" marT="45720" marB="45720" anchor="ctr"/>
                </a:tc>
              </a:tr>
              <a:tr h="552450">
                <a:tc>
                  <a:txBody>
                    <a:bodyPr wrap="square" lIns="57150" tIns="57150" rIns="57150" bIns="57150">
                      <a:noAutofit/>
                    </a:bodyPr>
                    <a:lstStyle/>
                    <a:p>
                      <a:pPr algn="ctr"/>
                      <a:r>
                        <a:rPr sz="1950" b="0">
                          <a:solidFill>
                            <a:srgbClr val="182B33"/>
                          </a:solidFill>
                          <a:latin typeface="Yu Gothic"/>
                          <a:ea typeface="Yu Gothic"/>
                          <a:cs typeface="Yu Gothic"/>
                        </a:rPr>
                        <a:t>2・C</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257°04′52″</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−4″</a:t>
                      </a:r>
                    </a:p>
                  </a:txBody>
                  <a:tcPr marL="91440" marR="91440" marT="45720" marB="45720" anchor="ctr"/>
                </a:tc>
              </a:tr>
            </a:tbl>
          </a:graphicData>
        </a:graphic>
      </p:graphicFrame>
    </p:spTree>
    <p:extLst>
      <p:ext uri="{BB962C8B-B14F-4D97-AF65-F5344CB8AC3E}">
        <p14:creationId xmlns:p14="http://schemas.microsoft.com/office/powerpoint/2010/main" val="1639124264"/>
      </p:ext>
    </p:extLst>
  </p:cSld>
</p:sld>
</file>

<file path=ppt/slides/slide53.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5FF742A-BA9A-48A8-9CB0-2E949B964F0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1F8A92FB-0A7B-4B80-8147-6E0DDB257734}"/>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付録A 演習解答｜標準90分の外</a:t>
            </a:r>
          </a:p>
        </p:txBody>
      </p:sp>
      <p:sp>
        <p:nvSpPr>
          <p:cNvPr id="3" name="">
            <a:extLst xmlns:a="http://schemas.openxmlformats.org/drawingml/2006/main">
              <a:ext uri="{FF2B5EF4-FFF2-40B4-BE49-F238E27FC236}">
                <a16:creationId xmlns:a16="http://schemas.microsoft.com/office/drawing/2014/main" id="{303617E6-6D9A-496B-BBD1-6277BEF2E6DB}"/>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問1解答：Bは採用、Cは再測</a:t>
            </a:r>
          </a:p>
        </p:txBody>
      </p:sp>
      <p:sp>
        <p:nvSpPr>
          <p:cNvPr id="4" name="">
            <a:extLst xmlns:a="http://schemas.openxmlformats.org/drawingml/2006/main">
              <a:ext uri="{FF2B5EF4-FFF2-40B4-BE49-F238E27FC236}">
                <a16:creationId xmlns:a16="http://schemas.microsoft.com/office/drawing/2014/main" id="{3A35F173-02B9-4FD1-A0EC-974268F89854}"/>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CB9A2014-DC65-43EF-8069-D39308E6D344}"/>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3B11160E-D535-4502-BD4E-35122BB1474C}"/>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53</a:t>
            </a:r>
          </a:p>
        </p:txBody>
      </p:sp>
      <p:sp>
        <p:nvSpPr>
          <p:cNvPr id="7" name="">
            <a:extLst xmlns:a="http://schemas.openxmlformats.org/drawingml/2006/main">
              <a:ext uri="{FF2B5EF4-FFF2-40B4-BE49-F238E27FC236}">
                <a16:creationId xmlns:a16="http://schemas.microsoft.com/office/drawing/2014/main" id="{CF0423C7-983B-4B14-A3E2-34E8D404EABF}"/>
              </a:ext>
            </a:extLst>
          </p:cNvPr>
          <p:cNvSpPr>
            <a:spLocks xmlns:a="http://schemas.openxmlformats.org/drawingml/2006/main" noGrp="1"/>
          </p:cNvSpPr>
          <p:nvPr/>
        </p:nvSpPr>
        <p:spPr>
          <a:xfrm xmlns:a="http://schemas.openxmlformats.org/drawingml/2006/main">
            <a:off x="723900" y="157162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52616A"/>
                </a:solidFill>
                <a:latin typeface="Yu Gothic"/>
                <a:ea typeface="Yu Gothic"/>
                <a:cs typeface="Yu Gothic"/>
              </a:defRPr>
            </a:defPPr>
            <a:lvl1pPr algn="l">
              <a:defRPr sz="2250" b="1">
                <a:solidFill>
                  <a:srgbClr val="52616A"/>
                </a:solidFill>
                <a:latin typeface="Yu Gothic"/>
                <a:ea typeface="Yu Gothic"/>
                <a:cs typeface="Yu Gothic"/>
              </a:defRPr>
            </a:lvl1pPr>
            <a:lvl2pPr algn="l">
              <a:defRPr sz="2250" b="1">
                <a:solidFill>
                  <a:srgbClr val="52616A"/>
                </a:solidFill>
                <a:latin typeface="Yu Gothic"/>
                <a:ea typeface="Yu Gothic"/>
                <a:cs typeface="Yu Gothic"/>
              </a:defRPr>
            </a:lvl2pPr>
            <a:lvl3pPr algn="l">
              <a:defRPr sz="2250" b="1">
                <a:solidFill>
                  <a:srgbClr val="52616A"/>
                </a:solidFill>
                <a:latin typeface="Yu Gothic"/>
                <a:ea typeface="Yu Gothic"/>
                <a:cs typeface="Yu Gothic"/>
              </a:defRPr>
            </a:lvl3pPr>
            <a:lvl4pPr algn="l">
              <a:defRPr sz="2250" b="1">
                <a:solidFill>
                  <a:srgbClr val="52616A"/>
                </a:solidFill>
                <a:latin typeface="Yu Gothic"/>
                <a:ea typeface="Yu Gothic"/>
                <a:cs typeface="Yu Gothic"/>
              </a:defRPr>
            </a:lvl4pPr>
            <a:lvl5pPr algn="l">
              <a:defRPr sz="2250" b="1">
                <a:solidFill>
                  <a:srgbClr val="52616A"/>
                </a:solidFill>
                <a:latin typeface="Yu Gothic"/>
                <a:ea typeface="Yu Gothic"/>
                <a:cs typeface="Yu Gothic"/>
              </a:defRPr>
            </a:lvl5pPr>
            <a:lvl6pPr algn="l">
              <a:defRPr sz="2250" b="1">
                <a:solidFill>
                  <a:srgbClr val="52616A"/>
                </a:solidFill>
                <a:latin typeface="Yu Gothic"/>
                <a:ea typeface="Yu Gothic"/>
                <a:cs typeface="Yu Gothic"/>
              </a:defRPr>
            </a:lvl6pPr>
            <a:lvl7pPr algn="l">
              <a:defRPr sz="2250" b="1">
                <a:solidFill>
                  <a:srgbClr val="52616A"/>
                </a:solidFill>
                <a:latin typeface="Yu Gothic"/>
                <a:ea typeface="Yu Gothic"/>
                <a:cs typeface="Yu Gothic"/>
              </a:defRPr>
            </a:lvl7pPr>
            <a:lvl8pPr algn="l">
              <a:defRPr sz="2250" b="1">
                <a:solidFill>
                  <a:srgbClr val="52616A"/>
                </a:solidFill>
                <a:latin typeface="Yu Gothic"/>
                <a:ea typeface="Yu Gothic"/>
                <a:cs typeface="Yu Gothic"/>
              </a:defRPr>
            </a:lvl8pPr>
            <a:lvl9pPr algn="l">
              <a:defRPr sz="2250" b="1">
                <a:solidFill>
                  <a:srgbClr val="52616A"/>
                </a:solidFill>
                <a:latin typeface="Yu Gothic"/>
                <a:ea typeface="Yu Gothic"/>
                <a:cs typeface="Yu Gothic"/>
              </a:defRPr>
            </a:lvl9pPr>
          </a:lstStyle>
          <a:p xmlns:a="http://schemas.openxmlformats.org/drawingml/2006/main">
            <a:pPr algn="l">
              <a:defRPr sz="2250" b="1">
                <a:solidFill>
                  <a:srgbClr val="52616A"/>
                </a:solidFill>
                <a:latin typeface="Yu Gothic"/>
                <a:ea typeface="Yu Gothic"/>
                <a:cs typeface="Yu Gothic"/>
              </a:defRPr>
            </a:pPr>
            <a:r>
              <a:rPr sz="2250" b="1">
                <a:solidFill>
                  <a:srgbClr val="52616A"/>
                </a:solidFill>
                <a:latin typeface="Yu Gothic"/>
                <a:ea typeface="Yu Gothic"/>
                <a:cs typeface="Yu Gothic"/>
              </a:rPr>
              <a:t>倍角差10″以下・観測差8″以下（仮基準）</a:t>
            </a:r>
          </a:p>
        </p:txBody>
      </p:sp>
      <p:graphicFrame>
        <p:nvGraphicFramePr>
          <p:cNvPr id="8" name="">
            <a:extLst xmlns:a="http://schemas.openxmlformats.org/drawingml/2006/main">
              <a:ext uri="{FF2B5EF4-FFF2-40B4-BE49-F238E27FC236}">
                <a16:creationId xmlns:a16="http://schemas.microsoft.com/office/drawing/2014/main" id="{0E4FE7E3-671D-4E90-8EB4-BF8A2852159C}"/>
              </a:ext>
            </a:extLst>
          </p:cNvPr>
          <p:cNvGraphicFramePr/>
          <p:nvPr/>
        </p:nvGraphicFramePr>
        <p:xfrm>
          <a:off xmlns:a="http://schemas.openxmlformats.org/drawingml/2006/main" x="723900" y="2381250"/>
          <a:ext xmlns:a="http://schemas.openxmlformats.org/drawingml/2006/main" cx="10744200" cy="2762250"/>
        </p:xfrm>
        <a:graphic xmlns:a="http://schemas.openxmlformats.org/drawingml/2006/main">
          <a:graphicData uri="http://schemas.openxmlformats.org/drawingml/2006/table">
            <a:tbl>
              <a:tblPr/>
              <a:tblGrid>
                <a:gridCol w="1611630"/>
                <a:gridCol w="2686050"/>
                <a:gridCol w="2686050"/>
                <a:gridCol w="3760470"/>
              </a:tblGrid>
              <a:tr h="920750">
                <a:tc>
                  <a:txBody>
                    <a:bodyPr wrap="square" lIns="57150" tIns="57150" rIns="57150" bIns="57150">
                      <a:noAutofit/>
                    </a:bodyPr>
                    <a:lstStyle/>
                    <a:p>
                      <a:pPr algn="ctr"/>
                      <a:r>
                        <a:rPr sz="1950" b="1">
                          <a:solidFill>
                            <a:srgbClr val="FFFFFF"/>
                          </a:solidFill>
                          <a:latin typeface="Yu Gothic"/>
                          <a:ea typeface="Yu Gothic"/>
                          <a:cs typeface="Yu Gothic"/>
                        </a:rPr>
                        <a:t>方向</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倍角差</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観測差</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判断</a:t>
                      </a:r>
                    </a:p>
                  </a:txBody>
                  <a:tcPr marL="91440" marR="91440" marT="45720" marB="45720" anchor="ctr">
                    <a:solidFill>
                      <a:srgbClr val="166B68"/>
                    </a:solidFill>
                  </a:tcPr>
                </a:tc>
              </a:tr>
              <a:tr h="920750">
                <a:tc>
                  <a:txBody>
                    <a:bodyPr wrap="square" lIns="57150" tIns="57150" rIns="57150" bIns="57150">
                      <a:noAutofit/>
                    </a:bodyPr>
                    <a:lstStyle/>
                    <a:p>
                      <a:pPr algn="ctr"/>
                      <a:r>
                        <a:rPr sz="1950" b="0">
                          <a:solidFill>
                            <a:srgbClr val="182B33"/>
                          </a:solidFill>
                          <a:latin typeface="Yu Gothic"/>
                          <a:ea typeface="Yu Gothic"/>
                          <a:cs typeface="Yu Gothic"/>
                        </a:rPr>
                        <a:t>B</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2″</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2″</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採用</a:t>
                      </a:r>
                    </a:p>
                  </a:txBody>
                  <a:tcPr marL="91440" marR="91440" marT="45720" marB="45720" anchor="ctr"/>
                </a:tc>
              </a:tr>
              <a:tr h="920750">
                <a:tc>
                  <a:txBody>
                    <a:bodyPr wrap="square" lIns="57150" tIns="57150" rIns="57150" bIns="57150">
                      <a:noAutofit/>
                    </a:bodyPr>
                    <a:lstStyle/>
                    <a:p>
                      <a:pPr algn="ctr"/>
                      <a:r>
                        <a:rPr sz="1950" b="0">
                          <a:solidFill>
                            <a:srgbClr val="182B33"/>
                          </a:solidFill>
                          <a:latin typeface="Yu Gothic"/>
                          <a:ea typeface="Yu Gothic"/>
                          <a:cs typeface="Yu Gothic"/>
                        </a:rPr>
                        <a:t>C</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16″</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8″</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再測</a:t>
                      </a:r>
                    </a:p>
                  </a:txBody>
                  <a:tcPr marL="91440" marR="91440" marT="45720" marB="45720" anchor="ctr"/>
                </a:tc>
              </a:tr>
            </a:tbl>
          </a:graphicData>
        </a:graphic>
      </p:graphicFrame>
      <p:sp>
        <p:nvSpPr>
          <p:cNvPr id="9" name="">
            <a:extLst xmlns:a="http://schemas.openxmlformats.org/drawingml/2006/main">
              <a:ext uri="{FF2B5EF4-FFF2-40B4-BE49-F238E27FC236}">
                <a16:creationId xmlns:a16="http://schemas.microsoft.com/office/drawing/2014/main" id="{38B9AFB4-7D48-4D3C-A2C7-173AE522CACD}"/>
              </a:ext>
            </a:extLst>
          </p:cNvPr>
          <p:cNvSpPr>
            <a:spLocks xmlns:a="http://schemas.openxmlformats.org/drawingml/2006/main" noGrp="1"/>
          </p:cNvSpPr>
          <p:nvPr/>
        </p:nvSpPr>
        <p:spPr>
          <a:xfrm xmlns:a="http://schemas.openxmlformats.org/drawingml/2006/main">
            <a:off x="1085850" y="5619750"/>
            <a:ext cx="10058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0">
                <a:solidFill>
                  <a:srgbClr val="182B33"/>
                </a:solidFill>
                <a:latin typeface="Yu Gothic"/>
                <a:ea typeface="Yu Gothic"/>
                <a:cs typeface="Yu Gothic"/>
              </a:defRPr>
            </a:defPPr>
            <a:lvl1pPr algn="l">
              <a:defRPr sz="2025" b="0">
                <a:solidFill>
                  <a:srgbClr val="182B33"/>
                </a:solidFill>
                <a:latin typeface="Yu Gothic"/>
                <a:ea typeface="Yu Gothic"/>
                <a:cs typeface="Yu Gothic"/>
              </a:defRPr>
            </a:lvl1pPr>
            <a:lvl2pPr algn="l">
              <a:defRPr sz="2025" b="0">
                <a:solidFill>
                  <a:srgbClr val="182B33"/>
                </a:solidFill>
                <a:latin typeface="Yu Gothic"/>
                <a:ea typeface="Yu Gothic"/>
                <a:cs typeface="Yu Gothic"/>
              </a:defRPr>
            </a:lvl2pPr>
            <a:lvl3pPr algn="l">
              <a:defRPr sz="2025" b="0">
                <a:solidFill>
                  <a:srgbClr val="182B33"/>
                </a:solidFill>
                <a:latin typeface="Yu Gothic"/>
                <a:ea typeface="Yu Gothic"/>
                <a:cs typeface="Yu Gothic"/>
              </a:defRPr>
            </a:lvl3pPr>
            <a:lvl4pPr algn="l">
              <a:defRPr sz="2025" b="0">
                <a:solidFill>
                  <a:srgbClr val="182B33"/>
                </a:solidFill>
                <a:latin typeface="Yu Gothic"/>
                <a:ea typeface="Yu Gothic"/>
                <a:cs typeface="Yu Gothic"/>
              </a:defRPr>
            </a:lvl4pPr>
            <a:lvl5pPr algn="l">
              <a:defRPr sz="2025" b="0">
                <a:solidFill>
                  <a:srgbClr val="182B33"/>
                </a:solidFill>
                <a:latin typeface="Yu Gothic"/>
                <a:ea typeface="Yu Gothic"/>
                <a:cs typeface="Yu Gothic"/>
              </a:defRPr>
            </a:lvl5pPr>
            <a:lvl6pPr algn="l">
              <a:defRPr sz="2025" b="0">
                <a:solidFill>
                  <a:srgbClr val="182B33"/>
                </a:solidFill>
                <a:latin typeface="Yu Gothic"/>
                <a:ea typeface="Yu Gothic"/>
                <a:cs typeface="Yu Gothic"/>
              </a:defRPr>
            </a:lvl6pPr>
            <a:lvl7pPr algn="l">
              <a:defRPr sz="2025" b="0">
                <a:solidFill>
                  <a:srgbClr val="182B33"/>
                </a:solidFill>
                <a:latin typeface="Yu Gothic"/>
                <a:ea typeface="Yu Gothic"/>
                <a:cs typeface="Yu Gothic"/>
              </a:defRPr>
            </a:lvl7pPr>
            <a:lvl8pPr algn="l">
              <a:defRPr sz="2025" b="0">
                <a:solidFill>
                  <a:srgbClr val="182B33"/>
                </a:solidFill>
                <a:latin typeface="Yu Gothic"/>
                <a:ea typeface="Yu Gothic"/>
                <a:cs typeface="Yu Gothic"/>
              </a:defRPr>
            </a:lvl8pPr>
            <a:lvl9pPr algn="l">
              <a:defRPr sz="2025" b="0">
                <a:solidFill>
                  <a:srgbClr val="182B33"/>
                </a:solidFill>
                <a:latin typeface="Yu Gothic"/>
                <a:ea typeface="Yu Gothic"/>
                <a:cs typeface="Yu Gothic"/>
              </a:defRPr>
            </a:lvl9pPr>
          </a:lstStyle>
          <a:p xmlns:a="http://schemas.openxmlformats.org/drawingml/2006/main">
            <a:pPr algn="l">
              <a:defRPr sz="2025" b="0">
                <a:solidFill>
                  <a:srgbClr val="182B33"/>
                </a:solidFill>
                <a:latin typeface="Yu Gothic"/>
                <a:ea typeface="Yu Gothic"/>
                <a:cs typeface="Yu Gothic"/>
              </a:defRPr>
            </a:pPr>
            <a:r>
              <a:rPr sz="2025" b="0">
                <a:solidFill>
                  <a:srgbClr val="182B33"/>
                </a:solidFill>
                <a:latin typeface="Yu Gothic"/>
                <a:ea typeface="Yu Gothic"/>
                <a:cs typeface="Yu Gothic"/>
              </a:rPr>
              <a:t>Bの採用値＝62°14′15.5″</a:t>
            </a:r>
          </a:p>
        </p:txBody>
      </p:sp>
    </p:spTree>
    <p:extLst>
      <p:ext uri="{BB962C8B-B14F-4D97-AF65-F5344CB8AC3E}">
        <p14:creationId xmlns:p14="http://schemas.microsoft.com/office/powerpoint/2010/main" val="769766553"/>
      </p:ext>
    </p:extLst>
  </p:cSld>
</p:sld>
</file>

<file path=ppt/slides/slide54.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 name="">
            <a:extLst xmlns:a="http://schemas.openxmlformats.org/drawingml/2006/main">
              <a:ext uri="{FF2B5EF4-FFF2-40B4-BE49-F238E27FC236}">
                <a16:creationId xmlns:a16="http://schemas.microsoft.com/office/drawing/2014/main" id="{0003AD06-7CFD-495F-8F43-7B6A026FA34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A053D021-EFD4-40FF-B678-96D7912C211E}"/>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付録A 演習解答｜標準90分の外</a:t>
            </a:r>
          </a:p>
        </p:txBody>
      </p:sp>
      <p:sp>
        <p:nvSpPr>
          <p:cNvPr id="3" name="">
            <a:extLst xmlns:a="http://schemas.openxmlformats.org/drawingml/2006/main">
              <a:ext uri="{FF2B5EF4-FFF2-40B4-BE49-F238E27FC236}">
                <a16:creationId xmlns:a16="http://schemas.microsoft.com/office/drawing/2014/main" id="{25C0847A-351F-4207-8B2A-60DA4D120412}"/>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問2解答：Eが直角だから、90°から引く</a:t>
            </a:r>
          </a:p>
        </p:txBody>
      </p:sp>
      <p:sp>
        <p:nvSpPr>
          <p:cNvPr id="4" name="">
            <a:extLst xmlns:a="http://schemas.openxmlformats.org/drawingml/2006/main">
              <a:ext uri="{FF2B5EF4-FFF2-40B4-BE49-F238E27FC236}">
                <a16:creationId xmlns:a16="http://schemas.microsoft.com/office/drawing/2014/main" id="{48E63D16-7DC0-4DB8-BCE8-BA38C5F0FE03}"/>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E0AE958C-7EAA-4611-80F7-E68E14F6C6BC}"/>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00323657-9887-4029-AAB9-A0D6C722EC1E}"/>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54</a:t>
            </a:r>
          </a:p>
        </p:txBody>
      </p:sp>
      <p:sp>
        <p:nvSpPr>
          <p:cNvPr id="7" name="">
            <a:extLst xmlns:a="http://schemas.openxmlformats.org/drawingml/2006/main">
              <a:ext uri="{FF2B5EF4-FFF2-40B4-BE49-F238E27FC236}">
                <a16:creationId xmlns:a16="http://schemas.microsoft.com/office/drawing/2014/main" id="{E0C2CB7E-A69B-40AB-9B7F-034057AB1896}"/>
              </a:ext>
            </a:extLst>
          </p:cNvPr>
          <p:cNvSpPr>
            <a:spLocks xmlns:a="http://schemas.openxmlformats.org/drawingml/2006/main" noGrp="1"/>
          </p:cNvSpPr>
          <p:nvPr/>
        </p:nvSpPr>
        <p:spPr>
          <a:xfrm xmlns:a="http://schemas.openxmlformats.org/drawingml/2006/main">
            <a:off x="1143000" y="1714500"/>
            <a:ext cx="4819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δ＝tan⁻¹(1/100)＝0.5729386977°</a:t>
            </a:r>
          </a:p>
        </p:txBody>
      </p:sp>
      <p:sp>
        <p:nvSpPr>
          <p:cNvPr id="8" name="">
            <a:extLst xmlns:a="http://schemas.openxmlformats.org/drawingml/2006/main">
              <a:ext uri="{FF2B5EF4-FFF2-40B4-BE49-F238E27FC236}">
                <a16:creationId xmlns:a16="http://schemas.microsoft.com/office/drawing/2014/main" id="{625F144D-11D4-4FDC-93DC-86CD7F0E978E}"/>
              </a:ext>
            </a:extLst>
          </p:cNvPr>
          <p:cNvSpPr>
            <a:spLocks xmlns:a="http://schemas.openxmlformats.org/drawingml/2006/main" noGrp="1"/>
          </p:cNvSpPr>
          <p:nvPr/>
        </p:nvSpPr>
        <p:spPr>
          <a:xfrm xmlns:a="http://schemas.openxmlformats.org/drawingml/2006/main">
            <a:off x="1143000" y="2286000"/>
            <a:ext cx="4819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Oの角＝90°−δ＝89.4270613023°</a:t>
            </a:r>
          </a:p>
        </p:txBody>
      </p:sp>
      <p:sp>
        <p:nvSpPr>
          <p:cNvPr id="9" name="">
            <a:extLst xmlns:a="http://schemas.openxmlformats.org/drawingml/2006/main">
              <a:ext uri="{FF2B5EF4-FFF2-40B4-BE49-F238E27FC236}">
                <a16:creationId xmlns:a16="http://schemas.microsoft.com/office/drawing/2014/main" id="{979D057F-C1F1-4873-881B-A76246CC5A2D}"/>
              </a:ext>
            </a:extLst>
          </p:cNvPr>
          <p:cNvSpPr>
            <a:spLocks xmlns:a="http://schemas.openxmlformats.org/drawingml/2006/main" noGrp="1"/>
          </p:cNvSpPr>
          <p:nvPr/>
        </p:nvSpPr>
        <p:spPr>
          <a:xfrm xmlns:a="http://schemas.openxmlformats.org/drawingml/2006/main">
            <a:off x="1143000" y="2857500"/>
            <a:ext cx="4819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角補正＝Oの角−90°</a:t>
            </a:r>
          </a:p>
        </p:txBody>
      </p:sp>
      <p:sp>
        <p:nvSpPr>
          <p:cNvPr id="10" name="">
            <a:extLst xmlns:a="http://schemas.openxmlformats.org/drawingml/2006/main">
              <a:ext uri="{FF2B5EF4-FFF2-40B4-BE49-F238E27FC236}">
                <a16:creationId xmlns:a16="http://schemas.microsoft.com/office/drawing/2014/main" id="{DF1CC963-7206-4E57-B7DE-F91956739470}"/>
              </a:ext>
            </a:extLst>
          </p:cNvPr>
          <p:cNvSpPr>
            <a:spLocks xmlns:a="http://schemas.openxmlformats.org/drawingml/2006/main" noGrp="1"/>
          </p:cNvSpPr>
          <p:nvPr/>
        </p:nvSpPr>
        <p:spPr>
          <a:xfrm xmlns:a="http://schemas.openxmlformats.org/drawingml/2006/main">
            <a:off x="781050" y="5219700"/>
            <a:ext cx="51911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89°25′37.4″</a:t>
            </a:r>
          </a:p>
        </p:txBody>
      </p:sp>
      <p:sp>
        <p:nvSpPr>
          <p:cNvPr id="11" name="">
            <a:extLst xmlns:a="http://schemas.openxmlformats.org/drawingml/2006/main">
              <a:ext uri="{FF2B5EF4-FFF2-40B4-BE49-F238E27FC236}">
                <a16:creationId xmlns:a16="http://schemas.microsoft.com/office/drawing/2014/main" id="{465F867C-E9FD-4DDB-A04A-9355F9AC5D79}"/>
              </a:ext>
            </a:extLst>
          </p:cNvPr>
          <p:cNvSpPr>
            <a:spLocks xmlns:a="http://schemas.openxmlformats.org/drawingml/2006/main" noGrp="1"/>
          </p:cNvSpPr>
          <p:nvPr/>
        </p:nvSpPr>
        <p:spPr>
          <a:xfrm xmlns:a="http://schemas.openxmlformats.org/drawingml/2006/main">
            <a:off x="7475220" y="2394585"/>
            <a:ext cx="1188720" cy="2240280"/>
          </a:xfrm>
          <a:custGeom xmlns:a="http://schemas.openxmlformats.org/drawingml/2006/main">
            <a:pathLst>
              <a:path w="1188720" h="2240280">
                <a:moveTo>
                  <a:pt x="0" y="2240280"/>
                </a:moveTo>
                <a:lnTo>
                  <a:pt x="1188720" y="0"/>
                </a:lnTo>
              </a:path>
            </a:pathLst>
          </a:custGeom>
          <a:noFill xmlns:a="http://schemas.openxmlformats.org/drawingml/2006/main"/>
          <a:ln xmlns:a="http://schemas.openxmlformats.org/drawingml/2006/main" w="38100">
            <a:solidFill>
              <a:srgbClr val="166B68"/>
            </a:solidFill>
            <a:prstDash val="solid"/>
          </a:ln>
        </p:spPr>
      </p:sp>
      <p:sp>
        <p:nvSpPr>
          <p:cNvPr id="12" name="">
            <a:extLst xmlns:a="http://schemas.openxmlformats.org/drawingml/2006/main">
              <a:ext uri="{FF2B5EF4-FFF2-40B4-BE49-F238E27FC236}">
                <a16:creationId xmlns:a16="http://schemas.microsoft.com/office/drawing/2014/main" id="{8B22E0F7-3363-4BE0-B6BA-AC6BB7EC5125}"/>
              </a:ext>
            </a:extLst>
          </p:cNvPr>
          <p:cNvSpPr>
            <a:spLocks xmlns:a="http://schemas.openxmlformats.org/drawingml/2006/main" noGrp="1"/>
          </p:cNvSpPr>
          <p:nvPr/>
        </p:nvSpPr>
        <p:spPr>
          <a:xfrm xmlns:a="http://schemas.openxmlformats.org/drawingml/2006/main">
            <a:off x="7475220" y="4634865"/>
            <a:ext cx="3070860" cy="9525"/>
          </a:xfrm>
          <a:custGeom xmlns:a="http://schemas.openxmlformats.org/drawingml/2006/main">
            <a:pathLst>
              <a:path w="3070860" h="9525">
                <a:moveTo>
                  <a:pt x="0" y="0"/>
                </a:moveTo>
                <a:lnTo>
                  <a:pt x="3070860" y="0"/>
                </a:lnTo>
              </a:path>
            </a:pathLst>
          </a:custGeom>
          <a:noFill xmlns:a="http://schemas.openxmlformats.org/drawingml/2006/main"/>
          <a:ln xmlns:a="http://schemas.openxmlformats.org/drawingml/2006/main" w="38100">
            <a:solidFill>
              <a:srgbClr val="166B68"/>
            </a:solidFill>
            <a:prstDash val="solid"/>
          </a:ln>
        </p:spPr>
      </p:sp>
      <p:sp>
        <p:nvSpPr>
          <p:cNvPr id="13" name="">
            <a:extLst xmlns:a="http://schemas.openxmlformats.org/drawingml/2006/main">
              <a:ext uri="{FF2B5EF4-FFF2-40B4-BE49-F238E27FC236}">
                <a16:creationId xmlns:a16="http://schemas.microsoft.com/office/drawing/2014/main" id="{21208882-0F7C-4292-ABE9-F9A2020F5A2A}"/>
              </a:ext>
            </a:extLst>
          </p:cNvPr>
          <p:cNvSpPr>
            <a:spLocks xmlns:a="http://schemas.openxmlformats.org/drawingml/2006/main" noGrp="1"/>
          </p:cNvSpPr>
          <p:nvPr/>
        </p:nvSpPr>
        <p:spPr>
          <a:xfrm xmlns:a="http://schemas.openxmlformats.org/drawingml/2006/main">
            <a:off x="8663940" y="2394585"/>
            <a:ext cx="9525" cy="2240280"/>
          </a:xfrm>
          <a:custGeom xmlns:a="http://schemas.openxmlformats.org/drawingml/2006/main">
            <a:pathLst>
              <a:path w="9525" h="2240280">
                <a:moveTo>
                  <a:pt x="0" y="2240280"/>
                </a:moveTo>
                <a:lnTo>
                  <a:pt x="0" y="0"/>
                </a:lnTo>
              </a:path>
            </a:pathLst>
          </a:custGeom>
          <a:noFill xmlns:a="http://schemas.openxmlformats.org/drawingml/2006/main"/>
          <a:ln xmlns:a="http://schemas.openxmlformats.org/drawingml/2006/main" w="38100">
            <a:solidFill>
              <a:srgbClr val="A94737"/>
            </a:solidFill>
            <a:prstDash val="solid"/>
          </a:ln>
        </p:spPr>
      </p:sp>
      <p:sp>
        <p:nvSpPr>
          <p:cNvPr id="14" name="">
            <a:extLst xmlns:a="http://schemas.openxmlformats.org/drawingml/2006/main">
              <a:ext uri="{FF2B5EF4-FFF2-40B4-BE49-F238E27FC236}">
                <a16:creationId xmlns:a16="http://schemas.microsoft.com/office/drawing/2014/main" id="{5FCDF81D-38F9-4A44-A7A6-63380C65211D}"/>
              </a:ext>
            </a:extLst>
          </p:cNvPr>
          <p:cNvSpPr>
            <a:spLocks xmlns:a="http://schemas.openxmlformats.org/drawingml/2006/main" noGrp="1"/>
          </p:cNvSpPr>
          <p:nvPr/>
        </p:nvSpPr>
        <p:spPr>
          <a:xfrm xmlns:a="http://schemas.openxmlformats.org/drawingml/2006/main">
            <a:off x="8663940" y="4634865"/>
            <a:ext cx="1882140" cy="9525"/>
          </a:xfrm>
          <a:custGeom xmlns:a="http://schemas.openxmlformats.org/drawingml/2006/main">
            <a:pathLst>
              <a:path w="1882140" h="9525">
                <a:moveTo>
                  <a:pt x="0" y="0"/>
                </a:moveTo>
                <a:lnTo>
                  <a:pt x="1882140" y="0"/>
                </a:lnTo>
              </a:path>
            </a:pathLst>
          </a:custGeom>
          <a:noFill xmlns:a="http://schemas.openxmlformats.org/drawingml/2006/main"/>
          <a:ln xmlns:a="http://schemas.openxmlformats.org/drawingml/2006/main" w="38100">
            <a:solidFill>
              <a:srgbClr val="A94737"/>
            </a:solidFill>
            <a:prstDash val="solid"/>
          </a:ln>
        </p:spPr>
      </p:sp>
      <p:sp>
        <p:nvSpPr>
          <p:cNvPr id="15" name="">
            <a:extLst xmlns:a="http://schemas.openxmlformats.org/drawingml/2006/main">
              <a:ext uri="{FF2B5EF4-FFF2-40B4-BE49-F238E27FC236}">
                <a16:creationId xmlns:a16="http://schemas.microsoft.com/office/drawing/2014/main" id="{E02CA4C6-F131-4E07-88C8-2ED66BAD0041}"/>
              </a:ext>
            </a:extLst>
          </p:cNvPr>
          <p:cNvSpPr>
            <a:spLocks xmlns:a="http://schemas.openxmlformats.org/drawingml/2006/main" noGrp="1"/>
          </p:cNvSpPr>
          <p:nvPr/>
        </p:nvSpPr>
        <p:spPr>
          <a:xfrm xmlns:a="http://schemas.openxmlformats.org/drawingml/2006/main">
            <a:off x="8663940" y="4425315"/>
            <a:ext cx="209550" cy="9525"/>
          </a:xfrm>
          <a:custGeom xmlns:a="http://schemas.openxmlformats.org/drawingml/2006/main">
            <a:pathLst>
              <a:path w="209550" h="9525">
                <a:moveTo>
                  <a:pt x="0" y="0"/>
                </a:moveTo>
                <a:lnTo>
                  <a:pt x="209550" y="0"/>
                </a:lnTo>
              </a:path>
            </a:pathLst>
          </a:custGeom>
          <a:noFill xmlns:a="http://schemas.openxmlformats.org/drawingml/2006/main"/>
          <a:ln xmlns:a="http://schemas.openxmlformats.org/drawingml/2006/main" w="19050">
            <a:solidFill>
              <a:srgbClr val="A94737"/>
            </a:solidFill>
            <a:prstDash val="solid"/>
          </a:ln>
        </p:spPr>
      </p:sp>
      <p:sp>
        <p:nvSpPr>
          <p:cNvPr id="16" name="">
            <a:extLst xmlns:a="http://schemas.openxmlformats.org/drawingml/2006/main">
              <a:ext uri="{FF2B5EF4-FFF2-40B4-BE49-F238E27FC236}">
                <a16:creationId xmlns:a16="http://schemas.microsoft.com/office/drawing/2014/main" id="{21AD095A-0A2F-4B58-8E53-04DFD8BF43E2}"/>
              </a:ext>
            </a:extLst>
          </p:cNvPr>
          <p:cNvSpPr>
            <a:spLocks xmlns:a="http://schemas.openxmlformats.org/drawingml/2006/main" noGrp="1"/>
          </p:cNvSpPr>
          <p:nvPr/>
        </p:nvSpPr>
        <p:spPr>
          <a:xfrm xmlns:a="http://schemas.openxmlformats.org/drawingml/2006/main">
            <a:off x="8873490" y="4425315"/>
            <a:ext cx="9525" cy="209550"/>
          </a:xfrm>
          <a:custGeom xmlns:a="http://schemas.openxmlformats.org/drawingml/2006/main">
            <a:pathLst>
              <a:path w="9525" h="209550">
                <a:moveTo>
                  <a:pt x="0" y="0"/>
                </a:moveTo>
                <a:lnTo>
                  <a:pt x="0" y="209550"/>
                </a:lnTo>
              </a:path>
            </a:pathLst>
          </a:custGeom>
          <a:noFill xmlns:a="http://schemas.openxmlformats.org/drawingml/2006/main"/>
          <a:ln xmlns:a="http://schemas.openxmlformats.org/drawingml/2006/main" w="19050">
            <a:solidFill>
              <a:srgbClr val="A94737"/>
            </a:solidFill>
            <a:prstDash val="solid"/>
          </a:ln>
        </p:spPr>
      </p:sp>
      <p:sp>
        <p:nvSpPr>
          <p:cNvPr id="17" name="">
            <a:extLst xmlns:a="http://schemas.openxmlformats.org/drawingml/2006/main">
              <a:ext uri="{FF2B5EF4-FFF2-40B4-BE49-F238E27FC236}">
                <a16:creationId xmlns:a16="http://schemas.microsoft.com/office/drawing/2014/main" id="{2A39AFA6-1609-4A37-84AD-C547C1D1148F}"/>
              </a:ext>
            </a:extLst>
          </p:cNvPr>
          <p:cNvSpPr>
            <a:spLocks xmlns:a="http://schemas.openxmlformats.org/drawingml/2006/main" noGrp="1"/>
          </p:cNvSpPr>
          <p:nvPr/>
        </p:nvSpPr>
        <p:spPr>
          <a:xfrm xmlns:a="http://schemas.openxmlformats.org/drawingml/2006/main">
            <a:off x="7427595" y="4587240"/>
            <a:ext cx="95250" cy="95250"/>
          </a:xfrm>
          <a:prstGeom xmlns:a="http://schemas.openxmlformats.org/drawingml/2006/main" prst="ellipse">
            <a:avLst/>
          </a:prstGeom>
          <a:solidFill xmlns:a="http://schemas.openxmlformats.org/drawingml/2006/main">
            <a:srgbClr val="166B68"/>
          </a:solidFill>
          <a:ln xmlns:a="http://schemas.openxmlformats.org/drawingml/2006/main" w="0">
            <a:solidFill>
              <a:srgbClr val="166B68"/>
            </a:solidFill>
          </a:ln>
        </p:spPr>
      </p:sp>
      <p:sp>
        <p:nvSpPr>
          <p:cNvPr id="18" name="">
            <a:extLst xmlns:a="http://schemas.openxmlformats.org/drawingml/2006/main">
              <a:ext uri="{FF2B5EF4-FFF2-40B4-BE49-F238E27FC236}">
                <a16:creationId xmlns:a16="http://schemas.microsoft.com/office/drawing/2014/main" id="{A7CF38B1-4464-47DA-8585-7CD7C3FC4D6F}"/>
              </a:ext>
            </a:extLst>
          </p:cNvPr>
          <p:cNvSpPr>
            <a:spLocks xmlns:a="http://schemas.openxmlformats.org/drawingml/2006/main" noGrp="1"/>
          </p:cNvSpPr>
          <p:nvPr/>
        </p:nvSpPr>
        <p:spPr>
          <a:xfrm xmlns:a="http://schemas.openxmlformats.org/drawingml/2006/main">
            <a:off x="7256145" y="471106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166B68"/>
                </a:solidFill>
                <a:latin typeface="Yu Gothic"/>
                <a:ea typeface="Yu Gothic"/>
                <a:cs typeface="Yu Gothic"/>
              </a:defRPr>
            </a:defPPr>
            <a:lvl1pPr>
              <a:defRPr sz="1950">
                <a:solidFill>
                  <a:srgbClr val="166B68"/>
                </a:solidFill>
                <a:latin typeface="Yu Gothic"/>
                <a:ea typeface="Yu Gothic"/>
                <a:cs typeface="Yu Gothic"/>
              </a:defRPr>
            </a:lvl1pPr>
            <a:lvl2pPr>
              <a:defRPr sz="1950">
                <a:solidFill>
                  <a:srgbClr val="166B68"/>
                </a:solidFill>
                <a:latin typeface="Yu Gothic"/>
                <a:ea typeface="Yu Gothic"/>
                <a:cs typeface="Yu Gothic"/>
              </a:defRPr>
            </a:lvl2pPr>
            <a:lvl3pPr>
              <a:defRPr sz="1950">
                <a:solidFill>
                  <a:srgbClr val="166B68"/>
                </a:solidFill>
                <a:latin typeface="Yu Gothic"/>
                <a:ea typeface="Yu Gothic"/>
                <a:cs typeface="Yu Gothic"/>
              </a:defRPr>
            </a:lvl3pPr>
            <a:lvl4pPr>
              <a:defRPr sz="1950">
                <a:solidFill>
                  <a:srgbClr val="166B68"/>
                </a:solidFill>
                <a:latin typeface="Yu Gothic"/>
                <a:ea typeface="Yu Gothic"/>
                <a:cs typeface="Yu Gothic"/>
              </a:defRPr>
            </a:lvl4pPr>
            <a:lvl5pPr>
              <a:defRPr sz="1950">
                <a:solidFill>
                  <a:srgbClr val="166B68"/>
                </a:solidFill>
                <a:latin typeface="Yu Gothic"/>
                <a:ea typeface="Yu Gothic"/>
                <a:cs typeface="Yu Gothic"/>
              </a:defRPr>
            </a:lvl5pPr>
            <a:lvl6pPr>
              <a:defRPr sz="1950">
                <a:solidFill>
                  <a:srgbClr val="166B68"/>
                </a:solidFill>
                <a:latin typeface="Yu Gothic"/>
                <a:ea typeface="Yu Gothic"/>
                <a:cs typeface="Yu Gothic"/>
              </a:defRPr>
            </a:lvl6pPr>
            <a:lvl7pPr>
              <a:defRPr sz="1950">
                <a:solidFill>
                  <a:srgbClr val="166B68"/>
                </a:solidFill>
                <a:latin typeface="Yu Gothic"/>
                <a:ea typeface="Yu Gothic"/>
                <a:cs typeface="Yu Gothic"/>
              </a:defRPr>
            </a:lvl7pPr>
            <a:lvl8pPr>
              <a:defRPr sz="1950">
                <a:solidFill>
                  <a:srgbClr val="166B68"/>
                </a:solidFill>
                <a:latin typeface="Yu Gothic"/>
                <a:ea typeface="Yu Gothic"/>
                <a:cs typeface="Yu Gothic"/>
              </a:defRPr>
            </a:lvl8pPr>
            <a:lvl9pPr>
              <a:defRPr sz="1950">
                <a:solidFill>
                  <a:srgbClr val="166B68"/>
                </a:solidFill>
                <a:latin typeface="Yu Gothic"/>
                <a:ea typeface="Yu Gothic"/>
                <a:cs typeface="Yu Gothic"/>
              </a:defRPr>
            </a:lvl9pPr>
          </a:lstStyle>
          <a:p xmlns:a="http://schemas.openxmlformats.org/drawingml/2006/main">
            <a:pPr>
              <a:defRPr sz="1950">
                <a:solidFill>
                  <a:srgbClr val="166B68"/>
                </a:solidFill>
                <a:latin typeface="Yu Gothic"/>
                <a:ea typeface="Yu Gothic"/>
                <a:cs typeface="Yu Gothic"/>
              </a:defRPr>
            </a:pPr>
            <a:r>
              <a:rPr sz="1950">
                <a:solidFill>
                  <a:srgbClr val="166B68"/>
                </a:solidFill>
                <a:latin typeface="Yu Gothic"/>
                <a:ea typeface="Yu Gothic"/>
                <a:cs typeface="Yu Gothic"/>
              </a:rPr>
              <a:t>O</a:t>
            </a:r>
          </a:p>
        </p:txBody>
      </p:sp>
      <p:sp>
        <p:nvSpPr>
          <p:cNvPr id="19" name="">
            <a:extLst xmlns:a="http://schemas.openxmlformats.org/drawingml/2006/main">
              <a:ext uri="{FF2B5EF4-FFF2-40B4-BE49-F238E27FC236}">
                <a16:creationId xmlns:a16="http://schemas.microsoft.com/office/drawing/2014/main" id="{73D84427-BC43-4E60-A85C-259D403A0123}"/>
              </a:ext>
            </a:extLst>
          </p:cNvPr>
          <p:cNvSpPr>
            <a:spLocks xmlns:a="http://schemas.openxmlformats.org/drawingml/2006/main" noGrp="1"/>
          </p:cNvSpPr>
          <p:nvPr/>
        </p:nvSpPr>
        <p:spPr>
          <a:xfrm xmlns:a="http://schemas.openxmlformats.org/drawingml/2006/main">
            <a:off x="8616315" y="4587240"/>
            <a:ext cx="95250" cy="95250"/>
          </a:xfrm>
          <a:prstGeom xmlns:a="http://schemas.openxmlformats.org/drawingml/2006/main" prst="ellipse">
            <a:avLst/>
          </a:prstGeom>
          <a:solidFill xmlns:a="http://schemas.openxmlformats.org/drawingml/2006/main">
            <a:srgbClr val="A94737"/>
          </a:solidFill>
          <a:ln xmlns:a="http://schemas.openxmlformats.org/drawingml/2006/main" w="0">
            <a:solidFill>
              <a:srgbClr val="A94737"/>
            </a:solidFill>
          </a:ln>
        </p:spPr>
      </p:sp>
      <p:sp>
        <p:nvSpPr>
          <p:cNvPr id="20" name="">
            <a:extLst xmlns:a="http://schemas.openxmlformats.org/drawingml/2006/main">
              <a:ext uri="{FF2B5EF4-FFF2-40B4-BE49-F238E27FC236}">
                <a16:creationId xmlns:a16="http://schemas.microsoft.com/office/drawing/2014/main" id="{F15F8826-1669-476C-9F4D-162FDA684EE0}"/>
              </a:ext>
            </a:extLst>
          </p:cNvPr>
          <p:cNvSpPr>
            <a:spLocks xmlns:a="http://schemas.openxmlformats.org/drawingml/2006/main" noGrp="1"/>
          </p:cNvSpPr>
          <p:nvPr/>
        </p:nvSpPr>
        <p:spPr>
          <a:xfrm xmlns:a="http://schemas.openxmlformats.org/drawingml/2006/main">
            <a:off x="8702040" y="471106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A94737"/>
                </a:solidFill>
                <a:latin typeface="Yu Gothic"/>
                <a:ea typeface="Yu Gothic"/>
                <a:cs typeface="Yu Gothic"/>
              </a:defRPr>
            </a:defPPr>
            <a:lvl1pPr>
              <a:defRPr sz="1950">
                <a:solidFill>
                  <a:srgbClr val="A94737"/>
                </a:solidFill>
                <a:latin typeface="Yu Gothic"/>
                <a:ea typeface="Yu Gothic"/>
                <a:cs typeface="Yu Gothic"/>
              </a:defRPr>
            </a:lvl1pPr>
            <a:lvl2pPr>
              <a:defRPr sz="1950">
                <a:solidFill>
                  <a:srgbClr val="A94737"/>
                </a:solidFill>
                <a:latin typeface="Yu Gothic"/>
                <a:ea typeface="Yu Gothic"/>
                <a:cs typeface="Yu Gothic"/>
              </a:defRPr>
            </a:lvl2pPr>
            <a:lvl3pPr>
              <a:defRPr sz="1950">
                <a:solidFill>
                  <a:srgbClr val="A94737"/>
                </a:solidFill>
                <a:latin typeface="Yu Gothic"/>
                <a:ea typeface="Yu Gothic"/>
                <a:cs typeface="Yu Gothic"/>
              </a:defRPr>
            </a:lvl3pPr>
            <a:lvl4pPr>
              <a:defRPr sz="1950">
                <a:solidFill>
                  <a:srgbClr val="A94737"/>
                </a:solidFill>
                <a:latin typeface="Yu Gothic"/>
                <a:ea typeface="Yu Gothic"/>
                <a:cs typeface="Yu Gothic"/>
              </a:defRPr>
            </a:lvl4pPr>
            <a:lvl5pPr>
              <a:defRPr sz="1950">
                <a:solidFill>
                  <a:srgbClr val="A94737"/>
                </a:solidFill>
                <a:latin typeface="Yu Gothic"/>
                <a:ea typeface="Yu Gothic"/>
                <a:cs typeface="Yu Gothic"/>
              </a:defRPr>
            </a:lvl5pPr>
            <a:lvl6pPr>
              <a:defRPr sz="1950">
                <a:solidFill>
                  <a:srgbClr val="A94737"/>
                </a:solidFill>
                <a:latin typeface="Yu Gothic"/>
                <a:ea typeface="Yu Gothic"/>
                <a:cs typeface="Yu Gothic"/>
              </a:defRPr>
            </a:lvl6pPr>
            <a:lvl7pPr>
              <a:defRPr sz="1950">
                <a:solidFill>
                  <a:srgbClr val="A94737"/>
                </a:solidFill>
                <a:latin typeface="Yu Gothic"/>
                <a:ea typeface="Yu Gothic"/>
                <a:cs typeface="Yu Gothic"/>
              </a:defRPr>
            </a:lvl7pPr>
            <a:lvl8pPr>
              <a:defRPr sz="1950">
                <a:solidFill>
                  <a:srgbClr val="A94737"/>
                </a:solidFill>
                <a:latin typeface="Yu Gothic"/>
                <a:ea typeface="Yu Gothic"/>
                <a:cs typeface="Yu Gothic"/>
              </a:defRPr>
            </a:lvl8pPr>
            <a:lvl9pPr>
              <a:defRPr sz="1950">
                <a:solidFill>
                  <a:srgbClr val="A94737"/>
                </a:solidFill>
                <a:latin typeface="Yu Gothic"/>
                <a:ea typeface="Yu Gothic"/>
                <a:cs typeface="Yu Gothic"/>
              </a:defRPr>
            </a:lvl9pPr>
          </a:lstStyle>
          <a:p xmlns:a="http://schemas.openxmlformats.org/drawingml/2006/main">
            <a:pPr>
              <a:defRPr sz="1950">
                <a:solidFill>
                  <a:srgbClr val="A94737"/>
                </a:solidFill>
                <a:latin typeface="Yu Gothic"/>
                <a:ea typeface="Yu Gothic"/>
                <a:cs typeface="Yu Gothic"/>
              </a:defRPr>
            </a:pPr>
            <a:r>
              <a:rPr sz="1950">
                <a:solidFill>
                  <a:srgbClr val="A94737"/>
                </a:solidFill>
                <a:latin typeface="Yu Gothic"/>
                <a:ea typeface="Yu Gothic"/>
                <a:cs typeface="Yu Gothic"/>
              </a:rPr>
              <a:t>E</a:t>
            </a:r>
          </a:p>
        </p:txBody>
      </p:sp>
      <p:sp>
        <p:nvSpPr>
          <p:cNvPr id="21" name="">
            <a:extLst xmlns:a="http://schemas.openxmlformats.org/drawingml/2006/main">
              <a:ext uri="{FF2B5EF4-FFF2-40B4-BE49-F238E27FC236}">
                <a16:creationId xmlns:a16="http://schemas.microsoft.com/office/drawing/2014/main" id="{34789782-C5B7-4372-8CCC-3F979CA8A3FF}"/>
              </a:ext>
            </a:extLst>
          </p:cNvPr>
          <p:cNvSpPr>
            <a:spLocks xmlns:a="http://schemas.openxmlformats.org/drawingml/2006/main" noGrp="1"/>
          </p:cNvSpPr>
          <p:nvPr/>
        </p:nvSpPr>
        <p:spPr>
          <a:xfrm xmlns:a="http://schemas.openxmlformats.org/drawingml/2006/main">
            <a:off x="8616315" y="2346960"/>
            <a:ext cx="95250" cy="95250"/>
          </a:xfrm>
          <a:prstGeom xmlns:a="http://schemas.openxmlformats.org/drawingml/2006/main" prst="ellipse">
            <a:avLst/>
          </a:prstGeom>
          <a:solidFill xmlns:a="http://schemas.openxmlformats.org/drawingml/2006/main">
            <a:srgbClr val="166B68"/>
          </a:solidFill>
          <a:ln xmlns:a="http://schemas.openxmlformats.org/drawingml/2006/main" w="0">
            <a:solidFill>
              <a:srgbClr val="166B68"/>
            </a:solidFill>
          </a:ln>
        </p:spPr>
      </p:sp>
      <p:sp>
        <p:nvSpPr>
          <p:cNvPr id="22" name="">
            <a:extLst xmlns:a="http://schemas.openxmlformats.org/drawingml/2006/main">
              <a:ext uri="{FF2B5EF4-FFF2-40B4-BE49-F238E27FC236}">
                <a16:creationId xmlns:a16="http://schemas.microsoft.com/office/drawing/2014/main" id="{F4650E01-9326-4753-ADC7-227322F7C163}"/>
              </a:ext>
            </a:extLst>
          </p:cNvPr>
          <p:cNvSpPr>
            <a:spLocks xmlns:a="http://schemas.openxmlformats.org/drawingml/2006/main" noGrp="1"/>
          </p:cNvSpPr>
          <p:nvPr/>
        </p:nvSpPr>
        <p:spPr>
          <a:xfrm xmlns:a="http://schemas.openxmlformats.org/drawingml/2006/main">
            <a:off x="8521065" y="205168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166B68"/>
                </a:solidFill>
                <a:latin typeface="Yu Gothic"/>
                <a:ea typeface="Yu Gothic"/>
                <a:cs typeface="Yu Gothic"/>
              </a:defRPr>
            </a:defPPr>
            <a:lvl1pPr>
              <a:defRPr sz="1950">
                <a:solidFill>
                  <a:srgbClr val="166B68"/>
                </a:solidFill>
                <a:latin typeface="Yu Gothic"/>
                <a:ea typeface="Yu Gothic"/>
                <a:cs typeface="Yu Gothic"/>
              </a:defRPr>
            </a:lvl1pPr>
            <a:lvl2pPr>
              <a:defRPr sz="1950">
                <a:solidFill>
                  <a:srgbClr val="166B68"/>
                </a:solidFill>
                <a:latin typeface="Yu Gothic"/>
                <a:ea typeface="Yu Gothic"/>
                <a:cs typeface="Yu Gothic"/>
              </a:defRPr>
            </a:lvl2pPr>
            <a:lvl3pPr>
              <a:defRPr sz="1950">
                <a:solidFill>
                  <a:srgbClr val="166B68"/>
                </a:solidFill>
                <a:latin typeface="Yu Gothic"/>
                <a:ea typeface="Yu Gothic"/>
                <a:cs typeface="Yu Gothic"/>
              </a:defRPr>
            </a:lvl3pPr>
            <a:lvl4pPr>
              <a:defRPr sz="1950">
                <a:solidFill>
                  <a:srgbClr val="166B68"/>
                </a:solidFill>
                <a:latin typeface="Yu Gothic"/>
                <a:ea typeface="Yu Gothic"/>
                <a:cs typeface="Yu Gothic"/>
              </a:defRPr>
            </a:lvl4pPr>
            <a:lvl5pPr>
              <a:defRPr sz="1950">
                <a:solidFill>
                  <a:srgbClr val="166B68"/>
                </a:solidFill>
                <a:latin typeface="Yu Gothic"/>
                <a:ea typeface="Yu Gothic"/>
                <a:cs typeface="Yu Gothic"/>
              </a:defRPr>
            </a:lvl5pPr>
            <a:lvl6pPr>
              <a:defRPr sz="1950">
                <a:solidFill>
                  <a:srgbClr val="166B68"/>
                </a:solidFill>
                <a:latin typeface="Yu Gothic"/>
                <a:ea typeface="Yu Gothic"/>
                <a:cs typeface="Yu Gothic"/>
              </a:defRPr>
            </a:lvl6pPr>
            <a:lvl7pPr>
              <a:defRPr sz="1950">
                <a:solidFill>
                  <a:srgbClr val="166B68"/>
                </a:solidFill>
                <a:latin typeface="Yu Gothic"/>
                <a:ea typeface="Yu Gothic"/>
                <a:cs typeface="Yu Gothic"/>
              </a:defRPr>
            </a:lvl7pPr>
            <a:lvl8pPr>
              <a:defRPr sz="1950">
                <a:solidFill>
                  <a:srgbClr val="166B68"/>
                </a:solidFill>
                <a:latin typeface="Yu Gothic"/>
                <a:ea typeface="Yu Gothic"/>
                <a:cs typeface="Yu Gothic"/>
              </a:defRPr>
            </a:lvl8pPr>
            <a:lvl9pPr>
              <a:defRPr sz="1950">
                <a:solidFill>
                  <a:srgbClr val="166B68"/>
                </a:solidFill>
                <a:latin typeface="Yu Gothic"/>
                <a:ea typeface="Yu Gothic"/>
                <a:cs typeface="Yu Gothic"/>
              </a:defRPr>
            </a:lvl9pPr>
          </a:lstStyle>
          <a:p xmlns:a="http://schemas.openxmlformats.org/drawingml/2006/main">
            <a:pPr>
              <a:defRPr sz="1950">
                <a:solidFill>
                  <a:srgbClr val="166B68"/>
                </a:solidFill>
                <a:latin typeface="Yu Gothic"/>
                <a:ea typeface="Yu Gothic"/>
                <a:cs typeface="Yu Gothic"/>
              </a:defRPr>
            </a:pPr>
            <a:r>
              <a:rPr sz="1950">
                <a:solidFill>
                  <a:srgbClr val="166B68"/>
                </a:solidFill>
                <a:latin typeface="Yu Gothic"/>
                <a:ea typeface="Yu Gothic"/>
                <a:cs typeface="Yu Gothic"/>
              </a:rPr>
              <a:t>A</a:t>
            </a:r>
          </a:p>
        </p:txBody>
      </p:sp>
      <p:sp>
        <p:nvSpPr>
          <p:cNvPr id="23" name="">
            <a:extLst xmlns:a="http://schemas.openxmlformats.org/drawingml/2006/main">
              <a:ext uri="{FF2B5EF4-FFF2-40B4-BE49-F238E27FC236}">
                <a16:creationId xmlns:a16="http://schemas.microsoft.com/office/drawing/2014/main" id="{2B71305D-6DAC-4A4F-9421-57C5A04284DD}"/>
              </a:ext>
            </a:extLst>
          </p:cNvPr>
          <p:cNvSpPr>
            <a:spLocks xmlns:a="http://schemas.openxmlformats.org/drawingml/2006/main" noGrp="1"/>
          </p:cNvSpPr>
          <p:nvPr/>
        </p:nvSpPr>
        <p:spPr>
          <a:xfrm xmlns:a="http://schemas.openxmlformats.org/drawingml/2006/main">
            <a:off x="10498455" y="4587240"/>
            <a:ext cx="95250" cy="95250"/>
          </a:xfrm>
          <a:prstGeom xmlns:a="http://schemas.openxmlformats.org/drawingml/2006/main" prst="ellipse">
            <a:avLst/>
          </a:prstGeom>
          <a:solidFill xmlns:a="http://schemas.openxmlformats.org/drawingml/2006/main">
            <a:srgbClr val="166B68"/>
          </a:solidFill>
          <a:ln xmlns:a="http://schemas.openxmlformats.org/drawingml/2006/main" w="0">
            <a:solidFill>
              <a:srgbClr val="166B68"/>
            </a:solidFill>
          </a:ln>
        </p:spPr>
      </p:sp>
      <p:sp>
        <p:nvSpPr>
          <p:cNvPr id="24" name="">
            <a:extLst xmlns:a="http://schemas.openxmlformats.org/drawingml/2006/main">
              <a:ext uri="{FF2B5EF4-FFF2-40B4-BE49-F238E27FC236}">
                <a16:creationId xmlns:a16="http://schemas.microsoft.com/office/drawing/2014/main" id="{9CB7825A-BD69-464A-B407-66E2CB1A97B2}"/>
              </a:ext>
            </a:extLst>
          </p:cNvPr>
          <p:cNvSpPr>
            <a:spLocks xmlns:a="http://schemas.openxmlformats.org/drawingml/2006/main" noGrp="1"/>
          </p:cNvSpPr>
          <p:nvPr/>
        </p:nvSpPr>
        <p:spPr>
          <a:xfrm xmlns:a="http://schemas.openxmlformats.org/drawingml/2006/main">
            <a:off x="10641330" y="451104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166B68"/>
                </a:solidFill>
                <a:latin typeface="Yu Gothic"/>
                <a:ea typeface="Yu Gothic"/>
                <a:cs typeface="Yu Gothic"/>
              </a:defRPr>
            </a:defPPr>
            <a:lvl1pPr>
              <a:defRPr sz="1950">
                <a:solidFill>
                  <a:srgbClr val="166B68"/>
                </a:solidFill>
                <a:latin typeface="Yu Gothic"/>
                <a:ea typeface="Yu Gothic"/>
                <a:cs typeface="Yu Gothic"/>
              </a:defRPr>
            </a:lvl1pPr>
            <a:lvl2pPr>
              <a:defRPr sz="1950">
                <a:solidFill>
                  <a:srgbClr val="166B68"/>
                </a:solidFill>
                <a:latin typeface="Yu Gothic"/>
                <a:ea typeface="Yu Gothic"/>
                <a:cs typeface="Yu Gothic"/>
              </a:defRPr>
            </a:lvl2pPr>
            <a:lvl3pPr>
              <a:defRPr sz="1950">
                <a:solidFill>
                  <a:srgbClr val="166B68"/>
                </a:solidFill>
                <a:latin typeface="Yu Gothic"/>
                <a:ea typeface="Yu Gothic"/>
                <a:cs typeface="Yu Gothic"/>
              </a:defRPr>
            </a:lvl3pPr>
            <a:lvl4pPr>
              <a:defRPr sz="1950">
                <a:solidFill>
                  <a:srgbClr val="166B68"/>
                </a:solidFill>
                <a:latin typeface="Yu Gothic"/>
                <a:ea typeface="Yu Gothic"/>
                <a:cs typeface="Yu Gothic"/>
              </a:defRPr>
            </a:lvl4pPr>
            <a:lvl5pPr>
              <a:defRPr sz="1950">
                <a:solidFill>
                  <a:srgbClr val="166B68"/>
                </a:solidFill>
                <a:latin typeface="Yu Gothic"/>
                <a:ea typeface="Yu Gothic"/>
                <a:cs typeface="Yu Gothic"/>
              </a:defRPr>
            </a:lvl5pPr>
            <a:lvl6pPr>
              <a:defRPr sz="1950">
                <a:solidFill>
                  <a:srgbClr val="166B68"/>
                </a:solidFill>
                <a:latin typeface="Yu Gothic"/>
                <a:ea typeface="Yu Gothic"/>
                <a:cs typeface="Yu Gothic"/>
              </a:defRPr>
            </a:lvl6pPr>
            <a:lvl7pPr>
              <a:defRPr sz="1950">
                <a:solidFill>
                  <a:srgbClr val="166B68"/>
                </a:solidFill>
                <a:latin typeface="Yu Gothic"/>
                <a:ea typeface="Yu Gothic"/>
                <a:cs typeface="Yu Gothic"/>
              </a:defRPr>
            </a:lvl7pPr>
            <a:lvl8pPr>
              <a:defRPr sz="1950">
                <a:solidFill>
                  <a:srgbClr val="166B68"/>
                </a:solidFill>
                <a:latin typeface="Yu Gothic"/>
                <a:ea typeface="Yu Gothic"/>
                <a:cs typeface="Yu Gothic"/>
              </a:defRPr>
            </a:lvl8pPr>
            <a:lvl9pPr>
              <a:defRPr sz="1950">
                <a:solidFill>
                  <a:srgbClr val="166B68"/>
                </a:solidFill>
                <a:latin typeface="Yu Gothic"/>
                <a:ea typeface="Yu Gothic"/>
                <a:cs typeface="Yu Gothic"/>
              </a:defRPr>
            </a:lvl9pPr>
          </a:lstStyle>
          <a:p xmlns:a="http://schemas.openxmlformats.org/drawingml/2006/main">
            <a:pPr>
              <a:defRPr sz="1950">
                <a:solidFill>
                  <a:srgbClr val="166B68"/>
                </a:solidFill>
                <a:latin typeface="Yu Gothic"/>
                <a:ea typeface="Yu Gothic"/>
                <a:cs typeface="Yu Gothic"/>
              </a:defRPr>
            </a:pPr>
            <a:r>
              <a:rPr sz="1950">
                <a:solidFill>
                  <a:srgbClr val="166B68"/>
                </a:solidFill>
                <a:latin typeface="Yu Gothic"/>
                <a:ea typeface="Yu Gothic"/>
                <a:cs typeface="Yu Gothic"/>
              </a:rPr>
              <a:t>B</a:t>
            </a:r>
          </a:p>
        </p:txBody>
      </p:sp>
      <p:sp>
        <p:nvSpPr>
          <p:cNvPr id="25" name="">
            <a:extLst xmlns:a="http://schemas.openxmlformats.org/drawingml/2006/main">
              <a:ext uri="{FF2B5EF4-FFF2-40B4-BE49-F238E27FC236}">
                <a16:creationId xmlns:a16="http://schemas.microsoft.com/office/drawing/2014/main" id="{968D1A88-AB23-42FE-B3A3-460F0CCC0A7E}"/>
              </a:ext>
            </a:extLst>
          </p:cNvPr>
          <p:cNvSpPr>
            <a:spLocks xmlns:a="http://schemas.openxmlformats.org/drawingml/2006/main" noGrp="1"/>
          </p:cNvSpPr>
          <p:nvPr/>
        </p:nvSpPr>
        <p:spPr>
          <a:xfrm xmlns:a="http://schemas.openxmlformats.org/drawingml/2006/main">
            <a:off x="7570470" y="501586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a:solidFill>
                  <a:srgbClr val="A94737"/>
                </a:solidFill>
                <a:latin typeface="Yu Gothic"/>
                <a:ea typeface="Yu Gothic"/>
                <a:cs typeface="Yu Gothic"/>
              </a:defRPr>
            </a:defPPr>
            <a:lvl1pPr>
              <a:defRPr sz="1800">
                <a:solidFill>
                  <a:srgbClr val="A94737"/>
                </a:solidFill>
                <a:latin typeface="Yu Gothic"/>
                <a:ea typeface="Yu Gothic"/>
                <a:cs typeface="Yu Gothic"/>
              </a:defRPr>
            </a:lvl1pPr>
            <a:lvl2pPr>
              <a:defRPr sz="1800">
                <a:solidFill>
                  <a:srgbClr val="A94737"/>
                </a:solidFill>
                <a:latin typeface="Yu Gothic"/>
                <a:ea typeface="Yu Gothic"/>
                <a:cs typeface="Yu Gothic"/>
              </a:defRPr>
            </a:lvl2pPr>
            <a:lvl3pPr>
              <a:defRPr sz="1800">
                <a:solidFill>
                  <a:srgbClr val="A94737"/>
                </a:solidFill>
                <a:latin typeface="Yu Gothic"/>
                <a:ea typeface="Yu Gothic"/>
                <a:cs typeface="Yu Gothic"/>
              </a:defRPr>
            </a:lvl3pPr>
            <a:lvl4pPr>
              <a:defRPr sz="1800">
                <a:solidFill>
                  <a:srgbClr val="A94737"/>
                </a:solidFill>
                <a:latin typeface="Yu Gothic"/>
                <a:ea typeface="Yu Gothic"/>
                <a:cs typeface="Yu Gothic"/>
              </a:defRPr>
            </a:lvl4pPr>
            <a:lvl5pPr>
              <a:defRPr sz="1800">
                <a:solidFill>
                  <a:srgbClr val="A94737"/>
                </a:solidFill>
                <a:latin typeface="Yu Gothic"/>
                <a:ea typeface="Yu Gothic"/>
                <a:cs typeface="Yu Gothic"/>
              </a:defRPr>
            </a:lvl5pPr>
            <a:lvl6pPr>
              <a:defRPr sz="1800">
                <a:solidFill>
                  <a:srgbClr val="A94737"/>
                </a:solidFill>
                <a:latin typeface="Yu Gothic"/>
                <a:ea typeface="Yu Gothic"/>
                <a:cs typeface="Yu Gothic"/>
              </a:defRPr>
            </a:lvl6pPr>
            <a:lvl7pPr>
              <a:defRPr sz="1800">
                <a:solidFill>
                  <a:srgbClr val="A94737"/>
                </a:solidFill>
                <a:latin typeface="Yu Gothic"/>
                <a:ea typeface="Yu Gothic"/>
                <a:cs typeface="Yu Gothic"/>
              </a:defRPr>
            </a:lvl7pPr>
            <a:lvl8pPr>
              <a:defRPr sz="1800">
                <a:solidFill>
                  <a:srgbClr val="A94737"/>
                </a:solidFill>
                <a:latin typeface="Yu Gothic"/>
                <a:ea typeface="Yu Gothic"/>
                <a:cs typeface="Yu Gothic"/>
              </a:defRPr>
            </a:lvl8pPr>
            <a:lvl9pPr>
              <a:defRPr sz="1800">
                <a:solidFill>
                  <a:srgbClr val="A94737"/>
                </a:solidFill>
                <a:latin typeface="Yu Gothic"/>
                <a:ea typeface="Yu Gothic"/>
                <a:cs typeface="Yu Gothic"/>
              </a:defRPr>
            </a:lvl9pPr>
          </a:lstStyle>
          <a:p xmlns:a="http://schemas.openxmlformats.org/drawingml/2006/main">
            <a:pPr>
              <a:defRPr sz="1800">
                <a:solidFill>
                  <a:srgbClr val="A94737"/>
                </a:solidFill>
                <a:latin typeface="Yu Gothic"/>
                <a:ea typeface="Yu Gothic"/>
                <a:cs typeface="Yu Gothic"/>
              </a:defRPr>
            </a:pPr>
            <a:r>
              <a:rPr sz="1800">
                <a:solidFill>
                  <a:srgbClr val="A94737"/>
                </a:solidFill>
                <a:latin typeface="Yu Gothic"/>
                <a:ea typeface="Yu Gothic"/>
                <a:cs typeface="Yu Gothic"/>
              </a:rPr>
              <a:t>OE＝1 m</a:t>
            </a:r>
          </a:p>
        </p:txBody>
      </p:sp>
      <p:sp>
        <p:nvSpPr>
          <p:cNvPr id="26" name="">
            <a:extLst xmlns:a="http://schemas.openxmlformats.org/drawingml/2006/main">
              <a:ext uri="{FF2B5EF4-FFF2-40B4-BE49-F238E27FC236}">
                <a16:creationId xmlns:a16="http://schemas.microsoft.com/office/drawing/2014/main" id="{E36EB875-79A9-4E1B-856C-7C3EC2AAC486}"/>
              </a:ext>
            </a:extLst>
          </p:cNvPr>
          <p:cNvSpPr>
            <a:spLocks xmlns:a="http://schemas.openxmlformats.org/drawingml/2006/main" noGrp="1"/>
          </p:cNvSpPr>
          <p:nvPr/>
        </p:nvSpPr>
        <p:spPr>
          <a:xfrm xmlns:a="http://schemas.openxmlformats.org/drawingml/2006/main">
            <a:off x="8854440" y="3314700"/>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a:solidFill>
                  <a:srgbClr val="A94737"/>
                </a:solidFill>
                <a:latin typeface="Yu Gothic"/>
                <a:ea typeface="Yu Gothic"/>
                <a:cs typeface="Yu Gothic"/>
              </a:defRPr>
            </a:defPPr>
            <a:lvl1pPr>
              <a:defRPr sz="1875">
                <a:solidFill>
                  <a:srgbClr val="A94737"/>
                </a:solidFill>
                <a:latin typeface="Yu Gothic"/>
                <a:ea typeface="Yu Gothic"/>
                <a:cs typeface="Yu Gothic"/>
              </a:defRPr>
            </a:lvl1pPr>
            <a:lvl2pPr>
              <a:defRPr sz="1875">
                <a:solidFill>
                  <a:srgbClr val="A94737"/>
                </a:solidFill>
                <a:latin typeface="Yu Gothic"/>
                <a:ea typeface="Yu Gothic"/>
                <a:cs typeface="Yu Gothic"/>
              </a:defRPr>
            </a:lvl2pPr>
            <a:lvl3pPr>
              <a:defRPr sz="1875">
                <a:solidFill>
                  <a:srgbClr val="A94737"/>
                </a:solidFill>
                <a:latin typeface="Yu Gothic"/>
                <a:ea typeface="Yu Gothic"/>
                <a:cs typeface="Yu Gothic"/>
              </a:defRPr>
            </a:lvl3pPr>
            <a:lvl4pPr>
              <a:defRPr sz="1875">
                <a:solidFill>
                  <a:srgbClr val="A94737"/>
                </a:solidFill>
                <a:latin typeface="Yu Gothic"/>
                <a:ea typeface="Yu Gothic"/>
                <a:cs typeface="Yu Gothic"/>
              </a:defRPr>
            </a:lvl4pPr>
            <a:lvl5pPr>
              <a:defRPr sz="1875">
                <a:solidFill>
                  <a:srgbClr val="A94737"/>
                </a:solidFill>
                <a:latin typeface="Yu Gothic"/>
                <a:ea typeface="Yu Gothic"/>
                <a:cs typeface="Yu Gothic"/>
              </a:defRPr>
            </a:lvl5pPr>
            <a:lvl6pPr>
              <a:defRPr sz="1875">
                <a:solidFill>
                  <a:srgbClr val="A94737"/>
                </a:solidFill>
                <a:latin typeface="Yu Gothic"/>
                <a:ea typeface="Yu Gothic"/>
                <a:cs typeface="Yu Gothic"/>
              </a:defRPr>
            </a:lvl6pPr>
            <a:lvl7pPr>
              <a:defRPr sz="1875">
                <a:solidFill>
                  <a:srgbClr val="A94737"/>
                </a:solidFill>
                <a:latin typeface="Yu Gothic"/>
                <a:ea typeface="Yu Gothic"/>
                <a:cs typeface="Yu Gothic"/>
              </a:defRPr>
            </a:lvl7pPr>
            <a:lvl8pPr>
              <a:defRPr sz="1875">
                <a:solidFill>
                  <a:srgbClr val="A94737"/>
                </a:solidFill>
                <a:latin typeface="Yu Gothic"/>
                <a:ea typeface="Yu Gothic"/>
                <a:cs typeface="Yu Gothic"/>
              </a:defRPr>
            </a:lvl8pPr>
            <a:lvl9pPr>
              <a:defRPr sz="1875">
                <a:solidFill>
                  <a:srgbClr val="A94737"/>
                </a:solidFill>
                <a:latin typeface="Yu Gothic"/>
                <a:ea typeface="Yu Gothic"/>
                <a:cs typeface="Yu Gothic"/>
              </a:defRPr>
            </a:lvl9pPr>
          </a:lstStyle>
          <a:p xmlns:a="http://schemas.openxmlformats.org/drawingml/2006/main">
            <a:pPr>
              <a:defRPr sz="1875">
                <a:solidFill>
                  <a:srgbClr val="A94737"/>
                </a:solidFill>
                <a:latin typeface="Yu Gothic"/>
                <a:ea typeface="Yu Gothic"/>
                <a:cs typeface="Yu Gothic"/>
              </a:defRPr>
            </a:pPr>
            <a:r>
              <a:rPr sz="1875">
                <a:solidFill>
                  <a:srgbClr val="A94737"/>
                </a:solidFill>
                <a:latin typeface="Yu Gothic"/>
                <a:ea typeface="Yu Gothic"/>
                <a:cs typeface="Yu Gothic"/>
              </a:rPr>
              <a:t>EA＝100 m</a:t>
            </a:r>
          </a:p>
        </p:txBody>
      </p:sp>
      <p:sp>
        <p:nvSpPr>
          <p:cNvPr id="27" name="">
            <a:extLst xmlns:a="http://schemas.openxmlformats.org/drawingml/2006/main">
              <a:ext uri="{FF2B5EF4-FFF2-40B4-BE49-F238E27FC236}">
                <a16:creationId xmlns:a16="http://schemas.microsoft.com/office/drawing/2014/main" id="{D97FE596-71D9-4B15-A17D-EC3F69BD487C}"/>
              </a:ext>
            </a:extLst>
          </p:cNvPr>
          <p:cNvSpPr>
            <a:spLocks xmlns:a="http://schemas.openxmlformats.org/drawingml/2006/main" noGrp="1"/>
          </p:cNvSpPr>
          <p:nvPr/>
        </p:nvSpPr>
        <p:spPr>
          <a:xfrm xmlns:a="http://schemas.openxmlformats.org/drawingml/2006/main">
            <a:off x="6334125" y="3394710"/>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a:solidFill>
                  <a:srgbClr val="166B68"/>
                </a:solidFill>
                <a:latin typeface="Yu Gothic"/>
                <a:ea typeface="Yu Gothic"/>
                <a:cs typeface="Yu Gothic"/>
              </a:defRPr>
            </a:defPPr>
            <a:lvl1pPr>
              <a:defRPr sz="1875">
                <a:solidFill>
                  <a:srgbClr val="166B68"/>
                </a:solidFill>
                <a:latin typeface="Yu Gothic"/>
                <a:ea typeface="Yu Gothic"/>
                <a:cs typeface="Yu Gothic"/>
              </a:defRPr>
            </a:lvl1pPr>
            <a:lvl2pPr>
              <a:defRPr sz="1875">
                <a:solidFill>
                  <a:srgbClr val="166B68"/>
                </a:solidFill>
                <a:latin typeface="Yu Gothic"/>
                <a:ea typeface="Yu Gothic"/>
                <a:cs typeface="Yu Gothic"/>
              </a:defRPr>
            </a:lvl2pPr>
            <a:lvl3pPr>
              <a:defRPr sz="1875">
                <a:solidFill>
                  <a:srgbClr val="166B68"/>
                </a:solidFill>
                <a:latin typeface="Yu Gothic"/>
                <a:ea typeface="Yu Gothic"/>
                <a:cs typeface="Yu Gothic"/>
              </a:defRPr>
            </a:lvl3pPr>
            <a:lvl4pPr>
              <a:defRPr sz="1875">
                <a:solidFill>
                  <a:srgbClr val="166B68"/>
                </a:solidFill>
                <a:latin typeface="Yu Gothic"/>
                <a:ea typeface="Yu Gothic"/>
                <a:cs typeface="Yu Gothic"/>
              </a:defRPr>
            </a:lvl4pPr>
            <a:lvl5pPr>
              <a:defRPr sz="1875">
                <a:solidFill>
                  <a:srgbClr val="166B68"/>
                </a:solidFill>
                <a:latin typeface="Yu Gothic"/>
                <a:ea typeface="Yu Gothic"/>
                <a:cs typeface="Yu Gothic"/>
              </a:defRPr>
            </a:lvl5pPr>
            <a:lvl6pPr>
              <a:defRPr sz="1875">
                <a:solidFill>
                  <a:srgbClr val="166B68"/>
                </a:solidFill>
                <a:latin typeface="Yu Gothic"/>
                <a:ea typeface="Yu Gothic"/>
                <a:cs typeface="Yu Gothic"/>
              </a:defRPr>
            </a:lvl6pPr>
            <a:lvl7pPr>
              <a:defRPr sz="1875">
                <a:solidFill>
                  <a:srgbClr val="166B68"/>
                </a:solidFill>
                <a:latin typeface="Yu Gothic"/>
                <a:ea typeface="Yu Gothic"/>
                <a:cs typeface="Yu Gothic"/>
              </a:defRPr>
            </a:lvl7pPr>
            <a:lvl8pPr>
              <a:defRPr sz="1875">
                <a:solidFill>
                  <a:srgbClr val="166B68"/>
                </a:solidFill>
                <a:latin typeface="Yu Gothic"/>
                <a:ea typeface="Yu Gothic"/>
                <a:cs typeface="Yu Gothic"/>
              </a:defRPr>
            </a:lvl8pPr>
            <a:lvl9pPr>
              <a:defRPr sz="1875">
                <a:solidFill>
                  <a:srgbClr val="166B68"/>
                </a:solidFill>
                <a:latin typeface="Yu Gothic"/>
                <a:ea typeface="Yu Gothic"/>
                <a:cs typeface="Yu Gothic"/>
              </a:defRPr>
            </a:lvl9pPr>
          </a:lstStyle>
          <a:p xmlns:a="http://schemas.openxmlformats.org/drawingml/2006/main">
            <a:pPr>
              <a:defRPr sz="1875">
                <a:solidFill>
                  <a:srgbClr val="166B68"/>
                </a:solidFill>
                <a:latin typeface="Yu Gothic"/>
                <a:ea typeface="Yu Gothic"/>
                <a:cs typeface="Yu Gothic"/>
              </a:defRPr>
            </a:pPr>
            <a:r>
              <a:rPr sz="1875">
                <a:solidFill>
                  <a:srgbClr val="166B68"/>
                </a:solidFill>
                <a:latin typeface="Yu Gothic"/>
                <a:ea typeface="Yu Gothic"/>
                <a:cs typeface="Yu Gothic"/>
              </a:rPr>
              <a:t>OA＝？</a:t>
            </a:r>
          </a:p>
        </p:txBody>
      </p:sp>
      <p:sp>
        <p:nvSpPr>
          <p:cNvPr id="28" name="">
            <a:extLst xmlns:a="http://schemas.openxmlformats.org/drawingml/2006/main">
              <a:ext uri="{FF2B5EF4-FFF2-40B4-BE49-F238E27FC236}">
                <a16:creationId xmlns:a16="http://schemas.microsoft.com/office/drawing/2014/main" id="{C61F78B0-A05E-4289-9086-562904129410}"/>
              </a:ext>
            </a:extLst>
          </p:cNvPr>
          <p:cNvSpPr>
            <a:spLocks xmlns:a="http://schemas.openxmlformats.org/drawingml/2006/main" noGrp="1"/>
          </p:cNvSpPr>
          <p:nvPr/>
        </p:nvSpPr>
        <p:spPr>
          <a:xfrm xmlns:a="http://schemas.openxmlformats.org/drawingml/2006/main">
            <a:off x="8968740" y="4215765"/>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a:solidFill>
                  <a:srgbClr val="A94737"/>
                </a:solidFill>
                <a:latin typeface="Yu Gothic"/>
                <a:ea typeface="Yu Gothic"/>
                <a:cs typeface="Yu Gothic"/>
              </a:defRPr>
            </a:defPPr>
            <a:lvl1pPr>
              <a:defRPr sz="1875">
                <a:solidFill>
                  <a:srgbClr val="A94737"/>
                </a:solidFill>
                <a:latin typeface="Yu Gothic"/>
                <a:ea typeface="Yu Gothic"/>
                <a:cs typeface="Yu Gothic"/>
              </a:defRPr>
            </a:lvl1pPr>
            <a:lvl2pPr>
              <a:defRPr sz="1875">
                <a:solidFill>
                  <a:srgbClr val="A94737"/>
                </a:solidFill>
                <a:latin typeface="Yu Gothic"/>
                <a:ea typeface="Yu Gothic"/>
                <a:cs typeface="Yu Gothic"/>
              </a:defRPr>
            </a:lvl2pPr>
            <a:lvl3pPr>
              <a:defRPr sz="1875">
                <a:solidFill>
                  <a:srgbClr val="A94737"/>
                </a:solidFill>
                <a:latin typeface="Yu Gothic"/>
                <a:ea typeface="Yu Gothic"/>
                <a:cs typeface="Yu Gothic"/>
              </a:defRPr>
            </a:lvl3pPr>
            <a:lvl4pPr>
              <a:defRPr sz="1875">
                <a:solidFill>
                  <a:srgbClr val="A94737"/>
                </a:solidFill>
                <a:latin typeface="Yu Gothic"/>
                <a:ea typeface="Yu Gothic"/>
                <a:cs typeface="Yu Gothic"/>
              </a:defRPr>
            </a:lvl4pPr>
            <a:lvl5pPr>
              <a:defRPr sz="1875">
                <a:solidFill>
                  <a:srgbClr val="A94737"/>
                </a:solidFill>
                <a:latin typeface="Yu Gothic"/>
                <a:ea typeface="Yu Gothic"/>
                <a:cs typeface="Yu Gothic"/>
              </a:defRPr>
            </a:lvl5pPr>
            <a:lvl6pPr>
              <a:defRPr sz="1875">
                <a:solidFill>
                  <a:srgbClr val="A94737"/>
                </a:solidFill>
                <a:latin typeface="Yu Gothic"/>
                <a:ea typeface="Yu Gothic"/>
                <a:cs typeface="Yu Gothic"/>
              </a:defRPr>
            </a:lvl6pPr>
            <a:lvl7pPr>
              <a:defRPr sz="1875">
                <a:solidFill>
                  <a:srgbClr val="A94737"/>
                </a:solidFill>
                <a:latin typeface="Yu Gothic"/>
                <a:ea typeface="Yu Gothic"/>
                <a:cs typeface="Yu Gothic"/>
              </a:defRPr>
            </a:lvl7pPr>
            <a:lvl8pPr>
              <a:defRPr sz="1875">
                <a:solidFill>
                  <a:srgbClr val="A94737"/>
                </a:solidFill>
                <a:latin typeface="Yu Gothic"/>
                <a:ea typeface="Yu Gothic"/>
                <a:cs typeface="Yu Gothic"/>
              </a:defRPr>
            </a:lvl8pPr>
            <a:lvl9pPr>
              <a:defRPr sz="1875">
                <a:solidFill>
                  <a:srgbClr val="A94737"/>
                </a:solidFill>
                <a:latin typeface="Yu Gothic"/>
                <a:ea typeface="Yu Gothic"/>
                <a:cs typeface="Yu Gothic"/>
              </a:defRPr>
            </a:lvl9pPr>
          </a:lstStyle>
          <a:p xmlns:a="http://schemas.openxmlformats.org/drawingml/2006/main">
            <a:pPr>
              <a:defRPr sz="1875">
                <a:solidFill>
                  <a:srgbClr val="A94737"/>
                </a:solidFill>
                <a:latin typeface="Yu Gothic"/>
                <a:ea typeface="Yu Gothic"/>
                <a:cs typeface="Yu Gothic"/>
              </a:defRPr>
            </a:pPr>
            <a:r>
              <a:rPr sz="1875">
                <a:solidFill>
                  <a:srgbClr val="A94737"/>
                </a:solidFill>
                <a:latin typeface="Yu Gothic"/>
                <a:ea typeface="Yu Gothic"/>
                <a:cs typeface="Yu Gothic"/>
              </a:rPr>
              <a:t>90°</a:t>
            </a:r>
          </a:p>
        </p:txBody>
      </p:sp>
      <p:sp>
        <p:nvSpPr>
          <p:cNvPr id="29" name="">
            <a:extLst xmlns:a="http://schemas.openxmlformats.org/drawingml/2006/main">
              <a:ext uri="{FF2B5EF4-FFF2-40B4-BE49-F238E27FC236}">
                <a16:creationId xmlns:a16="http://schemas.microsoft.com/office/drawing/2014/main" id="{4714D0B7-BA9A-48E9-A6D0-43DE993E213B}"/>
              </a:ext>
            </a:extLst>
          </p:cNvPr>
          <p:cNvSpPr>
            <a:spLocks xmlns:a="http://schemas.openxmlformats.org/drawingml/2006/main" noGrp="1"/>
          </p:cNvSpPr>
          <p:nvPr/>
        </p:nvSpPr>
        <p:spPr>
          <a:xfrm xmlns:a="http://schemas.openxmlformats.org/drawingml/2006/main">
            <a:off x="7774343" y="4071134"/>
            <a:ext cx="25124" cy="14067"/>
          </a:xfrm>
          <a:custGeom xmlns:a="http://schemas.openxmlformats.org/drawingml/2006/main">
            <a:pathLst>
              <a:path w="25124" h="14067">
                <a:moveTo>
                  <a:pt x="0" y="0"/>
                </a:moveTo>
                <a:lnTo>
                  <a:pt x="25124" y="14067"/>
                </a:lnTo>
              </a:path>
            </a:pathLst>
          </a:custGeom>
          <a:noFill xmlns:a="http://schemas.openxmlformats.org/drawingml/2006/main"/>
          <a:ln xmlns:a="http://schemas.openxmlformats.org/drawingml/2006/main" w="28575">
            <a:solidFill>
              <a:srgbClr val="166B68"/>
            </a:solidFill>
            <a:prstDash val="solid"/>
          </a:ln>
        </p:spPr>
      </p:sp>
      <p:sp>
        <p:nvSpPr>
          <p:cNvPr id="30" name="">
            <a:extLst xmlns:a="http://schemas.openxmlformats.org/drawingml/2006/main">
              <a:ext uri="{FF2B5EF4-FFF2-40B4-BE49-F238E27FC236}">
                <a16:creationId xmlns:a16="http://schemas.microsoft.com/office/drawing/2014/main" id="{CD94265A-719D-438B-ABBF-E19F06393071}"/>
              </a:ext>
            </a:extLst>
          </p:cNvPr>
          <p:cNvSpPr>
            <a:spLocks xmlns:a="http://schemas.openxmlformats.org/drawingml/2006/main" noGrp="1"/>
          </p:cNvSpPr>
          <p:nvPr/>
        </p:nvSpPr>
        <p:spPr>
          <a:xfrm xmlns:a="http://schemas.openxmlformats.org/drawingml/2006/main">
            <a:off x="7799467" y="4085200"/>
            <a:ext cx="24464" cy="15186"/>
          </a:xfrm>
          <a:custGeom xmlns:a="http://schemas.openxmlformats.org/drawingml/2006/main">
            <a:pathLst>
              <a:path w="24464" h="15186">
                <a:moveTo>
                  <a:pt x="0" y="0"/>
                </a:moveTo>
                <a:lnTo>
                  <a:pt x="24464" y="15186"/>
                </a:lnTo>
              </a:path>
            </a:pathLst>
          </a:custGeom>
          <a:noFill xmlns:a="http://schemas.openxmlformats.org/drawingml/2006/main"/>
          <a:ln xmlns:a="http://schemas.openxmlformats.org/drawingml/2006/main" w="28575">
            <a:solidFill>
              <a:srgbClr val="166B68"/>
            </a:solidFill>
            <a:prstDash val="solid"/>
          </a:ln>
        </p:spPr>
      </p:sp>
      <p:sp>
        <p:nvSpPr>
          <p:cNvPr id="31" name="">
            <a:extLst xmlns:a="http://schemas.openxmlformats.org/drawingml/2006/main">
              <a:ext uri="{FF2B5EF4-FFF2-40B4-BE49-F238E27FC236}">
                <a16:creationId xmlns:a16="http://schemas.microsoft.com/office/drawing/2014/main" id="{F0578FAF-E01B-46ED-930B-E31F39C1358B}"/>
              </a:ext>
            </a:extLst>
          </p:cNvPr>
          <p:cNvSpPr>
            <a:spLocks xmlns:a="http://schemas.openxmlformats.org/drawingml/2006/main" noGrp="1"/>
          </p:cNvSpPr>
          <p:nvPr/>
        </p:nvSpPr>
        <p:spPr>
          <a:xfrm xmlns:a="http://schemas.openxmlformats.org/drawingml/2006/main">
            <a:off x="7823931" y="4100386"/>
            <a:ext cx="23754" cy="16274"/>
          </a:xfrm>
          <a:custGeom xmlns:a="http://schemas.openxmlformats.org/drawingml/2006/main">
            <a:pathLst>
              <a:path w="23754" h="16274">
                <a:moveTo>
                  <a:pt x="0" y="0"/>
                </a:moveTo>
                <a:lnTo>
                  <a:pt x="23754" y="16274"/>
                </a:lnTo>
              </a:path>
            </a:pathLst>
          </a:custGeom>
          <a:noFill xmlns:a="http://schemas.openxmlformats.org/drawingml/2006/main"/>
          <a:ln xmlns:a="http://schemas.openxmlformats.org/drawingml/2006/main" w="28575">
            <a:solidFill>
              <a:srgbClr val="166B68"/>
            </a:solidFill>
            <a:prstDash val="solid"/>
          </a:ln>
        </p:spPr>
      </p:sp>
      <p:sp>
        <p:nvSpPr>
          <p:cNvPr id="32" name="">
            <a:extLst xmlns:a="http://schemas.openxmlformats.org/drawingml/2006/main">
              <a:ext uri="{FF2B5EF4-FFF2-40B4-BE49-F238E27FC236}">
                <a16:creationId xmlns:a16="http://schemas.microsoft.com/office/drawing/2014/main" id="{23415058-778B-48D7-822C-330B25CD8DB7}"/>
              </a:ext>
            </a:extLst>
          </p:cNvPr>
          <p:cNvSpPr>
            <a:spLocks xmlns:a="http://schemas.openxmlformats.org/drawingml/2006/main" noGrp="1"/>
          </p:cNvSpPr>
          <p:nvPr/>
        </p:nvSpPr>
        <p:spPr>
          <a:xfrm xmlns:a="http://schemas.openxmlformats.org/drawingml/2006/main">
            <a:off x="7847686" y="4116660"/>
            <a:ext cx="22996" cy="17329"/>
          </a:xfrm>
          <a:custGeom xmlns:a="http://schemas.openxmlformats.org/drawingml/2006/main">
            <a:pathLst>
              <a:path w="22996" h="17329">
                <a:moveTo>
                  <a:pt x="0" y="0"/>
                </a:moveTo>
                <a:lnTo>
                  <a:pt x="22996" y="17329"/>
                </a:lnTo>
              </a:path>
            </a:pathLst>
          </a:custGeom>
          <a:noFill xmlns:a="http://schemas.openxmlformats.org/drawingml/2006/main"/>
          <a:ln xmlns:a="http://schemas.openxmlformats.org/drawingml/2006/main" w="28575">
            <a:solidFill>
              <a:srgbClr val="166B68"/>
            </a:solidFill>
            <a:prstDash val="solid"/>
          </a:ln>
        </p:spPr>
      </p:sp>
      <p:sp>
        <p:nvSpPr>
          <p:cNvPr id="33" name="">
            <a:extLst xmlns:a="http://schemas.openxmlformats.org/drawingml/2006/main">
              <a:ext uri="{FF2B5EF4-FFF2-40B4-BE49-F238E27FC236}">
                <a16:creationId xmlns:a16="http://schemas.microsoft.com/office/drawing/2014/main" id="{A41F803C-1355-494A-B590-8D468B09EFED}"/>
              </a:ext>
            </a:extLst>
          </p:cNvPr>
          <p:cNvSpPr>
            <a:spLocks xmlns:a="http://schemas.openxmlformats.org/drawingml/2006/main" noGrp="1"/>
          </p:cNvSpPr>
          <p:nvPr/>
        </p:nvSpPr>
        <p:spPr>
          <a:xfrm xmlns:a="http://schemas.openxmlformats.org/drawingml/2006/main">
            <a:off x="7870682" y="4133988"/>
            <a:ext cx="22191" cy="18348"/>
          </a:xfrm>
          <a:custGeom xmlns:a="http://schemas.openxmlformats.org/drawingml/2006/main">
            <a:pathLst>
              <a:path w="22191" h="18348">
                <a:moveTo>
                  <a:pt x="0" y="0"/>
                </a:moveTo>
                <a:lnTo>
                  <a:pt x="22191" y="18348"/>
                </a:lnTo>
              </a:path>
            </a:pathLst>
          </a:custGeom>
          <a:noFill xmlns:a="http://schemas.openxmlformats.org/drawingml/2006/main"/>
          <a:ln xmlns:a="http://schemas.openxmlformats.org/drawingml/2006/main" w="28575">
            <a:solidFill>
              <a:srgbClr val="166B68"/>
            </a:solidFill>
            <a:prstDash val="solid"/>
          </a:ln>
        </p:spPr>
      </p:sp>
      <p:sp>
        <p:nvSpPr>
          <p:cNvPr id="34" name="">
            <a:extLst xmlns:a="http://schemas.openxmlformats.org/drawingml/2006/main">
              <a:ext uri="{FF2B5EF4-FFF2-40B4-BE49-F238E27FC236}">
                <a16:creationId xmlns:a16="http://schemas.microsoft.com/office/drawing/2014/main" id="{493BFE0F-23C8-4C1E-9845-B8AC5B7D3989}"/>
              </a:ext>
            </a:extLst>
          </p:cNvPr>
          <p:cNvSpPr>
            <a:spLocks xmlns:a="http://schemas.openxmlformats.org/drawingml/2006/main" noGrp="1"/>
          </p:cNvSpPr>
          <p:nvPr/>
        </p:nvSpPr>
        <p:spPr>
          <a:xfrm xmlns:a="http://schemas.openxmlformats.org/drawingml/2006/main">
            <a:off x="7892873" y="4152337"/>
            <a:ext cx="21341" cy="19331"/>
          </a:xfrm>
          <a:custGeom xmlns:a="http://schemas.openxmlformats.org/drawingml/2006/main">
            <a:pathLst>
              <a:path w="21341" h="19331">
                <a:moveTo>
                  <a:pt x="0" y="0"/>
                </a:moveTo>
                <a:lnTo>
                  <a:pt x="21341" y="19331"/>
                </a:lnTo>
              </a:path>
            </a:pathLst>
          </a:custGeom>
          <a:noFill xmlns:a="http://schemas.openxmlformats.org/drawingml/2006/main"/>
          <a:ln xmlns:a="http://schemas.openxmlformats.org/drawingml/2006/main" w="28575">
            <a:solidFill>
              <a:srgbClr val="166B68"/>
            </a:solidFill>
            <a:prstDash val="solid"/>
          </a:ln>
        </p:spPr>
      </p:sp>
      <p:sp>
        <p:nvSpPr>
          <p:cNvPr id="35" name="">
            <a:extLst xmlns:a="http://schemas.openxmlformats.org/drawingml/2006/main">
              <a:ext uri="{FF2B5EF4-FFF2-40B4-BE49-F238E27FC236}">
                <a16:creationId xmlns:a16="http://schemas.microsoft.com/office/drawing/2014/main" id="{76E27023-0542-49FC-A30F-F6E5E45619A6}"/>
              </a:ext>
            </a:extLst>
          </p:cNvPr>
          <p:cNvSpPr>
            <a:spLocks xmlns:a="http://schemas.openxmlformats.org/drawingml/2006/main" noGrp="1"/>
          </p:cNvSpPr>
          <p:nvPr/>
        </p:nvSpPr>
        <p:spPr>
          <a:xfrm xmlns:a="http://schemas.openxmlformats.org/drawingml/2006/main">
            <a:off x="7914213" y="4171667"/>
            <a:ext cx="20447" cy="20274"/>
          </a:xfrm>
          <a:custGeom xmlns:a="http://schemas.openxmlformats.org/drawingml/2006/main">
            <a:pathLst>
              <a:path w="20447" h="20274">
                <a:moveTo>
                  <a:pt x="0" y="0"/>
                </a:moveTo>
                <a:lnTo>
                  <a:pt x="20447" y="20274"/>
                </a:lnTo>
              </a:path>
            </a:pathLst>
          </a:custGeom>
          <a:noFill xmlns:a="http://schemas.openxmlformats.org/drawingml/2006/main"/>
          <a:ln xmlns:a="http://schemas.openxmlformats.org/drawingml/2006/main" w="28575">
            <a:solidFill>
              <a:srgbClr val="166B68"/>
            </a:solidFill>
            <a:prstDash val="solid"/>
          </a:ln>
        </p:spPr>
      </p:sp>
      <p:sp>
        <p:nvSpPr>
          <p:cNvPr id="36" name="">
            <a:extLst xmlns:a="http://schemas.openxmlformats.org/drawingml/2006/main">
              <a:ext uri="{FF2B5EF4-FFF2-40B4-BE49-F238E27FC236}">
                <a16:creationId xmlns:a16="http://schemas.microsoft.com/office/drawing/2014/main" id="{4696007B-898C-4819-81AB-62DAF269D9D2}"/>
              </a:ext>
            </a:extLst>
          </p:cNvPr>
          <p:cNvSpPr>
            <a:spLocks xmlns:a="http://schemas.openxmlformats.org/drawingml/2006/main" noGrp="1"/>
          </p:cNvSpPr>
          <p:nvPr/>
        </p:nvSpPr>
        <p:spPr>
          <a:xfrm xmlns:a="http://schemas.openxmlformats.org/drawingml/2006/main">
            <a:off x="7934661" y="4191941"/>
            <a:ext cx="19512" cy="21175"/>
          </a:xfrm>
          <a:custGeom xmlns:a="http://schemas.openxmlformats.org/drawingml/2006/main">
            <a:pathLst>
              <a:path w="19512" h="21175">
                <a:moveTo>
                  <a:pt x="0" y="0"/>
                </a:moveTo>
                <a:lnTo>
                  <a:pt x="19512" y="21175"/>
                </a:lnTo>
              </a:path>
            </a:pathLst>
          </a:custGeom>
          <a:noFill xmlns:a="http://schemas.openxmlformats.org/drawingml/2006/main"/>
          <a:ln xmlns:a="http://schemas.openxmlformats.org/drawingml/2006/main" w="28575">
            <a:solidFill>
              <a:srgbClr val="166B68"/>
            </a:solidFill>
            <a:prstDash val="solid"/>
          </a:ln>
        </p:spPr>
      </p:sp>
      <p:sp>
        <p:nvSpPr>
          <p:cNvPr id="37" name="">
            <a:extLst xmlns:a="http://schemas.openxmlformats.org/drawingml/2006/main">
              <a:ext uri="{FF2B5EF4-FFF2-40B4-BE49-F238E27FC236}">
                <a16:creationId xmlns:a16="http://schemas.microsoft.com/office/drawing/2014/main" id="{2F8F9987-DFC9-4FAF-A1B6-C9345EE20F6F}"/>
              </a:ext>
            </a:extLst>
          </p:cNvPr>
          <p:cNvSpPr>
            <a:spLocks xmlns:a="http://schemas.openxmlformats.org/drawingml/2006/main" noGrp="1"/>
          </p:cNvSpPr>
          <p:nvPr/>
        </p:nvSpPr>
        <p:spPr>
          <a:xfrm xmlns:a="http://schemas.openxmlformats.org/drawingml/2006/main">
            <a:off x="7954172" y="4213116"/>
            <a:ext cx="18537" cy="22034"/>
          </a:xfrm>
          <a:custGeom xmlns:a="http://schemas.openxmlformats.org/drawingml/2006/main">
            <a:pathLst>
              <a:path w="18537" h="22034">
                <a:moveTo>
                  <a:pt x="0" y="0"/>
                </a:moveTo>
                <a:lnTo>
                  <a:pt x="18537" y="22034"/>
                </a:lnTo>
              </a:path>
            </a:pathLst>
          </a:custGeom>
          <a:noFill xmlns:a="http://schemas.openxmlformats.org/drawingml/2006/main"/>
          <a:ln xmlns:a="http://schemas.openxmlformats.org/drawingml/2006/main" w="28575">
            <a:solidFill>
              <a:srgbClr val="166B68"/>
            </a:solidFill>
            <a:prstDash val="solid"/>
          </a:ln>
        </p:spPr>
      </p:sp>
      <p:sp>
        <p:nvSpPr>
          <p:cNvPr id="38" name="">
            <a:extLst xmlns:a="http://schemas.openxmlformats.org/drawingml/2006/main">
              <a:ext uri="{FF2B5EF4-FFF2-40B4-BE49-F238E27FC236}">
                <a16:creationId xmlns:a16="http://schemas.microsoft.com/office/drawing/2014/main" id="{C0ADF36C-9CD1-48D0-9068-C8C70B7F93FB}"/>
              </a:ext>
            </a:extLst>
          </p:cNvPr>
          <p:cNvSpPr>
            <a:spLocks xmlns:a="http://schemas.openxmlformats.org/drawingml/2006/main" noGrp="1"/>
          </p:cNvSpPr>
          <p:nvPr/>
        </p:nvSpPr>
        <p:spPr>
          <a:xfrm xmlns:a="http://schemas.openxmlformats.org/drawingml/2006/main">
            <a:off x="7972709" y="4235150"/>
            <a:ext cx="17524" cy="22848"/>
          </a:xfrm>
          <a:custGeom xmlns:a="http://schemas.openxmlformats.org/drawingml/2006/main">
            <a:pathLst>
              <a:path w="17524" h="22848">
                <a:moveTo>
                  <a:pt x="0" y="0"/>
                </a:moveTo>
                <a:lnTo>
                  <a:pt x="17524" y="22848"/>
                </a:lnTo>
              </a:path>
            </a:pathLst>
          </a:custGeom>
          <a:noFill xmlns:a="http://schemas.openxmlformats.org/drawingml/2006/main"/>
          <a:ln xmlns:a="http://schemas.openxmlformats.org/drawingml/2006/main" w="28575">
            <a:solidFill>
              <a:srgbClr val="166B68"/>
            </a:solidFill>
            <a:prstDash val="solid"/>
          </a:ln>
        </p:spPr>
      </p:sp>
      <p:sp>
        <p:nvSpPr>
          <p:cNvPr id="39" name="">
            <a:extLst xmlns:a="http://schemas.openxmlformats.org/drawingml/2006/main">
              <a:ext uri="{FF2B5EF4-FFF2-40B4-BE49-F238E27FC236}">
                <a16:creationId xmlns:a16="http://schemas.microsoft.com/office/drawing/2014/main" id="{37854CAC-A1BC-443B-AB68-D7BB5218E6E0}"/>
              </a:ext>
            </a:extLst>
          </p:cNvPr>
          <p:cNvSpPr>
            <a:spLocks xmlns:a="http://schemas.openxmlformats.org/drawingml/2006/main" noGrp="1"/>
          </p:cNvSpPr>
          <p:nvPr/>
        </p:nvSpPr>
        <p:spPr>
          <a:xfrm xmlns:a="http://schemas.openxmlformats.org/drawingml/2006/main">
            <a:off x="7990233" y="4257998"/>
            <a:ext cx="16476" cy="23615"/>
          </a:xfrm>
          <a:custGeom xmlns:a="http://schemas.openxmlformats.org/drawingml/2006/main">
            <a:pathLst>
              <a:path w="16476" h="23615">
                <a:moveTo>
                  <a:pt x="0" y="0"/>
                </a:moveTo>
                <a:lnTo>
                  <a:pt x="16476" y="23615"/>
                </a:lnTo>
              </a:path>
            </a:pathLst>
          </a:custGeom>
          <a:noFill xmlns:a="http://schemas.openxmlformats.org/drawingml/2006/main"/>
          <a:ln xmlns:a="http://schemas.openxmlformats.org/drawingml/2006/main" w="28575">
            <a:solidFill>
              <a:srgbClr val="166B68"/>
            </a:solidFill>
            <a:prstDash val="solid"/>
          </a:ln>
        </p:spPr>
      </p:sp>
      <p:sp>
        <p:nvSpPr>
          <p:cNvPr id="40" name="">
            <a:extLst xmlns:a="http://schemas.openxmlformats.org/drawingml/2006/main">
              <a:ext uri="{FF2B5EF4-FFF2-40B4-BE49-F238E27FC236}">
                <a16:creationId xmlns:a16="http://schemas.microsoft.com/office/drawing/2014/main" id="{5F70BE65-1CA4-4172-822D-F87CBC876526}"/>
              </a:ext>
            </a:extLst>
          </p:cNvPr>
          <p:cNvSpPr>
            <a:spLocks xmlns:a="http://schemas.openxmlformats.org/drawingml/2006/main" noGrp="1"/>
          </p:cNvSpPr>
          <p:nvPr/>
        </p:nvSpPr>
        <p:spPr>
          <a:xfrm xmlns:a="http://schemas.openxmlformats.org/drawingml/2006/main">
            <a:off x="8006709" y="4281613"/>
            <a:ext cx="15394" cy="24334"/>
          </a:xfrm>
          <a:custGeom xmlns:a="http://schemas.openxmlformats.org/drawingml/2006/main">
            <a:pathLst>
              <a:path w="15394" h="24334">
                <a:moveTo>
                  <a:pt x="0" y="0"/>
                </a:moveTo>
                <a:lnTo>
                  <a:pt x="15394" y="24334"/>
                </a:lnTo>
              </a:path>
            </a:pathLst>
          </a:custGeom>
          <a:noFill xmlns:a="http://schemas.openxmlformats.org/drawingml/2006/main"/>
          <a:ln xmlns:a="http://schemas.openxmlformats.org/drawingml/2006/main" w="28575">
            <a:solidFill>
              <a:srgbClr val="166B68"/>
            </a:solidFill>
            <a:prstDash val="solid"/>
          </a:ln>
        </p:spPr>
      </p:sp>
      <p:sp>
        <p:nvSpPr>
          <p:cNvPr id="41" name="">
            <a:extLst xmlns:a="http://schemas.openxmlformats.org/drawingml/2006/main">
              <a:ext uri="{FF2B5EF4-FFF2-40B4-BE49-F238E27FC236}">
                <a16:creationId xmlns:a16="http://schemas.microsoft.com/office/drawing/2014/main" id="{429D7D79-C967-4F1B-8011-429292C147F0}"/>
              </a:ext>
            </a:extLst>
          </p:cNvPr>
          <p:cNvSpPr>
            <a:spLocks xmlns:a="http://schemas.openxmlformats.org/drawingml/2006/main" noGrp="1"/>
          </p:cNvSpPr>
          <p:nvPr/>
        </p:nvSpPr>
        <p:spPr>
          <a:xfrm xmlns:a="http://schemas.openxmlformats.org/drawingml/2006/main">
            <a:off x="8022102" y="4305947"/>
            <a:ext cx="14280" cy="25004"/>
          </a:xfrm>
          <a:custGeom xmlns:a="http://schemas.openxmlformats.org/drawingml/2006/main">
            <a:pathLst>
              <a:path w="14280" h="25004">
                <a:moveTo>
                  <a:pt x="0" y="0"/>
                </a:moveTo>
                <a:lnTo>
                  <a:pt x="14280" y="25004"/>
                </a:lnTo>
              </a:path>
            </a:pathLst>
          </a:custGeom>
          <a:noFill xmlns:a="http://schemas.openxmlformats.org/drawingml/2006/main"/>
          <a:ln xmlns:a="http://schemas.openxmlformats.org/drawingml/2006/main" w="28575">
            <a:solidFill>
              <a:srgbClr val="166B68"/>
            </a:solidFill>
            <a:prstDash val="solid"/>
          </a:ln>
        </p:spPr>
      </p:sp>
      <p:sp>
        <p:nvSpPr>
          <p:cNvPr id="42" name="">
            <a:extLst xmlns:a="http://schemas.openxmlformats.org/drawingml/2006/main">
              <a:ext uri="{FF2B5EF4-FFF2-40B4-BE49-F238E27FC236}">
                <a16:creationId xmlns:a16="http://schemas.microsoft.com/office/drawing/2014/main" id="{AF11DBA3-837F-4B4E-B43C-C604DC72071F}"/>
              </a:ext>
            </a:extLst>
          </p:cNvPr>
          <p:cNvSpPr>
            <a:spLocks xmlns:a="http://schemas.openxmlformats.org/drawingml/2006/main" noGrp="1"/>
          </p:cNvSpPr>
          <p:nvPr/>
        </p:nvSpPr>
        <p:spPr>
          <a:xfrm xmlns:a="http://schemas.openxmlformats.org/drawingml/2006/main">
            <a:off x="8036382" y="4330950"/>
            <a:ext cx="13138" cy="25622"/>
          </a:xfrm>
          <a:custGeom xmlns:a="http://schemas.openxmlformats.org/drawingml/2006/main">
            <a:pathLst>
              <a:path w="13138" h="25622">
                <a:moveTo>
                  <a:pt x="0" y="0"/>
                </a:moveTo>
                <a:lnTo>
                  <a:pt x="13138" y="25622"/>
                </a:lnTo>
              </a:path>
            </a:pathLst>
          </a:custGeom>
          <a:noFill xmlns:a="http://schemas.openxmlformats.org/drawingml/2006/main"/>
          <a:ln xmlns:a="http://schemas.openxmlformats.org/drawingml/2006/main" w="28575">
            <a:solidFill>
              <a:srgbClr val="166B68"/>
            </a:solidFill>
            <a:prstDash val="solid"/>
          </a:ln>
        </p:spPr>
      </p:sp>
      <p:sp>
        <p:nvSpPr>
          <p:cNvPr id="43" name="">
            <a:extLst xmlns:a="http://schemas.openxmlformats.org/drawingml/2006/main">
              <a:ext uri="{FF2B5EF4-FFF2-40B4-BE49-F238E27FC236}">
                <a16:creationId xmlns:a16="http://schemas.microsoft.com/office/drawing/2014/main" id="{D344BAAC-B38A-406A-8DD1-DE6727015772}"/>
              </a:ext>
            </a:extLst>
          </p:cNvPr>
          <p:cNvSpPr>
            <a:spLocks xmlns:a="http://schemas.openxmlformats.org/drawingml/2006/main" noGrp="1"/>
          </p:cNvSpPr>
          <p:nvPr/>
        </p:nvSpPr>
        <p:spPr>
          <a:xfrm xmlns:a="http://schemas.openxmlformats.org/drawingml/2006/main">
            <a:off x="8049520" y="4356572"/>
            <a:ext cx="11969" cy="26189"/>
          </a:xfrm>
          <a:custGeom xmlns:a="http://schemas.openxmlformats.org/drawingml/2006/main">
            <a:pathLst>
              <a:path w="11969" h="26189">
                <a:moveTo>
                  <a:pt x="0" y="0"/>
                </a:moveTo>
                <a:lnTo>
                  <a:pt x="11969" y="26189"/>
                </a:lnTo>
              </a:path>
            </a:pathLst>
          </a:custGeom>
          <a:noFill xmlns:a="http://schemas.openxmlformats.org/drawingml/2006/main"/>
          <a:ln xmlns:a="http://schemas.openxmlformats.org/drawingml/2006/main" w="28575">
            <a:solidFill>
              <a:srgbClr val="166B68"/>
            </a:solidFill>
            <a:prstDash val="solid"/>
          </a:ln>
        </p:spPr>
      </p:sp>
      <p:sp>
        <p:nvSpPr>
          <p:cNvPr id="44" name="">
            <a:extLst xmlns:a="http://schemas.openxmlformats.org/drawingml/2006/main">
              <a:ext uri="{FF2B5EF4-FFF2-40B4-BE49-F238E27FC236}">
                <a16:creationId xmlns:a16="http://schemas.microsoft.com/office/drawing/2014/main" id="{BDBBA1C2-C98F-43FD-A4A6-BD8BB0EA0EB9}"/>
              </a:ext>
            </a:extLst>
          </p:cNvPr>
          <p:cNvSpPr>
            <a:spLocks xmlns:a="http://schemas.openxmlformats.org/drawingml/2006/main" noGrp="1"/>
          </p:cNvSpPr>
          <p:nvPr/>
        </p:nvSpPr>
        <p:spPr>
          <a:xfrm xmlns:a="http://schemas.openxmlformats.org/drawingml/2006/main">
            <a:off x="8061489" y="4382761"/>
            <a:ext cx="10775" cy="26702"/>
          </a:xfrm>
          <a:custGeom xmlns:a="http://schemas.openxmlformats.org/drawingml/2006/main">
            <a:pathLst>
              <a:path w="10775" h="26702">
                <a:moveTo>
                  <a:pt x="0" y="0"/>
                </a:moveTo>
                <a:lnTo>
                  <a:pt x="10775" y="26702"/>
                </a:lnTo>
              </a:path>
            </a:pathLst>
          </a:custGeom>
          <a:noFill xmlns:a="http://schemas.openxmlformats.org/drawingml/2006/main"/>
          <a:ln xmlns:a="http://schemas.openxmlformats.org/drawingml/2006/main" w="28575">
            <a:solidFill>
              <a:srgbClr val="166B68"/>
            </a:solidFill>
            <a:prstDash val="solid"/>
          </a:ln>
        </p:spPr>
      </p:sp>
      <p:sp>
        <p:nvSpPr>
          <p:cNvPr id="45" name="">
            <a:extLst xmlns:a="http://schemas.openxmlformats.org/drawingml/2006/main">
              <a:ext uri="{FF2B5EF4-FFF2-40B4-BE49-F238E27FC236}">
                <a16:creationId xmlns:a16="http://schemas.microsoft.com/office/drawing/2014/main" id="{90B8B339-42D1-44E5-BD3B-6244617E9C70}"/>
              </a:ext>
            </a:extLst>
          </p:cNvPr>
          <p:cNvSpPr>
            <a:spLocks xmlns:a="http://schemas.openxmlformats.org/drawingml/2006/main" noGrp="1"/>
          </p:cNvSpPr>
          <p:nvPr/>
        </p:nvSpPr>
        <p:spPr>
          <a:xfrm xmlns:a="http://schemas.openxmlformats.org/drawingml/2006/main">
            <a:off x="8072264" y="4409463"/>
            <a:ext cx="9560" cy="27161"/>
          </a:xfrm>
          <a:custGeom xmlns:a="http://schemas.openxmlformats.org/drawingml/2006/main">
            <a:pathLst>
              <a:path w="9560" h="27161">
                <a:moveTo>
                  <a:pt x="0" y="0"/>
                </a:moveTo>
                <a:lnTo>
                  <a:pt x="9560" y="27161"/>
                </a:lnTo>
              </a:path>
            </a:pathLst>
          </a:custGeom>
          <a:noFill xmlns:a="http://schemas.openxmlformats.org/drawingml/2006/main"/>
          <a:ln xmlns:a="http://schemas.openxmlformats.org/drawingml/2006/main" w="28575">
            <a:solidFill>
              <a:srgbClr val="166B68"/>
            </a:solidFill>
            <a:prstDash val="solid"/>
          </a:ln>
        </p:spPr>
      </p:sp>
      <p:sp>
        <p:nvSpPr>
          <p:cNvPr id="46" name="">
            <a:extLst xmlns:a="http://schemas.openxmlformats.org/drawingml/2006/main">
              <a:ext uri="{FF2B5EF4-FFF2-40B4-BE49-F238E27FC236}">
                <a16:creationId xmlns:a16="http://schemas.microsoft.com/office/drawing/2014/main" id="{96C6AD0B-6721-4BC9-972D-884BB10C6A0C}"/>
              </a:ext>
            </a:extLst>
          </p:cNvPr>
          <p:cNvSpPr>
            <a:spLocks xmlns:a="http://schemas.openxmlformats.org/drawingml/2006/main" noGrp="1"/>
          </p:cNvSpPr>
          <p:nvPr/>
        </p:nvSpPr>
        <p:spPr>
          <a:xfrm xmlns:a="http://schemas.openxmlformats.org/drawingml/2006/main">
            <a:off x="8081824" y="4436624"/>
            <a:ext cx="9525" cy="27564"/>
          </a:xfrm>
          <a:custGeom xmlns:a="http://schemas.openxmlformats.org/drawingml/2006/main">
            <a:pathLst>
              <a:path w="9525" h="27564">
                <a:moveTo>
                  <a:pt x="0" y="0"/>
                </a:moveTo>
                <a:lnTo>
                  <a:pt x="8325" y="27564"/>
                </a:lnTo>
              </a:path>
            </a:pathLst>
          </a:custGeom>
          <a:noFill xmlns:a="http://schemas.openxmlformats.org/drawingml/2006/main"/>
          <a:ln xmlns:a="http://schemas.openxmlformats.org/drawingml/2006/main" w="28575">
            <a:solidFill>
              <a:srgbClr val="166B68"/>
            </a:solidFill>
            <a:prstDash val="solid"/>
          </a:ln>
        </p:spPr>
      </p:sp>
      <p:sp>
        <p:nvSpPr>
          <p:cNvPr id="47" name="">
            <a:extLst xmlns:a="http://schemas.openxmlformats.org/drawingml/2006/main">
              <a:ext uri="{FF2B5EF4-FFF2-40B4-BE49-F238E27FC236}">
                <a16:creationId xmlns:a16="http://schemas.microsoft.com/office/drawing/2014/main" id="{FD42E121-C63B-426C-871D-56DDFF087C5A}"/>
              </a:ext>
            </a:extLst>
          </p:cNvPr>
          <p:cNvSpPr>
            <a:spLocks xmlns:a="http://schemas.openxmlformats.org/drawingml/2006/main" noGrp="1"/>
          </p:cNvSpPr>
          <p:nvPr/>
        </p:nvSpPr>
        <p:spPr>
          <a:xfrm xmlns:a="http://schemas.openxmlformats.org/drawingml/2006/main">
            <a:off x="8090148" y="4464189"/>
            <a:ext cx="9525" cy="27912"/>
          </a:xfrm>
          <a:custGeom xmlns:a="http://schemas.openxmlformats.org/drawingml/2006/main">
            <a:pathLst>
              <a:path w="9525" h="27912">
                <a:moveTo>
                  <a:pt x="0" y="0"/>
                </a:moveTo>
                <a:lnTo>
                  <a:pt x="7073" y="27912"/>
                </a:lnTo>
              </a:path>
            </a:pathLst>
          </a:custGeom>
          <a:noFill xmlns:a="http://schemas.openxmlformats.org/drawingml/2006/main"/>
          <a:ln xmlns:a="http://schemas.openxmlformats.org/drawingml/2006/main" w="28575">
            <a:solidFill>
              <a:srgbClr val="166B68"/>
            </a:solidFill>
            <a:prstDash val="solid"/>
          </a:ln>
        </p:spPr>
      </p:sp>
      <p:sp>
        <p:nvSpPr>
          <p:cNvPr id="48" name="">
            <a:extLst xmlns:a="http://schemas.openxmlformats.org/drawingml/2006/main">
              <a:ext uri="{FF2B5EF4-FFF2-40B4-BE49-F238E27FC236}">
                <a16:creationId xmlns:a16="http://schemas.microsoft.com/office/drawing/2014/main" id="{59D27F41-C526-4092-B007-B43F6A71DD18}"/>
              </a:ext>
            </a:extLst>
          </p:cNvPr>
          <p:cNvSpPr>
            <a:spLocks xmlns:a="http://schemas.openxmlformats.org/drawingml/2006/main" noGrp="1"/>
          </p:cNvSpPr>
          <p:nvPr/>
        </p:nvSpPr>
        <p:spPr>
          <a:xfrm xmlns:a="http://schemas.openxmlformats.org/drawingml/2006/main">
            <a:off x="8097221" y="4492101"/>
            <a:ext cx="9525" cy="28203"/>
          </a:xfrm>
          <a:custGeom xmlns:a="http://schemas.openxmlformats.org/drawingml/2006/main">
            <a:pathLst>
              <a:path w="9525" h="28203">
                <a:moveTo>
                  <a:pt x="0" y="0"/>
                </a:moveTo>
                <a:lnTo>
                  <a:pt x="5807" y="28203"/>
                </a:lnTo>
              </a:path>
            </a:pathLst>
          </a:custGeom>
          <a:noFill xmlns:a="http://schemas.openxmlformats.org/drawingml/2006/main"/>
          <a:ln xmlns:a="http://schemas.openxmlformats.org/drawingml/2006/main" w="28575">
            <a:solidFill>
              <a:srgbClr val="166B68"/>
            </a:solidFill>
            <a:prstDash val="solid"/>
          </a:ln>
        </p:spPr>
      </p:sp>
      <p:sp>
        <p:nvSpPr>
          <p:cNvPr id="49" name="">
            <a:extLst xmlns:a="http://schemas.openxmlformats.org/drawingml/2006/main">
              <a:ext uri="{FF2B5EF4-FFF2-40B4-BE49-F238E27FC236}">
                <a16:creationId xmlns:a16="http://schemas.microsoft.com/office/drawing/2014/main" id="{11D87EA6-56D9-43CE-AD67-47985907F453}"/>
              </a:ext>
            </a:extLst>
          </p:cNvPr>
          <p:cNvSpPr>
            <a:spLocks xmlns:a="http://schemas.openxmlformats.org/drawingml/2006/main" noGrp="1"/>
          </p:cNvSpPr>
          <p:nvPr/>
        </p:nvSpPr>
        <p:spPr>
          <a:xfrm xmlns:a="http://schemas.openxmlformats.org/drawingml/2006/main">
            <a:off x="8103028" y="4520303"/>
            <a:ext cx="9525" cy="28436"/>
          </a:xfrm>
          <a:custGeom xmlns:a="http://schemas.openxmlformats.org/drawingml/2006/main">
            <a:pathLst>
              <a:path w="9525" h="28436">
                <a:moveTo>
                  <a:pt x="0" y="0"/>
                </a:moveTo>
                <a:lnTo>
                  <a:pt x="4529" y="28436"/>
                </a:lnTo>
              </a:path>
            </a:pathLst>
          </a:custGeom>
          <a:noFill xmlns:a="http://schemas.openxmlformats.org/drawingml/2006/main"/>
          <a:ln xmlns:a="http://schemas.openxmlformats.org/drawingml/2006/main" w="28575">
            <a:solidFill>
              <a:srgbClr val="166B68"/>
            </a:solidFill>
            <a:prstDash val="solid"/>
          </a:ln>
        </p:spPr>
      </p:sp>
      <p:sp>
        <p:nvSpPr>
          <p:cNvPr id="50" name="">
            <a:extLst xmlns:a="http://schemas.openxmlformats.org/drawingml/2006/main">
              <a:ext uri="{FF2B5EF4-FFF2-40B4-BE49-F238E27FC236}">
                <a16:creationId xmlns:a16="http://schemas.microsoft.com/office/drawing/2014/main" id="{3008F74D-E007-43FB-A9DF-D2E98D3CB2EE}"/>
              </a:ext>
            </a:extLst>
          </p:cNvPr>
          <p:cNvSpPr>
            <a:spLocks xmlns:a="http://schemas.openxmlformats.org/drawingml/2006/main" noGrp="1"/>
          </p:cNvSpPr>
          <p:nvPr/>
        </p:nvSpPr>
        <p:spPr>
          <a:xfrm xmlns:a="http://schemas.openxmlformats.org/drawingml/2006/main">
            <a:off x="8107557" y="4548739"/>
            <a:ext cx="9525" cy="28611"/>
          </a:xfrm>
          <a:custGeom xmlns:a="http://schemas.openxmlformats.org/drawingml/2006/main">
            <a:pathLst>
              <a:path w="9525" h="28611">
                <a:moveTo>
                  <a:pt x="0" y="0"/>
                </a:moveTo>
                <a:lnTo>
                  <a:pt x="3241" y="28611"/>
                </a:lnTo>
              </a:path>
            </a:pathLst>
          </a:custGeom>
          <a:noFill xmlns:a="http://schemas.openxmlformats.org/drawingml/2006/main"/>
          <a:ln xmlns:a="http://schemas.openxmlformats.org/drawingml/2006/main" w="28575">
            <a:solidFill>
              <a:srgbClr val="166B68"/>
            </a:solidFill>
            <a:prstDash val="solid"/>
          </a:ln>
        </p:spPr>
      </p:sp>
      <p:sp>
        <p:nvSpPr>
          <p:cNvPr id="51" name="">
            <a:extLst xmlns:a="http://schemas.openxmlformats.org/drawingml/2006/main">
              <a:ext uri="{FF2B5EF4-FFF2-40B4-BE49-F238E27FC236}">
                <a16:creationId xmlns:a16="http://schemas.microsoft.com/office/drawing/2014/main" id="{C4025E57-2F70-4A7B-8A4C-059420BFAE10}"/>
              </a:ext>
            </a:extLst>
          </p:cNvPr>
          <p:cNvSpPr>
            <a:spLocks xmlns:a="http://schemas.openxmlformats.org/drawingml/2006/main" noGrp="1"/>
          </p:cNvSpPr>
          <p:nvPr/>
        </p:nvSpPr>
        <p:spPr>
          <a:xfrm xmlns:a="http://schemas.openxmlformats.org/drawingml/2006/main">
            <a:off x="8110798" y="4577350"/>
            <a:ext cx="9525" cy="28728"/>
          </a:xfrm>
          <a:custGeom xmlns:a="http://schemas.openxmlformats.org/drawingml/2006/main">
            <a:pathLst>
              <a:path w="9525" h="28728">
                <a:moveTo>
                  <a:pt x="0" y="0"/>
                </a:moveTo>
                <a:lnTo>
                  <a:pt x="1947" y="28728"/>
                </a:lnTo>
              </a:path>
            </a:pathLst>
          </a:custGeom>
          <a:noFill xmlns:a="http://schemas.openxmlformats.org/drawingml/2006/main"/>
          <a:ln xmlns:a="http://schemas.openxmlformats.org/drawingml/2006/main" w="28575">
            <a:solidFill>
              <a:srgbClr val="166B68"/>
            </a:solidFill>
            <a:prstDash val="solid"/>
          </a:ln>
        </p:spPr>
      </p:sp>
      <p:sp>
        <p:nvSpPr>
          <p:cNvPr id="52" name="">
            <a:extLst xmlns:a="http://schemas.openxmlformats.org/drawingml/2006/main">
              <a:ext uri="{FF2B5EF4-FFF2-40B4-BE49-F238E27FC236}">
                <a16:creationId xmlns:a16="http://schemas.microsoft.com/office/drawing/2014/main" id="{BC96879D-84DE-41ED-8C44-9CA219D4BEE9}"/>
              </a:ext>
            </a:extLst>
          </p:cNvPr>
          <p:cNvSpPr>
            <a:spLocks xmlns:a="http://schemas.openxmlformats.org/drawingml/2006/main" noGrp="1"/>
          </p:cNvSpPr>
          <p:nvPr/>
        </p:nvSpPr>
        <p:spPr>
          <a:xfrm xmlns:a="http://schemas.openxmlformats.org/drawingml/2006/main">
            <a:off x="8112745" y="4606078"/>
            <a:ext cx="9525" cy="28787"/>
          </a:xfrm>
          <a:custGeom xmlns:a="http://schemas.openxmlformats.org/drawingml/2006/main">
            <a:pathLst>
              <a:path w="9525" h="28787">
                <a:moveTo>
                  <a:pt x="0" y="0"/>
                </a:moveTo>
                <a:lnTo>
                  <a:pt x="650" y="28787"/>
                </a:lnTo>
              </a:path>
            </a:pathLst>
          </a:custGeom>
          <a:noFill xmlns:a="http://schemas.openxmlformats.org/drawingml/2006/main"/>
          <a:ln xmlns:a="http://schemas.openxmlformats.org/drawingml/2006/main" w="28575">
            <a:solidFill>
              <a:srgbClr val="166B68"/>
            </a:solidFill>
            <a:prstDash val="solid"/>
          </a:ln>
        </p:spPr>
      </p:sp>
      <p:sp>
        <p:nvSpPr>
          <p:cNvPr id="53" name="">
            <a:extLst xmlns:a="http://schemas.openxmlformats.org/drawingml/2006/main">
              <a:ext uri="{FF2B5EF4-FFF2-40B4-BE49-F238E27FC236}">
                <a16:creationId xmlns:a16="http://schemas.microsoft.com/office/drawing/2014/main" id="{EBFC9A74-C03B-45F1-8CDB-C890CC5946C1}"/>
              </a:ext>
            </a:extLst>
          </p:cNvPr>
          <p:cNvSpPr>
            <a:spLocks xmlns:a="http://schemas.openxmlformats.org/drawingml/2006/main" noGrp="1"/>
          </p:cNvSpPr>
          <p:nvPr/>
        </p:nvSpPr>
        <p:spPr>
          <a:xfrm xmlns:a="http://schemas.openxmlformats.org/drawingml/2006/main">
            <a:off x="7951470" y="3968115"/>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100">
                <a:solidFill>
                  <a:srgbClr val="166B68"/>
                </a:solidFill>
                <a:latin typeface="Yu Gothic"/>
                <a:ea typeface="Yu Gothic"/>
                <a:cs typeface="Yu Gothic"/>
              </a:defRPr>
            </a:defPPr>
            <a:lvl1pPr>
              <a:defRPr sz="2100">
                <a:solidFill>
                  <a:srgbClr val="166B68"/>
                </a:solidFill>
                <a:latin typeface="Yu Gothic"/>
                <a:ea typeface="Yu Gothic"/>
                <a:cs typeface="Yu Gothic"/>
              </a:defRPr>
            </a:lvl1pPr>
            <a:lvl2pPr>
              <a:defRPr sz="2100">
                <a:solidFill>
                  <a:srgbClr val="166B68"/>
                </a:solidFill>
                <a:latin typeface="Yu Gothic"/>
                <a:ea typeface="Yu Gothic"/>
                <a:cs typeface="Yu Gothic"/>
              </a:defRPr>
            </a:lvl2pPr>
            <a:lvl3pPr>
              <a:defRPr sz="2100">
                <a:solidFill>
                  <a:srgbClr val="166B68"/>
                </a:solidFill>
                <a:latin typeface="Yu Gothic"/>
                <a:ea typeface="Yu Gothic"/>
                <a:cs typeface="Yu Gothic"/>
              </a:defRPr>
            </a:lvl3pPr>
            <a:lvl4pPr>
              <a:defRPr sz="2100">
                <a:solidFill>
                  <a:srgbClr val="166B68"/>
                </a:solidFill>
                <a:latin typeface="Yu Gothic"/>
                <a:ea typeface="Yu Gothic"/>
                <a:cs typeface="Yu Gothic"/>
              </a:defRPr>
            </a:lvl4pPr>
            <a:lvl5pPr>
              <a:defRPr sz="2100">
                <a:solidFill>
                  <a:srgbClr val="166B68"/>
                </a:solidFill>
                <a:latin typeface="Yu Gothic"/>
                <a:ea typeface="Yu Gothic"/>
                <a:cs typeface="Yu Gothic"/>
              </a:defRPr>
            </a:lvl5pPr>
            <a:lvl6pPr>
              <a:defRPr sz="2100">
                <a:solidFill>
                  <a:srgbClr val="166B68"/>
                </a:solidFill>
                <a:latin typeface="Yu Gothic"/>
                <a:ea typeface="Yu Gothic"/>
                <a:cs typeface="Yu Gothic"/>
              </a:defRPr>
            </a:lvl6pPr>
            <a:lvl7pPr>
              <a:defRPr sz="2100">
                <a:solidFill>
                  <a:srgbClr val="166B68"/>
                </a:solidFill>
                <a:latin typeface="Yu Gothic"/>
                <a:ea typeface="Yu Gothic"/>
                <a:cs typeface="Yu Gothic"/>
              </a:defRPr>
            </a:lvl7pPr>
            <a:lvl8pPr>
              <a:defRPr sz="2100">
                <a:solidFill>
                  <a:srgbClr val="166B68"/>
                </a:solidFill>
                <a:latin typeface="Yu Gothic"/>
                <a:ea typeface="Yu Gothic"/>
                <a:cs typeface="Yu Gothic"/>
              </a:defRPr>
            </a:lvl8pPr>
            <a:lvl9pPr>
              <a:defRPr sz="2100">
                <a:solidFill>
                  <a:srgbClr val="166B68"/>
                </a:solidFill>
                <a:latin typeface="Yu Gothic"/>
                <a:ea typeface="Yu Gothic"/>
                <a:cs typeface="Yu Gothic"/>
              </a:defRPr>
            </a:lvl9pPr>
          </a:lstStyle>
          <a:p xmlns:a="http://schemas.openxmlformats.org/drawingml/2006/main">
            <a:pPr>
              <a:defRPr sz="2100">
                <a:solidFill>
                  <a:srgbClr val="166B68"/>
                </a:solidFill>
                <a:latin typeface="Yu Gothic"/>
                <a:ea typeface="Yu Gothic"/>
                <a:cs typeface="Yu Gothic"/>
              </a:defRPr>
            </a:pPr>
            <a:r>
              <a:rPr sz="2100">
                <a:solidFill>
                  <a:srgbClr val="166B68"/>
                </a:solidFill>
                <a:latin typeface="Yu Gothic"/>
                <a:ea typeface="Yu Gothic"/>
                <a:cs typeface="Yu Gothic"/>
              </a:rPr>
              <a:t>？</a:t>
            </a:r>
          </a:p>
        </p:txBody>
      </p:sp>
      <p:sp>
        <p:nvSpPr>
          <p:cNvPr id="54" name="">
            <a:extLst xmlns:a="http://schemas.openxmlformats.org/drawingml/2006/main">
              <a:ext uri="{FF2B5EF4-FFF2-40B4-BE49-F238E27FC236}">
                <a16:creationId xmlns:a16="http://schemas.microsoft.com/office/drawing/2014/main" id="{09923DD3-8DF3-44C9-856F-804EF7E2BE3E}"/>
              </a:ext>
            </a:extLst>
          </p:cNvPr>
          <p:cNvSpPr>
            <a:spLocks xmlns:a="http://schemas.openxmlformats.org/drawingml/2006/main" noGrp="1"/>
          </p:cNvSpPr>
          <p:nvPr/>
        </p:nvSpPr>
        <p:spPr>
          <a:xfrm xmlns:a="http://schemas.openxmlformats.org/drawingml/2006/main">
            <a:off x="6286500" y="5457825"/>
            <a:ext cx="4953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500">
                <a:solidFill>
                  <a:srgbClr val="52616A"/>
                </a:solidFill>
                <a:latin typeface="Yu Gothic"/>
                <a:ea typeface="Yu Gothic"/>
                <a:cs typeface="Yu Gothic"/>
              </a:defRPr>
            </a:defPPr>
            <a:lvl1pPr>
              <a:defRPr sz="1500">
                <a:solidFill>
                  <a:srgbClr val="52616A"/>
                </a:solidFill>
                <a:latin typeface="Yu Gothic"/>
                <a:ea typeface="Yu Gothic"/>
                <a:cs typeface="Yu Gothic"/>
              </a:defRPr>
            </a:lvl1pPr>
            <a:lvl2pPr>
              <a:defRPr sz="1500">
                <a:solidFill>
                  <a:srgbClr val="52616A"/>
                </a:solidFill>
                <a:latin typeface="Yu Gothic"/>
                <a:ea typeface="Yu Gothic"/>
                <a:cs typeface="Yu Gothic"/>
              </a:defRPr>
            </a:lvl2pPr>
            <a:lvl3pPr>
              <a:defRPr sz="1500">
                <a:solidFill>
                  <a:srgbClr val="52616A"/>
                </a:solidFill>
                <a:latin typeface="Yu Gothic"/>
                <a:ea typeface="Yu Gothic"/>
                <a:cs typeface="Yu Gothic"/>
              </a:defRPr>
            </a:lvl3pPr>
            <a:lvl4pPr>
              <a:defRPr sz="1500">
                <a:solidFill>
                  <a:srgbClr val="52616A"/>
                </a:solidFill>
                <a:latin typeface="Yu Gothic"/>
                <a:ea typeface="Yu Gothic"/>
                <a:cs typeface="Yu Gothic"/>
              </a:defRPr>
            </a:lvl4pPr>
            <a:lvl5pPr>
              <a:defRPr sz="1500">
                <a:solidFill>
                  <a:srgbClr val="52616A"/>
                </a:solidFill>
                <a:latin typeface="Yu Gothic"/>
                <a:ea typeface="Yu Gothic"/>
                <a:cs typeface="Yu Gothic"/>
              </a:defRPr>
            </a:lvl5pPr>
            <a:lvl6pPr>
              <a:defRPr sz="1500">
                <a:solidFill>
                  <a:srgbClr val="52616A"/>
                </a:solidFill>
                <a:latin typeface="Yu Gothic"/>
                <a:ea typeface="Yu Gothic"/>
                <a:cs typeface="Yu Gothic"/>
              </a:defRPr>
            </a:lvl6pPr>
            <a:lvl7pPr>
              <a:defRPr sz="1500">
                <a:solidFill>
                  <a:srgbClr val="52616A"/>
                </a:solidFill>
                <a:latin typeface="Yu Gothic"/>
                <a:ea typeface="Yu Gothic"/>
                <a:cs typeface="Yu Gothic"/>
              </a:defRPr>
            </a:lvl7pPr>
            <a:lvl8pPr>
              <a:defRPr sz="1500">
                <a:solidFill>
                  <a:srgbClr val="52616A"/>
                </a:solidFill>
                <a:latin typeface="Yu Gothic"/>
                <a:ea typeface="Yu Gothic"/>
                <a:cs typeface="Yu Gothic"/>
              </a:defRPr>
            </a:lvl8pPr>
            <a:lvl9pPr>
              <a:defRPr sz="1500">
                <a:solidFill>
                  <a:srgbClr val="52616A"/>
                </a:solidFill>
                <a:latin typeface="Yu Gothic"/>
                <a:ea typeface="Yu Gothic"/>
                <a:cs typeface="Yu Gothic"/>
              </a:defRPr>
            </a:lvl9pPr>
          </a:lstStyle>
          <a:p xmlns:a="http://schemas.openxmlformats.org/drawingml/2006/main">
            <a:pPr>
              <a:defRPr sz="1500">
                <a:solidFill>
                  <a:srgbClr val="52616A"/>
                </a:solidFill>
                <a:latin typeface="Yu Gothic"/>
                <a:ea typeface="Yu Gothic"/>
                <a:cs typeface="Yu Gothic"/>
              </a:defRPr>
            </a:pPr>
            <a:r>
              <a:rPr sz="1500">
                <a:solidFill>
                  <a:srgbClr val="52616A"/>
                </a:solidFill>
                <a:latin typeface="Yu Gothic"/>
                <a:ea typeface="Yu Gothic"/>
                <a:cs typeface="Yu Gothic"/>
              </a:rPr>
              <a:t>模式図：OEを誇張（縮尺どおりでない）</a:t>
            </a:r>
          </a:p>
        </p:txBody>
      </p:sp>
    </p:spTree>
    <p:extLst>
      <p:ext uri="{BB962C8B-B14F-4D97-AF65-F5344CB8AC3E}">
        <p14:creationId xmlns:p14="http://schemas.microsoft.com/office/powerpoint/2010/main" val="1825218112"/>
      </p:ext>
    </p:extLst>
  </p:cSld>
</p:sld>
</file>

<file path=ppt/slides/slide55.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02AD21B-D29A-4BFD-892A-B6796C06D2A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B2A8B18D-2622-4528-928D-3D3CE3CCDBD1}"/>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付録A 演習解答｜標準90分の外</a:t>
            </a:r>
          </a:p>
        </p:txBody>
      </p:sp>
      <p:sp>
        <p:nvSpPr>
          <p:cNvPr id="3" name="">
            <a:extLst xmlns:a="http://schemas.openxmlformats.org/drawingml/2006/main">
              <a:ext uri="{FF2B5EF4-FFF2-40B4-BE49-F238E27FC236}">
                <a16:creationId xmlns:a16="http://schemas.microsoft.com/office/drawing/2014/main" id="{95970D4E-7E4E-4CEF-B03E-93A1A568E940}"/>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問2解答：OAが斜辺なので、距離は増える</a:t>
            </a:r>
          </a:p>
        </p:txBody>
      </p:sp>
      <p:sp>
        <p:nvSpPr>
          <p:cNvPr id="4" name="">
            <a:extLst xmlns:a="http://schemas.openxmlformats.org/drawingml/2006/main">
              <a:ext uri="{FF2B5EF4-FFF2-40B4-BE49-F238E27FC236}">
                <a16:creationId xmlns:a16="http://schemas.microsoft.com/office/drawing/2014/main" id="{EEF3B569-33E0-422D-B063-561E2A74C4E5}"/>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6CBDE9F3-A0CB-4EF0-8FEB-FBF17BFEB579}"/>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998866D4-C86C-49BA-8DA5-F34B4C870A00}"/>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55</a:t>
            </a:r>
          </a:p>
        </p:txBody>
      </p:sp>
      <p:sp>
        <p:nvSpPr>
          <p:cNvPr id="7" name="">
            <a:extLst xmlns:a="http://schemas.openxmlformats.org/drawingml/2006/main">
              <a:ext uri="{FF2B5EF4-FFF2-40B4-BE49-F238E27FC236}">
                <a16:creationId xmlns:a16="http://schemas.microsoft.com/office/drawing/2014/main" id="{142AC11C-4C56-48A8-BA9D-69889A74BB35}"/>
              </a:ext>
            </a:extLst>
          </p:cNvPr>
          <p:cNvSpPr>
            <a:spLocks xmlns:a="http://schemas.openxmlformats.org/drawingml/2006/main" noGrp="1"/>
          </p:cNvSpPr>
          <p:nvPr/>
        </p:nvSpPr>
        <p:spPr>
          <a:xfrm xmlns:a="http://schemas.openxmlformats.org/drawingml/2006/main">
            <a:off x="1143000" y="1714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OA＝√(EA²＋OE²)＝√10001</a:t>
            </a:r>
          </a:p>
        </p:txBody>
      </p:sp>
      <p:sp>
        <p:nvSpPr>
          <p:cNvPr id="8" name="">
            <a:extLst xmlns:a="http://schemas.openxmlformats.org/drawingml/2006/main">
              <a:ext uri="{FF2B5EF4-FFF2-40B4-BE49-F238E27FC236}">
                <a16:creationId xmlns:a16="http://schemas.microsoft.com/office/drawing/2014/main" id="{D0B90C6D-5136-4267-951F-CE49448C9ED5}"/>
              </a:ext>
            </a:extLst>
          </p:cNvPr>
          <p:cNvSpPr>
            <a:spLocks xmlns:a="http://schemas.openxmlformats.org/drawingml/2006/main" noGrp="1"/>
          </p:cNvSpPr>
          <p:nvPr/>
        </p:nvSpPr>
        <p:spPr>
          <a:xfrm xmlns:a="http://schemas.openxmlformats.org/drawingml/2006/main">
            <a:off x="1143000" y="22860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OA＝100.004999875… m</a:t>
            </a:r>
          </a:p>
        </p:txBody>
      </p:sp>
      <p:sp>
        <p:nvSpPr>
          <p:cNvPr id="9" name="">
            <a:extLst xmlns:a="http://schemas.openxmlformats.org/drawingml/2006/main">
              <a:ext uri="{FF2B5EF4-FFF2-40B4-BE49-F238E27FC236}">
                <a16:creationId xmlns:a16="http://schemas.microsoft.com/office/drawing/2014/main" id="{707C378A-7813-4AE8-8618-F7363E23AD74}"/>
              </a:ext>
            </a:extLst>
          </p:cNvPr>
          <p:cNvSpPr>
            <a:spLocks xmlns:a="http://schemas.openxmlformats.org/drawingml/2006/main" noGrp="1"/>
          </p:cNvSpPr>
          <p:nvPr/>
        </p:nvSpPr>
        <p:spPr>
          <a:xfrm xmlns:a="http://schemas.openxmlformats.org/drawingml/2006/main">
            <a:off x="1143000" y="2857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距離補正＝OA−EA</a:t>
            </a:r>
          </a:p>
        </p:txBody>
      </p:sp>
      <p:sp>
        <p:nvSpPr>
          <p:cNvPr id="10" name="">
            <a:extLst xmlns:a="http://schemas.openxmlformats.org/drawingml/2006/main">
              <a:ext uri="{FF2B5EF4-FFF2-40B4-BE49-F238E27FC236}">
                <a16:creationId xmlns:a16="http://schemas.microsoft.com/office/drawing/2014/main" id="{6AA0F0DC-B363-4E8F-A7A6-D546B7738FDC}"/>
              </a:ext>
            </a:extLst>
          </p:cNvPr>
          <p:cNvSpPr>
            <a:spLocks xmlns:a="http://schemas.openxmlformats.org/drawingml/2006/main" noGrp="1"/>
          </p:cNvSpPr>
          <p:nvPr/>
        </p:nvSpPr>
        <p:spPr>
          <a:xfrm xmlns:a="http://schemas.openxmlformats.org/drawingml/2006/main">
            <a:off x="781050" y="52197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OA＝100.0050 m／補正＋0.0050 m</a:t>
            </a:r>
          </a:p>
        </p:txBody>
      </p:sp>
    </p:spTree>
    <p:extLst>
      <p:ext uri="{BB962C8B-B14F-4D97-AF65-F5344CB8AC3E}">
        <p14:creationId xmlns:p14="http://schemas.microsoft.com/office/powerpoint/2010/main" val="952649459"/>
      </p:ext>
    </p:extLst>
  </p:cSld>
</p:sld>
</file>

<file path=ppt/slides/slide56.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0FA2165-0982-4B75-9922-AEEFDAC05A98}"/>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65CCB79D-A038-4E64-8795-6A58BA794E3E}"/>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付録A 演習解答｜標準90分の外</a:t>
            </a:r>
          </a:p>
        </p:txBody>
      </p:sp>
      <p:sp>
        <p:nvSpPr>
          <p:cNvPr id="3" name="">
            <a:extLst xmlns:a="http://schemas.openxmlformats.org/drawingml/2006/main">
              <a:ext uri="{FF2B5EF4-FFF2-40B4-BE49-F238E27FC236}">
                <a16:creationId xmlns:a16="http://schemas.microsoft.com/office/drawing/2014/main" id="{E8A222B7-5F29-4CC5-AECE-7E58780FDA9D}"/>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採点：計算だけでなく判断にも点を置く</a:t>
            </a:r>
          </a:p>
        </p:txBody>
      </p:sp>
      <p:sp>
        <p:nvSpPr>
          <p:cNvPr id="4" name="">
            <a:extLst xmlns:a="http://schemas.openxmlformats.org/drawingml/2006/main">
              <a:ext uri="{FF2B5EF4-FFF2-40B4-BE49-F238E27FC236}">
                <a16:creationId xmlns:a16="http://schemas.microsoft.com/office/drawing/2014/main" id="{101F5CD6-9656-402A-A12C-810F40D943FC}"/>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E27B2608-9DCA-43A8-99A4-18DFC60D5E60}"/>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A770AB8F-6ECA-4D21-B59B-EF521F03FE39}"/>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56</a:t>
            </a:r>
          </a:p>
        </p:txBody>
      </p:sp>
      <p:sp>
        <p:nvSpPr>
          <p:cNvPr id="7" name="">
            <a:extLst xmlns:a="http://schemas.openxmlformats.org/drawingml/2006/main">
              <a:ext uri="{FF2B5EF4-FFF2-40B4-BE49-F238E27FC236}">
                <a16:creationId xmlns:a16="http://schemas.microsoft.com/office/drawing/2014/main" id="{A335E099-D755-45E4-8955-6033843D9406}"/>
              </a:ext>
            </a:extLst>
          </p:cNvPr>
          <p:cNvSpPr>
            <a:spLocks xmlns:a="http://schemas.openxmlformats.org/drawingml/2006/main" noGrp="1"/>
          </p:cNvSpPr>
          <p:nvPr/>
        </p:nvSpPr>
        <p:spPr>
          <a:xfrm xmlns:a="http://schemas.openxmlformats.org/drawingml/2006/main">
            <a:off x="723900" y="157162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52616A"/>
                </a:solidFill>
                <a:latin typeface="Yu Gothic"/>
                <a:ea typeface="Yu Gothic"/>
                <a:cs typeface="Yu Gothic"/>
              </a:defRPr>
            </a:defPPr>
            <a:lvl1pPr algn="l">
              <a:defRPr sz="2250" b="1">
                <a:solidFill>
                  <a:srgbClr val="52616A"/>
                </a:solidFill>
                <a:latin typeface="Yu Gothic"/>
                <a:ea typeface="Yu Gothic"/>
                <a:cs typeface="Yu Gothic"/>
              </a:defRPr>
            </a:lvl1pPr>
            <a:lvl2pPr algn="l">
              <a:defRPr sz="2250" b="1">
                <a:solidFill>
                  <a:srgbClr val="52616A"/>
                </a:solidFill>
                <a:latin typeface="Yu Gothic"/>
                <a:ea typeface="Yu Gothic"/>
                <a:cs typeface="Yu Gothic"/>
              </a:defRPr>
            </a:lvl2pPr>
            <a:lvl3pPr algn="l">
              <a:defRPr sz="2250" b="1">
                <a:solidFill>
                  <a:srgbClr val="52616A"/>
                </a:solidFill>
                <a:latin typeface="Yu Gothic"/>
                <a:ea typeface="Yu Gothic"/>
                <a:cs typeface="Yu Gothic"/>
              </a:defRPr>
            </a:lvl3pPr>
            <a:lvl4pPr algn="l">
              <a:defRPr sz="2250" b="1">
                <a:solidFill>
                  <a:srgbClr val="52616A"/>
                </a:solidFill>
                <a:latin typeface="Yu Gothic"/>
                <a:ea typeface="Yu Gothic"/>
                <a:cs typeface="Yu Gothic"/>
              </a:defRPr>
            </a:lvl4pPr>
            <a:lvl5pPr algn="l">
              <a:defRPr sz="2250" b="1">
                <a:solidFill>
                  <a:srgbClr val="52616A"/>
                </a:solidFill>
                <a:latin typeface="Yu Gothic"/>
                <a:ea typeface="Yu Gothic"/>
                <a:cs typeface="Yu Gothic"/>
              </a:defRPr>
            </a:lvl5pPr>
            <a:lvl6pPr algn="l">
              <a:defRPr sz="2250" b="1">
                <a:solidFill>
                  <a:srgbClr val="52616A"/>
                </a:solidFill>
                <a:latin typeface="Yu Gothic"/>
                <a:ea typeface="Yu Gothic"/>
                <a:cs typeface="Yu Gothic"/>
              </a:defRPr>
            </a:lvl6pPr>
            <a:lvl7pPr algn="l">
              <a:defRPr sz="2250" b="1">
                <a:solidFill>
                  <a:srgbClr val="52616A"/>
                </a:solidFill>
                <a:latin typeface="Yu Gothic"/>
                <a:ea typeface="Yu Gothic"/>
                <a:cs typeface="Yu Gothic"/>
              </a:defRPr>
            </a:lvl7pPr>
            <a:lvl8pPr algn="l">
              <a:defRPr sz="2250" b="1">
                <a:solidFill>
                  <a:srgbClr val="52616A"/>
                </a:solidFill>
                <a:latin typeface="Yu Gothic"/>
                <a:ea typeface="Yu Gothic"/>
                <a:cs typeface="Yu Gothic"/>
              </a:defRPr>
            </a:lvl8pPr>
            <a:lvl9pPr algn="l">
              <a:defRPr sz="2250" b="1">
                <a:solidFill>
                  <a:srgbClr val="52616A"/>
                </a:solidFill>
                <a:latin typeface="Yu Gothic"/>
                <a:ea typeface="Yu Gothic"/>
                <a:cs typeface="Yu Gothic"/>
              </a:defRPr>
            </a:lvl9pPr>
          </a:lstStyle>
          <a:p xmlns:a="http://schemas.openxmlformats.org/drawingml/2006/main">
            <a:pPr algn="l">
              <a:defRPr sz="2250" b="1">
                <a:solidFill>
                  <a:srgbClr val="52616A"/>
                </a:solidFill>
                <a:latin typeface="Yu Gothic"/>
                <a:ea typeface="Yu Gothic"/>
                <a:cs typeface="Yu Gothic"/>
              </a:defRPr>
            </a:pPr>
            <a:r>
              <a:rPr sz="2250" b="1">
                <a:solidFill>
                  <a:srgbClr val="52616A"/>
                </a:solidFill>
                <a:latin typeface="Yu Gothic"/>
                <a:ea typeface="Yu Gothic"/>
                <a:cs typeface="Yu Gothic"/>
              </a:rPr>
              <a:t>問1 6点、問2 4点</a:t>
            </a:r>
          </a:p>
        </p:txBody>
      </p:sp>
      <p:graphicFrame>
        <p:nvGraphicFramePr>
          <p:cNvPr id="8" name="">
            <a:extLst xmlns:a="http://schemas.openxmlformats.org/drawingml/2006/main">
              <a:ext uri="{FF2B5EF4-FFF2-40B4-BE49-F238E27FC236}">
                <a16:creationId xmlns:a16="http://schemas.microsoft.com/office/drawing/2014/main" id="{774DC514-246C-4372-ADF8-4907B5F3B2F7}"/>
              </a:ext>
            </a:extLst>
          </p:cNvPr>
          <p:cNvGraphicFramePr/>
          <p:nvPr/>
        </p:nvGraphicFramePr>
        <p:xfrm>
          <a:off xmlns:a="http://schemas.openxmlformats.org/drawingml/2006/main" x="723900" y="2381250"/>
          <a:ext xmlns:a="http://schemas.openxmlformats.org/drawingml/2006/main" cx="10744200" cy="2762250"/>
        </p:xfrm>
        <a:graphic xmlns:a="http://schemas.openxmlformats.org/drawingml/2006/main">
          <a:graphicData uri="http://schemas.openxmlformats.org/drawingml/2006/table">
            <a:tbl>
              <a:tblPr/>
              <a:tblGrid>
                <a:gridCol w="1074420"/>
                <a:gridCol w="8165592"/>
                <a:gridCol w="1504188"/>
              </a:tblGrid>
              <a:tr h="920750">
                <a:tc>
                  <a:txBody>
                    <a:bodyPr wrap="square" lIns="57150" tIns="57150" rIns="57150" bIns="57150">
                      <a:noAutofit/>
                    </a:bodyPr>
                    <a:lstStyle/>
                    <a:p>
                      <a:pPr algn="ctr"/>
                      <a:r>
                        <a:rPr sz="1950" b="1">
                          <a:solidFill>
                            <a:srgbClr val="FFFFFF"/>
                          </a:solidFill>
                          <a:latin typeface="Yu Gothic"/>
                          <a:ea typeface="Yu Gothic"/>
                          <a:cs typeface="Yu Gothic"/>
                        </a:rPr>
                        <a:t>問</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見るところ</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点</a:t>
                      </a:r>
                    </a:p>
                  </a:txBody>
                  <a:tcPr marL="91440" marR="91440" marT="45720" marB="45720" anchor="ctr">
                    <a:solidFill>
                      <a:srgbClr val="166B68"/>
                    </a:solidFill>
                  </a:tcPr>
                </a:tc>
              </a:tr>
              <a:tr h="920750">
                <a:tc>
                  <a:txBody>
                    <a:bodyPr wrap="square" lIns="57150" tIns="57150" rIns="57150" bIns="57150">
                      <a:noAutofit/>
                    </a:bodyPr>
                    <a:lstStyle/>
                    <a:p>
                      <a:pPr algn="ctr"/>
                      <a:r>
                        <a:rPr sz="1950" b="0">
                          <a:solidFill>
                            <a:srgbClr val="182B33"/>
                          </a:solidFill>
                          <a:latin typeface="Yu Gothic"/>
                          <a:ea typeface="Yu Gothic"/>
                          <a:cs typeface="Yu Gothic"/>
                        </a:rPr>
                        <a:t>1</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p/q・D/C・点検量・B平均と採否</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6</a:t>
                      </a:r>
                    </a:p>
                  </a:txBody>
                  <a:tcPr marL="91440" marR="91440" marT="45720" marB="45720" anchor="ctr"/>
                </a:tc>
              </a:tr>
              <a:tr h="920750">
                <a:tc>
                  <a:txBody>
                    <a:bodyPr wrap="square" lIns="57150" tIns="57150" rIns="57150" bIns="57150">
                      <a:noAutofit/>
                    </a:bodyPr>
                    <a:lstStyle/>
                    <a:p>
                      <a:pPr algn="ctr"/>
                      <a:r>
                        <a:rPr sz="1950" b="0">
                          <a:solidFill>
                            <a:srgbClr val="182B33"/>
                          </a:solidFill>
                          <a:latin typeface="Yu Gothic"/>
                          <a:ea typeface="Yu Gothic"/>
                          <a:cs typeface="Yu Gothic"/>
                        </a:rPr>
                        <a:t>2</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中心角・OA・角と距離の補正</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4</a:t>
                      </a:r>
                    </a:p>
                  </a:txBody>
                  <a:tcPr marL="91440" marR="91440" marT="45720" marB="45720" anchor="ctr"/>
                </a:tc>
              </a:tr>
            </a:tbl>
          </a:graphicData>
        </a:graphic>
      </p:graphicFrame>
    </p:spTree>
    <p:extLst>
      <p:ext uri="{BB962C8B-B14F-4D97-AF65-F5344CB8AC3E}">
        <p14:creationId xmlns:p14="http://schemas.microsoft.com/office/powerpoint/2010/main" val="1771509882"/>
      </p:ext>
    </p:extLst>
  </p:cSld>
</p:sld>
</file>

<file path=ppt/slides/slide57.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4356059-8515-44C6-9E41-976D3C6E4A5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228AE3C7-9506-4F74-B4C8-EFA4B489C487}"/>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付録B 補足｜標準90分の外</a:t>
            </a:r>
          </a:p>
        </p:txBody>
      </p:sp>
      <p:sp>
        <p:nvSpPr>
          <p:cNvPr id="3" name="">
            <a:extLst xmlns:a="http://schemas.openxmlformats.org/drawingml/2006/main">
              <a:ext uri="{FF2B5EF4-FFF2-40B4-BE49-F238E27FC236}">
                <a16:creationId xmlns:a16="http://schemas.microsoft.com/office/drawing/2014/main" id="{1FBD8D21-CAFC-43C7-91ED-711BA0E4D3AC}"/>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1秒のずれは、100m先で約0.485mm</a:t>
            </a:r>
          </a:p>
        </p:txBody>
      </p:sp>
      <p:sp>
        <p:nvSpPr>
          <p:cNvPr id="4" name="">
            <a:extLst xmlns:a="http://schemas.openxmlformats.org/drawingml/2006/main">
              <a:ext uri="{FF2B5EF4-FFF2-40B4-BE49-F238E27FC236}">
                <a16:creationId xmlns:a16="http://schemas.microsoft.com/office/drawing/2014/main" id="{479729EF-C615-4866-8FCF-64F5D4DDFB92}"/>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5FC1738F-2B3F-4ACA-9F78-644D0DF491E6}"/>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DDD41365-1E23-4B27-8ED0-F2CFFFDCCF2F}"/>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57</a:t>
            </a:r>
          </a:p>
        </p:txBody>
      </p:sp>
      <p:sp>
        <p:nvSpPr>
          <p:cNvPr id="7" name="">
            <a:extLst xmlns:a="http://schemas.openxmlformats.org/drawingml/2006/main">
              <a:ext uri="{FF2B5EF4-FFF2-40B4-BE49-F238E27FC236}">
                <a16:creationId xmlns:a16="http://schemas.microsoft.com/office/drawing/2014/main" id="{001DBE74-60E4-4B42-A2BB-71DD471600AE}"/>
              </a:ext>
            </a:extLst>
          </p:cNvPr>
          <p:cNvSpPr>
            <a:spLocks xmlns:a="http://schemas.openxmlformats.org/drawingml/2006/main" noGrp="1"/>
          </p:cNvSpPr>
          <p:nvPr/>
        </p:nvSpPr>
        <p:spPr>
          <a:xfrm xmlns:a="http://schemas.openxmlformats.org/drawingml/2006/main">
            <a:off x="1143000" y="1714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横ずれ＝100×tan(1°/3600) m</a:t>
            </a:r>
          </a:p>
        </p:txBody>
      </p:sp>
      <p:sp>
        <p:nvSpPr>
          <p:cNvPr id="8" name="">
            <a:extLst xmlns:a="http://schemas.openxmlformats.org/drawingml/2006/main">
              <a:ext uri="{FF2B5EF4-FFF2-40B4-BE49-F238E27FC236}">
                <a16:creationId xmlns:a16="http://schemas.microsoft.com/office/drawing/2014/main" id="{B0625554-3E94-461E-8F21-E64247EA31DA}"/>
              </a:ext>
            </a:extLst>
          </p:cNvPr>
          <p:cNvSpPr>
            <a:spLocks xmlns:a="http://schemas.openxmlformats.org/drawingml/2006/main" noGrp="1"/>
          </p:cNvSpPr>
          <p:nvPr/>
        </p:nvSpPr>
        <p:spPr>
          <a:xfrm xmlns:a="http://schemas.openxmlformats.org/drawingml/2006/main">
            <a:off x="1143000" y="22860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1″なら約0.485 mm</a:t>
            </a:r>
          </a:p>
        </p:txBody>
      </p:sp>
      <p:sp>
        <p:nvSpPr>
          <p:cNvPr id="9" name="">
            <a:extLst xmlns:a="http://schemas.openxmlformats.org/drawingml/2006/main">
              <a:ext uri="{FF2B5EF4-FFF2-40B4-BE49-F238E27FC236}">
                <a16:creationId xmlns:a16="http://schemas.microsoft.com/office/drawing/2014/main" id="{DCEBEE8D-223A-445D-8CAF-0A8135EDE83B}"/>
              </a:ext>
            </a:extLst>
          </p:cNvPr>
          <p:cNvSpPr>
            <a:spLocks xmlns:a="http://schemas.openxmlformats.org/drawingml/2006/main" noGrp="1"/>
          </p:cNvSpPr>
          <p:nvPr/>
        </p:nvSpPr>
        <p:spPr>
          <a:xfrm xmlns:a="http://schemas.openxmlformats.org/drawingml/2006/main">
            <a:off x="1143000" y="2857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1′なら約29.1 mm</a:t>
            </a:r>
          </a:p>
        </p:txBody>
      </p:sp>
      <p:sp>
        <p:nvSpPr>
          <p:cNvPr id="10" name="">
            <a:extLst xmlns:a="http://schemas.openxmlformats.org/drawingml/2006/main">
              <a:ext uri="{FF2B5EF4-FFF2-40B4-BE49-F238E27FC236}">
                <a16:creationId xmlns:a16="http://schemas.microsoft.com/office/drawing/2014/main" id="{575395A8-5FCE-41A8-9A77-7D42D216C683}"/>
              </a:ext>
            </a:extLst>
          </p:cNvPr>
          <p:cNvSpPr>
            <a:spLocks xmlns:a="http://schemas.openxmlformats.org/drawingml/2006/main" noGrp="1"/>
          </p:cNvSpPr>
          <p:nvPr/>
        </p:nvSpPr>
        <p:spPr>
          <a:xfrm xmlns:a="http://schemas.openxmlformats.org/drawingml/2006/main">
            <a:off x="781050" y="52197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同じ角のずれでも、遠いほど広がる</a:t>
            </a:r>
          </a:p>
        </p:txBody>
      </p:sp>
    </p:spTree>
    <p:extLst>
      <p:ext uri="{BB962C8B-B14F-4D97-AF65-F5344CB8AC3E}">
        <p14:creationId xmlns:p14="http://schemas.microsoft.com/office/powerpoint/2010/main" val="1584110621"/>
      </p:ext>
    </p:extLst>
  </p:cSld>
</p:sld>
</file>

<file path=ppt/slides/slide58.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741C1048-50B5-4489-9148-44BB94B00794}"/>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90C40B51-EB9E-4C20-A483-1536A9128051}"/>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付録B 補足｜標準90分の外</a:t>
            </a:r>
          </a:p>
        </p:txBody>
      </p:sp>
      <p:sp>
        <p:nvSpPr>
          <p:cNvPr id="3" name="">
            <a:extLst xmlns:a="http://schemas.openxmlformats.org/drawingml/2006/main">
              <a:ext uri="{FF2B5EF4-FFF2-40B4-BE49-F238E27FC236}">
                <a16:creationId xmlns:a16="http://schemas.microsoft.com/office/drawing/2014/main" id="{D0596F55-F975-463E-A7F9-7F835F60F08B}"/>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初期目盛を変え、円の別の部分を使う</a:t>
            </a:r>
          </a:p>
        </p:txBody>
      </p:sp>
      <p:sp>
        <p:nvSpPr>
          <p:cNvPr id="4" name="">
            <a:extLst xmlns:a="http://schemas.openxmlformats.org/drawingml/2006/main">
              <a:ext uri="{FF2B5EF4-FFF2-40B4-BE49-F238E27FC236}">
                <a16:creationId xmlns:a16="http://schemas.microsoft.com/office/drawing/2014/main" id="{A6F19C29-EE4A-46F1-A3EB-01C599A76929}"/>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5A405192-CFEA-422E-88C6-1B7E2B199AD5}"/>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2EEB31A7-D77F-44FC-97C4-9CA510D7BD21}"/>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58</a:t>
            </a:r>
          </a:p>
        </p:txBody>
      </p:sp>
      <p:sp>
        <p:nvSpPr>
          <p:cNvPr id="7" name="">
            <a:extLst xmlns:a="http://schemas.openxmlformats.org/drawingml/2006/main">
              <a:ext uri="{FF2B5EF4-FFF2-40B4-BE49-F238E27FC236}">
                <a16:creationId xmlns:a16="http://schemas.microsoft.com/office/drawing/2014/main" id="{58807F3D-672A-46B3-95C7-FFFADE46DA96}"/>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同じ角を、違う目盛の位置で観測</a:t>
            </a:r>
          </a:p>
        </p:txBody>
      </p:sp>
      <p:sp>
        <p:nvSpPr>
          <p:cNvPr id="8" name="">
            <a:extLst xmlns:a="http://schemas.openxmlformats.org/drawingml/2006/main">
              <a:ext uri="{FF2B5EF4-FFF2-40B4-BE49-F238E27FC236}">
                <a16:creationId xmlns:a16="http://schemas.microsoft.com/office/drawing/2014/main" id="{09E5321F-5C26-4794-9905-1214A22FB1A5}"/>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目盛の癖の影響を分散する</a:t>
            </a:r>
          </a:p>
        </p:txBody>
      </p:sp>
      <p:sp>
        <p:nvSpPr>
          <p:cNvPr id="9" name="">
            <a:extLst xmlns:a="http://schemas.openxmlformats.org/drawingml/2006/main">
              <a:ext uri="{FF2B5EF4-FFF2-40B4-BE49-F238E27FC236}">
                <a16:creationId xmlns:a16="http://schemas.microsoft.com/office/drawing/2014/main" id="{4FB2FDCE-F778-4163-B7C7-83C6191E971E}"/>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正反の反転とは別の操作</a:t>
            </a:r>
          </a:p>
        </p:txBody>
      </p:sp>
      <p:sp>
        <p:nvSpPr>
          <p:cNvPr id="10" name="">
            <a:extLst xmlns:a="http://schemas.openxmlformats.org/drawingml/2006/main">
              <a:ext uri="{FF2B5EF4-FFF2-40B4-BE49-F238E27FC236}">
                <a16:creationId xmlns:a16="http://schemas.microsoft.com/office/drawing/2014/main" id="{764B68D4-0EF0-41F7-8C7E-062288D428DE}"/>
              </a:ext>
            </a:extLst>
          </p:cNvPr>
          <p:cNvSpPr>
            <a:spLocks xmlns:a="http://schemas.openxmlformats.org/drawingml/2006/main" noGrp="1"/>
          </p:cNvSpPr>
          <p:nvPr/>
        </p:nvSpPr>
        <p:spPr>
          <a:xfrm xmlns:a="http://schemas.openxmlformats.org/drawingml/2006/main">
            <a:off x="6229350" y="1628775"/>
            <a:ext cx="50196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52616A"/>
                </a:solidFill>
                <a:latin typeface="Yu Gothic"/>
                <a:ea typeface="Yu Gothic"/>
                <a:cs typeface="Yu Gothic"/>
              </a:defRPr>
            </a:defPPr>
            <a:lvl1pPr algn="ctr">
              <a:defRPr sz="1650" b="1">
                <a:solidFill>
                  <a:srgbClr val="52616A"/>
                </a:solidFill>
                <a:latin typeface="Yu Gothic"/>
                <a:ea typeface="Yu Gothic"/>
                <a:cs typeface="Yu Gothic"/>
              </a:defRPr>
            </a:lvl1pPr>
            <a:lvl2pPr algn="ctr">
              <a:defRPr sz="1650" b="1">
                <a:solidFill>
                  <a:srgbClr val="52616A"/>
                </a:solidFill>
                <a:latin typeface="Yu Gothic"/>
                <a:ea typeface="Yu Gothic"/>
                <a:cs typeface="Yu Gothic"/>
              </a:defRPr>
            </a:lvl2pPr>
            <a:lvl3pPr algn="ctr">
              <a:defRPr sz="1650" b="1">
                <a:solidFill>
                  <a:srgbClr val="52616A"/>
                </a:solidFill>
                <a:latin typeface="Yu Gothic"/>
                <a:ea typeface="Yu Gothic"/>
                <a:cs typeface="Yu Gothic"/>
              </a:defRPr>
            </a:lvl3pPr>
            <a:lvl4pPr algn="ctr">
              <a:defRPr sz="1650" b="1">
                <a:solidFill>
                  <a:srgbClr val="52616A"/>
                </a:solidFill>
                <a:latin typeface="Yu Gothic"/>
                <a:ea typeface="Yu Gothic"/>
                <a:cs typeface="Yu Gothic"/>
              </a:defRPr>
            </a:lvl4pPr>
            <a:lvl5pPr algn="ctr">
              <a:defRPr sz="1650" b="1">
                <a:solidFill>
                  <a:srgbClr val="52616A"/>
                </a:solidFill>
                <a:latin typeface="Yu Gothic"/>
                <a:ea typeface="Yu Gothic"/>
                <a:cs typeface="Yu Gothic"/>
              </a:defRPr>
            </a:lvl5pPr>
            <a:lvl6pPr algn="ctr">
              <a:defRPr sz="1650" b="1">
                <a:solidFill>
                  <a:srgbClr val="52616A"/>
                </a:solidFill>
                <a:latin typeface="Yu Gothic"/>
                <a:ea typeface="Yu Gothic"/>
                <a:cs typeface="Yu Gothic"/>
              </a:defRPr>
            </a:lvl6pPr>
            <a:lvl7pPr algn="ctr">
              <a:defRPr sz="1650" b="1">
                <a:solidFill>
                  <a:srgbClr val="52616A"/>
                </a:solidFill>
                <a:latin typeface="Yu Gothic"/>
                <a:ea typeface="Yu Gothic"/>
                <a:cs typeface="Yu Gothic"/>
              </a:defRPr>
            </a:lvl7pPr>
            <a:lvl8pPr algn="ctr">
              <a:defRPr sz="1650" b="1">
                <a:solidFill>
                  <a:srgbClr val="52616A"/>
                </a:solidFill>
                <a:latin typeface="Yu Gothic"/>
                <a:ea typeface="Yu Gothic"/>
                <a:cs typeface="Yu Gothic"/>
              </a:defRPr>
            </a:lvl8pPr>
            <a:lvl9pPr algn="ctr">
              <a:defRPr sz="1650" b="1">
                <a:solidFill>
                  <a:srgbClr val="52616A"/>
                </a:solidFill>
                <a:latin typeface="Yu Gothic"/>
                <a:ea typeface="Yu Gothic"/>
                <a:cs typeface="Yu Gothic"/>
              </a:defRPr>
            </a:lvl9pPr>
          </a:lstStyle>
          <a:p xmlns:a="http://schemas.openxmlformats.org/drawingml/2006/main">
            <a:pPr algn="ctr">
              <a:defRPr sz="1650" b="1">
                <a:solidFill>
                  <a:srgbClr val="52616A"/>
                </a:solidFill>
                <a:latin typeface="Yu Gothic"/>
                <a:ea typeface="Yu Gothic"/>
                <a:cs typeface="Yu Gothic"/>
              </a:defRPr>
            </a:pPr>
            <a:r>
              <a:rPr sz="1650" b="1">
                <a:solidFill>
                  <a:srgbClr val="52616A"/>
                </a:solidFill>
                <a:latin typeface="Yu Gothic"/>
                <a:ea typeface="Yu Gothic"/>
                <a:cs typeface="Yu Gothic"/>
              </a:rPr>
              <a:t>同じ目標方向、目盛盤だけをずらす</a:t>
            </a:r>
          </a:p>
        </p:txBody>
      </p:sp>
      <p:sp>
        <p:nvSpPr>
          <p:cNvPr id="11" name="">
            <a:extLst xmlns:a="http://schemas.openxmlformats.org/drawingml/2006/main">
              <a:ext uri="{FF2B5EF4-FFF2-40B4-BE49-F238E27FC236}">
                <a16:creationId xmlns:a16="http://schemas.microsoft.com/office/drawing/2014/main" id="{FAD10C67-5565-49CB-AF8D-68BB8CDB1CFD}"/>
              </a:ext>
            </a:extLst>
          </p:cNvPr>
          <p:cNvSpPr>
            <a:spLocks xmlns:a="http://schemas.openxmlformats.org/drawingml/2006/main" noGrp="1"/>
          </p:cNvSpPr>
          <p:nvPr/>
        </p:nvSpPr>
        <p:spPr>
          <a:xfrm xmlns:a="http://schemas.openxmlformats.org/drawingml/2006/main">
            <a:off x="6904673" y="3345656"/>
            <a:ext cx="1324928" cy="1324928"/>
          </a:xfrm>
          <a:prstGeom xmlns:a="http://schemas.openxmlformats.org/drawingml/2006/main" prst="ellipse">
            <a:avLst/>
          </a:prstGeom>
          <a:noFill xmlns:a="http://schemas.openxmlformats.org/drawingml/2006/main"/>
          <a:ln xmlns:a="http://schemas.openxmlformats.org/drawingml/2006/main" w="28575">
            <a:solidFill>
              <a:srgbClr val="166B68"/>
            </a:solidFill>
            <a:prstDash val="solid"/>
          </a:ln>
        </p:spPr>
      </p:sp>
      <p:sp>
        <p:nvSpPr>
          <p:cNvPr id="12" name="">
            <a:extLst xmlns:a="http://schemas.openxmlformats.org/drawingml/2006/main">
              <a:ext uri="{FF2B5EF4-FFF2-40B4-BE49-F238E27FC236}">
                <a16:creationId xmlns:a16="http://schemas.microsoft.com/office/drawing/2014/main" id="{9364D433-B1CB-489E-954D-81CD3878F301}"/>
              </a:ext>
            </a:extLst>
          </p:cNvPr>
          <p:cNvSpPr>
            <a:spLocks xmlns:a="http://schemas.openxmlformats.org/drawingml/2006/main" noGrp="1"/>
          </p:cNvSpPr>
          <p:nvPr/>
        </p:nvSpPr>
        <p:spPr>
          <a:xfrm xmlns:a="http://schemas.openxmlformats.org/drawingml/2006/main">
            <a:off x="7567136" y="2247900"/>
            <a:ext cx="1172051" cy="1760220"/>
          </a:xfrm>
          <a:custGeom xmlns:a="http://schemas.openxmlformats.org/drawingml/2006/main">
            <a:pathLst>
              <a:path w="1172051" h="1760220">
                <a:moveTo>
                  <a:pt x="0" y="1760220"/>
                </a:moveTo>
                <a:lnTo>
                  <a:pt x="1172051" y="0"/>
                </a:lnTo>
              </a:path>
            </a:pathLst>
          </a:custGeom>
          <a:noFill xmlns:a="http://schemas.openxmlformats.org/drawingml/2006/main"/>
          <a:ln xmlns:a="http://schemas.openxmlformats.org/drawingml/2006/main" w="28575">
            <a:solidFill>
              <a:srgbClr val="182B33"/>
            </a:solidFill>
            <a:prstDash val="solid"/>
          </a:ln>
        </p:spPr>
      </p:sp>
      <p:sp>
        <p:nvSpPr>
          <p:cNvPr id="13" name="">
            <a:extLst xmlns:a="http://schemas.openxmlformats.org/drawingml/2006/main">
              <a:ext uri="{FF2B5EF4-FFF2-40B4-BE49-F238E27FC236}">
                <a16:creationId xmlns:a16="http://schemas.microsoft.com/office/drawing/2014/main" id="{2E0D5316-C0DA-4B68-BD16-942254052D18}"/>
              </a:ext>
            </a:extLst>
          </p:cNvPr>
          <p:cNvSpPr>
            <a:spLocks xmlns:a="http://schemas.openxmlformats.org/drawingml/2006/main" noGrp="1"/>
          </p:cNvSpPr>
          <p:nvPr/>
        </p:nvSpPr>
        <p:spPr>
          <a:xfrm xmlns:a="http://schemas.openxmlformats.org/drawingml/2006/main">
            <a:off x="7567136" y="3345656"/>
            <a:ext cx="9525" cy="662464"/>
          </a:xfrm>
          <a:custGeom xmlns:a="http://schemas.openxmlformats.org/drawingml/2006/main">
            <a:pathLst>
              <a:path w="9525" h="662464">
                <a:moveTo>
                  <a:pt x="0" y="662464"/>
                </a:moveTo>
                <a:lnTo>
                  <a:pt x="0" y="0"/>
                </a:lnTo>
              </a:path>
            </a:pathLst>
          </a:custGeom>
          <a:noFill xmlns:a="http://schemas.openxmlformats.org/drawingml/2006/main"/>
          <a:ln xmlns:a="http://schemas.openxmlformats.org/drawingml/2006/main" w="38100">
            <a:solidFill>
              <a:srgbClr val="166B68"/>
            </a:solidFill>
            <a:prstDash val="solid"/>
          </a:ln>
        </p:spPr>
      </p:sp>
      <p:sp>
        <p:nvSpPr>
          <p:cNvPr id="14" name="">
            <a:extLst xmlns:a="http://schemas.openxmlformats.org/drawingml/2006/main">
              <a:ext uri="{FF2B5EF4-FFF2-40B4-BE49-F238E27FC236}">
                <a16:creationId xmlns:a16="http://schemas.microsoft.com/office/drawing/2014/main" id="{B8CD0FCB-5903-4CB5-A897-7A5D14990940}"/>
              </a:ext>
            </a:extLst>
          </p:cNvPr>
          <p:cNvSpPr>
            <a:spLocks xmlns:a="http://schemas.openxmlformats.org/drawingml/2006/main" noGrp="1"/>
          </p:cNvSpPr>
          <p:nvPr/>
        </p:nvSpPr>
        <p:spPr>
          <a:xfrm xmlns:a="http://schemas.openxmlformats.org/drawingml/2006/main">
            <a:off x="6761798" y="4737259"/>
            <a:ext cx="1610678"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66B68"/>
                </a:solidFill>
                <a:latin typeface="Yu Gothic"/>
                <a:ea typeface="Yu Gothic"/>
                <a:cs typeface="Yu Gothic"/>
              </a:defRPr>
            </a:defPPr>
            <a:lvl1pPr algn="ctr">
              <a:defRPr sz="1650" b="1">
                <a:solidFill>
                  <a:srgbClr val="166B68"/>
                </a:solidFill>
                <a:latin typeface="Yu Gothic"/>
                <a:ea typeface="Yu Gothic"/>
                <a:cs typeface="Yu Gothic"/>
              </a:defRPr>
            </a:lvl1pPr>
            <a:lvl2pPr algn="ctr">
              <a:defRPr sz="1650" b="1">
                <a:solidFill>
                  <a:srgbClr val="166B68"/>
                </a:solidFill>
                <a:latin typeface="Yu Gothic"/>
                <a:ea typeface="Yu Gothic"/>
                <a:cs typeface="Yu Gothic"/>
              </a:defRPr>
            </a:lvl2pPr>
            <a:lvl3pPr algn="ctr">
              <a:defRPr sz="1650" b="1">
                <a:solidFill>
                  <a:srgbClr val="166B68"/>
                </a:solidFill>
                <a:latin typeface="Yu Gothic"/>
                <a:ea typeface="Yu Gothic"/>
                <a:cs typeface="Yu Gothic"/>
              </a:defRPr>
            </a:lvl3pPr>
            <a:lvl4pPr algn="ctr">
              <a:defRPr sz="1650" b="1">
                <a:solidFill>
                  <a:srgbClr val="166B68"/>
                </a:solidFill>
                <a:latin typeface="Yu Gothic"/>
                <a:ea typeface="Yu Gothic"/>
                <a:cs typeface="Yu Gothic"/>
              </a:defRPr>
            </a:lvl4pPr>
            <a:lvl5pPr algn="ctr">
              <a:defRPr sz="1650" b="1">
                <a:solidFill>
                  <a:srgbClr val="166B68"/>
                </a:solidFill>
                <a:latin typeface="Yu Gothic"/>
                <a:ea typeface="Yu Gothic"/>
                <a:cs typeface="Yu Gothic"/>
              </a:defRPr>
            </a:lvl5pPr>
            <a:lvl6pPr algn="ctr">
              <a:defRPr sz="1650" b="1">
                <a:solidFill>
                  <a:srgbClr val="166B68"/>
                </a:solidFill>
                <a:latin typeface="Yu Gothic"/>
                <a:ea typeface="Yu Gothic"/>
                <a:cs typeface="Yu Gothic"/>
              </a:defRPr>
            </a:lvl6pPr>
            <a:lvl7pPr algn="ctr">
              <a:defRPr sz="1650" b="1">
                <a:solidFill>
                  <a:srgbClr val="166B68"/>
                </a:solidFill>
                <a:latin typeface="Yu Gothic"/>
                <a:ea typeface="Yu Gothic"/>
                <a:cs typeface="Yu Gothic"/>
              </a:defRPr>
            </a:lvl7pPr>
            <a:lvl8pPr algn="ctr">
              <a:defRPr sz="1650" b="1">
                <a:solidFill>
                  <a:srgbClr val="166B68"/>
                </a:solidFill>
                <a:latin typeface="Yu Gothic"/>
                <a:ea typeface="Yu Gothic"/>
                <a:cs typeface="Yu Gothic"/>
              </a:defRPr>
            </a:lvl8pPr>
            <a:lvl9pPr algn="ctr">
              <a:defRPr sz="1650" b="1">
                <a:solidFill>
                  <a:srgbClr val="166B68"/>
                </a:solidFill>
                <a:latin typeface="Yu Gothic"/>
                <a:ea typeface="Yu Gothic"/>
                <a:cs typeface="Yu Gothic"/>
              </a:defRPr>
            </a:lvl9pPr>
          </a:lstStyle>
          <a:p xmlns:a="http://schemas.openxmlformats.org/drawingml/2006/main">
            <a:pPr algn="ctr">
              <a:defRPr sz="1650" b="1">
                <a:solidFill>
                  <a:srgbClr val="166B68"/>
                </a:solidFill>
                <a:latin typeface="Yu Gothic"/>
                <a:ea typeface="Yu Gothic"/>
                <a:cs typeface="Yu Gothic"/>
              </a:defRPr>
            </a:pPr>
            <a:r>
              <a:rPr sz="1650" b="1">
                <a:solidFill>
                  <a:srgbClr val="166B68"/>
                </a:solidFill>
                <a:latin typeface="Yu Gothic"/>
                <a:ea typeface="Yu Gothic"/>
                <a:cs typeface="Yu Gothic"/>
              </a:rPr>
              <a:t>初期目盛 0°</a:t>
            </a:r>
          </a:p>
        </p:txBody>
      </p:sp>
      <p:sp>
        <p:nvSpPr>
          <p:cNvPr id="15" name="">
            <a:extLst xmlns:a="http://schemas.openxmlformats.org/drawingml/2006/main">
              <a:ext uri="{FF2B5EF4-FFF2-40B4-BE49-F238E27FC236}">
                <a16:creationId xmlns:a16="http://schemas.microsoft.com/office/drawing/2014/main" id="{6B554F6C-062B-412A-B02A-BF0442AB86B5}"/>
              </a:ext>
            </a:extLst>
          </p:cNvPr>
          <p:cNvSpPr>
            <a:spLocks xmlns:a="http://schemas.openxmlformats.org/drawingml/2006/main" noGrp="1"/>
          </p:cNvSpPr>
          <p:nvPr/>
        </p:nvSpPr>
        <p:spPr>
          <a:xfrm xmlns:a="http://schemas.openxmlformats.org/drawingml/2006/main">
            <a:off x="9248775" y="3345656"/>
            <a:ext cx="1324928" cy="1324928"/>
          </a:xfrm>
          <a:prstGeom xmlns:a="http://schemas.openxmlformats.org/drawingml/2006/main" prst="ellipse">
            <a:avLst/>
          </a:prstGeom>
          <a:noFill xmlns:a="http://schemas.openxmlformats.org/drawingml/2006/main"/>
          <a:ln xmlns:a="http://schemas.openxmlformats.org/drawingml/2006/main" w="28575">
            <a:solidFill>
              <a:srgbClr val="A94737"/>
            </a:solidFill>
            <a:prstDash val="solid"/>
          </a:ln>
        </p:spPr>
      </p:sp>
      <p:sp>
        <p:nvSpPr>
          <p:cNvPr id="16" name="">
            <a:extLst xmlns:a="http://schemas.openxmlformats.org/drawingml/2006/main">
              <a:ext uri="{FF2B5EF4-FFF2-40B4-BE49-F238E27FC236}">
                <a16:creationId xmlns:a16="http://schemas.microsoft.com/office/drawing/2014/main" id="{3BA07475-4B73-4977-BF39-6C559C122101}"/>
              </a:ext>
            </a:extLst>
          </p:cNvPr>
          <p:cNvSpPr>
            <a:spLocks xmlns:a="http://schemas.openxmlformats.org/drawingml/2006/main" noGrp="1"/>
          </p:cNvSpPr>
          <p:nvPr/>
        </p:nvSpPr>
        <p:spPr>
          <a:xfrm xmlns:a="http://schemas.openxmlformats.org/drawingml/2006/main">
            <a:off x="8739188" y="2247900"/>
            <a:ext cx="1172051" cy="1760220"/>
          </a:xfrm>
          <a:custGeom xmlns:a="http://schemas.openxmlformats.org/drawingml/2006/main">
            <a:pathLst>
              <a:path w="1172051" h="1760220">
                <a:moveTo>
                  <a:pt x="1172051" y="1760220"/>
                </a:moveTo>
                <a:lnTo>
                  <a:pt x="0" y="0"/>
                </a:lnTo>
              </a:path>
            </a:pathLst>
          </a:custGeom>
          <a:noFill xmlns:a="http://schemas.openxmlformats.org/drawingml/2006/main"/>
          <a:ln xmlns:a="http://schemas.openxmlformats.org/drawingml/2006/main" w="28575">
            <a:solidFill>
              <a:srgbClr val="182B33"/>
            </a:solidFill>
            <a:prstDash val="solid"/>
          </a:ln>
        </p:spPr>
      </p:sp>
      <p:sp>
        <p:nvSpPr>
          <p:cNvPr id="17" name="">
            <a:extLst xmlns:a="http://schemas.openxmlformats.org/drawingml/2006/main">
              <a:ext uri="{FF2B5EF4-FFF2-40B4-BE49-F238E27FC236}">
                <a16:creationId xmlns:a16="http://schemas.microsoft.com/office/drawing/2014/main" id="{205ACADD-976E-4F01-9232-0246B7B27672}"/>
              </a:ext>
            </a:extLst>
          </p:cNvPr>
          <p:cNvSpPr>
            <a:spLocks xmlns:a="http://schemas.openxmlformats.org/drawingml/2006/main" noGrp="1"/>
          </p:cNvSpPr>
          <p:nvPr/>
        </p:nvSpPr>
        <p:spPr>
          <a:xfrm xmlns:a="http://schemas.openxmlformats.org/drawingml/2006/main">
            <a:off x="9911239" y="4008120"/>
            <a:ext cx="662464" cy="9525"/>
          </a:xfrm>
          <a:custGeom xmlns:a="http://schemas.openxmlformats.org/drawingml/2006/main">
            <a:pathLst>
              <a:path w="662464" h="9525">
                <a:moveTo>
                  <a:pt x="0" y="0"/>
                </a:moveTo>
                <a:lnTo>
                  <a:pt x="662464" y="0"/>
                </a:lnTo>
              </a:path>
            </a:pathLst>
          </a:custGeom>
          <a:noFill xmlns:a="http://schemas.openxmlformats.org/drawingml/2006/main"/>
          <a:ln xmlns:a="http://schemas.openxmlformats.org/drawingml/2006/main" w="38100">
            <a:solidFill>
              <a:srgbClr val="A94737"/>
            </a:solidFill>
            <a:prstDash val="solid"/>
          </a:ln>
        </p:spPr>
      </p:sp>
      <p:sp>
        <p:nvSpPr>
          <p:cNvPr id="18" name="">
            <a:extLst xmlns:a="http://schemas.openxmlformats.org/drawingml/2006/main">
              <a:ext uri="{FF2B5EF4-FFF2-40B4-BE49-F238E27FC236}">
                <a16:creationId xmlns:a16="http://schemas.microsoft.com/office/drawing/2014/main" id="{7275F364-1654-4AD7-96F1-1D9BB4B8B08D}"/>
              </a:ext>
            </a:extLst>
          </p:cNvPr>
          <p:cNvSpPr>
            <a:spLocks xmlns:a="http://schemas.openxmlformats.org/drawingml/2006/main" noGrp="1"/>
          </p:cNvSpPr>
          <p:nvPr/>
        </p:nvSpPr>
        <p:spPr>
          <a:xfrm xmlns:a="http://schemas.openxmlformats.org/drawingml/2006/main">
            <a:off x="9105900" y="4737259"/>
            <a:ext cx="1610678"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A94737"/>
                </a:solidFill>
                <a:latin typeface="Yu Gothic"/>
                <a:ea typeface="Yu Gothic"/>
                <a:cs typeface="Yu Gothic"/>
              </a:defRPr>
            </a:defPPr>
            <a:lvl1pPr algn="ctr">
              <a:defRPr sz="1650" b="1">
                <a:solidFill>
                  <a:srgbClr val="A94737"/>
                </a:solidFill>
                <a:latin typeface="Yu Gothic"/>
                <a:ea typeface="Yu Gothic"/>
                <a:cs typeface="Yu Gothic"/>
              </a:defRPr>
            </a:lvl1pPr>
            <a:lvl2pPr algn="ctr">
              <a:defRPr sz="1650" b="1">
                <a:solidFill>
                  <a:srgbClr val="A94737"/>
                </a:solidFill>
                <a:latin typeface="Yu Gothic"/>
                <a:ea typeface="Yu Gothic"/>
                <a:cs typeface="Yu Gothic"/>
              </a:defRPr>
            </a:lvl2pPr>
            <a:lvl3pPr algn="ctr">
              <a:defRPr sz="1650" b="1">
                <a:solidFill>
                  <a:srgbClr val="A94737"/>
                </a:solidFill>
                <a:latin typeface="Yu Gothic"/>
                <a:ea typeface="Yu Gothic"/>
                <a:cs typeface="Yu Gothic"/>
              </a:defRPr>
            </a:lvl3pPr>
            <a:lvl4pPr algn="ctr">
              <a:defRPr sz="1650" b="1">
                <a:solidFill>
                  <a:srgbClr val="A94737"/>
                </a:solidFill>
                <a:latin typeface="Yu Gothic"/>
                <a:ea typeface="Yu Gothic"/>
                <a:cs typeface="Yu Gothic"/>
              </a:defRPr>
            </a:lvl4pPr>
            <a:lvl5pPr algn="ctr">
              <a:defRPr sz="1650" b="1">
                <a:solidFill>
                  <a:srgbClr val="A94737"/>
                </a:solidFill>
                <a:latin typeface="Yu Gothic"/>
                <a:ea typeface="Yu Gothic"/>
                <a:cs typeface="Yu Gothic"/>
              </a:defRPr>
            </a:lvl5pPr>
            <a:lvl6pPr algn="ctr">
              <a:defRPr sz="1650" b="1">
                <a:solidFill>
                  <a:srgbClr val="A94737"/>
                </a:solidFill>
                <a:latin typeface="Yu Gothic"/>
                <a:ea typeface="Yu Gothic"/>
                <a:cs typeface="Yu Gothic"/>
              </a:defRPr>
            </a:lvl6pPr>
            <a:lvl7pPr algn="ctr">
              <a:defRPr sz="1650" b="1">
                <a:solidFill>
                  <a:srgbClr val="A94737"/>
                </a:solidFill>
                <a:latin typeface="Yu Gothic"/>
                <a:ea typeface="Yu Gothic"/>
                <a:cs typeface="Yu Gothic"/>
              </a:defRPr>
            </a:lvl7pPr>
            <a:lvl8pPr algn="ctr">
              <a:defRPr sz="1650" b="1">
                <a:solidFill>
                  <a:srgbClr val="A94737"/>
                </a:solidFill>
                <a:latin typeface="Yu Gothic"/>
                <a:ea typeface="Yu Gothic"/>
                <a:cs typeface="Yu Gothic"/>
              </a:defRPr>
            </a:lvl8pPr>
            <a:lvl9pPr algn="ctr">
              <a:defRPr sz="1650" b="1">
                <a:solidFill>
                  <a:srgbClr val="A94737"/>
                </a:solidFill>
                <a:latin typeface="Yu Gothic"/>
                <a:ea typeface="Yu Gothic"/>
                <a:cs typeface="Yu Gothic"/>
              </a:defRPr>
            </a:lvl9pPr>
          </a:lstStyle>
          <a:p xmlns:a="http://schemas.openxmlformats.org/drawingml/2006/main">
            <a:pPr algn="ctr">
              <a:defRPr sz="1650" b="1">
                <a:solidFill>
                  <a:srgbClr val="A94737"/>
                </a:solidFill>
                <a:latin typeface="Yu Gothic"/>
                <a:ea typeface="Yu Gothic"/>
                <a:cs typeface="Yu Gothic"/>
              </a:defRPr>
            </a:pPr>
            <a:r>
              <a:rPr sz="1650" b="1">
                <a:solidFill>
                  <a:srgbClr val="A94737"/>
                </a:solidFill>
                <a:latin typeface="Yu Gothic"/>
                <a:ea typeface="Yu Gothic"/>
                <a:cs typeface="Yu Gothic"/>
              </a:rPr>
              <a:t>初期目盛 90°</a:t>
            </a:r>
          </a:p>
        </p:txBody>
      </p:sp>
      <p:sp>
        <p:nvSpPr>
          <p:cNvPr id="19" name="">
            <a:extLst xmlns:a="http://schemas.openxmlformats.org/drawingml/2006/main">
              <a:ext uri="{FF2B5EF4-FFF2-40B4-BE49-F238E27FC236}">
                <a16:creationId xmlns:a16="http://schemas.microsoft.com/office/drawing/2014/main" id="{EB982AFA-0938-432F-9374-85D33BC2E4B3}"/>
              </a:ext>
            </a:extLst>
          </p:cNvPr>
          <p:cNvSpPr>
            <a:spLocks xmlns:a="http://schemas.openxmlformats.org/drawingml/2006/main" noGrp="1"/>
          </p:cNvSpPr>
          <p:nvPr/>
        </p:nvSpPr>
        <p:spPr>
          <a:xfrm xmlns:a="http://schemas.openxmlformats.org/drawingml/2006/main">
            <a:off x="8672513" y="2181225"/>
            <a:ext cx="133350" cy="133350"/>
          </a:xfrm>
          <a:prstGeom xmlns:a="http://schemas.openxmlformats.org/drawingml/2006/main" prst="ellipse">
            <a:avLst/>
          </a:prstGeom>
          <a:solidFill xmlns:a="http://schemas.openxmlformats.org/drawingml/2006/main">
            <a:srgbClr val="182B33"/>
          </a:solidFill>
          <a:ln xmlns:a="http://schemas.openxmlformats.org/drawingml/2006/main" w="9525">
            <a:solidFill>
              <a:srgbClr val="182B33"/>
            </a:solidFill>
          </a:ln>
        </p:spPr>
      </p:sp>
      <p:sp>
        <p:nvSpPr>
          <p:cNvPr id="20" name="">
            <a:extLst xmlns:a="http://schemas.openxmlformats.org/drawingml/2006/main">
              <a:ext uri="{FF2B5EF4-FFF2-40B4-BE49-F238E27FC236}">
                <a16:creationId xmlns:a16="http://schemas.microsoft.com/office/drawing/2014/main" id="{7458997E-4522-45CF-8479-015DBB321919}"/>
              </a:ext>
            </a:extLst>
          </p:cNvPr>
          <p:cNvSpPr>
            <a:spLocks xmlns:a="http://schemas.openxmlformats.org/drawingml/2006/main" noGrp="1"/>
          </p:cNvSpPr>
          <p:nvPr/>
        </p:nvSpPr>
        <p:spPr>
          <a:xfrm xmlns:a="http://schemas.openxmlformats.org/drawingml/2006/main">
            <a:off x="8120063" y="1981200"/>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82B33"/>
                </a:solidFill>
                <a:latin typeface="Yu Gothic"/>
                <a:ea typeface="Yu Gothic"/>
                <a:cs typeface="Yu Gothic"/>
              </a:defRPr>
            </a:defPPr>
            <a:lvl1pPr algn="ctr">
              <a:defRPr sz="1650" b="1">
                <a:solidFill>
                  <a:srgbClr val="182B33"/>
                </a:solidFill>
                <a:latin typeface="Yu Gothic"/>
                <a:ea typeface="Yu Gothic"/>
                <a:cs typeface="Yu Gothic"/>
              </a:defRPr>
            </a:lvl1pPr>
            <a:lvl2pPr algn="ctr">
              <a:defRPr sz="1650" b="1">
                <a:solidFill>
                  <a:srgbClr val="182B33"/>
                </a:solidFill>
                <a:latin typeface="Yu Gothic"/>
                <a:ea typeface="Yu Gothic"/>
                <a:cs typeface="Yu Gothic"/>
              </a:defRPr>
            </a:lvl2pPr>
            <a:lvl3pPr algn="ctr">
              <a:defRPr sz="1650" b="1">
                <a:solidFill>
                  <a:srgbClr val="182B33"/>
                </a:solidFill>
                <a:latin typeface="Yu Gothic"/>
                <a:ea typeface="Yu Gothic"/>
                <a:cs typeface="Yu Gothic"/>
              </a:defRPr>
            </a:lvl3pPr>
            <a:lvl4pPr algn="ctr">
              <a:defRPr sz="1650" b="1">
                <a:solidFill>
                  <a:srgbClr val="182B33"/>
                </a:solidFill>
                <a:latin typeface="Yu Gothic"/>
                <a:ea typeface="Yu Gothic"/>
                <a:cs typeface="Yu Gothic"/>
              </a:defRPr>
            </a:lvl4pPr>
            <a:lvl5pPr algn="ctr">
              <a:defRPr sz="1650" b="1">
                <a:solidFill>
                  <a:srgbClr val="182B33"/>
                </a:solidFill>
                <a:latin typeface="Yu Gothic"/>
                <a:ea typeface="Yu Gothic"/>
                <a:cs typeface="Yu Gothic"/>
              </a:defRPr>
            </a:lvl5pPr>
            <a:lvl6pPr algn="ctr">
              <a:defRPr sz="1650" b="1">
                <a:solidFill>
                  <a:srgbClr val="182B33"/>
                </a:solidFill>
                <a:latin typeface="Yu Gothic"/>
                <a:ea typeface="Yu Gothic"/>
                <a:cs typeface="Yu Gothic"/>
              </a:defRPr>
            </a:lvl6pPr>
            <a:lvl7pPr algn="ctr">
              <a:defRPr sz="1650" b="1">
                <a:solidFill>
                  <a:srgbClr val="182B33"/>
                </a:solidFill>
                <a:latin typeface="Yu Gothic"/>
                <a:ea typeface="Yu Gothic"/>
                <a:cs typeface="Yu Gothic"/>
              </a:defRPr>
            </a:lvl7pPr>
            <a:lvl8pPr algn="ctr">
              <a:defRPr sz="1650" b="1">
                <a:solidFill>
                  <a:srgbClr val="182B33"/>
                </a:solidFill>
                <a:latin typeface="Yu Gothic"/>
                <a:ea typeface="Yu Gothic"/>
                <a:cs typeface="Yu Gothic"/>
              </a:defRPr>
            </a:lvl8pPr>
            <a:lvl9pPr algn="ctr">
              <a:defRPr sz="1650" b="1">
                <a:solidFill>
                  <a:srgbClr val="182B33"/>
                </a:solidFill>
                <a:latin typeface="Yu Gothic"/>
                <a:ea typeface="Yu Gothic"/>
                <a:cs typeface="Yu Gothic"/>
              </a:defRPr>
            </a:lvl9pPr>
          </a:lstStyle>
          <a:p xmlns:a="http://schemas.openxmlformats.org/drawingml/2006/main">
            <a:pPr algn="ctr">
              <a:defRPr sz="1650" b="1">
                <a:solidFill>
                  <a:srgbClr val="182B33"/>
                </a:solidFill>
                <a:latin typeface="Yu Gothic"/>
                <a:ea typeface="Yu Gothic"/>
                <a:cs typeface="Yu Gothic"/>
              </a:defRPr>
            </a:pPr>
            <a:r>
              <a:rPr sz="1650" b="1">
                <a:solidFill>
                  <a:srgbClr val="182B33"/>
                </a:solidFill>
                <a:latin typeface="Yu Gothic"/>
                <a:ea typeface="Yu Gothic"/>
                <a:cs typeface="Yu Gothic"/>
              </a:rPr>
              <a:t>固定した目標</a:t>
            </a:r>
          </a:p>
        </p:txBody>
      </p:sp>
    </p:spTree>
    <p:extLst>
      <p:ext uri="{BB962C8B-B14F-4D97-AF65-F5344CB8AC3E}">
        <p14:creationId xmlns:p14="http://schemas.microsoft.com/office/powerpoint/2010/main" val="1347661774"/>
      </p:ext>
    </p:extLst>
  </p:cSld>
</p:sld>
</file>

<file path=ppt/slides/slide59.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D753309-8D96-4AE8-8D9D-746EEA51CE7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1E73CFAC-B6AF-45EA-A29B-F790405BE4F6}"/>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付録B 補足｜標準90分の外</a:t>
            </a:r>
          </a:p>
        </p:txBody>
      </p:sp>
      <p:sp>
        <p:nvSpPr>
          <p:cNvPr id="3" name="">
            <a:extLst xmlns:a="http://schemas.openxmlformats.org/drawingml/2006/main">
              <a:ext uri="{FF2B5EF4-FFF2-40B4-BE49-F238E27FC236}">
                <a16:creationId xmlns:a16="http://schemas.microsoft.com/office/drawing/2014/main" id="{703B11BB-C69B-41CA-AA18-AB0E2808AD0B}"/>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方向法の「倍角」と、倍角法を区別する</a:t>
            </a:r>
          </a:p>
        </p:txBody>
      </p:sp>
      <p:sp>
        <p:nvSpPr>
          <p:cNvPr id="4" name="">
            <a:extLst xmlns:a="http://schemas.openxmlformats.org/drawingml/2006/main">
              <a:ext uri="{FF2B5EF4-FFF2-40B4-BE49-F238E27FC236}">
                <a16:creationId xmlns:a16="http://schemas.microsoft.com/office/drawing/2014/main" id="{496CC11A-8C5F-4112-9FFC-B5C17E5E1098}"/>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ED9A9414-0459-4A93-8FCD-2A77F71256AA}"/>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9B475035-1021-4488-93B5-113389A16EDA}"/>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59</a:t>
            </a:r>
          </a:p>
        </p:txBody>
      </p:sp>
      <p:sp>
        <p:nvSpPr>
          <p:cNvPr id="7" name="">
            <a:extLst xmlns:a="http://schemas.openxmlformats.org/drawingml/2006/main">
              <a:ext uri="{FF2B5EF4-FFF2-40B4-BE49-F238E27FC236}">
                <a16:creationId xmlns:a16="http://schemas.microsoft.com/office/drawing/2014/main" id="{4C7FA2D5-F9BE-4119-9558-9E065E16C494}"/>
              </a:ext>
            </a:extLst>
          </p:cNvPr>
          <p:cNvSpPr>
            <a:spLocks xmlns:a="http://schemas.openxmlformats.org/drawingml/2006/main" noGrp="1"/>
          </p:cNvSpPr>
          <p:nvPr/>
        </p:nvSpPr>
        <p:spPr>
          <a:xfrm xmlns:a="http://schemas.openxmlformats.org/drawingml/2006/main">
            <a:off x="6076950" y="1714500"/>
            <a:ext cx="0" cy="314325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8" name="">
            <a:extLst xmlns:a="http://schemas.openxmlformats.org/drawingml/2006/main">
              <a:ext uri="{FF2B5EF4-FFF2-40B4-BE49-F238E27FC236}">
                <a16:creationId xmlns:a16="http://schemas.microsoft.com/office/drawing/2014/main" id="{1F5884DA-F1D7-4B11-AF99-C84087C50849}"/>
              </a:ext>
            </a:extLst>
          </p:cNvPr>
          <p:cNvSpPr>
            <a:spLocks xmlns:a="http://schemas.openxmlformats.org/drawingml/2006/main" noGrp="1"/>
          </p:cNvSpPr>
          <p:nvPr/>
        </p:nvSpPr>
        <p:spPr>
          <a:xfrm xmlns:a="http://schemas.openxmlformats.org/drawingml/2006/main">
            <a:off x="742950" y="171450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166B68"/>
                </a:solidFill>
                <a:latin typeface="Yu Gothic"/>
                <a:ea typeface="Yu Gothic"/>
                <a:cs typeface="Yu Gothic"/>
              </a:defRPr>
            </a:defPPr>
            <a:lvl1pPr algn="l">
              <a:defRPr sz="2550" b="1">
                <a:solidFill>
                  <a:srgbClr val="166B68"/>
                </a:solidFill>
                <a:latin typeface="Yu Gothic"/>
                <a:ea typeface="Yu Gothic"/>
                <a:cs typeface="Yu Gothic"/>
              </a:defRPr>
            </a:lvl1pPr>
            <a:lvl2pPr algn="l">
              <a:defRPr sz="2550" b="1">
                <a:solidFill>
                  <a:srgbClr val="166B68"/>
                </a:solidFill>
                <a:latin typeface="Yu Gothic"/>
                <a:ea typeface="Yu Gothic"/>
                <a:cs typeface="Yu Gothic"/>
              </a:defRPr>
            </a:lvl2pPr>
            <a:lvl3pPr algn="l">
              <a:defRPr sz="2550" b="1">
                <a:solidFill>
                  <a:srgbClr val="166B68"/>
                </a:solidFill>
                <a:latin typeface="Yu Gothic"/>
                <a:ea typeface="Yu Gothic"/>
                <a:cs typeface="Yu Gothic"/>
              </a:defRPr>
            </a:lvl3pPr>
            <a:lvl4pPr algn="l">
              <a:defRPr sz="2550" b="1">
                <a:solidFill>
                  <a:srgbClr val="166B68"/>
                </a:solidFill>
                <a:latin typeface="Yu Gothic"/>
                <a:ea typeface="Yu Gothic"/>
                <a:cs typeface="Yu Gothic"/>
              </a:defRPr>
            </a:lvl4pPr>
            <a:lvl5pPr algn="l">
              <a:defRPr sz="2550" b="1">
                <a:solidFill>
                  <a:srgbClr val="166B68"/>
                </a:solidFill>
                <a:latin typeface="Yu Gothic"/>
                <a:ea typeface="Yu Gothic"/>
                <a:cs typeface="Yu Gothic"/>
              </a:defRPr>
            </a:lvl5pPr>
            <a:lvl6pPr algn="l">
              <a:defRPr sz="2550" b="1">
                <a:solidFill>
                  <a:srgbClr val="166B68"/>
                </a:solidFill>
                <a:latin typeface="Yu Gothic"/>
                <a:ea typeface="Yu Gothic"/>
                <a:cs typeface="Yu Gothic"/>
              </a:defRPr>
            </a:lvl6pPr>
            <a:lvl7pPr algn="l">
              <a:defRPr sz="2550" b="1">
                <a:solidFill>
                  <a:srgbClr val="166B68"/>
                </a:solidFill>
                <a:latin typeface="Yu Gothic"/>
                <a:ea typeface="Yu Gothic"/>
                <a:cs typeface="Yu Gothic"/>
              </a:defRPr>
            </a:lvl7pPr>
            <a:lvl8pPr algn="l">
              <a:defRPr sz="2550" b="1">
                <a:solidFill>
                  <a:srgbClr val="166B68"/>
                </a:solidFill>
                <a:latin typeface="Yu Gothic"/>
                <a:ea typeface="Yu Gothic"/>
                <a:cs typeface="Yu Gothic"/>
              </a:defRPr>
            </a:lvl8pPr>
            <a:lvl9pPr algn="l">
              <a:defRPr sz="2550" b="1">
                <a:solidFill>
                  <a:srgbClr val="166B68"/>
                </a:solidFill>
                <a:latin typeface="Yu Gothic"/>
                <a:ea typeface="Yu Gothic"/>
                <a:cs typeface="Yu Gothic"/>
              </a:defRPr>
            </a:lvl9pPr>
          </a:lstStyle>
          <a:p xmlns:a="http://schemas.openxmlformats.org/drawingml/2006/main">
            <a:pPr algn="l">
              <a:defRPr sz="2550" b="1">
                <a:solidFill>
                  <a:srgbClr val="166B68"/>
                </a:solidFill>
                <a:latin typeface="Yu Gothic"/>
                <a:ea typeface="Yu Gothic"/>
                <a:cs typeface="Yu Gothic"/>
              </a:defRPr>
            </a:pPr>
            <a:r>
              <a:rPr sz="2550" b="1">
                <a:solidFill>
                  <a:srgbClr val="166B68"/>
                </a:solidFill>
                <a:latin typeface="Yu Gothic"/>
                <a:ea typeface="Yu Gothic"/>
                <a:cs typeface="Yu Gothic"/>
              </a:rPr>
              <a:t>方向法の倍角D</a:t>
            </a:r>
          </a:p>
        </p:txBody>
      </p:sp>
      <p:sp>
        <p:nvSpPr>
          <p:cNvPr id="9" name="">
            <a:extLst xmlns:a="http://schemas.openxmlformats.org/drawingml/2006/main">
              <a:ext uri="{FF2B5EF4-FFF2-40B4-BE49-F238E27FC236}">
                <a16:creationId xmlns:a16="http://schemas.microsoft.com/office/drawing/2014/main" id="{21C37AA3-DCF5-4349-A90C-FA82D6BBB8B2}"/>
              </a:ext>
            </a:extLst>
          </p:cNvPr>
          <p:cNvSpPr>
            <a:spLocks xmlns:a="http://schemas.openxmlformats.org/drawingml/2006/main" noGrp="1"/>
          </p:cNvSpPr>
          <p:nvPr/>
        </p:nvSpPr>
        <p:spPr>
          <a:xfrm xmlns:a="http://schemas.openxmlformats.org/drawingml/2006/main">
            <a:off x="6477000" y="171450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A94737"/>
                </a:solidFill>
                <a:latin typeface="Yu Gothic"/>
                <a:ea typeface="Yu Gothic"/>
                <a:cs typeface="Yu Gothic"/>
              </a:defRPr>
            </a:defPPr>
            <a:lvl1pPr algn="l">
              <a:defRPr sz="2550" b="1">
                <a:solidFill>
                  <a:srgbClr val="A94737"/>
                </a:solidFill>
                <a:latin typeface="Yu Gothic"/>
                <a:ea typeface="Yu Gothic"/>
                <a:cs typeface="Yu Gothic"/>
              </a:defRPr>
            </a:lvl1pPr>
            <a:lvl2pPr algn="l">
              <a:defRPr sz="2550" b="1">
                <a:solidFill>
                  <a:srgbClr val="A94737"/>
                </a:solidFill>
                <a:latin typeface="Yu Gothic"/>
                <a:ea typeface="Yu Gothic"/>
                <a:cs typeface="Yu Gothic"/>
              </a:defRPr>
            </a:lvl2pPr>
            <a:lvl3pPr algn="l">
              <a:defRPr sz="2550" b="1">
                <a:solidFill>
                  <a:srgbClr val="A94737"/>
                </a:solidFill>
                <a:latin typeface="Yu Gothic"/>
                <a:ea typeface="Yu Gothic"/>
                <a:cs typeface="Yu Gothic"/>
              </a:defRPr>
            </a:lvl3pPr>
            <a:lvl4pPr algn="l">
              <a:defRPr sz="2550" b="1">
                <a:solidFill>
                  <a:srgbClr val="A94737"/>
                </a:solidFill>
                <a:latin typeface="Yu Gothic"/>
                <a:ea typeface="Yu Gothic"/>
                <a:cs typeface="Yu Gothic"/>
              </a:defRPr>
            </a:lvl4pPr>
            <a:lvl5pPr algn="l">
              <a:defRPr sz="2550" b="1">
                <a:solidFill>
                  <a:srgbClr val="A94737"/>
                </a:solidFill>
                <a:latin typeface="Yu Gothic"/>
                <a:ea typeface="Yu Gothic"/>
                <a:cs typeface="Yu Gothic"/>
              </a:defRPr>
            </a:lvl5pPr>
            <a:lvl6pPr algn="l">
              <a:defRPr sz="2550" b="1">
                <a:solidFill>
                  <a:srgbClr val="A94737"/>
                </a:solidFill>
                <a:latin typeface="Yu Gothic"/>
                <a:ea typeface="Yu Gothic"/>
                <a:cs typeface="Yu Gothic"/>
              </a:defRPr>
            </a:lvl6pPr>
            <a:lvl7pPr algn="l">
              <a:defRPr sz="2550" b="1">
                <a:solidFill>
                  <a:srgbClr val="A94737"/>
                </a:solidFill>
                <a:latin typeface="Yu Gothic"/>
                <a:ea typeface="Yu Gothic"/>
                <a:cs typeface="Yu Gothic"/>
              </a:defRPr>
            </a:lvl7pPr>
            <a:lvl8pPr algn="l">
              <a:defRPr sz="2550" b="1">
                <a:solidFill>
                  <a:srgbClr val="A94737"/>
                </a:solidFill>
                <a:latin typeface="Yu Gothic"/>
                <a:ea typeface="Yu Gothic"/>
                <a:cs typeface="Yu Gothic"/>
              </a:defRPr>
            </a:lvl8pPr>
            <a:lvl9pPr algn="l">
              <a:defRPr sz="2550" b="1">
                <a:solidFill>
                  <a:srgbClr val="A94737"/>
                </a:solidFill>
                <a:latin typeface="Yu Gothic"/>
                <a:ea typeface="Yu Gothic"/>
                <a:cs typeface="Yu Gothic"/>
              </a:defRPr>
            </a:lvl9pPr>
          </a:lstStyle>
          <a:p xmlns:a="http://schemas.openxmlformats.org/drawingml/2006/main">
            <a:pPr algn="l">
              <a:defRPr sz="2550" b="1">
                <a:solidFill>
                  <a:srgbClr val="A94737"/>
                </a:solidFill>
                <a:latin typeface="Yu Gothic"/>
                <a:ea typeface="Yu Gothic"/>
                <a:cs typeface="Yu Gothic"/>
              </a:defRPr>
            </a:pPr>
            <a:r>
              <a:rPr sz="2550" b="1">
                <a:solidFill>
                  <a:srgbClr val="A94737"/>
                </a:solidFill>
                <a:latin typeface="Yu Gothic"/>
                <a:ea typeface="Yu Gothic"/>
                <a:cs typeface="Yu Gothic"/>
              </a:rPr>
              <a:t>観測方法としての倍角法</a:t>
            </a:r>
          </a:p>
        </p:txBody>
      </p:sp>
      <p:sp>
        <p:nvSpPr>
          <p:cNvPr id="10" name="">
            <a:extLst xmlns:a="http://schemas.openxmlformats.org/drawingml/2006/main">
              <a:ext uri="{FF2B5EF4-FFF2-40B4-BE49-F238E27FC236}">
                <a16:creationId xmlns:a16="http://schemas.microsoft.com/office/drawing/2014/main" id="{ED37A52D-B0D3-4719-9309-37B2F42E412C}"/>
              </a:ext>
            </a:extLst>
          </p:cNvPr>
          <p:cNvSpPr>
            <a:spLocks xmlns:a="http://schemas.openxmlformats.org/drawingml/2006/main" noGrp="1"/>
          </p:cNvSpPr>
          <p:nvPr/>
        </p:nvSpPr>
        <p:spPr>
          <a:xfrm xmlns:a="http://schemas.openxmlformats.org/drawingml/2006/main">
            <a:off x="1104900" y="23050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正の結果＋反の結果</a:t>
            </a:r>
          </a:p>
        </p:txBody>
      </p:sp>
      <p:sp>
        <p:nvSpPr>
          <p:cNvPr id="11" name="">
            <a:extLst xmlns:a="http://schemas.openxmlformats.org/drawingml/2006/main">
              <a:ext uri="{FF2B5EF4-FFF2-40B4-BE49-F238E27FC236}">
                <a16:creationId xmlns:a16="http://schemas.microsoft.com/office/drawing/2014/main" id="{97251605-EFB4-49B2-82C0-7001547596CE}"/>
              </a:ext>
            </a:extLst>
          </p:cNvPr>
          <p:cNvSpPr>
            <a:spLocks xmlns:a="http://schemas.openxmlformats.org/drawingml/2006/main" noGrp="1"/>
          </p:cNvSpPr>
          <p:nvPr/>
        </p:nvSpPr>
        <p:spPr>
          <a:xfrm xmlns:a="http://schemas.openxmlformats.org/drawingml/2006/main">
            <a:off x="1104900" y="28003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野帳の計算量</a:t>
            </a:r>
          </a:p>
        </p:txBody>
      </p:sp>
      <p:sp>
        <p:nvSpPr>
          <p:cNvPr id="12" name="">
            <a:extLst xmlns:a="http://schemas.openxmlformats.org/drawingml/2006/main">
              <a:ext uri="{FF2B5EF4-FFF2-40B4-BE49-F238E27FC236}">
                <a16:creationId xmlns:a16="http://schemas.microsoft.com/office/drawing/2014/main" id="{D8A33166-84AC-4CBA-A4FA-3C7CC94FEF48}"/>
              </a:ext>
            </a:extLst>
          </p:cNvPr>
          <p:cNvSpPr>
            <a:spLocks xmlns:a="http://schemas.openxmlformats.org/drawingml/2006/main" noGrp="1"/>
          </p:cNvSpPr>
          <p:nvPr/>
        </p:nvSpPr>
        <p:spPr>
          <a:xfrm xmlns:a="http://schemas.openxmlformats.org/drawingml/2006/main">
            <a:off x="6838950" y="23050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同じ角を重ねて測る</a:t>
            </a:r>
          </a:p>
        </p:txBody>
      </p:sp>
      <p:sp>
        <p:nvSpPr>
          <p:cNvPr id="13" name="">
            <a:extLst xmlns:a="http://schemas.openxmlformats.org/drawingml/2006/main">
              <a:ext uri="{FF2B5EF4-FFF2-40B4-BE49-F238E27FC236}">
                <a16:creationId xmlns:a16="http://schemas.microsoft.com/office/drawing/2014/main" id="{C5B28E28-499D-497A-B3D5-7B1EF1100B7F}"/>
              </a:ext>
            </a:extLst>
          </p:cNvPr>
          <p:cNvSpPr>
            <a:spLocks xmlns:a="http://schemas.openxmlformats.org/drawingml/2006/main" noGrp="1"/>
          </p:cNvSpPr>
          <p:nvPr/>
        </p:nvSpPr>
        <p:spPr>
          <a:xfrm xmlns:a="http://schemas.openxmlformats.org/drawingml/2006/main">
            <a:off x="6838950" y="28003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累積した角を回数で割る</a:t>
            </a:r>
          </a:p>
        </p:txBody>
      </p:sp>
    </p:spTree>
    <p:extLst>
      <p:ext uri="{BB962C8B-B14F-4D97-AF65-F5344CB8AC3E}">
        <p14:creationId xmlns:p14="http://schemas.microsoft.com/office/powerpoint/2010/main" val="155102477"/>
      </p:ext>
    </p:extLst>
  </p:cSld>
</p:sld>
</file>

<file path=ppt/slides/slide60.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9144155-8404-4A29-93B9-F44FEE50643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0C2C78CD-8F64-46AB-822E-078961B02D67}"/>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付録B 補足｜標準90分の外</a:t>
            </a:r>
          </a:p>
        </p:txBody>
      </p:sp>
      <p:sp>
        <p:nvSpPr>
          <p:cNvPr id="3" name="">
            <a:extLst xmlns:a="http://schemas.openxmlformats.org/drawingml/2006/main">
              <a:ext uri="{FF2B5EF4-FFF2-40B4-BE49-F238E27FC236}">
                <a16:creationId xmlns:a16="http://schemas.microsoft.com/office/drawing/2014/main" id="{579EC773-004B-4BDD-9139-59AD2667E6EF}"/>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ラジアンは、円弧の長さ÷半径</a:t>
            </a:r>
          </a:p>
        </p:txBody>
      </p:sp>
      <p:sp>
        <p:nvSpPr>
          <p:cNvPr id="4" name="">
            <a:extLst xmlns:a="http://schemas.openxmlformats.org/drawingml/2006/main">
              <a:ext uri="{FF2B5EF4-FFF2-40B4-BE49-F238E27FC236}">
                <a16:creationId xmlns:a16="http://schemas.microsoft.com/office/drawing/2014/main" id="{11751D33-D08D-419A-B786-3D1F0684050C}"/>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4AC9C2D1-E6AC-4971-8609-6F2EB41C5961}"/>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E6AF925F-0F17-4C64-B1B9-873A6F5198C6}"/>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60</a:t>
            </a:r>
          </a:p>
        </p:txBody>
      </p:sp>
      <p:sp>
        <p:nvSpPr>
          <p:cNvPr id="7" name="">
            <a:extLst xmlns:a="http://schemas.openxmlformats.org/drawingml/2006/main">
              <a:ext uri="{FF2B5EF4-FFF2-40B4-BE49-F238E27FC236}">
                <a16:creationId xmlns:a16="http://schemas.microsoft.com/office/drawing/2014/main" id="{9F2E2EB8-82B4-41FD-8396-F4F19BAF96AD}"/>
              </a:ext>
            </a:extLst>
          </p:cNvPr>
          <p:cNvSpPr>
            <a:spLocks xmlns:a="http://schemas.openxmlformats.org/drawingml/2006/main" noGrp="1"/>
          </p:cNvSpPr>
          <p:nvPr/>
        </p:nvSpPr>
        <p:spPr>
          <a:xfrm xmlns:a="http://schemas.openxmlformats.org/drawingml/2006/main">
            <a:off x="1143000" y="1714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2π rad＝360°</a:t>
            </a:r>
          </a:p>
        </p:txBody>
      </p:sp>
      <p:sp>
        <p:nvSpPr>
          <p:cNvPr id="8" name="">
            <a:extLst xmlns:a="http://schemas.openxmlformats.org/drawingml/2006/main">
              <a:ext uri="{FF2B5EF4-FFF2-40B4-BE49-F238E27FC236}">
                <a16:creationId xmlns:a16="http://schemas.microsoft.com/office/drawing/2014/main" id="{CF5D6C2A-97C8-4680-92FA-29C7E651464A}"/>
              </a:ext>
            </a:extLst>
          </p:cNvPr>
          <p:cNvSpPr>
            <a:spLocks xmlns:a="http://schemas.openxmlformats.org/drawingml/2006/main" noGrp="1"/>
          </p:cNvSpPr>
          <p:nvPr/>
        </p:nvSpPr>
        <p:spPr>
          <a:xfrm xmlns:a="http://schemas.openxmlformats.org/drawingml/2006/main">
            <a:off x="1143000" y="22860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1 rad＝180/π度≈206265″</a:t>
            </a:r>
          </a:p>
        </p:txBody>
      </p:sp>
      <p:sp>
        <p:nvSpPr>
          <p:cNvPr id="9" name="">
            <a:extLst xmlns:a="http://schemas.openxmlformats.org/drawingml/2006/main">
              <a:ext uri="{FF2B5EF4-FFF2-40B4-BE49-F238E27FC236}">
                <a16:creationId xmlns:a16="http://schemas.microsoft.com/office/drawing/2014/main" id="{4588DA33-9F9E-4240-B1F9-68A7FCEB7310}"/>
              </a:ext>
            </a:extLst>
          </p:cNvPr>
          <p:cNvSpPr>
            <a:spLocks xmlns:a="http://schemas.openxmlformats.org/drawingml/2006/main" noGrp="1"/>
          </p:cNvSpPr>
          <p:nvPr/>
        </p:nvSpPr>
        <p:spPr>
          <a:xfrm xmlns:a="http://schemas.openxmlformats.org/drawingml/2006/main">
            <a:off x="1143000" y="2857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小さい角：δ(rad)≈e/S</a:t>
            </a:r>
          </a:p>
        </p:txBody>
      </p:sp>
      <p:sp>
        <p:nvSpPr>
          <p:cNvPr id="10" name="">
            <a:extLst xmlns:a="http://schemas.openxmlformats.org/drawingml/2006/main">
              <a:ext uri="{FF2B5EF4-FFF2-40B4-BE49-F238E27FC236}">
                <a16:creationId xmlns:a16="http://schemas.microsoft.com/office/drawing/2014/main" id="{99470AFA-F7A7-45AC-81AB-51AC2BD40B85}"/>
              </a:ext>
            </a:extLst>
          </p:cNvPr>
          <p:cNvSpPr>
            <a:spLocks xmlns:a="http://schemas.openxmlformats.org/drawingml/2006/main" noGrp="1"/>
          </p:cNvSpPr>
          <p:nvPr/>
        </p:nvSpPr>
        <p:spPr>
          <a:xfrm xmlns:a="http://schemas.openxmlformats.org/drawingml/2006/main">
            <a:off x="781050" y="52197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δ(″)≈(e/S)ρ″</a:t>
            </a:r>
          </a:p>
        </p:txBody>
      </p:sp>
    </p:spTree>
    <p:extLst>
      <p:ext uri="{BB962C8B-B14F-4D97-AF65-F5344CB8AC3E}">
        <p14:creationId xmlns:p14="http://schemas.microsoft.com/office/powerpoint/2010/main" val="1213132577"/>
      </p:ext>
    </p:extLst>
  </p:cSld>
</p:sld>
</file>

<file path=ppt/slides/slide61.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2FCD9075-FF01-44D4-899E-C9B496A2C8B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CE873BC3-1BC6-487E-A5F5-35835F5F1BDE}"/>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付録B 補足｜標準90分の外</a:t>
            </a:r>
          </a:p>
        </p:txBody>
      </p:sp>
      <p:sp>
        <p:nvSpPr>
          <p:cNvPr id="3" name="">
            <a:extLst xmlns:a="http://schemas.openxmlformats.org/drawingml/2006/main">
              <a:ext uri="{FF2B5EF4-FFF2-40B4-BE49-F238E27FC236}">
                <a16:creationId xmlns:a16="http://schemas.microsoft.com/office/drawing/2014/main" id="{A36303DD-450C-4E49-9BBA-46B9070334CD}"/>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斜めの偏心は、直角成分を取り出す</a:t>
            </a:r>
          </a:p>
        </p:txBody>
      </p:sp>
      <p:sp>
        <p:nvSpPr>
          <p:cNvPr id="4" name="">
            <a:extLst xmlns:a="http://schemas.openxmlformats.org/drawingml/2006/main">
              <a:ext uri="{FF2B5EF4-FFF2-40B4-BE49-F238E27FC236}">
                <a16:creationId xmlns:a16="http://schemas.microsoft.com/office/drawing/2014/main" id="{00F60B2D-2F5A-46A9-99AE-C046A8691311}"/>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631930E3-27C6-44D1-949F-AAAAD219B973}"/>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9B52494D-93D1-4352-9130-467543FED15C}"/>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61</a:t>
            </a:r>
          </a:p>
        </p:txBody>
      </p:sp>
      <p:sp>
        <p:nvSpPr>
          <p:cNvPr id="7" name="">
            <a:extLst xmlns:a="http://schemas.openxmlformats.org/drawingml/2006/main">
              <a:ext uri="{FF2B5EF4-FFF2-40B4-BE49-F238E27FC236}">
                <a16:creationId xmlns:a16="http://schemas.microsoft.com/office/drawing/2014/main" id="{78516E2E-A4C9-4285-AC48-A56D706151E9}"/>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標点の偏心：OからEを観測し、</a:t>
            </a:r>
          </a:p>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本来の目標Aへ戻す</a:t>
            </a:r>
          </a:p>
        </p:txBody>
      </p:sp>
      <p:sp>
        <p:nvSpPr>
          <p:cNvPr id="8" name="">
            <a:extLst xmlns:a="http://schemas.openxmlformats.org/drawingml/2006/main">
              <a:ext uri="{FF2B5EF4-FFF2-40B4-BE49-F238E27FC236}">
                <a16:creationId xmlns:a16="http://schemas.microsoft.com/office/drawing/2014/main" id="{63521180-FF69-43DD-87B6-30D87F613B00}"/>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φ：OE延長→EAを時計回り</a:t>
            </a:r>
          </a:p>
        </p:txBody>
      </p:sp>
      <p:sp>
        <p:nvSpPr>
          <p:cNvPr id="9" name="">
            <a:extLst xmlns:a="http://schemas.openxmlformats.org/drawingml/2006/main">
              <a:ext uri="{FF2B5EF4-FFF2-40B4-BE49-F238E27FC236}">
                <a16:creationId xmlns:a16="http://schemas.microsoft.com/office/drawing/2014/main" id="{EA253FD2-BA56-49CC-A5ED-BCC253D74B14}"/>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直角成分＝e sinφ</a:t>
            </a:r>
          </a:p>
        </p:txBody>
      </p:sp>
      <p:sp>
        <p:nvSpPr>
          <p:cNvPr id="10" name="">
            <a:extLst xmlns:a="http://schemas.openxmlformats.org/drawingml/2006/main">
              <a:ext uri="{FF2B5EF4-FFF2-40B4-BE49-F238E27FC236}">
                <a16:creationId xmlns:a16="http://schemas.microsoft.com/office/drawing/2014/main" id="{2E1FFBFF-68CA-4A62-BB53-C7153A6484F5}"/>
              </a:ext>
            </a:extLst>
          </p:cNvPr>
          <p:cNvSpPr>
            <a:spLocks xmlns:a="http://schemas.openxmlformats.org/drawingml/2006/main" noGrp="1"/>
          </p:cNvSpPr>
          <p:nvPr/>
        </p:nvSpPr>
        <p:spPr>
          <a:xfrm xmlns:a="http://schemas.openxmlformats.org/drawingml/2006/main">
            <a:off x="1047750" y="36099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方向補正≈＋(e sinφ/S)ρ″</a:t>
            </a:r>
          </a:p>
        </p:txBody>
      </p:sp>
      <p:sp>
        <p:nvSpPr>
          <p:cNvPr id="11" name="">
            <a:extLst xmlns:a="http://schemas.openxmlformats.org/drawingml/2006/main">
              <a:ext uri="{FF2B5EF4-FFF2-40B4-BE49-F238E27FC236}">
                <a16:creationId xmlns:a16="http://schemas.microsoft.com/office/drawing/2014/main" id="{B682B1EA-3A44-4B68-ACE1-4F0740F44279}"/>
              </a:ext>
            </a:extLst>
          </p:cNvPr>
          <p:cNvSpPr>
            <a:spLocks xmlns:a="http://schemas.openxmlformats.org/drawingml/2006/main" noGrp="1"/>
          </p:cNvSpPr>
          <p:nvPr/>
        </p:nvSpPr>
        <p:spPr>
          <a:xfrm xmlns:a="http://schemas.openxmlformats.org/drawingml/2006/main">
            <a:off x="7720013" y="3086100"/>
            <a:ext cx="9525" cy="1969770"/>
          </a:xfrm>
          <a:custGeom xmlns:a="http://schemas.openxmlformats.org/drawingml/2006/main">
            <a:pathLst>
              <a:path w="9525" h="1969770">
                <a:moveTo>
                  <a:pt x="0" y="1969770"/>
                </a:moveTo>
                <a:lnTo>
                  <a:pt x="0" y="0"/>
                </a:lnTo>
              </a:path>
            </a:pathLst>
          </a:custGeom>
          <a:noFill xmlns:a="http://schemas.openxmlformats.org/drawingml/2006/main"/>
          <a:ln xmlns:a="http://schemas.openxmlformats.org/drawingml/2006/main" w="38100">
            <a:solidFill>
              <a:srgbClr val="166B68"/>
            </a:solidFill>
            <a:prstDash val="solid"/>
          </a:ln>
        </p:spPr>
      </p:sp>
      <p:sp>
        <p:nvSpPr>
          <p:cNvPr id="12" name="">
            <a:extLst xmlns:a="http://schemas.openxmlformats.org/drawingml/2006/main">
              <a:ext uri="{FF2B5EF4-FFF2-40B4-BE49-F238E27FC236}">
                <a16:creationId xmlns:a16="http://schemas.microsoft.com/office/drawing/2014/main" id="{DAA0525F-FE10-484B-994E-127F8BE5FC02}"/>
              </a:ext>
            </a:extLst>
          </p:cNvPr>
          <p:cNvSpPr>
            <a:spLocks xmlns:a="http://schemas.openxmlformats.org/drawingml/2006/main" noGrp="1"/>
          </p:cNvSpPr>
          <p:nvPr/>
        </p:nvSpPr>
        <p:spPr>
          <a:xfrm xmlns:a="http://schemas.openxmlformats.org/drawingml/2006/main">
            <a:off x="7720013" y="2499360"/>
            <a:ext cx="2446020" cy="2556510"/>
          </a:xfrm>
          <a:custGeom xmlns:a="http://schemas.openxmlformats.org/drawingml/2006/main">
            <a:pathLst>
              <a:path w="2446020" h="2556510">
                <a:moveTo>
                  <a:pt x="0" y="2556510"/>
                </a:moveTo>
                <a:lnTo>
                  <a:pt x="2446020" y="0"/>
                </a:lnTo>
              </a:path>
            </a:pathLst>
          </a:custGeom>
          <a:noFill xmlns:a="http://schemas.openxmlformats.org/drawingml/2006/main"/>
          <a:ln xmlns:a="http://schemas.openxmlformats.org/drawingml/2006/main" w="28575">
            <a:solidFill>
              <a:srgbClr val="166B68"/>
            </a:solidFill>
            <a:prstDash val="solid"/>
          </a:ln>
        </p:spPr>
      </p:sp>
      <p:sp>
        <p:nvSpPr>
          <p:cNvPr id="13" name="">
            <a:extLst xmlns:a="http://schemas.openxmlformats.org/drawingml/2006/main">
              <a:ext uri="{FF2B5EF4-FFF2-40B4-BE49-F238E27FC236}">
                <a16:creationId xmlns:a16="http://schemas.microsoft.com/office/drawing/2014/main" id="{60769540-D485-49A2-B417-3DFF28ED9B56}"/>
              </a:ext>
            </a:extLst>
          </p:cNvPr>
          <p:cNvSpPr>
            <a:spLocks xmlns:a="http://schemas.openxmlformats.org/drawingml/2006/main" noGrp="1"/>
          </p:cNvSpPr>
          <p:nvPr/>
        </p:nvSpPr>
        <p:spPr>
          <a:xfrm xmlns:a="http://schemas.openxmlformats.org/drawingml/2006/main">
            <a:off x="7720013" y="2499360"/>
            <a:ext cx="2446020" cy="586740"/>
          </a:xfrm>
          <a:custGeom xmlns:a="http://schemas.openxmlformats.org/drawingml/2006/main">
            <a:pathLst>
              <a:path w="2446020" h="586740">
                <a:moveTo>
                  <a:pt x="0" y="586740"/>
                </a:moveTo>
                <a:lnTo>
                  <a:pt x="2446020" y="0"/>
                </a:lnTo>
              </a:path>
            </a:pathLst>
          </a:custGeom>
          <a:noFill xmlns:a="http://schemas.openxmlformats.org/drawingml/2006/main"/>
          <a:ln xmlns:a="http://schemas.openxmlformats.org/drawingml/2006/main" w="38100">
            <a:solidFill>
              <a:srgbClr val="A94737"/>
            </a:solidFill>
            <a:prstDash val="solid"/>
          </a:ln>
        </p:spPr>
      </p:sp>
      <p:sp>
        <p:nvSpPr>
          <p:cNvPr id="14" name="">
            <a:extLst xmlns:a="http://schemas.openxmlformats.org/drawingml/2006/main">
              <a:ext uri="{FF2B5EF4-FFF2-40B4-BE49-F238E27FC236}">
                <a16:creationId xmlns:a16="http://schemas.microsoft.com/office/drawing/2014/main" id="{0A7395BB-8C6A-41B7-9007-2966B8872A3D}"/>
              </a:ext>
            </a:extLst>
          </p:cNvPr>
          <p:cNvSpPr>
            <a:spLocks xmlns:a="http://schemas.openxmlformats.org/drawingml/2006/main" noGrp="1"/>
          </p:cNvSpPr>
          <p:nvPr/>
        </p:nvSpPr>
        <p:spPr>
          <a:xfrm xmlns:a="http://schemas.openxmlformats.org/drawingml/2006/main">
            <a:off x="7720013" y="1695450"/>
            <a:ext cx="9525" cy="1390650"/>
          </a:xfrm>
          <a:custGeom xmlns:a="http://schemas.openxmlformats.org/drawingml/2006/main">
            <a:pathLst>
              <a:path w="9525" h="1390650">
                <a:moveTo>
                  <a:pt x="0" y="1390650"/>
                </a:moveTo>
                <a:lnTo>
                  <a:pt x="0" y="0"/>
                </a:lnTo>
              </a:path>
            </a:pathLst>
          </a:custGeom>
          <a:noFill xmlns:a="http://schemas.openxmlformats.org/drawingml/2006/main"/>
          <a:ln xmlns:a="http://schemas.openxmlformats.org/drawingml/2006/main" w="19050">
            <a:solidFill>
              <a:srgbClr val="CFD9DD"/>
            </a:solidFill>
            <a:prstDash val="dash"/>
          </a:ln>
        </p:spPr>
      </p:sp>
      <p:sp>
        <p:nvSpPr>
          <p:cNvPr id="15" name="">
            <a:extLst xmlns:a="http://schemas.openxmlformats.org/drawingml/2006/main">
              <a:ext uri="{FF2B5EF4-FFF2-40B4-BE49-F238E27FC236}">
                <a16:creationId xmlns:a16="http://schemas.microsoft.com/office/drawing/2014/main" id="{4F63C6BC-6E6C-4DBC-BF7A-9C272010F3EA}"/>
              </a:ext>
            </a:extLst>
          </p:cNvPr>
          <p:cNvSpPr>
            <a:spLocks xmlns:a="http://schemas.openxmlformats.org/drawingml/2006/main" noGrp="1"/>
          </p:cNvSpPr>
          <p:nvPr/>
        </p:nvSpPr>
        <p:spPr>
          <a:xfrm xmlns:a="http://schemas.openxmlformats.org/drawingml/2006/main">
            <a:off x="7720013" y="2499360"/>
            <a:ext cx="2446020" cy="9525"/>
          </a:xfrm>
          <a:custGeom xmlns:a="http://schemas.openxmlformats.org/drawingml/2006/main">
            <a:pathLst>
              <a:path w="2446020" h="9525">
                <a:moveTo>
                  <a:pt x="0" y="0"/>
                </a:moveTo>
                <a:lnTo>
                  <a:pt x="2446020" y="0"/>
                </a:lnTo>
              </a:path>
            </a:pathLst>
          </a:custGeom>
          <a:noFill xmlns:a="http://schemas.openxmlformats.org/drawingml/2006/main"/>
          <a:ln xmlns:a="http://schemas.openxmlformats.org/drawingml/2006/main" w="19050">
            <a:solidFill>
              <a:srgbClr val="CFD9DD"/>
            </a:solidFill>
            <a:prstDash val="dash"/>
          </a:ln>
        </p:spPr>
      </p:sp>
      <p:sp>
        <p:nvSpPr>
          <p:cNvPr id="16" name="">
            <a:extLst xmlns:a="http://schemas.openxmlformats.org/drawingml/2006/main">
              <a:ext uri="{FF2B5EF4-FFF2-40B4-BE49-F238E27FC236}">
                <a16:creationId xmlns:a16="http://schemas.microsoft.com/office/drawing/2014/main" id="{EE1BEEF0-23EE-46AD-9D6F-2A0F67EAE1F0}"/>
              </a:ext>
            </a:extLst>
          </p:cNvPr>
          <p:cNvSpPr>
            <a:spLocks xmlns:a="http://schemas.openxmlformats.org/drawingml/2006/main" noGrp="1"/>
          </p:cNvSpPr>
          <p:nvPr/>
        </p:nvSpPr>
        <p:spPr>
          <a:xfrm xmlns:a="http://schemas.openxmlformats.org/drawingml/2006/main">
            <a:off x="7672388" y="5008245"/>
            <a:ext cx="95250" cy="95250"/>
          </a:xfrm>
          <a:prstGeom xmlns:a="http://schemas.openxmlformats.org/drawingml/2006/main" prst="ellipse">
            <a:avLst/>
          </a:prstGeom>
          <a:solidFill xmlns:a="http://schemas.openxmlformats.org/drawingml/2006/main">
            <a:srgbClr val="166B68"/>
          </a:solidFill>
          <a:ln xmlns:a="http://schemas.openxmlformats.org/drawingml/2006/main" w="0">
            <a:solidFill>
              <a:srgbClr val="166B68"/>
            </a:solidFill>
          </a:ln>
        </p:spPr>
      </p:sp>
      <p:sp>
        <p:nvSpPr>
          <p:cNvPr id="17" name="">
            <a:extLst xmlns:a="http://schemas.openxmlformats.org/drawingml/2006/main">
              <a:ext uri="{FF2B5EF4-FFF2-40B4-BE49-F238E27FC236}">
                <a16:creationId xmlns:a16="http://schemas.microsoft.com/office/drawing/2014/main" id="{3AF0873F-D26B-4E72-83B1-076564B519AC}"/>
              </a:ext>
            </a:extLst>
          </p:cNvPr>
          <p:cNvSpPr>
            <a:spLocks xmlns:a="http://schemas.openxmlformats.org/drawingml/2006/main" noGrp="1"/>
          </p:cNvSpPr>
          <p:nvPr/>
        </p:nvSpPr>
        <p:spPr>
          <a:xfrm xmlns:a="http://schemas.openxmlformats.org/drawingml/2006/main">
            <a:off x="7434263" y="513207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166B68"/>
                </a:solidFill>
                <a:latin typeface="Yu Gothic"/>
                <a:ea typeface="Yu Gothic"/>
                <a:cs typeface="Yu Gothic"/>
              </a:defRPr>
            </a:defPPr>
            <a:lvl1pPr>
              <a:defRPr sz="1950">
                <a:solidFill>
                  <a:srgbClr val="166B68"/>
                </a:solidFill>
                <a:latin typeface="Yu Gothic"/>
                <a:ea typeface="Yu Gothic"/>
                <a:cs typeface="Yu Gothic"/>
              </a:defRPr>
            </a:lvl1pPr>
            <a:lvl2pPr>
              <a:defRPr sz="1950">
                <a:solidFill>
                  <a:srgbClr val="166B68"/>
                </a:solidFill>
                <a:latin typeface="Yu Gothic"/>
                <a:ea typeface="Yu Gothic"/>
                <a:cs typeface="Yu Gothic"/>
              </a:defRPr>
            </a:lvl2pPr>
            <a:lvl3pPr>
              <a:defRPr sz="1950">
                <a:solidFill>
                  <a:srgbClr val="166B68"/>
                </a:solidFill>
                <a:latin typeface="Yu Gothic"/>
                <a:ea typeface="Yu Gothic"/>
                <a:cs typeface="Yu Gothic"/>
              </a:defRPr>
            </a:lvl3pPr>
            <a:lvl4pPr>
              <a:defRPr sz="1950">
                <a:solidFill>
                  <a:srgbClr val="166B68"/>
                </a:solidFill>
                <a:latin typeface="Yu Gothic"/>
                <a:ea typeface="Yu Gothic"/>
                <a:cs typeface="Yu Gothic"/>
              </a:defRPr>
            </a:lvl4pPr>
            <a:lvl5pPr>
              <a:defRPr sz="1950">
                <a:solidFill>
                  <a:srgbClr val="166B68"/>
                </a:solidFill>
                <a:latin typeface="Yu Gothic"/>
                <a:ea typeface="Yu Gothic"/>
                <a:cs typeface="Yu Gothic"/>
              </a:defRPr>
            </a:lvl5pPr>
            <a:lvl6pPr>
              <a:defRPr sz="1950">
                <a:solidFill>
                  <a:srgbClr val="166B68"/>
                </a:solidFill>
                <a:latin typeface="Yu Gothic"/>
                <a:ea typeface="Yu Gothic"/>
                <a:cs typeface="Yu Gothic"/>
              </a:defRPr>
            </a:lvl6pPr>
            <a:lvl7pPr>
              <a:defRPr sz="1950">
                <a:solidFill>
                  <a:srgbClr val="166B68"/>
                </a:solidFill>
                <a:latin typeface="Yu Gothic"/>
                <a:ea typeface="Yu Gothic"/>
                <a:cs typeface="Yu Gothic"/>
              </a:defRPr>
            </a:lvl7pPr>
            <a:lvl8pPr>
              <a:defRPr sz="1950">
                <a:solidFill>
                  <a:srgbClr val="166B68"/>
                </a:solidFill>
                <a:latin typeface="Yu Gothic"/>
                <a:ea typeface="Yu Gothic"/>
                <a:cs typeface="Yu Gothic"/>
              </a:defRPr>
            </a:lvl8pPr>
            <a:lvl9pPr>
              <a:defRPr sz="1950">
                <a:solidFill>
                  <a:srgbClr val="166B68"/>
                </a:solidFill>
                <a:latin typeface="Yu Gothic"/>
                <a:ea typeface="Yu Gothic"/>
                <a:cs typeface="Yu Gothic"/>
              </a:defRPr>
            </a:lvl9pPr>
          </a:lstStyle>
          <a:p xmlns:a="http://schemas.openxmlformats.org/drawingml/2006/main">
            <a:pPr>
              <a:defRPr sz="1950">
                <a:solidFill>
                  <a:srgbClr val="166B68"/>
                </a:solidFill>
                <a:latin typeface="Yu Gothic"/>
                <a:ea typeface="Yu Gothic"/>
                <a:cs typeface="Yu Gothic"/>
              </a:defRPr>
            </a:pPr>
            <a:r>
              <a:rPr sz="1950">
                <a:solidFill>
                  <a:srgbClr val="166B68"/>
                </a:solidFill>
                <a:latin typeface="Yu Gothic"/>
                <a:ea typeface="Yu Gothic"/>
                <a:cs typeface="Yu Gothic"/>
              </a:rPr>
              <a:t>O</a:t>
            </a:r>
          </a:p>
        </p:txBody>
      </p:sp>
      <p:sp>
        <p:nvSpPr>
          <p:cNvPr id="18" name="">
            <a:extLst xmlns:a="http://schemas.openxmlformats.org/drawingml/2006/main">
              <a:ext uri="{FF2B5EF4-FFF2-40B4-BE49-F238E27FC236}">
                <a16:creationId xmlns:a16="http://schemas.microsoft.com/office/drawing/2014/main" id="{3394CF20-F610-49F2-8843-8D02D085DE2D}"/>
              </a:ext>
            </a:extLst>
          </p:cNvPr>
          <p:cNvSpPr>
            <a:spLocks xmlns:a="http://schemas.openxmlformats.org/drawingml/2006/main" noGrp="1"/>
          </p:cNvSpPr>
          <p:nvPr/>
        </p:nvSpPr>
        <p:spPr>
          <a:xfrm xmlns:a="http://schemas.openxmlformats.org/drawingml/2006/main">
            <a:off x="7672388" y="3038475"/>
            <a:ext cx="95250" cy="95250"/>
          </a:xfrm>
          <a:prstGeom xmlns:a="http://schemas.openxmlformats.org/drawingml/2006/main" prst="ellipse">
            <a:avLst/>
          </a:prstGeom>
          <a:solidFill xmlns:a="http://schemas.openxmlformats.org/drawingml/2006/main">
            <a:srgbClr val="166B68"/>
          </a:solidFill>
          <a:ln xmlns:a="http://schemas.openxmlformats.org/drawingml/2006/main" w="0">
            <a:solidFill>
              <a:srgbClr val="166B68"/>
            </a:solidFill>
          </a:ln>
        </p:spPr>
      </p:sp>
      <p:sp>
        <p:nvSpPr>
          <p:cNvPr id="19" name="">
            <a:extLst xmlns:a="http://schemas.openxmlformats.org/drawingml/2006/main">
              <a:ext uri="{FF2B5EF4-FFF2-40B4-BE49-F238E27FC236}">
                <a16:creationId xmlns:a16="http://schemas.microsoft.com/office/drawing/2014/main" id="{984CBBB2-3D4B-4DE0-B0FE-A1D2344562F3}"/>
              </a:ext>
            </a:extLst>
          </p:cNvPr>
          <p:cNvSpPr>
            <a:spLocks xmlns:a="http://schemas.openxmlformats.org/drawingml/2006/main" noGrp="1"/>
          </p:cNvSpPr>
          <p:nvPr/>
        </p:nvSpPr>
        <p:spPr>
          <a:xfrm xmlns:a="http://schemas.openxmlformats.org/drawingml/2006/main">
            <a:off x="7434263" y="309562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166B68"/>
                </a:solidFill>
                <a:latin typeface="Yu Gothic"/>
                <a:ea typeface="Yu Gothic"/>
                <a:cs typeface="Yu Gothic"/>
              </a:defRPr>
            </a:defPPr>
            <a:lvl1pPr>
              <a:defRPr sz="1950">
                <a:solidFill>
                  <a:srgbClr val="166B68"/>
                </a:solidFill>
                <a:latin typeface="Yu Gothic"/>
                <a:ea typeface="Yu Gothic"/>
                <a:cs typeface="Yu Gothic"/>
              </a:defRPr>
            </a:lvl1pPr>
            <a:lvl2pPr>
              <a:defRPr sz="1950">
                <a:solidFill>
                  <a:srgbClr val="166B68"/>
                </a:solidFill>
                <a:latin typeface="Yu Gothic"/>
                <a:ea typeface="Yu Gothic"/>
                <a:cs typeface="Yu Gothic"/>
              </a:defRPr>
            </a:lvl2pPr>
            <a:lvl3pPr>
              <a:defRPr sz="1950">
                <a:solidFill>
                  <a:srgbClr val="166B68"/>
                </a:solidFill>
                <a:latin typeface="Yu Gothic"/>
                <a:ea typeface="Yu Gothic"/>
                <a:cs typeface="Yu Gothic"/>
              </a:defRPr>
            </a:lvl3pPr>
            <a:lvl4pPr>
              <a:defRPr sz="1950">
                <a:solidFill>
                  <a:srgbClr val="166B68"/>
                </a:solidFill>
                <a:latin typeface="Yu Gothic"/>
                <a:ea typeface="Yu Gothic"/>
                <a:cs typeface="Yu Gothic"/>
              </a:defRPr>
            </a:lvl4pPr>
            <a:lvl5pPr>
              <a:defRPr sz="1950">
                <a:solidFill>
                  <a:srgbClr val="166B68"/>
                </a:solidFill>
                <a:latin typeface="Yu Gothic"/>
                <a:ea typeface="Yu Gothic"/>
                <a:cs typeface="Yu Gothic"/>
              </a:defRPr>
            </a:lvl5pPr>
            <a:lvl6pPr>
              <a:defRPr sz="1950">
                <a:solidFill>
                  <a:srgbClr val="166B68"/>
                </a:solidFill>
                <a:latin typeface="Yu Gothic"/>
                <a:ea typeface="Yu Gothic"/>
                <a:cs typeface="Yu Gothic"/>
              </a:defRPr>
            </a:lvl6pPr>
            <a:lvl7pPr>
              <a:defRPr sz="1950">
                <a:solidFill>
                  <a:srgbClr val="166B68"/>
                </a:solidFill>
                <a:latin typeface="Yu Gothic"/>
                <a:ea typeface="Yu Gothic"/>
                <a:cs typeface="Yu Gothic"/>
              </a:defRPr>
            </a:lvl7pPr>
            <a:lvl8pPr>
              <a:defRPr sz="1950">
                <a:solidFill>
                  <a:srgbClr val="166B68"/>
                </a:solidFill>
                <a:latin typeface="Yu Gothic"/>
                <a:ea typeface="Yu Gothic"/>
                <a:cs typeface="Yu Gothic"/>
              </a:defRPr>
            </a:lvl8pPr>
            <a:lvl9pPr>
              <a:defRPr sz="1950">
                <a:solidFill>
                  <a:srgbClr val="166B68"/>
                </a:solidFill>
                <a:latin typeface="Yu Gothic"/>
                <a:ea typeface="Yu Gothic"/>
                <a:cs typeface="Yu Gothic"/>
              </a:defRPr>
            </a:lvl9pPr>
          </a:lstStyle>
          <a:p xmlns:a="http://schemas.openxmlformats.org/drawingml/2006/main">
            <a:pPr>
              <a:defRPr sz="1950">
                <a:solidFill>
                  <a:srgbClr val="166B68"/>
                </a:solidFill>
                <a:latin typeface="Yu Gothic"/>
                <a:ea typeface="Yu Gothic"/>
                <a:cs typeface="Yu Gothic"/>
              </a:defRPr>
            </a:pPr>
            <a:r>
              <a:rPr sz="1950">
                <a:solidFill>
                  <a:srgbClr val="166B68"/>
                </a:solidFill>
                <a:latin typeface="Yu Gothic"/>
                <a:ea typeface="Yu Gothic"/>
                <a:cs typeface="Yu Gothic"/>
              </a:rPr>
              <a:t>E</a:t>
            </a:r>
          </a:p>
        </p:txBody>
      </p:sp>
      <p:sp>
        <p:nvSpPr>
          <p:cNvPr id="20" name="">
            <a:extLst xmlns:a="http://schemas.openxmlformats.org/drawingml/2006/main">
              <a:ext uri="{FF2B5EF4-FFF2-40B4-BE49-F238E27FC236}">
                <a16:creationId xmlns:a16="http://schemas.microsoft.com/office/drawing/2014/main" id="{CAD45B3A-ACD0-4889-9136-555DCE0B4749}"/>
              </a:ext>
            </a:extLst>
          </p:cNvPr>
          <p:cNvSpPr>
            <a:spLocks xmlns:a="http://schemas.openxmlformats.org/drawingml/2006/main" noGrp="1"/>
          </p:cNvSpPr>
          <p:nvPr/>
        </p:nvSpPr>
        <p:spPr>
          <a:xfrm xmlns:a="http://schemas.openxmlformats.org/drawingml/2006/main">
            <a:off x="10118408" y="2451735"/>
            <a:ext cx="95250" cy="95250"/>
          </a:xfrm>
          <a:prstGeom xmlns:a="http://schemas.openxmlformats.org/drawingml/2006/main" prst="ellipse">
            <a:avLst/>
          </a:prstGeom>
          <a:solidFill xmlns:a="http://schemas.openxmlformats.org/drawingml/2006/main">
            <a:srgbClr val="166B68"/>
          </a:solidFill>
          <a:ln xmlns:a="http://schemas.openxmlformats.org/drawingml/2006/main" w="0">
            <a:solidFill>
              <a:srgbClr val="166B68"/>
            </a:solidFill>
          </a:ln>
        </p:spPr>
      </p:sp>
      <p:sp>
        <p:nvSpPr>
          <p:cNvPr id="21" name="">
            <a:extLst xmlns:a="http://schemas.openxmlformats.org/drawingml/2006/main">
              <a:ext uri="{FF2B5EF4-FFF2-40B4-BE49-F238E27FC236}">
                <a16:creationId xmlns:a16="http://schemas.microsoft.com/office/drawing/2014/main" id="{C364DD33-A8EE-4A58-82C8-EBFD2D2E0ED8}"/>
              </a:ext>
            </a:extLst>
          </p:cNvPr>
          <p:cNvSpPr>
            <a:spLocks xmlns:a="http://schemas.openxmlformats.org/drawingml/2006/main" noGrp="1"/>
          </p:cNvSpPr>
          <p:nvPr/>
        </p:nvSpPr>
        <p:spPr>
          <a:xfrm xmlns:a="http://schemas.openxmlformats.org/drawingml/2006/main">
            <a:off x="10242233" y="227076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166B68"/>
                </a:solidFill>
                <a:latin typeface="Yu Gothic"/>
                <a:ea typeface="Yu Gothic"/>
                <a:cs typeface="Yu Gothic"/>
              </a:defRPr>
            </a:defPPr>
            <a:lvl1pPr>
              <a:defRPr sz="1950">
                <a:solidFill>
                  <a:srgbClr val="166B68"/>
                </a:solidFill>
                <a:latin typeface="Yu Gothic"/>
                <a:ea typeface="Yu Gothic"/>
                <a:cs typeface="Yu Gothic"/>
              </a:defRPr>
            </a:lvl1pPr>
            <a:lvl2pPr>
              <a:defRPr sz="1950">
                <a:solidFill>
                  <a:srgbClr val="166B68"/>
                </a:solidFill>
                <a:latin typeface="Yu Gothic"/>
                <a:ea typeface="Yu Gothic"/>
                <a:cs typeface="Yu Gothic"/>
              </a:defRPr>
            </a:lvl2pPr>
            <a:lvl3pPr>
              <a:defRPr sz="1950">
                <a:solidFill>
                  <a:srgbClr val="166B68"/>
                </a:solidFill>
                <a:latin typeface="Yu Gothic"/>
                <a:ea typeface="Yu Gothic"/>
                <a:cs typeface="Yu Gothic"/>
              </a:defRPr>
            </a:lvl3pPr>
            <a:lvl4pPr>
              <a:defRPr sz="1950">
                <a:solidFill>
                  <a:srgbClr val="166B68"/>
                </a:solidFill>
                <a:latin typeface="Yu Gothic"/>
                <a:ea typeface="Yu Gothic"/>
                <a:cs typeface="Yu Gothic"/>
              </a:defRPr>
            </a:lvl4pPr>
            <a:lvl5pPr>
              <a:defRPr sz="1950">
                <a:solidFill>
                  <a:srgbClr val="166B68"/>
                </a:solidFill>
                <a:latin typeface="Yu Gothic"/>
                <a:ea typeface="Yu Gothic"/>
                <a:cs typeface="Yu Gothic"/>
              </a:defRPr>
            </a:lvl5pPr>
            <a:lvl6pPr>
              <a:defRPr sz="1950">
                <a:solidFill>
                  <a:srgbClr val="166B68"/>
                </a:solidFill>
                <a:latin typeface="Yu Gothic"/>
                <a:ea typeface="Yu Gothic"/>
                <a:cs typeface="Yu Gothic"/>
              </a:defRPr>
            </a:lvl6pPr>
            <a:lvl7pPr>
              <a:defRPr sz="1950">
                <a:solidFill>
                  <a:srgbClr val="166B68"/>
                </a:solidFill>
                <a:latin typeface="Yu Gothic"/>
                <a:ea typeface="Yu Gothic"/>
                <a:cs typeface="Yu Gothic"/>
              </a:defRPr>
            </a:lvl7pPr>
            <a:lvl8pPr>
              <a:defRPr sz="1950">
                <a:solidFill>
                  <a:srgbClr val="166B68"/>
                </a:solidFill>
                <a:latin typeface="Yu Gothic"/>
                <a:ea typeface="Yu Gothic"/>
                <a:cs typeface="Yu Gothic"/>
              </a:defRPr>
            </a:lvl8pPr>
            <a:lvl9pPr>
              <a:defRPr sz="1950">
                <a:solidFill>
                  <a:srgbClr val="166B68"/>
                </a:solidFill>
                <a:latin typeface="Yu Gothic"/>
                <a:ea typeface="Yu Gothic"/>
                <a:cs typeface="Yu Gothic"/>
              </a:defRPr>
            </a:lvl9pPr>
          </a:lstStyle>
          <a:p xmlns:a="http://schemas.openxmlformats.org/drawingml/2006/main">
            <a:pPr>
              <a:defRPr sz="1950">
                <a:solidFill>
                  <a:srgbClr val="166B68"/>
                </a:solidFill>
                <a:latin typeface="Yu Gothic"/>
                <a:ea typeface="Yu Gothic"/>
                <a:cs typeface="Yu Gothic"/>
              </a:defRPr>
            </a:pPr>
            <a:r>
              <a:rPr sz="1950">
                <a:solidFill>
                  <a:srgbClr val="166B68"/>
                </a:solidFill>
                <a:latin typeface="Yu Gothic"/>
                <a:ea typeface="Yu Gothic"/>
                <a:cs typeface="Yu Gothic"/>
              </a:rPr>
              <a:t>A</a:t>
            </a:r>
          </a:p>
        </p:txBody>
      </p:sp>
      <p:sp>
        <p:nvSpPr>
          <p:cNvPr id="22" name="">
            <a:extLst xmlns:a="http://schemas.openxmlformats.org/drawingml/2006/main">
              <a:ext uri="{FF2B5EF4-FFF2-40B4-BE49-F238E27FC236}">
                <a16:creationId xmlns:a16="http://schemas.microsoft.com/office/drawing/2014/main" id="{381D8759-EF8A-47BF-B3A8-13C75E4DE6EF}"/>
              </a:ext>
            </a:extLst>
          </p:cNvPr>
          <p:cNvSpPr>
            <a:spLocks xmlns:a="http://schemas.openxmlformats.org/drawingml/2006/main" noGrp="1"/>
          </p:cNvSpPr>
          <p:nvPr/>
        </p:nvSpPr>
        <p:spPr>
          <a:xfrm xmlns:a="http://schemas.openxmlformats.org/drawingml/2006/main">
            <a:off x="7720013" y="2466975"/>
            <a:ext cx="34431" cy="9525"/>
          </a:xfrm>
          <a:custGeom xmlns:a="http://schemas.openxmlformats.org/drawingml/2006/main">
            <a:pathLst>
              <a:path w="34431" h="9525">
                <a:moveTo>
                  <a:pt x="0" y="0"/>
                </a:moveTo>
                <a:lnTo>
                  <a:pt x="34431" y="958"/>
                </a:lnTo>
              </a:path>
            </a:pathLst>
          </a:custGeom>
          <a:noFill xmlns:a="http://schemas.openxmlformats.org/drawingml/2006/main"/>
          <a:ln xmlns:a="http://schemas.openxmlformats.org/drawingml/2006/main" w="28575">
            <a:solidFill>
              <a:srgbClr val="A94737"/>
            </a:solidFill>
            <a:prstDash val="solid"/>
          </a:ln>
        </p:spPr>
      </p:sp>
      <p:sp>
        <p:nvSpPr>
          <p:cNvPr id="23" name="">
            <a:extLst xmlns:a="http://schemas.openxmlformats.org/drawingml/2006/main">
              <a:ext uri="{FF2B5EF4-FFF2-40B4-BE49-F238E27FC236}">
                <a16:creationId xmlns:a16="http://schemas.microsoft.com/office/drawing/2014/main" id="{B9AEB9C4-305D-4035-B7D5-308351314B55}"/>
              </a:ext>
            </a:extLst>
          </p:cNvPr>
          <p:cNvSpPr>
            <a:spLocks xmlns:a="http://schemas.openxmlformats.org/drawingml/2006/main" noGrp="1"/>
          </p:cNvSpPr>
          <p:nvPr/>
        </p:nvSpPr>
        <p:spPr>
          <a:xfrm xmlns:a="http://schemas.openxmlformats.org/drawingml/2006/main">
            <a:off x="7754443" y="2467933"/>
            <a:ext cx="34324" cy="9525"/>
          </a:xfrm>
          <a:custGeom xmlns:a="http://schemas.openxmlformats.org/drawingml/2006/main">
            <a:pathLst>
              <a:path w="34324" h="9525">
                <a:moveTo>
                  <a:pt x="0" y="0"/>
                </a:moveTo>
                <a:lnTo>
                  <a:pt x="34324" y="2871"/>
                </a:lnTo>
              </a:path>
            </a:pathLst>
          </a:custGeom>
          <a:noFill xmlns:a="http://schemas.openxmlformats.org/drawingml/2006/main"/>
          <a:ln xmlns:a="http://schemas.openxmlformats.org/drawingml/2006/main" w="28575">
            <a:solidFill>
              <a:srgbClr val="A94737"/>
            </a:solidFill>
            <a:prstDash val="solid"/>
          </a:ln>
        </p:spPr>
      </p:sp>
      <p:sp>
        <p:nvSpPr>
          <p:cNvPr id="24" name="">
            <a:extLst xmlns:a="http://schemas.openxmlformats.org/drawingml/2006/main">
              <a:ext uri="{FF2B5EF4-FFF2-40B4-BE49-F238E27FC236}">
                <a16:creationId xmlns:a16="http://schemas.microsoft.com/office/drawing/2014/main" id="{31EDC2FB-B3FD-46F5-BE7B-B620E9DB5616}"/>
              </a:ext>
            </a:extLst>
          </p:cNvPr>
          <p:cNvSpPr>
            <a:spLocks xmlns:a="http://schemas.openxmlformats.org/drawingml/2006/main" noGrp="1"/>
          </p:cNvSpPr>
          <p:nvPr/>
        </p:nvSpPr>
        <p:spPr>
          <a:xfrm xmlns:a="http://schemas.openxmlformats.org/drawingml/2006/main">
            <a:off x="7788767" y="2470804"/>
            <a:ext cx="34111" cy="9525"/>
          </a:xfrm>
          <a:custGeom xmlns:a="http://schemas.openxmlformats.org/drawingml/2006/main">
            <a:pathLst>
              <a:path w="34111" h="9525">
                <a:moveTo>
                  <a:pt x="0" y="0"/>
                </a:moveTo>
                <a:lnTo>
                  <a:pt x="34111" y="4776"/>
                </a:lnTo>
              </a:path>
            </a:pathLst>
          </a:custGeom>
          <a:noFill xmlns:a="http://schemas.openxmlformats.org/drawingml/2006/main"/>
          <a:ln xmlns:a="http://schemas.openxmlformats.org/drawingml/2006/main" w="28575">
            <a:solidFill>
              <a:srgbClr val="A94737"/>
            </a:solidFill>
            <a:prstDash val="solid"/>
          </a:ln>
        </p:spPr>
      </p:sp>
      <p:sp>
        <p:nvSpPr>
          <p:cNvPr id="25" name="">
            <a:extLst xmlns:a="http://schemas.openxmlformats.org/drawingml/2006/main">
              <a:ext uri="{FF2B5EF4-FFF2-40B4-BE49-F238E27FC236}">
                <a16:creationId xmlns:a16="http://schemas.microsoft.com/office/drawing/2014/main" id="{4D3D32F0-F5C9-4C87-9034-14A868653459}"/>
              </a:ext>
            </a:extLst>
          </p:cNvPr>
          <p:cNvSpPr>
            <a:spLocks xmlns:a="http://schemas.openxmlformats.org/drawingml/2006/main" noGrp="1"/>
          </p:cNvSpPr>
          <p:nvPr/>
        </p:nvSpPr>
        <p:spPr>
          <a:xfrm xmlns:a="http://schemas.openxmlformats.org/drawingml/2006/main">
            <a:off x="7822878" y="2475580"/>
            <a:ext cx="33793" cy="9525"/>
          </a:xfrm>
          <a:custGeom xmlns:a="http://schemas.openxmlformats.org/drawingml/2006/main">
            <a:pathLst>
              <a:path w="33793" h="9525">
                <a:moveTo>
                  <a:pt x="0" y="0"/>
                </a:moveTo>
                <a:lnTo>
                  <a:pt x="33793" y="6665"/>
                </a:lnTo>
              </a:path>
            </a:pathLst>
          </a:custGeom>
          <a:noFill xmlns:a="http://schemas.openxmlformats.org/drawingml/2006/main"/>
          <a:ln xmlns:a="http://schemas.openxmlformats.org/drawingml/2006/main" w="28575">
            <a:solidFill>
              <a:srgbClr val="A94737"/>
            </a:solidFill>
            <a:prstDash val="solid"/>
          </a:ln>
        </p:spPr>
      </p:sp>
      <p:sp>
        <p:nvSpPr>
          <p:cNvPr id="26" name="">
            <a:extLst xmlns:a="http://schemas.openxmlformats.org/drawingml/2006/main">
              <a:ext uri="{FF2B5EF4-FFF2-40B4-BE49-F238E27FC236}">
                <a16:creationId xmlns:a16="http://schemas.microsoft.com/office/drawing/2014/main" id="{25024733-F3B0-42F4-AFDA-8BC08148E7A8}"/>
              </a:ext>
            </a:extLst>
          </p:cNvPr>
          <p:cNvSpPr>
            <a:spLocks xmlns:a="http://schemas.openxmlformats.org/drawingml/2006/main" noGrp="1"/>
          </p:cNvSpPr>
          <p:nvPr/>
        </p:nvSpPr>
        <p:spPr>
          <a:xfrm xmlns:a="http://schemas.openxmlformats.org/drawingml/2006/main">
            <a:off x="7856671" y="2482246"/>
            <a:ext cx="33370" cy="9525"/>
          </a:xfrm>
          <a:custGeom xmlns:a="http://schemas.openxmlformats.org/drawingml/2006/main">
            <a:pathLst>
              <a:path w="33370" h="9525">
                <a:moveTo>
                  <a:pt x="0" y="0"/>
                </a:moveTo>
                <a:lnTo>
                  <a:pt x="33370" y="8534"/>
                </a:lnTo>
              </a:path>
            </a:pathLst>
          </a:custGeom>
          <a:noFill xmlns:a="http://schemas.openxmlformats.org/drawingml/2006/main"/>
          <a:ln xmlns:a="http://schemas.openxmlformats.org/drawingml/2006/main" w="28575">
            <a:solidFill>
              <a:srgbClr val="A94737"/>
            </a:solidFill>
            <a:prstDash val="solid"/>
          </a:ln>
        </p:spPr>
      </p:sp>
      <p:sp>
        <p:nvSpPr>
          <p:cNvPr id="27" name="">
            <a:extLst xmlns:a="http://schemas.openxmlformats.org/drawingml/2006/main">
              <a:ext uri="{FF2B5EF4-FFF2-40B4-BE49-F238E27FC236}">
                <a16:creationId xmlns:a16="http://schemas.microsoft.com/office/drawing/2014/main" id="{49FA5E4C-0650-4D33-9602-8D873F999BCB}"/>
              </a:ext>
            </a:extLst>
          </p:cNvPr>
          <p:cNvSpPr>
            <a:spLocks xmlns:a="http://schemas.openxmlformats.org/drawingml/2006/main" noGrp="1"/>
          </p:cNvSpPr>
          <p:nvPr/>
        </p:nvSpPr>
        <p:spPr>
          <a:xfrm xmlns:a="http://schemas.openxmlformats.org/drawingml/2006/main">
            <a:off x="7890041" y="2490780"/>
            <a:ext cx="32844" cy="10377"/>
          </a:xfrm>
          <a:custGeom xmlns:a="http://schemas.openxmlformats.org/drawingml/2006/main">
            <a:pathLst>
              <a:path w="32844" h="10377">
                <a:moveTo>
                  <a:pt x="0" y="0"/>
                </a:moveTo>
                <a:lnTo>
                  <a:pt x="32844" y="10377"/>
                </a:lnTo>
              </a:path>
            </a:pathLst>
          </a:custGeom>
          <a:noFill xmlns:a="http://schemas.openxmlformats.org/drawingml/2006/main"/>
          <a:ln xmlns:a="http://schemas.openxmlformats.org/drawingml/2006/main" w="28575">
            <a:solidFill>
              <a:srgbClr val="A94737"/>
            </a:solidFill>
            <a:prstDash val="solid"/>
          </a:ln>
        </p:spPr>
      </p:sp>
      <p:sp>
        <p:nvSpPr>
          <p:cNvPr id="28" name="">
            <a:extLst xmlns:a="http://schemas.openxmlformats.org/drawingml/2006/main">
              <a:ext uri="{FF2B5EF4-FFF2-40B4-BE49-F238E27FC236}">
                <a16:creationId xmlns:a16="http://schemas.microsoft.com/office/drawing/2014/main" id="{D002AD57-C812-4426-99E6-BF520E4652EC}"/>
              </a:ext>
            </a:extLst>
          </p:cNvPr>
          <p:cNvSpPr>
            <a:spLocks xmlns:a="http://schemas.openxmlformats.org/drawingml/2006/main" noGrp="1"/>
          </p:cNvSpPr>
          <p:nvPr/>
        </p:nvSpPr>
        <p:spPr>
          <a:xfrm xmlns:a="http://schemas.openxmlformats.org/drawingml/2006/main">
            <a:off x="7922885" y="2501157"/>
            <a:ext cx="32216" cy="12187"/>
          </a:xfrm>
          <a:custGeom xmlns:a="http://schemas.openxmlformats.org/drawingml/2006/main">
            <a:pathLst>
              <a:path w="32216" h="12187">
                <a:moveTo>
                  <a:pt x="0" y="0"/>
                </a:moveTo>
                <a:lnTo>
                  <a:pt x="32216" y="12187"/>
                </a:lnTo>
              </a:path>
            </a:pathLst>
          </a:custGeom>
          <a:noFill xmlns:a="http://schemas.openxmlformats.org/drawingml/2006/main"/>
          <a:ln xmlns:a="http://schemas.openxmlformats.org/drawingml/2006/main" w="28575">
            <a:solidFill>
              <a:srgbClr val="A94737"/>
            </a:solidFill>
            <a:prstDash val="solid"/>
          </a:ln>
        </p:spPr>
      </p:sp>
      <p:sp>
        <p:nvSpPr>
          <p:cNvPr id="29" name="">
            <a:extLst xmlns:a="http://schemas.openxmlformats.org/drawingml/2006/main">
              <a:ext uri="{FF2B5EF4-FFF2-40B4-BE49-F238E27FC236}">
                <a16:creationId xmlns:a16="http://schemas.microsoft.com/office/drawing/2014/main" id="{ECD90604-6173-40F1-A5DF-918C4CF48AF3}"/>
              </a:ext>
            </a:extLst>
          </p:cNvPr>
          <p:cNvSpPr>
            <a:spLocks xmlns:a="http://schemas.openxmlformats.org/drawingml/2006/main" noGrp="1"/>
          </p:cNvSpPr>
          <p:nvPr/>
        </p:nvSpPr>
        <p:spPr>
          <a:xfrm xmlns:a="http://schemas.openxmlformats.org/drawingml/2006/main">
            <a:off x="7955100" y="2513344"/>
            <a:ext cx="31488" cy="13960"/>
          </a:xfrm>
          <a:custGeom xmlns:a="http://schemas.openxmlformats.org/drawingml/2006/main">
            <a:pathLst>
              <a:path w="31488" h="13960">
                <a:moveTo>
                  <a:pt x="0" y="0"/>
                </a:moveTo>
                <a:lnTo>
                  <a:pt x="31488" y="13960"/>
                </a:lnTo>
              </a:path>
            </a:pathLst>
          </a:custGeom>
          <a:noFill xmlns:a="http://schemas.openxmlformats.org/drawingml/2006/main"/>
          <a:ln xmlns:a="http://schemas.openxmlformats.org/drawingml/2006/main" w="28575">
            <a:solidFill>
              <a:srgbClr val="A94737"/>
            </a:solidFill>
            <a:prstDash val="solid"/>
          </a:ln>
        </p:spPr>
      </p:sp>
      <p:sp>
        <p:nvSpPr>
          <p:cNvPr id="30" name="">
            <a:extLst xmlns:a="http://schemas.openxmlformats.org/drawingml/2006/main">
              <a:ext uri="{FF2B5EF4-FFF2-40B4-BE49-F238E27FC236}">
                <a16:creationId xmlns:a16="http://schemas.microsoft.com/office/drawing/2014/main" id="{DCD2C8F3-346F-4A85-865A-C75ADCD48AF5}"/>
              </a:ext>
            </a:extLst>
          </p:cNvPr>
          <p:cNvSpPr>
            <a:spLocks xmlns:a="http://schemas.openxmlformats.org/drawingml/2006/main" noGrp="1"/>
          </p:cNvSpPr>
          <p:nvPr/>
        </p:nvSpPr>
        <p:spPr>
          <a:xfrm xmlns:a="http://schemas.openxmlformats.org/drawingml/2006/main">
            <a:off x="7986589" y="2527304"/>
            <a:ext cx="30663" cy="15689"/>
          </a:xfrm>
          <a:custGeom xmlns:a="http://schemas.openxmlformats.org/drawingml/2006/main">
            <a:pathLst>
              <a:path w="30663" h="15689">
                <a:moveTo>
                  <a:pt x="0" y="0"/>
                </a:moveTo>
                <a:lnTo>
                  <a:pt x="30663" y="15689"/>
                </a:lnTo>
              </a:path>
            </a:pathLst>
          </a:custGeom>
          <a:noFill xmlns:a="http://schemas.openxmlformats.org/drawingml/2006/main"/>
          <a:ln xmlns:a="http://schemas.openxmlformats.org/drawingml/2006/main" w="28575">
            <a:solidFill>
              <a:srgbClr val="A94737"/>
            </a:solidFill>
            <a:prstDash val="solid"/>
          </a:ln>
        </p:spPr>
      </p:sp>
      <p:sp>
        <p:nvSpPr>
          <p:cNvPr id="31" name="">
            <a:extLst xmlns:a="http://schemas.openxmlformats.org/drawingml/2006/main">
              <a:ext uri="{FF2B5EF4-FFF2-40B4-BE49-F238E27FC236}">
                <a16:creationId xmlns:a16="http://schemas.microsoft.com/office/drawing/2014/main" id="{CDD2BC6A-5E53-4D7C-8725-B3095725AE4C}"/>
              </a:ext>
            </a:extLst>
          </p:cNvPr>
          <p:cNvSpPr>
            <a:spLocks xmlns:a="http://schemas.openxmlformats.org/drawingml/2006/main" noGrp="1"/>
          </p:cNvSpPr>
          <p:nvPr/>
        </p:nvSpPr>
        <p:spPr>
          <a:xfrm xmlns:a="http://schemas.openxmlformats.org/drawingml/2006/main">
            <a:off x="8017252" y="2542993"/>
            <a:ext cx="29743" cy="17370"/>
          </a:xfrm>
          <a:custGeom xmlns:a="http://schemas.openxmlformats.org/drawingml/2006/main">
            <a:pathLst>
              <a:path w="29743" h="17370">
                <a:moveTo>
                  <a:pt x="0" y="0"/>
                </a:moveTo>
                <a:lnTo>
                  <a:pt x="29743" y="17370"/>
                </a:lnTo>
              </a:path>
            </a:pathLst>
          </a:custGeom>
          <a:noFill xmlns:a="http://schemas.openxmlformats.org/drawingml/2006/main"/>
          <a:ln xmlns:a="http://schemas.openxmlformats.org/drawingml/2006/main" w="28575">
            <a:solidFill>
              <a:srgbClr val="A94737"/>
            </a:solidFill>
            <a:prstDash val="solid"/>
          </a:ln>
        </p:spPr>
      </p:sp>
      <p:sp>
        <p:nvSpPr>
          <p:cNvPr id="32" name="">
            <a:extLst xmlns:a="http://schemas.openxmlformats.org/drawingml/2006/main">
              <a:ext uri="{FF2B5EF4-FFF2-40B4-BE49-F238E27FC236}">
                <a16:creationId xmlns:a16="http://schemas.microsoft.com/office/drawing/2014/main" id="{1FDE694E-0D8B-4309-AD66-6EFE22C3F00E}"/>
              </a:ext>
            </a:extLst>
          </p:cNvPr>
          <p:cNvSpPr>
            <a:spLocks xmlns:a="http://schemas.openxmlformats.org/drawingml/2006/main" noGrp="1"/>
          </p:cNvSpPr>
          <p:nvPr/>
        </p:nvSpPr>
        <p:spPr>
          <a:xfrm xmlns:a="http://schemas.openxmlformats.org/drawingml/2006/main">
            <a:off x="8046995" y="2560364"/>
            <a:ext cx="28731" cy="18998"/>
          </a:xfrm>
          <a:custGeom xmlns:a="http://schemas.openxmlformats.org/drawingml/2006/main">
            <a:pathLst>
              <a:path w="28731" h="18998">
                <a:moveTo>
                  <a:pt x="0" y="0"/>
                </a:moveTo>
                <a:lnTo>
                  <a:pt x="28731" y="18998"/>
                </a:lnTo>
              </a:path>
            </a:pathLst>
          </a:custGeom>
          <a:noFill xmlns:a="http://schemas.openxmlformats.org/drawingml/2006/main"/>
          <a:ln xmlns:a="http://schemas.openxmlformats.org/drawingml/2006/main" w="28575">
            <a:solidFill>
              <a:srgbClr val="A94737"/>
            </a:solidFill>
            <a:prstDash val="solid"/>
          </a:ln>
        </p:spPr>
      </p:sp>
      <p:sp>
        <p:nvSpPr>
          <p:cNvPr id="33" name="">
            <a:extLst xmlns:a="http://schemas.openxmlformats.org/drawingml/2006/main">
              <a:ext uri="{FF2B5EF4-FFF2-40B4-BE49-F238E27FC236}">
                <a16:creationId xmlns:a16="http://schemas.microsoft.com/office/drawing/2014/main" id="{D555E5B0-4928-4B8F-B56A-3E223DC9117D}"/>
              </a:ext>
            </a:extLst>
          </p:cNvPr>
          <p:cNvSpPr>
            <a:spLocks xmlns:a="http://schemas.openxmlformats.org/drawingml/2006/main" noGrp="1"/>
          </p:cNvSpPr>
          <p:nvPr/>
        </p:nvSpPr>
        <p:spPr>
          <a:xfrm xmlns:a="http://schemas.openxmlformats.org/drawingml/2006/main">
            <a:off x="8075726" y="2579362"/>
            <a:ext cx="27630" cy="20566"/>
          </a:xfrm>
          <a:custGeom xmlns:a="http://schemas.openxmlformats.org/drawingml/2006/main">
            <a:pathLst>
              <a:path w="27630" h="20566">
                <a:moveTo>
                  <a:pt x="0" y="0"/>
                </a:moveTo>
                <a:lnTo>
                  <a:pt x="27630" y="20566"/>
                </a:lnTo>
              </a:path>
            </a:pathLst>
          </a:custGeom>
          <a:noFill xmlns:a="http://schemas.openxmlformats.org/drawingml/2006/main"/>
          <a:ln xmlns:a="http://schemas.openxmlformats.org/drawingml/2006/main" w="28575">
            <a:solidFill>
              <a:srgbClr val="A94737"/>
            </a:solidFill>
            <a:prstDash val="solid"/>
          </a:ln>
        </p:spPr>
      </p:sp>
      <p:sp>
        <p:nvSpPr>
          <p:cNvPr id="34" name="">
            <a:extLst xmlns:a="http://schemas.openxmlformats.org/drawingml/2006/main">
              <a:ext uri="{FF2B5EF4-FFF2-40B4-BE49-F238E27FC236}">
                <a16:creationId xmlns:a16="http://schemas.microsoft.com/office/drawing/2014/main" id="{EE845BC5-C5A4-4954-BEA0-60EBEBA58757}"/>
              </a:ext>
            </a:extLst>
          </p:cNvPr>
          <p:cNvSpPr>
            <a:spLocks xmlns:a="http://schemas.openxmlformats.org/drawingml/2006/main" noGrp="1"/>
          </p:cNvSpPr>
          <p:nvPr/>
        </p:nvSpPr>
        <p:spPr>
          <a:xfrm xmlns:a="http://schemas.openxmlformats.org/drawingml/2006/main">
            <a:off x="8103356" y="2599928"/>
            <a:ext cx="26444" cy="22071"/>
          </a:xfrm>
          <a:custGeom xmlns:a="http://schemas.openxmlformats.org/drawingml/2006/main">
            <a:pathLst>
              <a:path w="26444" h="22071">
                <a:moveTo>
                  <a:pt x="0" y="0"/>
                </a:moveTo>
                <a:lnTo>
                  <a:pt x="26444" y="22071"/>
                </a:lnTo>
              </a:path>
            </a:pathLst>
          </a:custGeom>
          <a:noFill xmlns:a="http://schemas.openxmlformats.org/drawingml/2006/main"/>
          <a:ln xmlns:a="http://schemas.openxmlformats.org/drawingml/2006/main" w="28575">
            <a:solidFill>
              <a:srgbClr val="A94737"/>
            </a:solidFill>
            <a:prstDash val="solid"/>
          </a:ln>
        </p:spPr>
      </p:sp>
      <p:sp>
        <p:nvSpPr>
          <p:cNvPr id="35" name="">
            <a:extLst xmlns:a="http://schemas.openxmlformats.org/drawingml/2006/main">
              <a:ext uri="{FF2B5EF4-FFF2-40B4-BE49-F238E27FC236}">
                <a16:creationId xmlns:a16="http://schemas.microsoft.com/office/drawing/2014/main" id="{0E59DC9D-FAC7-478C-BF95-4F00F5D515C6}"/>
              </a:ext>
            </a:extLst>
          </p:cNvPr>
          <p:cNvSpPr>
            <a:spLocks xmlns:a="http://schemas.openxmlformats.org/drawingml/2006/main" noGrp="1"/>
          </p:cNvSpPr>
          <p:nvPr/>
        </p:nvSpPr>
        <p:spPr>
          <a:xfrm xmlns:a="http://schemas.openxmlformats.org/drawingml/2006/main">
            <a:off x="8129799" y="2621998"/>
            <a:ext cx="25175" cy="23507"/>
          </a:xfrm>
          <a:custGeom xmlns:a="http://schemas.openxmlformats.org/drawingml/2006/main">
            <a:pathLst>
              <a:path w="25175" h="23507">
                <a:moveTo>
                  <a:pt x="0" y="0"/>
                </a:moveTo>
                <a:lnTo>
                  <a:pt x="25175" y="23507"/>
                </a:lnTo>
              </a:path>
            </a:pathLst>
          </a:custGeom>
          <a:noFill xmlns:a="http://schemas.openxmlformats.org/drawingml/2006/main"/>
          <a:ln xmlns:a="http://schemas.openxmlformats.org/drawingml/2006/main" w="28575">
            <a:solidFill>
              <a:srgbClr val="A94737"/>
            </a:solidFill>
            <a:prstDash val="solid"/>
          </a:ln>
        </p:spPr>
      </p:sp>
      <p:sp>
        <p:nvSpPr>
          <p:cNvPr id="36" name="">
            <a:extLst xmlns:a="http://schemas.openxmlformats.org/drawingml/2006/main">
              <a:ext uri="{FF2B5EF4-FFF2-40B4-BE49-F238E27FC236}">
                <a16:creationId xmlns:a16="http://schemas.microsoft.com/office/drawing/2014/main" id="{21DAEA54-F093-4637-A057-B1537F30A489}"/>
              </a:ext>
            </a:extLst>
          </p:cNvPr>
          <p:cNvSpPr>
            <a:spLocks xmlns:a="http://schemas.openxmlformats.org/drawingml/2006/main" noGrp="1"/>
          </p:cNvSpPr>
          <p:nvPr/>
        </p:nvSpPr>
        <p:spPr>
          <a:xfrm xmlns:a="http://schemas.openxmlformats.org/drawingml/2006/main">
            <a:off x="8154975" y="2645505"/>
            <a:ext cx="23829" cy="24871"/>
          </a:xfrm>
          <a:custGeom xmlns:a="http://schemas.openxmlformats.org/drawingml/2006/main">
            <a:pathLst>
              <a:path w="23829" h="24871">
                <a:moveTo>
                  <a:pt x="0" y="0"/>
                </a:moveTo>
                <a:lnTo>
                  <a:pt x="23829" y="24871"/>
                </a:lnTo>
              </a:path>
            </a:pathLst>
          </a:custGeom>
          <a:noFill xmlns:a="http://schemas.openxmlformats.org/drawingml/2006/main"/>
          <a:ln xmlns:a="http://schemas.openxmlformats.org/drawingml/2006/main" w="28575">
            <a:solidFill>
              <a:srgbClr val="A94737"/>
            </a:solidFill>
            <a:prstDash val="solid"/>
          </a:ln>
        </p:spPr>
      </p:sp>
      <p:sp>
        <p:nvSpPr>
          <p:cNvPr id="37" name="">
            <a:extLst xmlns:a="http://schemas.openxmlformats.org/drawingml/2006/main">
              <a:ext uri="{FF2B5EF4-FFF2-40B4-BE49-F238E27FC236}">
                <a16:creationId xmlns:a16="http://schemas.microsoft.com/office/drawing/2014/main" id="{959B7EEE-CAC9-4892-B342-70E442E4918F}"/>
              </a:ext>
            </a:extLst>
          </p:cNvPr>
          <p:cNvSpPr>
            <a:spLocks xmlns:a="http://schemas.openxmlformats.org/drawingml/2006/main" noGrp="1"/>
          </p:cNvSpPr>
          <p:nvPr/>
        </p:nvSpPr>
        <p:spPr>
          <a:xfrm xmlns:a="http://schemas.openxmlformats.org/drawingml/2006/main">
            <a:off x="8178804" y="2670376"/>
            <a:ext cx="22409" cy="26157"/>
          </a:xfrm>
          <a:custGeom xmlns:a="http://schemas.openxmlformats.org/drawingml/2006/main">
            <a:pathLst>
              <a:path w="22409" h="26157">
                <a:moveTo>
                  <a:pt x="0" y="0"/>
                </a:moveTo>
                <a:lnTo>
                  <a:pt x="22409" y="26157"/>
                </a:lnTo>
              </a:path>
            </a:pathLst>
          </a:custGeom>
          <a:noFill xmlns:a="http://schemas.openxmlformats.org/drawingml/2006/main"/>
          <a:ln xmlns:a="http://schemas.openxmlformats.org/drawingml/2006/main" w="28575">
            <a:solidFill>
              <a:srgbClr val="A94737"/>
            </a:solidFill>
            <a:prstDash val="solid"/>
          </a:ln>
        </p:spPr>
      </p:sp>
      <p:sp>
        <p:nvSpPr>
          <p:cNvPr id="38" name="">
            <a:extLst xmlns:a="http://schemas.openxmlformats.org/drawingml/2006/main">
              <a:ext uri="{FF2B5EF4-FFF2-40B4-BE49-F238E27FC236}">
                <a16:creationId xmlns:a16="http://schemas.microsoft.com/office/drawing/2014/main" id="{69D3BA3E-FA56-4526-9CAD-8F0DB88B501C}"/>
              </a:ext>
            </a:extLst>
          </p:cNvPr>
          <p:cNvSpPr>
            <a:spLocks xmlns:a="http://schemas.openxmlformats.org/drawingml/2006/main" noGrp="1"/>
          </p:cNvSpPr>
          <p:nvPr/>
        </p:nvSpPr>
        <p:spPr>
          <a:xfrm xmlns:a="http://schemas.openxmlformats.org/drawingml/2006/main">
            <a:off x="8201213" y="2696534"/>
            <a:ext cx="20920" cy="27363"/>
          </a:xfrm>
          <a:custGeom xmlns:a="http://schemas.openxmlformats.org/drawingml/2006/main">
            <a:pathLst>
              <a:path w="20920" h="27363">
                <a:moveTo>
                  <a:pt x="0" y="0"/>
                </a:moveTo>
                <a:lnTo>
                  <a:pt x="20920" y="27363"/>
                </a:lnTo>
              </a:path>
            </a:pathLst>
          </a:custGeom>
          <a:noFill xmlns:a="http://schemas.openxmlformats.org/drawingml/2006/main"/>
          <a:ln xmlns:a="http://schemas.openxmlformats.org/drawingml/2006/main" w="28575">
            <a:solidFill>
              <a:srgbClr val="A94737"/>
            </a:solidFill>
            <a:prstDash val="solid"/>
          </a:ln>
        </p:spPr>
      </p:sp>
      <p:sp>
        <p:nvSpPr>
          <p:cNvPr id="39" name="">
            <a:extLst xmlns:a="http://schemas.openxmlformats.org/drawingml/2006/main">
              <a:ext uri="{FF2B5EF4-FFF2-40B4-BE49-F238E27FC236}">
                <a16:creationId xmlns:a16="http://schemas.microsoft.com/office/drawing/2014/main" id="{4D9D9295-5AF3-470E-B649-CD77B62841CE}"/>
              </a:ext>
            </a:extLst>
          </p:cNvPr>
          <p:cNvSpPr>
            <a:spLocks xmlns:a="http://schemas.openxmlformats.org/drawingml/2006/main" noGrp="1"/>
          </p:cNvSpPr>
          <p:nvPr/>
        </p:nvSpPr>
        <p:spPr>
          <a:xfrm xmlns:a="http://schemas.openxmlformats.org/drawingml/2006/main">
            <a:off x="8222133" y="2723897"/>
            <a:ext cx="19366" cy="28484"/>
          </a:xfrm>
          <a:custGeom xmlns:a="http://schemas.openxmlformats.org/drawingml/2006/main">
            <a:pathLst>
              <a:path w="19366" h="28484">
                <a:moveTo>
                  <a:pt x="0" y="0"/>
                </a:moveTo>
                <a:lnTo>
                  <a:pt x="19366" y="28484"/>
                </a:lnTo>
              </a:path>
            </a:pathLst>
          </a:custGeom>
          <a:noFill xmlns:a="http://schemas.openxmlformats.org/drawingml/2006/main"/>
          <a:ln xmlns:a="http://schemas.openxmlformats.org/drawingml/2006/main" w="28575">
            <a:solidFill>
              <a:srgbClr val="A94737"/>
            </a:solidFill>
            <a:prstDash val="solid"/>
          </a:ln>
        </p:spPr>
      </p:sp>
      <p:sp>
        <p:nvSpPr>
          <p:cNvPr id="40" name="">
            <a:extLst xmlns:a="http://schemas.openxmlformats.org/drawingml/2006/main">
              <a:ext uri="{FF2B5EF4-FFF2-40B4-BE49-F238E27FC236}">
                <a16:creationId xmlns:a16="http://schemas.microsoft.com/office/drawing/2014/main" id="{BDC0324C-8F1D-4292-8C45-44E61FC64CD5}"/>
              </a:ext>
            </a:extLst>
          </p:cNvPr>
          <p:cNvSpPr>
            <a:spLocks xmlns:a="http://schemas.openxmlformats.org/drawingml/2006/main" noGrp="1"/>
          </p:cNvSpPr>
          <p:nvPr/>
        </p:nvSpPr>
        <p:spPr>
          <a:xfrm xmlns:a="http://schemas.openxmlformats.org/drawingml/2006/main">
            <a:off x="8241498" y="2752381"/>
            <a:ext cx="17752" cy="29517"/>
          </a:xfrm>
          <a:custGeom xmlns:a="http://schemas.openxmlformats.org/drawingml/2006/main">
            <a:pathLst>
              <a:path w="17752" h="29517">
                <a:moveTo>
                  <a:pt x="0" y="0"/>
                </a:moveTo>
                <a:lnTo>
                  <a:pt x="17752" y="29517"/>
                </a:lnTo>
              </a:path>
            </a:pathLst>
          </a:custGeom>
          <a:noFill xmlns:a="http://schemas.openxmlformats.org/drawingml/2006/main"/>
          <a:ln xmlns:a="http://schemas.openxmlformats.org/drawingml/2006/main" w="28575">
            <a:solidFill>
              <a:srgbClr val="A94737"/>
            </a:solidFill>
            <a:prstDash val="solid"/>
          </a:ln>
        </p:spPr>
      </p:sp>
      <p:sp>
        <p:nvSpPr>
          <p:cNvPr id="41" name="">
            <a:extLst xmlns:a="http://schemas.openxmlformats.org/drawingml/2006/main">
              <a:ext uri="{FF2B5EF4-FFF2-40B4-BE49-F238E27FC236}">
                <a16:creationId xmlns:a16="http://schemas.microsoft.com/office/drawing/2014/main" id="{E957664C-3B06-4EF2-9BBD-EBC1DA335719}"/>
              </a:ext>
            </a:extLst>
          </p:cNvPr>
          <p:cNvSpPr>
            <a:spLocks xmlns:a="http://schemas.openxmlformats.org/drawingml/2006/main" noGrp="1"/>
          </p:cNvSpPr>
          <p:nvPr/>
        </p:nvSpPr>
        <p:spPr>
          <a:xfrm xmlns:a="http://schemas.openxmlformats.org/drawingml/2006/main">
            <a:off x="8259250" y="2781898"/>
            <a:ext cx="16083" cy="30459"/>
          </a:xfrm>
          <a:custGeom xmlns:a="http://schemas.openxmlformats.org/drawingml/2006/main">
            <a:pathLst>
              <a:path w="16083" h="30459">
                <a:moveTo>
                  <a:pt x="0" y="0"/>
                </a:moveTo>
                <a:lnTo>
                  <a:pt x="16083" y="30459"/>
                </a:lnTo>
              </a:path>
            </a:pathLst>
          </a:custGeom>
          <a:noFill xmlns:a="http://schemas.openxmlformats.org/drawingml/2006/main"/>
          <a:ln xmlns:a="http://schemas.openxmlformats.org/drawingml/2006/main" w="28575">
            <a:solidFill>
              <a:srgbClr val="A94737"/>
            </a:solidFill>
            <a:prstDash val="solid"/>
          </a:ln>
        </p:spPr>
      </p:sp>
      <p:sp>
        <p:nvSpPr>
          <p:cNvPr id="42" name="">
            <a:extLst xmlns:a="http://schemas.openxmlformats.org/drawingml/2006/main">
              <a:ext uri="{FF2B5EF4-FFF2-40B4-BE49-F238E27FC236}">
                <a16:creationId xmlns:a16="http://schemas.microsoft.com/office/drawing/2014/main" id="{B6BB3A8A-60A2-4890-A125-2264BAD4A6C2}"/>
              </a:ext>
            </a:extLst>
          </p:cNvPr>
          <p:cNvSpPr>
            <a:spLocks xmlns:a="http://schemas.openxmlformats.org/drawingml/2006/main" noGrp="1"/>
          </p:cNvSpPr>
          <p:nvPr/>
        </p:nvSpPr>
        <p:spPr>
          <a:xfrm xmlns:a="http://schemas.openxmlformats.org/drawingml/2006/main">
            <a:off x="8275333" y="2812357"/>
            <a:ext cx="14364" cy="31306"/>
          </a:xfrm>
          <a:custGeom xmlns:a="http://schemas.openxmlformats.org/drawingml/2006/main">
            <a:pathLst>
              <a:path w="14364" h="31306">
                <a:moveTo>
                  <a:pt x="0" y="0"/>
                </a:moveTo>
                <a:lnTo>
                  <a:pt x="14364" y="31306"/>
                </a:lnTo>
              </a:path>
            </a:pathLst>
          </a:custGeom>
          <a:noFill xmlns:a="http://schemas.openxmlformats.org/drawingml/2006/main"/>
          <a:ln xmlns:a="http://schemas.openxmlformats.org/drawingml/2006/main" w="28575">
            <a:solidFill>
              <a:srgbClr val="A94737"/>
            </a:solidFill>
            <a:prstDash val="solid"/>
          </a:ln>
        </p:spPr>
      </p:sp>
      <p:sp>
        <p:nvSpPr>
          <p:cNvPr id="43" name="">
            <a:extLst xmlns:a="http://schemas.openxmlformats.org/drawingml/2006/main">
              <a:ext uri="{FF2B5EF4-FFF2-40B4-BE49-F238E27FC236}">
                <a16:creationId xmlns:a16="http://schemas.microsoft.com/office/drawing/2014/main" id="{BB0309BE-0AFD-4E44-A027-5686C7B20341}"/>
              </a:ext>
            </a:extLst>
          </p:cNvPr>
          <p:cNvSpPr>
            <a:spLocks xmlns:a="http://schemas.openxmlformats.org/drawingml/2006/main" noGrp="1"/>
          </p:cNvSpPr>
          <p:nvPr/>
        </p:nvSpPr>
        <p:spPr>
          <a:xfrm xmlns:a="http://schemas.openxmlformats.org/drawingml/2006/main">
            <a:off x="8289697" y="2843663"/>
            <a:ext cx="12601" cy="32056"/>
          </a:xfrm>
          <a:custGeom xmlns:a="http://schemas.openxmlformats.org/drawingml/2006/main">
            <a:pathLst>
              <a:path w="12601" h="32056">
                <a:moveTo>
                  <a:pt x="0" y="0"/>
                </a:moveTo>
                <a:lnTo>
                  <a:pt x="12601" y="32056"/>
                </a:lnTo>
              </a:path>
            </a:pathLst>
          </a:custGeom>
          <a:noFill xmlns:a="http://schemas.openxmlformats.org/drawingml/2006/main"/>
          <a:ln xmlns:a="http://schemas.openxmlformats.org/drawingml/2006/main" w="28575">
            <a:solidFill>
              <a:srgbClr val="A94737"/>
            </a:solidFill>
            <a:prstDash val="solid"/>
          </a:ln>
        </p:spPr>
      </p:sp>
      <p:sp>
        <p:nvSpPr>
          <p:cNvPr id="44" name="">
            <a:extLst xmlns:a="http://schemas.openxmlformats.org/drawingml/2006/main">
              <a:ext uri="{FF2B5EF4-FFF2-40B4-BE49-F238E27FC236}">
                <a16:creationId xmlns:a16="http://schemas.microsoft.com/office/drawing/2014/main" id="{35F55274-0CCF-4DE3-959A-0E247E3D99C1}"/>
              </a:ext>
            </a:extLst>
          </p:cNvPr>
          <p:cNvSpPr>
            <a:spLocks xmlns:a="http://schemas.openxmlformats.org/drawingml/2006/main" noGrp="1"/>
          </p:cNvSpPr>
          <p:nvPr/>
        </p:nvSpPr>
        <p:spPr>
          <a:xfrm xmlns:a="http://schemas.openxmlformats.org/drawingml/2006/main">
            <a:off x="8302297" y="2875719"/>
            <a:ext cx="10799" cy="32707"/>
          </a:xfrm>
          <a:custGeom xmlns:a="http://schemas.openxmlformats.org/drawingml/2006/main">
            <a:pathLst>
              <a:path w="10799" h="32707">
                <a:moveTo>
                  <a:pt x="0" y="0"/>
                </a:moveTo>
                <a:lnTo>
                  <a:pt x="10799" y="32707"/>
                </a:lnTo>
              </a:path>
            </a:pathLst>
          </a:custGeom>
          <a:noFill xmlns:a="http://schemas.openxmlformats.org/drawingml/2006/main"/>
          <a:ln xmlns:a="http://schemas.openxmlformats.org/drawingml/2006/main" w="28575">
            <a:solidFill>
              <a:srgbClr val="A94737"/>
            </a:solidFill>
            <a:prstDash val="solid"/>
          </a:ln>
        </p:spPr>
      </p:sp>
      <p:sp>
        <p:nvSpPr>
          <p:cNvPr id="45" name="">
            <a:extLst xmlns:a="http://schemas.openxmlformats.org/drawingml/2006/main">
              <a:ext uri="{FF2B5EF4-FFF2-40B4-BE49-F238E27FC236}">
                <a16:creationId xmlns:a16="http://schemas.microsoft.com/office/drawing/2014/main" id="{A2D65B7E-6B75-4811-8A1E-21787061AF35}"/>
              </a:ext>
            </a:extLst>
          </p:cNvPr>
          <p:cNvSpPr>
            <a:spLocks xmlns:a="http://schemas.openxmlformats.org/drawingml/2006/main" noGrp="1"/>
          </p:cNvSpPr>
          <p:nvPr/>
        </p:nvSpPr>
        <p:spPr>
          <a:xfrm xmlns:a="http://schemas.openxmlformats.org/drawingml/2006/main">
            <a:off x="8313096" y="2908427"/>
            <a:ext cx="9525" cy="33257"/>
          </a:xfrm>
          <a:custGeom xmlns:a="http://schemas.openxmlformats.org/drawingml/2006/main">
            <a:pathLst>
              <a:path w="9525" h="33257">
                <a:moveTo>
                  <a:pt x="0" y="0"/>
                </a:moveTo>
                <a:lnTo>
                  <a:pt x="8963" y="33257"/>
                </a:lnTo>
              </a:path>
            </a:pathLst>
          </a:custGeom>
          <a:noFill xmlns:a="http://schemas.openxmlformats.org/drawingml/2006/main"/>
          <a:ln xmlns:a="http://schemas.openxmlformats.org/drawingml/2006/main" w="28575">
            <a:solidFill>
              <a:srgbClr val="A94737"/>
            </a:solidFill>
            <a:prstDash val="solid"/>
          </a:ln>
        </p:spPr>
      </p:sp>
      <p:sp>
        <p:nvSpPr>
          <p:cNvPr id="46" name="">
            <a:extLst xmlns:a="http://schemas.openxmlformats.org/drawingml/2006/main">
              <a:ext uri="{FF2B5EF4-FFF2-40B4-BE49-F238E27FC236}">
                <a16:creationId xmlns:a16="http://schemas.microsoft.com/office/drawing/2014/main" id="{F1F644A3-662F-4FEA-B043-5A9BC38A91CB}"/>
              </a:ext>
            </a:extLst>
          </p:cNvPr>
          <p:cNvSpPr>
            <a:spLocks xmlns:a="http://schemas.openxmlformats.org/drawingml/2006/main" noGrp="1"/>
          </p:cNvSpPr>
          <p:nvPr/>
        </p:nvSpPr>
        <p:spPr>
          <a:xfrm xmlns:a="http://schemas.openxmlformats.org/drawingml/2006/main">
            <a:off x="8186738" y="2324100"/>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100">
                <a:solidFill>
                  <a:srgbClr val="A94737"/>
                </a:solidFill>
                <a:latin typeface="Yu Gothic"/>
                <a:ea typeface="Yu Gothic"/>
                <a:cs typeface="Yu Gothic"/>
              </a:defRPr>
            </a:defPPr>
            <a:lvl1pPr>
              <a:defRPr sz="2100">
                <a:solidFill>
                  <a:srgbClr val="A94737"/>
                </a:solidFill>
                <a:latin typeface="Yu Gothic"/>
                <a:ea typeface="Yu Gothic"/>
                <a:cs typeface="Yu Gothic"/>
              </a:defRPr>
            </a:lvl1pPr>
            <a:lvl2pPr>
              <a:defRPr sz="2100">
                <a:solidFill>
                  <a:srgbClr val="A94737"/>
                </a:solidFill>
                <a:latin typeface="Yu Gothic"/>
                <a:ea typeface="Yu Gothic"/>
                <a:cs typeface="Yu Gothic"/>
              </a:defRPr>
            </a:lvl2pPr>
            <a:lvl3pPr>
              <a:defRPr sz="2100">
                <a:solidFill>
                  <a:srgbClr val="A94737"/>
                </a:solidFill>
                <a:latin typeface="Yu Gothic"/>
                <a:ea typeface="Yu Gothic"/>
                <a:cs typeface="Yu Gothic"/>
              </a:defRPr>
            </a:lvl3pPr>
            <a:lvl4pPr>
              <a:defRPr sz="2100">
                <a:solidFill>
                  <a:srgbClr val="A94737"/>
                </a:solidFill>
                <a:latin typeface="Yu Gothic"/>
                <a:ea typeface="Yu Gothic"/>
                <a:cs typeface="Yu Gothic"/>
              </a:defRPr>
            </a:lvl4pPr>
            <a:lvl5pPr>
              <a:defRPr sz="2100">
                <a:solidFill>
                  <a:srgbClr val="A94737"/>
                </a:solidFill>
                <a:latin typeface="Yu Gothic"/>
                <a:ea typeface="Yu Gothic"/>
                <a:cs typeface="Yu Gothic"/>
              </a:defRPr>
            </a:lvl5pPr>
            <a:lvl6pPr>
              <a:defRPr sz="2100">
                <a:solidFill>
                  <a:srgbClr val="A94737"/>
                </a:solidFill>
                <a:latin typeface="Yu Gothic"/>
                <a:ea typeface="Yu Gothic"/>
                <a:cs typeface="Yu Gothic"/>
              </a:defRPr>
            </a:lvl6pPr>
            <a:lvl7pPr>
              <a:defRPr sz="2100">
                <a:solidFill>
                  <a:srgbClr val="A94737"/>
                </a:solidFill>
                <a:latin typeface="Yu Gothic"/>
                <a:ea typeface="Yu Gothic"/>
                <a:cs typeface="Yu Gothic"/>
              </a:defRPr>
            </a:lvl7pPr>
            <a:lvl8pPr>
              <a:defRPr sz="2100">
                <a:solidFill>
                  <a:srgbClr val="A94737"/>
                </a:solidFill>
                <a:latin typeface="Yu Gothic"/>
                <a:ea typeface="Yu Gothic"/>
                <a:cs typeface="Yu Gothic"/>
              </a:defRPr>
            </a:lvl8pPr>
            <a:lvl9pPr>
              <a:defRPr sz="2100">
                <a:solidFill>
                  <a:srgbClr val="A94737"/>
                </a:solidFill>
                <a:latin typeface="Yu Gothic"/>
                <a:ea typeface="Yu Gothic"/>
                <a:cs typeface="Yu Gothic"/>
              </a:defRPr>
            </a:lvl9pPr>
          </a:lstStyle>
          <a:p xmlns:a="http://schemas.openxmlformats.org/drawingml/2006/main">
            <a:pPr>
              <a:defRPr sz="2100">
                <a:solidFill>
                  <a:srgbClr val="A94737"/>
                </a:solidFill>
                <a:latin typeface="Yu Gothic"/>
                <a:ea typeface="Yu Gothic"/>
                <a:cs typeface="Yu Gothic"/>
              </a:defRPr>
            </a:pPr>
            <a:r>
              <a:rPr sz="2100">
                <a:solidFill>
                  <a:srgbClr val="A94737"/>
                </a:solidFill>
                <a:latin typeface="Yu Gothic"/>
                <a:ea typeface="Yu Gothic"/>
                <a:cs typeface="Yu Gothic"/>
              </a:rPr>
              <a:t>φ</a:t>
            </a:r>
          </a:p>
        </p:txBody>
      </p:sp>
      <p:sp>
        <p:nvSpPr>
          <p:cNvPr id="47" name="">
            <a:extLst xmlns:a="http://schemas.openxmlformats.org/drawingml/2006/main">
              <a:ext uri="{FF2B5EF4-FFF2-40B4-BE49-F238E27FC236}">
                <a16:creationId xmlns:a16="http://schemas.microsoft.com/office/drawing/2014/main" id="{C42A004A-892A-46B4-987B-252C27BD8DF0}"/>
              </a:ext>
            </a:extLst>
          </p:cNvPr>
          <p:cNvSpPr>
            <a:spLocks xmlns:a="http://schemas.openxmlformats.org/drawingml/2006/main" noGrp="1"/>
          </p:cNvSpPr>
          <p:nvPr/>
        </p:nvSpPr>
        <p:spPr>
          <a:xfrm xmlns:a="http://schemas.openxmlformats.org/drawingml/2006/main">
            <a:off x="7339013" y="4293870"/>
            <a:ext cx="47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166B68"/>
                </a:solidFill>
                <a:latin typeface="Yu Gothic"/>
                <a:ea typeface="Yu Gothic"/>
                <a:cs typeface="Yu Gothic"/>
              </a:defRPr>
            </a:defPPr>
            <a:lvl1pPr>
              <a:defRPr sz="1950">
                <a:solidFill>
                  <a:srgbClr val="166B68"/>
                </a:solidFill>
                <a:latin typeface="Yu Gothic"/>
                <a:ea typeface="Yu Gothic"/>
                <a:cs typeface="Yu Gothic"/>
              </a:defRPr>
            </a:lvl1pPr>
            <a:lvl2pPr>
              <a:defRPr sz="1950">
                <a:solidFill>
                  <a:srgbClr val="166B68"/>
                </a:solidFill>
                <a:latin typeface="Yu Gothic"/>
                <a:ea typeface="Yu Gothic"/>
                <a:cs typeface="Yu Gothic"/>
              </a:defRPr>
            </a:lvl2pPr>
            <a:lvl3pPr>
              <a:defRPr sz="1950">
                <a:solidFill>
                  <a:srgbClr val="166B68"/>
                </a:solidFill>
                <a:latin typeface="Yu Gothic"/>
                <a:ea typeface="Yu Gothic"/>
                <a:cs typeface="Yu Gothic"/>
              </a:defRPr>
            </a:lvl3pPr>
            <a:lvl4pPr>
              <a:defRPr sz="1950">
                <a:solidFill>
                  <a:srgbClr val="166B68"/>
                </a:solidFill>
                <a:latin typeface="Yu Gothic"/>
                <a:ea typeface="Yu Gothic"/>
                <a:cs typeface="Yu Gothic"/>
              </a:defRPr>
            </a:lvl4pPr>
            <a:lvl5pPr>
              <a:defRPr sz="1950">
                <a:solidFill>
                  <a:srgbClr val="166B68"/>
                </a:solidFill>
                <a:latin typeface="Yu Gothic"/>
                <a:ea typeface="Yu Gothic"/>
                <a:cs typeface="Yu Gothic"/>
              </a:defRPr>
            </a:lvl5pPr>
            <a:lvl6pPr>
              <a:defRPr sz="1950">
                <a:solidFill>
                  <a:srgbClr val="166B68"/>
                </a:solidFill>
                <a:latin typeface="Yu Gothic"/>
                <a:ea typeface="Yu Gothic"/>
                <a:cs typeface="Yu Gothic"/>
              </a:defRPr>
            </a:lvl6pPr>
            <a:lvl7pPr>
              <a:defRPr sz="1950">
                <a:solidFill>
                  <a:srgbClr val="166B68"/>
                </a:solidFill>
                <a:latin typeface="Yu Gothic"/>
                <a:ea typeface="Yu Gothic"/>
                <a:cs typeface="Yu Gothic"/>
              </a:defRPr>
            </a:lvl7pPr>
            <a:lvl8pPr>
              <a:defRPr sz="1950">
                <a:solidFill>
                  <a:srgbClr val="166B68"/>
                </a:solidFill>
                <a:latin typeface="Yu Gothic"/>
                <a:ea typeface="Yu Gothic"/>
                <a:cs typeface="Yu Gothic"/>
              </a:defRPr>
            </a:lvl8pPr>
            <a:lvl9pPr>
              <a:defRPr sz="1950">
                <a:solidFill>
                  <a:srgbClr val="166B68"/>
                </a:solidFill>
                <a:latin typeface="Yu Gothic"/>
                <a:ea typeface="Yu Gothic"/>
                <a:cs typeface="Yu Gothic"/>
              </a:defRPr>
            </a:lvl9pPr>
          </a:lstStyle>
          <a:p xmlns:a="http://schemas.openxmlformats.org/drawingml/2006/main">
            <a:pPr>
              <a:defRPr sz="1950">
                <a:solidFill>
                  <a:srgbClr val="166B68"/>
                </a:solidFill>
                <a:latin typeface="Yu Gothic"/>
                <a:ea typeface="Yu Gothic"/>
                <a:cs typeface="Yu Gothic"/>
              </a:defRPr>
            </a:pPr>
            <a:r>
              <a:rPr sz="1950">
                <a:solidFill>
                  <a:srgbClr val="166B68"/>
                </a:solidFill>
                <a:latin typeface="Yu Gothic"/>
                <a:ea typeface="Yu Gothic"/>
                <a:cs typeface="Yu Gothic"/>
              </a:rPr>
              <a:t>S</a:t>
            </a:r>
          </a:p>
        </p:txBody>
      </p:sp>
      <p:sp>
        <p:nvSpPr>
          <p:cNvPr id="48" name="">
            <a:extLst xmlns:a="http://schemas.openxmlformats.org/drawingml/2006/main">
              <a:ext uri="{FF2B5EF4-FFF2-40B4-BE49-F238E27FC236}">
                <a16:creationId xmlns:a16="http://schemas.microsoft.com/office/drawing/2014/main" id="{B0FAE6DC-F207-42D4-A797-00F7A96180DB}"/>
              </a:ext>
            </a:extLst>
          </p:cNvPr>
          <p:cNvSpPr>
            <a:spLocks xmlns:a="http://schemas.openxmlformats.org/drawingml/2006/main" noGrp="1"/>
          </p:cNvSpPr>
          <p:nvPr/>
        </p:nvSpPr>
        <p:spPr>
          <a:xfrm xmlns:a="http://schemas.openxmlformats.org/drawingml/2006/main">
            <a:off x="8672513" y="2971800"/>
            <a:ext cx="47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A94737"/>
                </a:solidFill>
                <a:latin typeface="Yu Gothic"/>
                <a:ea typeface="Yu Gothic"/>
                <a:cs typeface="Yu Gothic"/>
              </a:defRPr>
            </a:defPPr>
            <a:lvl1pPr>
              <a:defRPr sz="1950">
                <a:solidFill>
                  <a:srgbClr val="A94737"/>
                </a:solidFill>
                <a:latin typeface="Yu Gothic"/>
                <a:ea typeface="Yu Gothic"/>
                <a:cs typeface="Yu Gothic"/>
              </a:defRPr>
            </a:lvl1pPr>
            <a:lvl2pPr>
              <a:defRPr sz="1950">
                <a:solidFill>
                  <a:srgbClr val="A94737"/>
                </a:solidFill>
                <a:latin typeface="Yu Gothic"/>
                <a:ea typeface="Yu Gothic"/>
                <a:cs typeface="Yu Gothic"/>
              </a:defRPr>
            </a:lvl2pPr>
            <a:lvl3pPr>
              <a:defRPr sz="1950">
                <a:solidFill>
                  <a:srgbClr val="A94737"/>
                </a:solidFill>
                <a:latin typeface="Yu Gothic"/>
                <a:ea typeface="Yu Gothic"/>
                <a:cs typeface="Yu Gothic"/>
              </a:defRPr>
            </a:lvl3pPr>
            <a:lvl4pPr>
              <a:defRPr sz="1950">
                <a:solidFill>
                  <a:srgbClr val="A94737"/>
                </a:solidFill>
                <a:latin typeface="Yu Gothic"/>
                <a:ea typeface="Yu Gothic"/>
                <a:cs typeface="Yu Gothic"/>
              </a:defRPr>
            </a:lvl4pPr>
            <a:lvl5pPr>
              <a:defRPr sz="1950">
                <a:solidFill>
                  <a:srgbClr val="A94737"/>
                </a:solidFill>
                <a:latin typeface="Yu Gothic"/>
                <a:ea typeface="Yu Gothic"/>
                <a:cs typeface="Yu Gothic"/>
              </a:defRPr>
            </a:lvl5pPr>
            <a:lvl6pPr>
              <a:defRPr sz="1950">
                <a:solidFill>
                  <a:srgbClr val="A94737"/>
                </a:solidFill>
                <a:latin typeface="Yu Gothic"/>
                <a:ea typeface="Yu Gothic"/>
                <a:cs typeface="Yu Gothic"/>
              </a:defRPr>
            </a:lvl6pPr>
            <a:lvl7pPr>
              <a:defRPr sz="1950">
                <a:solidFill>
                  <a:srgbClr val="A94737"/>
                </a:solidFill>
                <a:latin typeface="Yu Gothic"/>
                <a:ea typeface="Yu Gothic"/>
                <a:cs typeface="Yu Gothic"/>
              </a:defRPr>
            </a:lvl7pPr>
            <a:lvl8pPr>
              <a:defRPr sz="1950">
                <a:solidFill>
                  <a:srgbClr val="A94737"/>
                </a:solidFill>
                <a:latin typeface="Yu Gothic"/>
                <a:ea typeface="Yu Gothic"/>
                <a:cs typeface="Yu Gothic"/>
              </a:defRPr>
            </a:lvl8pPr>
            <a:lvl9pPr>
              <a:defRPr sz="1950">
                <a:solidFill>
                  <a:srgbClr val="A94737"/>
                </a:solidFill>
                <a:latin typeface="Yu Gothic"/>
                <a:ea typeface="Yu Gothic"/>
                <a:cs typeface="Yu Gothic"/>
              </a:defRPr>
            </a:lvl9pPr>
          </a:lstStyle>
          <a:p xmlns:a="http://schemas.openxmlformats.org/drawingml/2006/main">
            <a:pPr>
              <a:defRPr sz="1950">
                <a:solidFill>
                  <a:srgbClr val="A94737"/>
                </a:solidFill>
                <a:latin typeface="Yu Gothic"/>
                <a:ea typeface="Yu Gothic"/>
                <a:cs typeface="Yu Gothic"/>
              </a:defRPr>
            </a:pPr>
            <a:r>
              <a:rPr sz="1950">
                <a:solidFill>
                  <a:srgbClr val="A94737"/>
                </a:solidFill>
                <a:latin typeface="Yu Gothic"/>
                <a:ea typeface="Yu Gothic"/>
                <a:cs typeface="Yu Gothic"/>
              </a:rPr>
              <a:t>e</a:t>
            </a:r>
          </a:p>
        </p:txBody>
      </p:sp>
      <p:sp>
        <p:nvSpPr>
          <p:cNvPr id="49" name="">
            <a:extLst xmlns:a="http://schemas.openxmlformats.org/drawingml/2006/main">
              <a:ext uri="{FF2B5EF4-FFF2-40B4-BE49-F238E27FC236}">
                <a16:creationId xmlns:a16="http://schemas.microsoft.com/office/drawing/2014/main" id="{2DAFCDD7-DDEA-45AA-997C-08CF2DDF22FF}"/>
              </a:ext>
            </a:extLst>
          </p:cNvPr>
          <p:cNvSpPr>
            <a:spLocks xmlns:a="http://schemas.openxmlformats.org/drawingml/2006/main" noGrp="1"/>
          </p:cNvSpPr>
          <p:nvPr/>
        </p:nvSpPr>
        <p:spPr>
          <a:xfrm xmlns:a="http://schemas.openxmlformats.org/drawingml/2006/main">
            <a:off x="6634163" y="1638300"/>
            <a:ext cx="1047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650">
                <a:solidFill>
                  <a:srgbClr val="52616A"/>
                </a:solidFill>
                <a:latin typeface="Yu Gothic"/>
                <a:ea typeface="Yu Gothic"/>
                <a:cs typeface="Yu Gothic"/>
              </a:defRPr>
            </a:defPPr>
            <a:lvl1pPr>
              <a:defRPr sz="1650">
                <a:solidFill>
                  <a:srgbClr val="52616A"/>
                </a:solidFill>
                <a:latin typeface="Yu Gothic"/>
                <a:ea typeface="Yu Gothic"/>
                <a:cs typeface="Yu Gothic"/>
              </a:defRPr>
            </a:lvl1pPr>
            <a:lvl2pPr>
              <a:defRPr sz="1650">
                <a:solidFill>
                  <a:srgbClr val="52616A"/>
                </a:solidFill>
                <a:latin typeface="Yu Gothic"/>
                <a:ea typeface="Yu Gothic"/>
                <a:cs typeface="Yu Gothic"/>
              </a:defRPr>
            </a:lvl2pPr>
            <a:lvl3pPr>
              <a:defRPr sz="1650">
                <a:solidFill>
                  <a:srgbClr val="52616A"/>
                </a:solidFill>
                <a:latin typeface="Yu Gothic"/>
                <a:ea typeface="Yu Gothic"/>
                <a:cs typeface="Yu Gothic"/>
              </a:defRPr>
            </a:lvl3pPr>
            <a:lvl4pPr>
              <a:defRPr sz="1650">
                <a:solidFill>
                  <a:srgbClr val="52616A"/>
                </a:solidFill>
                <a:latin typeface="Yu Gothic"/>
                <a:ea typeface="Yu Gothic"/>
                <a:cs typeface="Yu Gothic"/>
              </a:defRPr>
            </a:lvl4pPr>
            <a:lvl5pPr>
              <a:defRPr sz="1650">
                <a:solidFill>
                  <a:srgbClr val="52616A"/>
                </a:solidFill>
                <a:latin typeface="Yu Gothic"/>
                <a:ea typeface="Yu Gothic"/>
                <a:cs typeface="Yu Gothic"/>
              </a:defRPr>
            </a:lvl5pPr>
            <a:lvl6pPr>
              <a:defRPr sz="1650">
                <a:solidFill>
                  <a:srgbClr val="52616A"/>
                </a:solidFill>
                <a:latin typeface="Yu Gothic"/>
                <a:ea typeface="Yu Gothic"/>
                <a:cs typeface="Yu Gothic"/>
              </a:defRPr>
            </a:lvl6pPr>
            <a:lvl7pPr>
              <a:defRPr sz="1650">
                <a:solidFill>
                  <a:srgbClr val="52616A"/>
                </a:solidFill>
                <a:latin typeface="Yu Gothic"/>
                <a:ea typeface="Yu Gothic"/>
                <a:cs typeface="Yu Gothic"/>
              </a:defRPr>
            </a:lvl7pPr>
            <a:lvl8pPr>
              <a:defRPr sz="1650">
                <a:solidFill>
                  <a:srgbClr val="52616A"/>
                </a:solidFill>
                <a:latin typeface="Yu Gothic"/>
                <a:ea typeface="Yu Gothic"/>
                <a:cs typeface="Yu Gothic"/>
              </a:defRPr>
            </a:lvl8pPr>
            <a:lvl9pPr>
              <a:defRPr sz="1650">
                <a:solidFill>
                  <a:srgbClr val="52616A"/>
                </a:solidFill>
                <a:latin typeface="Yu Gothic"/>
                <a:ea typeface="Yu Gothic"/>
                <a:cs typeface="Yu Gothic"/>
              </a:defRPr>
            </a:lvl9pPr>
          </a:lstStyle>
          <a:p xmlns:a="http://schemas.openxmlformats.org/drawingml/2006/main">
            <a:pPr>
              <a:defRPr sz="1650">
                <a:solidFill>
                  <a:srgbClr val="52616A"/>
                </a:solidFill>
                <a:latin typeface="Yu Gothic"/>
                <a:ea typeface="Yu Gothic"/>
                <a:cs typeface="Yu Gothic"/>
              </a:defRPr>
            </a:pPr>
            <a:r>
              <a:rPr sz="1650">
                <a:solidFill>
                  <a:srgbClr val="52616A"/>
                </a:solidFill>
                <a:latin typeface="Yu Gothic"/>
                <a:ea typeface="Yu Gothic"/>
                <a:cs typeface="Yu Gothic"/>
              </a:rPr>
              <a:t>OE延長</a:t>
            </a:r>
          </a:p>
        </p:txBody>
      </p:sp>
      <p:sp>
        <p:nvSpPr>
          <p:cNvPr id="50" name="">
            <a:extLst xmlns:a="http://schemas.openxmlformats.org/drawingml/2006/main">
              <a:ext uri="{FF2B5EF4-FFF2-40B4-BE49-F238E27FC236}">
                <a16:creationId xmlns:a16="http://schemas.microsoft.com/office/drawing/2014/main" id="{5D4F9A6F-3B6E-40A6-AF43-3543B50F6F0A}"/>
              </a:ext>
            </a:extLst>
          </p:cNvPr>
          <p:cNvSpPr>
            <a:spLocks xmlns:a="http://schemas.openxmlformats.org/drawingml/2006/main" noGrp="1"/>
          </p:cNvSpPr>
          <p:nvPr/>
        </p:nvSpPr>
        <p:spPr>
          <a:xfrm xmlns:a="http://schemas.openxmlformats.org/drawingml/2006/main">
            <a:off x="6334125" y="5543550"/>
            <a:ext cx="4810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650">
                <a:solidFill>
                  <a:srgbClr val="52616A"/>
                </a:solidFill>
                <a:latin typeface="Yu Gothic"/>
                <a:ea typeface="Yu Gothic"/>
                <a:cs typeface="Yu Gothic"/>
              </a:defRPr>
            </a:defPPr>
            <a:lvl1pPr>
              <a:defRPr sz="1650">
                <a:solidFill>
                  <a:srgbClr val="52616A"/>
                </a:solidFill>
                <a:latin typeface="Yu Gothic"/>
                <a:ea typeface="Yu Gothic"/>
                <a:cs typeface="Yu Gothic"/>
              </a:defRPr>
            </a:lvl1pPr>
            <a:lvl2pPr>
              <a:defRPr sz="1650">
                <a:solidFill>
                  <a:srgbClr val="52616A"/>
                </a:solidFill>
                <a:latin typeface="Yu Gothic"/>
                <a:ea typeface="Yu Gothic"/>
                <a:cs typeface="Yu Gothic"/>
              </a:defRPr>
            </a:lvl2pPr>
            <a:lvl3pPr>
              <a:defRPr sz="1650">
                <a:solidFill>
                  <a:srgbClr val="52616A"/>
                </a:solidFill>
                <a:latin typeface="Yu Gothic"/>
                <a:ea typeface="Yu Gothic"/>
                <a:cs typeface="Yu Gothic"/>
              </a:defRPr>
            </a:lvl3pPr>
            <a:lvl4pPr>
              <a:defRPr sz="1650">
                <a:solidFill>
                  <a:srgbClr val="52616A"/>
                </a:solidFill>
                <a:latin typeface="Yu Gothic"/>
                <a:ea typeface="Yu Gothic"/>
                <a:cs typeface="Yu Gothic"/>
              </a:defRPr>
            </a:lvl4pPr>
            <a:lvl5pPr>
              <a:defRPr sz="1650">
                <a:solidFill>
                  <a:srgbClr val="52616A"/>
                </a:solidFill>
                <a:latin typeface="Yu Gothic"/>
                <a:ea typeface="Yu Gothic"/>
                <a:cs typeface="Yu Gothic"/>
              </a:defRPr>
            </a:lvl5pPr>
            <a:lvl6pPr>
              <a:defRPr sz="1650">
                <a:solidFill>
                  <a:srgbClr val="52616A"/>
                </a:solidFill>
                <a:latin typeface="Yu Gothic"/>
                <a:ea typeface="Yu Gothic"/>
                <a:cs typeface="Yu Gothic"/>
              </a:defRPr>
            </a:lvl6pPr>
            <a:lvl7pPr>
              <a:defRPr sz="1650">
                <a:solidFill>
                  <a:srgbClr val="52616A"/>
                </a:solidFill>
                <a:latin typeface="Yu Gothic"/>
                <a:ea typeface="Yu Gothic"/>
                <a:cs typeface="Yu Gothic"/>
              </a:defRPr>
            </a:lvl7pPr>
            <a:lvl8pPr>
              <a:defRPr sz="1650">
                <a:solidFill>
                  <a:srgbClr val="52616A"/>
                </a:solidFill>
                <a:latin typeface="Yu Gothic"/>
                <a:ea typeface="Yu Gothic"/>
                <a:cs typeface="Yu Gothic"/>
              </a:defRPr>
            </a:lvl8pPr>
            <a:lvl9pPr>
              <a:defRPr sz="1650">
                <a:solidFill>
                  <a:srgbClr val="52616A"/>
                </a:solidFill>
                <a:latin typeface="Yu Gothic"/>
                <a:ea typeface="Yu Gothic"/>
                <a:cs typeface="Yu Gothic"/>
              </a:defRPr>
            </a:lvl9pPr>
          </a:lstStyle>
          <a:p xmlns:a="http://schemas.openxmlformats.org/drawingml/2006/main">
            <a:pPr>
              <a:defRPr sz="1650">
                <a:solidFill>
                  <a:srgbClr val="52616A"/>
                </a:solidFill>
                <a:latin typeface="Yu Gothic"/>
                <a:ea typeface="Yu Gothic"/>
                <a:cs typeface="Yu Gothic"/>
              </a:defRPr>
            </a:pPr>
            <a:r>
              <a:rPr sz="1650">
                <a:solidFill>
                  <a:srgbClr val="52616A"/>
                </a:solidFill>
                <a:latin typeface="Yu Gothic"/>
                <a:ea typeface="Yu Gothic"/>
                <a:cs typeface="Yu Gothic"/>
              </a:rPr>
              <a:t>模式図：ずれを誇張</a:t>
            </a:r>
          </a:p>
        </p:txBody>
      </p:sp>
    </p:spTree>
    <p:extLst>
      <p:ext uri="{BB962C8B-B14F-4D97-AF65-F5344CB8AC3E}">
        <p14:creationId xmlns:p14="http://schemas.microsoft.com/office/powerpoint/2010/main" val="2098538103"/>
      </p:ext>
    </p:extLst>
  </p:cSld>
</p:sld>
</file>

<file path=ppt/slides/slide62.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5DE2F14-C24A-45D3-A160-18A12C279E84}"/>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32805F70-02D9-4BAB-8127-EA36DCECBAEF}"/>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付録B 補足｜標準90分の外</a:t>
            </a:r>
          </a:p>
        </p:txBody>
      </p:sp>
      <p:sp>
        <p:nvSpPr>
          <p:cNvPr id="3" name="">
            <a:extLst xmlns:a="http://schemas.openxmlformats.org/drawingml/2006/main">
              <a:ext uri="{FF2B5EF4-FFF2-40B4-BE49-F238E27FC236}">
                <a16:creationId xmlns:a16="http://schemas.microsoft.com/office/drawing/2014/main" id="{0B7051AA-486B-443A-AD0F-5B68A17241E4}"/>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宿題：指定された近似式で求める</a:t>
            </a:r>
          </a:p>
        </p:txBody>
      </p:sp>
      <p:sp>
        <p:nvSpPr>
          <p:cNvPr id="4" name="">
            <a:extLst xmlns:a="http://schemas.openxmlformats.org/drawingml/2006/main">
              <a:ext uri="{FF2B5EF4-FFF2-40B4-BE49-F238E27FC236}">
                <a16:creationId xmlns:a16="http://schemas.microsoft.com/office/drawing/2014/main" id="{4DD17A3D-0683-4069-B3FB-7F515BF0A049}"/>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1489FA39-EB18-4A03-B84C-BC5E00A8D3F2}"/>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DF7E279E-9027-4FFC-981C-EFDC91FB62A5}"/>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62</a:t>
            </a:r>
          </a:p>
        </p:txBody>
      </p:sp>
      <p:sp>
        <p:nvSpPr>
          <p:cNvPr id="7" name="">
            <a:extLst xmlns:a="http://schemas.openxmlformats.org/drawingml/2006/main">
              <a:ext uri="{FF2B5EF4-FFF2-40B4-BE49-F238E27FC236}">
                <a16:creationId xmlns:a16="http://schemas.microsoft.com/office/drawing/2014/main" id="{20BBBBED-3E4A-4B53-9586-7D4F87396959}"/>
              </a:ext>
            </a:extLst>
          </p:cNvPr>
          <p:cNvSpPr>
            <a:spLocks xmlns:a="http://schemas.openxmlformats.org/drawingml/2006/main" noGrp="1"/>
          </p:cNvSpPr>
          <p:nvPr/>
        </p:nvSpPr>
        <p:spPr>
          <a:xfrm xmlns:a="http://schemas.openxmlformats.org/drawingml/2006/main">
            <a:off x="1143000" y="1714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T′＝83°20′30″、e＝9 m、S＝1000 m</a:t>
            </a:r>
          </a:p>
        </p:txBody>
      </p:sp>
      <p:sp>
        <p:nvSpPr>
          <p:cNvPr id="8" name="">
            <a:extLst xmlns:a="http://schemas.openxmlformats.org/drawingml/2006/main">
              <a:ext uri="{FF2B5EF4-FFF2-40B4-BE49-F238E27FC236}">
                <a16:creationId xmlns:a16="http://schemas.microsoft.com/office/drawing/2014/main" id="{EFB50E2F-2E03-42AF-8755-45F2058E3057}"/>
              </a:ext>
            </a:extLst>
          </p:cNvPr>
          <p:cNvSpPr>
            <a:spLocks xmlns:a="http://schemas.openxmlformats.org/drawingml/2006/main" noGrp="1"/>
          </p:cNvSpPr>
          <p:nvPr/>
        </p:nvSpPr>
        <p:spPr>
          <a:xfrm xmlns:a="http://schemas.openxmlformats.org/drawingml/2006/main">
            <a:off x="1143000" y="22860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φ＝330°、ρ″＝200000″を指定</a:t>
            </a:r>
          </a:p>
        </p:txBody>
      </p:sp>
      <p:sp>
        <p:nvSpPr>
          <p:cNvPr id="9" name="">
            <a:extLst xmlns:a="http://schemas.openxmlformats.org/drawingml/2006/main">
              <a:ext uri="{FF2B5EF4-FFF2-40B4-BE49-F238E27FC236}">
                <a16:creationId xmlns:a16="http://schemas.microsoft.com/office/drawing/2014/main" id="{8A328A8E-1690-4713-BDE8-85DA0EDB5EB1}"/>
              </a:ext>
            </a:extLst>
          </p:cNvPr>
          <p:cNvSpPr>
            <a:spLocks xmlns:a="http://schemas.openxmlformats.org/drawingml/2006/main" noGrp="1"/>
          </p:cNvSpPr>
          <p:nvPr/>
        </p:nvSpPr>
        <p:spPr>
          <a:xfrm xmlns:a="http://schemas.openxmlformats.org/drawingml/2006/main">
            <a:off x="1143000" y="2857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T≈T′＋(e sinφ/S)ρ″</a:t>
            </a:r>
          </a:p>
        </p:txBody>
      </p:sp>
      <p:sp>
        <p:nvSpPr>
          <p:cNvPr id="10" name="">
            <a:extLst xmlns:a="http://schemas.openxmlformats.org/drawingml/2006/main">
              <a:ext uri="{FF2B5EF4-FFF2-40B4-BE49-F238E27FC236}">
                <a16:creationId xmlns:a16="http://schemas.microsoft.com/office/drawing/2014/main" id="{B8679105-9D83-40E1-94C4-7F81892DBE63}"/>
              </a:ext>
            </a:extLst>
          </p:cNvPr>
          <p:cNvSpPr>
            <a:spLocks xmlns:a="http://schemas.openxmlformats.org/drawingml/2006/main" noGrp="1"/>
          </p:cNvSpPr>
          <p:nvPr/>
        </p:nvSpPr>
        <p:spPr>
          <a:xfrm xmlns:a="http://schemas.openxmlformats.org/drawingml/2006/main">
            <a:off x="781050" y="52197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図の角の定義と、補正の符号を確認する</a:t>
            </a:r>
          </a:p>
        </p:txBody>
      </p:sp>
    </p:spTree>
    <p:extLst>
      <p:ext uri="{BB962C8B-B14F-4D97-AF65-F5344CB8AC3E}">
        <p14:creationId xmlns:p14="http://schemas.microsoft.com/office/powerpoint/2010/main" val="1984309381"/>
      </p:ext>
    </p:extLst>
  </p:cSld>
</p:sld>
</file>

<file path=ppt/slides/slide63.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D1AA304C-FD01-4D0D-BE24-D4DAC2D9B64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FFC5DD6E-1BA5-4085-9E45-6024A6FDF3CF}"/>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付録B 補足｜標準90分の外</a:t>
            </a:r>
          </a:p>
        </p:txBody>
      </p:sp>
      <p:sp>
        <p:nvSpPr>
          <p:cNvPr id="3" name="">
            <a:extLst xmlns:a="http://schemas.openxmlformats.org/drawingml/2006/main">
              <a:ext uri="{FF2B5EF4-FFF2-40B4-BE49-F238E27FC236}">
                <a16:creationId xmlns:a16="http://schemas.microsoft.com/office/drawing/2014/main" id="{F7A50BAF-3F8E-480F-981C-86090471EE4C}"/>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方向角の北は「座標北」</a:t>
            </a:r>
          </a:p>
        </p:txBody>
      </p:sp>
      <p:sp>
        <p:nvSpPr>
          <p:cNvPr id="4" name="">
            <a:extLst xmlns:a="http://schemas.openxmlformats.org/drawingml/2006/main">
              <a:ext uri="{FF2B5EF4-FFF2-40B4-BE49-F238E27FC236}">
                <a16:creationId xmlns:a16="http://schemas.microsoft.com/office/drawing/2014/main" id="{9663F509-F750-4CAA-B83B-0E9D050C9424}"/>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97EDB452-ECFD-47BD-8FC9-17F295E90E7D}"/>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358261FB-EC5F-4BC5-94F6-8293C347CA74}"/>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63</a:t>
            </a:r>
          </a:p>
        </p:txBody>
      </p:sp>
      <p:sp>
        <p:nvSpPr>
          <p:cNvPr id="7" name="">
            <a:extLst xmlns:a="http://schemas.openxmlformats.org/drawingml/2006/main">
              <a:ext uri="{FF2B5EF4-FFF2-40B4-BE49-F238E27FC236}">
                <a16:creationId xmlns:a16="http://schemas.microsoft.com/office/drawing/2014/main" id="{B2D251BD-BE75-43D5-AF4D-7248AC5992D7}"/>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真北・座標北・磁北は別の基準</a:t>
            </a:r>
          </a:p>
        </p:txBody>
      </p:sp>
      <p:sp>
        <p:nvSpPr>
          <p:cNvPr id="8" name="">
            <a:extLst xmlns:a="http://schemas.openxmlformats.org/drawingml/2006/main">
              <a:ext uri="{FF2B5EF4-FFF2-40B4-BE49-F238E27FC236}">
                <a16:creationId xmlns:a16="http://schemas.microsoft.com/office/drawing/2014/main" id="{1EEB1012-0221-4CBF-A2E7-5A9DE3C05934}"/>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真北：地理学的な北</a:t>
            </a:r>
          </a:p>
        </p:txBody>
      </p:sp>
      <p:sp>
        <p:nvSpPr>
          <p:cNvPr id="9" name="">
            <a:extLst xmlns:a="http://schemas.openxmlformats.org/drawingml/2006/main">
              <a:ext uri="{FF2B5EF4-FFF2-40B4-BE49-F238E27FC236}">
                <a16:creationId xmlns:a16="http://schemas.microsoft.com/office/drawing/2014/main" id="{F65E786D-EBFC-4AD4-A45C-E21DA11CC499}"/>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座標北：X軸の正方向</a:t>
            </a:r>
          </a:p>
        </p:txBody>
      </p:sp>
      <p:sp>
        <p:nvSpPr>
          <p:cNvPr id="10" name="">
            <a:extLst xmlns:a="http://schemas.openxmlformats.org/drawingml/2006/main">
              <a:ext uri="{FF2B5EF4-FFF2-40B4-BE49-F238E27FC236}">
                <a16:creationId xmlns:a16="http://schemas.microsoft.com/office/drawing/2014/main" id="{786D59F4-5617-4F37-81A7-1F75F9D3789C}"/>
              </a:ext>
            </a:extLst>
          </p:cNvPr>
          <p:cNvSpPr>
            <a:spLocks xmlns:a="http://schemas.openxmlformats.org/drawingml/2006/main" noGrp="1"/>
          </p:cNvSpPr>
          <p:nvPr/>
        </p:nvSpPr>
        <p:spPr>
          <a:xfrm xmlns:a="http://schemas.openxmlformats.org/drawingml/2006/main">
            <a:off x="1047750" y="36099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磁北：磁針の向く北</a:t>
            </a:r>
          </a:p>
        </p:txBody>
      </p:sp>
      <p:sp>
        <p:nvSpPr>
          <p:cNvPr id="11" name="">
            <a:extLst xmlns:a="http://schemas.openxmlformats.org/drawingml/2006/main">
              <a:ext uri="{FF2B5EF4-FFF2-40B4-BE49-F238E27FC236}">
                <a16:creationId xmlns:a16="http://schemas.microsoft.com/office/drawing/2014/main" id="{2219BFA7-F8E5-430C-A3EE-B13CF9E19800}"/>
              </a:ext>
            </a:extLst>
          </p:cNvPr>
          <p:cNvSpPr>
            <a:spLocks xmlns:a="http://schemas.openxmlformats.org/drawingml/2006/main" noGrp="1"/>
          </p:cNvSpPr>
          <p:nvPr/>
        </p:nvSpPr>
        <p:spPr>
          <a:xfrm xmlns:a="http://schemas.openxmlformats.org/drawingml/2006/main">
            <a:off x="8637270" y="1809750"/>
            <a:ext cx="9525" cy="3078480"/>
          </a:xfrm>
          <a:custGeom xmlns:a="http://schemas.openxmlformats.org/drawingml/2006/main">
            <a:pathLst>
              <a:path w="9525" h="3078480">
                <a:moveTo>
                  <a:pt x="0" y="3078480"/>
                </a:moveTo>
                <a:lnTo>
                  <a:pt x="0" y="0"/>
                </a:lnTo>
              </a:path>
            </a:pathLst>
          </a:custGeom>
          <a:noFill xmlns:a="http://schemas.openxmlformats.org/drawingml/2006/main"/>
          <a:ln xmlns:a="http://schemas.openxmlformats.org/drawingml/2006/main" w="38100">
            <a:solidFill>
              <a:srgbClr val="182B33"/>
            </a:solidFill>
            <a:prstDash val="solid"/>
          </a:ln>
        </p:spPr>
      </p:sp>
      <p:sp>
        <p:nvSpPr>
          <p:cNvPr id="12" name="">
            <a:extLst xmlns:a="http://schemas.openxmlformats.org/drawingml/2006/main">
              <a:ext uri="{FF2B5EF4-FFF2-40B4-BE49-F238E27FC236}">
                <a16:creationId xmlns:a16="http://schemas.microsoft.com/office/drawing/2014/main" id="{BB919724-CD0A-4805-891F-AE13FFD62479}"/>
              </a:ext>
            </a:extLst>
          </p:cNvPr>
          <p:cNvSpPr>
            <a:spLocks xmlns:a="http://schemas.openxmlformats.org/drawingml/2006/main" noGrp="1"/>
          </p:cNvSpPr>
          <p:nvPr/>
        </p:nvSpPr>
        <p:spPr>
          <a:xfrm xmlns:a="http://schemas.openxmlformats.org/drawingml/2006/main">
            <a:off x="8587484" y="1809750"/>
            <a:ext cx="99572" cy="81203"/>
          </a:xfrm>
          <a:custGeom xmlns:a="http://schemas.openxmlformats.org/drawingml/2006/main">
            <a:pathLst>
              <a:path w="99572" h="81203">
                <a:moveTo>
                  <a:pt x="99572" y="81203"/>
                </a:moveTo>
                <a:lnTo>
                  <a:pt x="49786" y="0"/>
                </a:lnTo>
                <a:lnTo>
                  <a:pt x="0" y="81203"/>
                </a:lnTo>
              </a:path>
            </a:pathLst>
          </a:custGeom>
          <a:noFill xmlns:a="http://schemas.openxmlformats.org/drawingml/2006/main"/>
          <a:ln xmlns:a="http://schemas.openxmlformats.org/drawingml/2006/main" w="38100">
            <a:solidFill>
              <a:srgbClr val="182B33"/>
            </a:solidFill>
            <a:prstDash val="solid"/>
          </a:ln>
        </p:spPr>
      </p:sp>
      <p:sp>
        <p:nvSpPr>
          <p:cNvPr id="13" name="">
            <a:extLst xmlns:a="http://schemas.openxmlformats.org/drawingml/2006/main">
              <a:ext uri="{FF2B5EF4-FFF2-40B4-BE49-F238E27FC236}">
                <a16:creationId xmlns:a16="http://schemas.microsoft.com/office/drawing/2014/main" id="{630BE53D-A498-4D2B-9FEE-45B74442BABA}"/>
              </a:ext>
            </a:extLst>
          </p:cNvPr>
          <p:cNvSpPr>
            <a:spLocks xmlns:a="http://schemas.openxmlformats.org/drawingml/2006/main" noGrp="1"/>
          </p:cNvSpPr>
          <p:nvPr/>
        </p:nvSpPr>
        <p:spPr>
          <a:xfrm xmlns:a="http://schemas.openxmlformats.org/drawingml/2006/main">
            <a:off x="8637270" y="1847850"/>
            <a:ext cx="387286" cy="3040380"/>
          </a:xfrm>
          <a:custGeom xmlns:a="http://schemas.openxmlformats.org/drawingml/2006/main">
            <a:pathLst>
              <a:path w="387286" h="3040380">
                <a:moveTo>
                  <a:pt x="0" y="3040380"/>
                </a:moveTo>
                <a:lnTo>
                  <a:pt x="387286" y="0"/>
                </a:lnTo>
              </a:path>
            </a:pathLst>
          </a:custGeom>
          <a:noFill xmlns:a="http://schemas.openxmlformats.org/drawingml/2006/main"/>
          <a:ln xmlns:a="http://schemas.openxmlformats.org/drawingml/2006/main" w="38100">
            <a:solidFill>
              <a:srgbClr val="166B68"/>
            </a:solidFill>
            <a:prstDash val="solid"/>
          </a:ln>
        </p:spPr>
      </p:sp>
      <p:sp>
        <p:nvSpPr>
          <p:cNvPr id="14" name="">
            <a:extLst xmlns:a="http://schemas.openxmlformats.org/drawingml/2006/main">
              <a:ext uri="{FF2B5EF4-FFF2-40B4-BE49-F238E27FC236}">
                <a16:creationId xmlns:a16="http://schemas.microsoft.com/office/drawing/2014/main" id="{BE34226A-08A8-4027-8067-6D8BA43B06C6}"/>
              </a:ext>
            </a:extLst>
          </p:cNvPr>
          <p:cNvSpPr>
            <a:spLocks xmlns:a="http://schemas.openxmlformats.org/drawingml/2006/main" noGrp="1"/>
          </p:cNvSpPr>
          <p:nvPr/>
        </p:nvSpPr>
        <p:spPr>
          <a:xfrm xmlns:a="http://schemas.openxmlformats.org/drawingml/2006/main">
            <a:off x="8964909" y="1847850"/>
            <a:ext cx="98774" cy="86843"/>
          </a:xfrm>
          <a:custGeom xmlns:a="http://schemas.openxmlformats.org/drawingml/2006/main">
            <a:pathLst>
              <a:path w="98774" h="86843">
                <a:moveTo>
                  <a:pt x="98774" y="86843"/>
                </a:moveTo>
                <a:lnTo>
                  <a:pt x="59648" y="0"/>
                </a:lnTo>
                <a:lnTo>
                  <a:pt x="0" y="74261"/>
                </a:lnTo>
              </a:path>
            </a:pathLst>
          </a:custGeom>
          <a:noFill xmlns:a="http://schemas.openxmlformats.org/drawingml/2006/main"/>
          <a:ln xmlns:a="http://schemas.openxmlformats.org/drawingml/2006/main" w="38100">
            <a:solidFill>
              <a:srgbClr val="166B68"/>
            </a:solidFill>
            <a:prstDash val="solid"/>
          </a:ln>
        </p:spPr>
      </p:sp>
      <p:sp>
        <p:nvSpPr>
          <p:cNvPr id="15" name="">
            <a:extLst xmlns:a="http://schemas.openxmlformats.org/drawingml/2006/main">
              <a:ext uri="{FF2B5EF4-FFF2-40B4-BE49-F238E27FC236}">
                <a16:creationId xmlns:a16="http://schemas.microsoft.com/office/drawing/2014/main" id="{DC79CBF5-5D7B-449E-B273-FA057A71D41E}"/>
              </a:ext>
            </a:extLst>
          </p:cNvPr>
          <p:cNvSpPr>
            <a:spLocks xmlns:a="http://schemas.openxmlformats.org/drawingml/2006/main" noGrp="1"/>
          </p:cNvSpPr>
          <p:nvPr/>
        </p:nvSpPr>
        <p:spPr>
          <a:xfrm xmlns:a="http://schemas.openxmlformats.org/drawingml/2006/main">
            <a:off x="8153162" y="1924050"/>
            <a:ext cx="484108" cy="2964180"/>
          </a:xfrm>
          <a:custGeom xmlns:a="http://schemas.openxmlformats.org/drawingml/2006/main">
            <a:pathLst>
              <a:path w="484108" h="2964180">
                <a:moveTo>
                  <a:pt x="484108" y="2964180"/>
                </a:moveTo>
                <a:lnTo>
                  <a:pt x="0" y="0"/>
                </a:lnTo>
              </a:path>
            </a:pathLst>
          </a:custGeom>
          <a:noFill xmlns:a="http://schemas.openxmlformats.org/drawingml/2006/main"/>
          <a:ln xmlns:a="http://schemas.openxmlformats.org/drawingml/2006/main" w="38100">
            <a:solidFill>
              <a:srgbClr val="A94737"/>
            </a:solidFill>
            <a:prstDash val="solid"/>
          </a:ln>
        </p:spPr>
      </p:sp>
      <p:sp>
        <p:nvSpPr>
          <p:cNvPr id="16" name="">
            <a:extLst xmlns:a="http://schemas.openxmlformats.org/drawingml/2006/main">
              <a:ext uri="{FF2B5EF4-FFF2-40B4-BE49-F238E27FC236}">
                <a16:creationId xmlns:a16="http://schemas.microsoft.com/office/drawing/2014/main" id="{FED664F4-99C7-490F-9EBD-2A0A158BC019}"/>
              </a:ext>
            </a:extLst>
          </p:cNvPr>
          <p:cNvSpPr>
            <a:spLocks xmlns:a="http://schemas.openxmlformats.org/drawingml/2006/main" noGrp="1"/>
          </p:cNvSpPr>
          <p:nvPr/>
        </p:nvSpPr>
        <p:spPr>
          <a:xfrm xmlns:a="http://schemas.openxmlformats.org/drawingml/2006/main">
            <a:off x="8117116" y="1924050"/>
            <a:ext cx="98270" cy="88166"/>
          </a:xfrm>
          <a:custGeom xmlns:a="http://schemas.openxmlformats.org/drawingml/2006/main">
            <a:pathLst>
              <a:path w="98270" h="88166">
                <a:moveTo>
                  <a:pt x="98270" y="72116"/>
                </a:moveTo>
                <a:lnTo>
                  <a:pt x="36046" y="0"/>
                </a:lnTo>
                <a:lnTo>
                  <a:pt x="0" y="88166"/>
                </a:lnTo>
              </a:path>
            </a:pathLst>
          </a:custGeom>
          <a:noFill xmlns:a="http://schemas.openxmlformats.org/drawingml/2006/main"/>
          <a:ln xmlns:a="http://schemas.openxmlformats.org/drawingml/2006/main" w="38100">
            <a:solidFill>
              <a:srgbClr val="A94737"/>
            </a:solidFill>
            <a:prstDash val="solid"/>
          </a:ln>
        </p:spPr>
      </p:sp>
      <p:sp>
        <p:nvSpPr>
          <p:cNvPr id="17" name="">
            <a:extLst xmlns:a="http://schemas.openxmlformats.org/drawingml/2006/main">
              <a:ext uri="{FF2B5EF4-FFF2-40B4-BE49-F238E27FC236}">
                <a16:creationId xmlns:a16="http://schemas.microsoft.com/office/drawing/2014/main" id="{62C2FDFC-2874-4084-BD72-30C42EDA1F43}"/>
              </a:ext>
            </a:extLst>
          </p:cNvPr>
          <p:cNvSpPr>
            <a:spLocks xmlns:a="http://schemas.openxmlformats.org/drawingml/2006/main" noGrp="1"/>
          </p:cNvSpPr>
          <p:nvPr/>
        </p:nvSpPr>
        <p:spPr>
          <a:xfrm xmlns:a="http://schemas.openxmlformats.org/drawingml/2006/main">
            <a:off x="8237220" y="1619250"/>
            <a:ext cx="800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82B33"/>
                </a:solidFill>
                <a:latin typeface="Yu Gothic"/>
                <a:ea typeface="Yu Gothic"/>
                <a:cs typeface="Yu Gothic"/>
              </a:defRPr>
            </a:defPPr>
            <a:lvl1pPr algn="ctr">
              <a:defRPr sz="1650" b="1">
                <a:solidFill>
                  <a:srgbClr val="182B33"/>
                </a:solidFill>
                <a:latin typeface="Yu Gothic"/>
                <a:ea typeface="Yu Gothic"/>
                <a:cs typeface="Yu Gothic"/>
              </a:defRPr>
            </a:lvl1pPr>
            <a:lvl2pPr algn="ctr">
              <a:defRPr sz="1650" b="1">
                <a:solidFill>
                  <a:srgbClr val="182B33"/>
                </a:solidFill>
                <a:latin typeface="Yu Gothic"/>
                <a:ea typeface="Yu Gothic"/>
                <a:cs typeface="Yu Gothic"/>
              </a:defRPr>
            </a:lvl2pPr>
            <a:lvl3pPr algn="ctr">
              <a:defRPr sz="1650" b="1">
                <a:solidFill>
                  <a:srgbClr val="182B33"/>
                </a:solidFill>
                <a:latin typeface="Yu Gothic"/>
                <a:ea typeface="Yu Gothic"/>
                <a:cs typeface="Yu Gothic"/>
              </a:defRPr>
            </a:lvl3pPr>
            <a:lvl4pPr algn="ctr">
              <a:defRPr sz="1650" b="1">
                <a:solidFill>
                  <a:srgbClr val="182B33"/>
                </a:solidFill>
                <a:latin typeface="Yu Gothic"/>
                <a:ea typeface="Yu Gothic"/>
                <a:cs typeface="Yu Gothic"/>
              </a:defRPr>
            </a:lvl4pPr>
            <a:lvl5pPr algn="ctr">
              <a:defRPr sz="1650" b="1">
                <a:solidFill>
                  <a:srgbClr val="182B33"/>
                </a:solidFill>
                <a:latin typeface="Yu Gothic"/>
                <a:ea typeface="Yu Gothic"/>
                <a:cs typeface="Yu Gothic"/>
              </a:defRPr>
            </a:lvl5pPr>
            <a:lvl6pPr algn="ctr">
              <a:defRPr sz="1650" b="1">
                <a:solidFill>
                  <a:srgbClr val="182B33"/>
                </a:solidFill>
                <a:latin typeface="Yu Gothic"/>
                <a:ea typeface="Yu Gothic"/>
                <a:cs typeface="Yu Gothic"/>
              </a:defRPr>
            </a:lvl6pPr>
            <a:lvl7pPr algn="ctr">
              <a:defRPr sz="1650" b="1">
                <a:solidFill>
                  <a:srgbClr val="182B33"/>
                </a:solidFill>
                <a:latin typeface="Yu Gothic"/>
                <a:ea typeface="Yu Gothic"/>
                <a:cs typeface="Yu Gothic"/>
              </a:defRPr>
            </a:lvl7pPr>
            <a:lvl8pPr algn="ctr">
              <a:defRPr sz="1650" b="1">
                <a:solidFill>
                  <a:srgbClr val="182B33"/>
                </a:solidFill>
                <a:latin typeface="Yu Gothic"/>
                <a:ea typeface="Yu Gothic"/>
                <a:cs typeface="Yu Gothic"/>
              </a:defRPr>
            </a:lvl8pPr>
            <a:lvl9pPr algn="ctr">
              <a:defRPr sz="1650" b="1">
                <a:solidFill>
                  <a:srgbClr val="182B33"/>
                </a:solidFill>
                <a:latin typeface="Yu Gothic"/>
                <a:ea typeface="Yu Gothic"/>
                <a:cs typeface="Yu Gothic"/>
              </a:defRPr>
            </a:lvl9pPr>
          </a:lstStyle>
          <a:p xmlns:a="http://schemas.openxmlformats.org/drawingml/2006/main">
            <a:pPr algn="ctr">
              <a:defRPr sz="1650" b="1">
                <a:solidFill>
                  <a:srgbClr val="182B33"/>
                </a:solidFill>
                <a:latin typeface="Yu Gothic"/>
                <a:ea typeface="Yu Gothic"/>
                <a:cs typeface="Yu Gothic"/>
              </a:defRPr>
            </a:pPr>
            <a:r>
              <a:rPr sz="1650" b="1">
                <a:solidFill>
                  <a:srgbClr val="182B33"/>
                </a:solidFill>
                <a:latin typeface="Yu Gothic"/>
                <a:ea typeface="Yu Gothic"/>
                <a:cs typeface="Yu Gothic"/>
              </a:rPr>
              <a:t>真北</a:t>
            </a:r>
          </a:p>
        </p:txBody>
      </p:sp>
      <p:sp>
        <p:nvSpPr>
          <p:cNvPr id="18" name="">
            <a:extLst xmlns:a="http://schemas.openxmlformats.org/drawingml/2006/main">
              <a:ext uri="{FF2B5EF4-FFF2-40B4-BE49-F238E27FC236}">
                <a16:creationId xmlns:a16="http://schemas.microsoft.com/office/drawing/2014/main" id="{8CDBBE9E-FE12-4DEF-AF42-F0087F0F535D}"/>
              </a:ext>
            </a:extLst>
          </p:cNvPr>
          <p:cNvSpPr>
            <a:spLocks xmlns:a="http://schemas.openxmlformats.org/drawingml/2006/main" noGrp="1"/>
          </p:cNvSpPr>
          <p:nvPr/>
        </p:nvSpPr>
        <p:spPr>
          <a:xfrm xmlns:a="http://schemas.openxmlformats.org/drawingml/2006/main">
            <a:off x="9179471" y="1895475"/>
            <a:ext cx="876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66B68"/>
                </a:solidFill>
                <a:latin typeface="Yu Gothic"/>
                <a:ea typeface="Yu Gothic"/>
                <a:cs typeface="Yu Gothic"/>
              </a:defRPr>
            </a:defPPr>
            <a:lvl1pPr algn="l">
              <a:defRPr sz="1650" b="1">
                <a:solidFill>
                  <a:srgbClr val="166B68"/>
                </a:solidFill>
                <a:latin typeface="Yu Gothic"/>
                <a:ea typeface="Yu Gothic"/>
                <a:cs typeface="Yu Gothic"/>
              </a:defRPr>
            </a:lvl1pPr>
            <a:lvl2pPr algn="l">
              <a:defRPr sz="1650" b="1">
                <a:solidFill>
                  <a:srgbClr val="166B68"/>
                </a:solidFill>
                <a:latin typeface="Yu Gothic"/>
                <a:ea typeface="Yu Gothic"/>
                <a:cs typeface="Yu Gothic"/>
              </a:defRPr>
            </a:lvl2pPr>
            <a:lvl3pPr algn="l">
              <a:defRPr sz="1650" b="1">
                <a:solidFill>
                  <a:srgbClr val="166B68"/>
                </a:solidFill>
                <a:latin typeface="Yu Gothic"/>
                <a:ea typeface="Yu Gothic"/>
                <a:cs typeface="Yu Gothic"/>
              </a:defRPr>
            </a:lvl3pPr>
            <a:lvl4pPr algn="l">
              <a:defRPr sz="1650" b="1">
                <a:solidFill>
                  <a:srgbClr val="166B68"/>
                </a:solidFill>
                <a:latin typeface="Yu Gothic"/>
                <a:ea typeface="Yu Gothic"/>
                <a:cs typeface="Yu Gothic"/>
              </a:defRPr>
            </a:lvl4pPr>
            <a:lvl5pPr algn="l">
              <a:defRPr sz="1650" b="1">
                <a:solidFill>
                  <a:srgbClr val="166B68"/>
                </a:solidFill>
                <a:latin typeface="Yu Gothic"/>
                <a:ea typeface="Yu Gothic"/>
                <a:cs typeface="Yu Gothic"/>
              </a:defRPr>
            </a:lvl5pPr>
            <a:lvl6pPr algn="l">
              <a:defRPr sz="1650" b="1">
                <a:solidFill>
                  <a:srgbClr val="166B68"/>
                </a:solidFill>
                <a:latin typeface="Yu Gothic"/>
                <a:ea typeface="Yu Gothic"/>
                <a:cs typeface="Yu Gothic"/>
              </a:defRPr>
            </a:lvl6pPr>
            <a:lvl7pPr algn="l">
              <a:defRPr sz="1650" b="1">
                <a:solidFill>
                  <a:srgbClr val="166B68"/>
                </a:solidFill>
                <a:latin typeface="Yu Gothic"/>
                <a:ea typeface="Yu Gothic"/>
                <a:cs typeface="Yu Gothic"/>
              </a:defRPr>
            </a:lvl7pPr>
            <a:lvl8pPr algn="l">
              <a:defRPr sz="1650" b="1">
                <a:solidFill>
                  <a:srgbClr val="166B68"/>
                </a:solidFill>
                <a:latin typeface="Yu Gothic"/>
                <a:ea typeface="Yu Gothic"/>
                <a:cs typeface="Yu Gothic"/>
              </a:defRPr>
            </a:lvl8pPr>
            <a:lvl9pPr algn="l">
              <a:defRPr sz="1650" b="1">
                <a:solidFill>
                  <a:srgbClr val="166B68"/>
                </a:solidFill>
                <a:latin typeface="Yu Gothic"/>
                <a:ea typeface="Yu Gothic"/>
                <a:cs typeface="Yu Gothic"/>
              </a:defRPr>
            </a:lvl9pPr>
          </a:lstStyle>
          <a:p xmlns:a="http://schemas.openxmlformats.org/drawingml/2006/main">
            <a:pPr algn="l">
              <a:defRPr sz="1650" b="1">
                <a:solidFill>
                  <a:srgbClr val="166B68"/>
                </a:solidFill>
                <a:latin typeface="Yu Gothic"/>
                <a:ea typeface="Yu Gothic"/>
                <a:cs typeface="Yu Gothic"/>
              </a:defRPr>
            </a:pPr>
            <a:r>
              <a:rPr sz="1650" b="1">
                <a:solidFill>
                  <a:srgbClr val="166B68"/>
                </a:solidFill>
                <a:latin typeface="Yu Gothic"/>
                <a:ea typeface="Yu Gothic"/>
                <a:cs typeface="Yu Gothic"/>
              </a:rPr>
              <a:t>座標北</a:t>
            </a:r>
          </a:p>
        </p:txBody>
      </p:sp>
      <p:sp>
        <p:nvSpPr>
          <p:cNvPr id="19" name="">
            <a:extLst xmlns:a="http://schemas.openxmlformats.org/drawingml/2006/main">
              <a:ext uri="{FF2B5EF4-FFF2-40B4-BE49-F238E27FC236}">
                <a16:creationId xmlns:a16="http://schemas.microsoft.com/office/drawing/2014/main" id="{4ADBDAB2-70F6-4D78-A520-46DC67783CFD}"/>
              </a:ext>
            </a:extLst>
          </p:cNvPr>
          <p:cNvSpPr>
            <a:spLocks xmlns:a="http://schemas.openxmlformats.org/drawingml/2006/main" noGrp="1"/>
          </p:cNvSpPr>
          <p:nvPr/>
        </p:nvSpPr>
        <p:spPr>
          <a:xfrm xmlns:a="http://schemas.openxmlformats.org/drawingml/2006/main">
            <a:off x="7707782" y="1981200"/>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A94737"/>
                </a:solidFill>
                <a:latin typeface="Yu Gothic"/>
                <a:ea typeface="Yu Gothic"/>
                <a:cs typeface="Yu Gothic"/>
              </a:defRPr>
            </a:defPPr>
            <a:lvl1pPr algn="l">
              <a:defRPr sz="1650" b="1">
                <a:solidFill>
                  <a:srgbClr val="A94737"/>
                </a:solidFill>
                <a:latin typeface="Yu Gothic"/>
                <a:ea typeface="Yu Gothic"/>
                <a:cs typeface="Yu Gothic"/>
              </a:defRPr>
            </a:lvl1pPr>
            <a:lvl2pPr algn="l">
              <a:defRPr sz="1650" b="1">
                <a:solidFill>
                  <a:srgbClr val="A94737"/>
                </a:solidFill>
                <a:latin typeface="Yu Gothic"/>
                <a:ea typeface="Yu Gothic"/>
                <a:cs typeface="Yu Gothic"/>
              </a:defRPr>
            </a:lvl2pPr>
            <a:lvl3pPr algn="l">
              <a:defRPr sz="1650" b="1">
                <a:solidFill>
                  <a:srgbClr val="A94737"/>
                </a:solidFill>
                <a:latin typeface="Yu Gothic"/>
                <a:ea typeface="Yu Gothic"/>
                <a:cs typeface="Yu Gothic"/>
              </a:defRPr>
            </a:lvl3pPr>
            <a:lvl4pPr algn="l">
              <a:defRPr sz="1650" b="1">
                <a:solidFill>
                  <a:srgbClr val="A94737"/>
                </a:solidFill>
                <a:latin typeface="Yu Gothic"/>
                <a:ea typeface="Yu Gothic"/>
                <a:cs typeface="Yu Gothic"/>
              </a:defRPr>
            </a:lvl4pPr>
            <a:lvl5pPr algn="l">
              <a:defRPr sz="1650" b="1">
                <a:solidFill>
                  <a:srgbClr val="A94737"/>
                </a:solidFill>
                <a:latin typeface="Yu Gothic"/>
                <a:ea typeface="Yu Gothic"/>
                <a:cs typeface="Yu Gothic"/>
              </a:defRPr>
            </a:lvl5pPr>
            <a:lvl6pPr algn="l">
              <a:defRPr sz="1650" b="1">
                <a:solidFill>
                  <a:srgbClr val="A94737"/>
                </a:solidFill>
                <a:latin typeface="Yu Gothic"/>
                <a:ea typeface="Yu Gothic"/>
                <a:cs typeface="Yu Gothic"/>
              </a:defRPr>
            </a:lvl6pPr>
            <a:lvl7pPr algn="l">
              <a:defRPr sz="1650" b="1">
                <a:solidFill>
                  <a:srgbClr val="A94737"/>
                </a:solidFill>
                <a:latin typeface="Yu Gothic"/>
                <a:ea typeface="Yu Gothic"/>
                <a:cs typeface="Yu Gothic"/>
              </a:defRPr>
            </a:lvl7pPr>
            <a:lvl8pPr algn="l">
              <a:defRPr sz="1650" b="1">
                <a:solidFill>
                  <a:srgbClr val="A94737"/>
                </a:solidFill>
                <a:latin typeface="Yu Gothic"/>
                <a:ea typeface="Yu Gothic"/>
                <a:cs typeface="Yu Gothic"/>
              </a:defRPr>
            </a:lvl8pPr>
            <a:lvl9pPr algn="l">
              <a:defRPr sz="1650" b="1">
                <a:solidFill>
                  <a:srgbClr val="A94737"/>
                </a:solidFill>
                <a:latin typeface="Yu Gothic"/>
                <a:ea typeface="Yu Gothic"/>
                <a:cs typeface="Yu Gothic"/>
              </a:defRPr>
            </a:lvl9pPr>
          </a:lstStyle>
          <a:p xmlns:a="http://schemas.openxmlformats.org/drawingml/2006/main">
            <a:pPr algn="l">
              <a:defRPr sz="1650" b="1">
                <a:solidFill>
                  <a:srgbClr val="A94737"/>
                </a:solidFill>
                <a:latin typeface="Yu Gothic"/>
                <a:ea typeface="Yu Gothic"/>
                <a:cs typeface="Yu Gothic"/>
              </a:defRPr>
            </a:pPr>
            <a:r>
              <a:rPr sz="1650" b="1">
                <a:solidFill>
                  <a:srgbClr val="A94737"/>
                </a:solidFill>
                <a:latin typeface="Yu Gothic"/>
                <a:ea typeface="Yu Gothic"/>
                <a:cs typeface="Yu Gothic"/>
              </a:rPr>
              <a:t>磁北</a:t>
            </a:r>
          </a:p>
        </p:txBody>
      </p:sp>
      <p:sp>
        <p:nvSpPr>
          <p:cNvPr id="20" name="">
            <a:extLst xmlns:a="http://schemas.openxmlformats.org/drawingml/2006/main">
              <a:ext uri="{FF2B5EF4-FFF2-40B4-BE49-F238E27FC236}">
                <a16:creationId xmlns:a16="http://schemas.microsoft.com/office/drawing/2014/main" id="{3F837904-21B9-4C81-9140-6DCEB1E5BFB8}"/>
              </a:ext>
            </a:extLst>
          </p:cNvPr>
          <p:cNvSpPr>
            <a:spLocks xmlns:a="http://schemas.openxmlformats.org/drawingml/2006/main" noGrp="1"/>
          </p:cNvSpPr>
          <p:nvPr/>
        </p:nvSpPr>
        <p:spPr>
          <a:xfrm xmlns:a="http://schemas.openxmlformats.org/drawingml/2006/main">
            <a:off x="8506100" y="4346029"/>
            <a:ext cx="131170" cy="16106"/>
          </a:xfrm>
          <a:custGeom xmlns:a="http://schemas.openxmlformats.org/drawingml/2006/main">
            <a:pathLst>
              <a:path w="131170" h="16106">
                <a:moveTo>
                  <a:pt x="0" y="16106"/>
                </a:moveTo>
                <a:lnTo>
                  <a:pt x="12893" y="13058"/>
                </a:lnTo>
                <a:lnTo>
                  <a:pt x="25856" y="10326"/>
                </a:lnTo>
                <a:lnTo>
                  <a:pt x="38883" y="7912"/>
                </a:lnTo>
                <a:lnTo>
                  <a:pt x="51964" y="5817"/>
                </a:lnTo>
                <a:lnTo>
                  <a:pt x="65093" y="4041"/>
                </a:lnTo>
                <a:lnTo>
                  <a:pt x="78261" y="2588"/>
                </a:lnTo>
                <a:lnTo>
                  <a:pt x="91460" y="1456"/>
                </a:lnTo>
                <a:lnTo>
                  <a:pt x="104684" y="647"/>
                </a:lnTo>
                <a:lnTo>
                  <a:pt x="117923" y="162"/>
                </a:lnTo>
                <a:lnTo>
                  <a:pt x="131170" y="0"/>
                </a:lnTo>
              </a:path>
            </a:pathLst>
          </a:custGeom>
          <a:noFill xmlns:a="http://schemas.openxmlformats.org/drawingml/2006/main"/>
          <a:ln xmlns:a="http://schemas.openxmlformats.org/drawingml/2006/main" w="28575">
            <a:solidFill>
              <a:srgbClr val="A94737"/>
            </a:solidFill>
            <a:prstDash val="solid"/>
          </a:ln>
        </p:spPr>
      </p:sp>
      <p:sp>
        <p:nvSpPr>
          <p:cNvPr id="21" name="">
            <a:extLst xmlns:a="http://schemas.openxmlformats.org/drawingml/2006/main">
              <a:ext uri="{FF2B5EF4-FFF2-40B4-BE49-F238E27FC236}">
                <a16:creationId xmlns:a16="http://schemas.microsoft.com/office/drawing/2014/main" id="{EF67BFB7-6A72-4888-8BAE-E8425DF666F7}"/>
              </a:ext>
            </a:extLst>
          </p:cNvPr>
          <p:cNvSpPr>
            <a:spLocks xmlns:a="http://schemas.openxmlformats.org/drawingml/2006/main" noGrp="1"/>
          </p:cNvSpPr>
          <p:nvPr/>
        </p:nvSpPr>
        <p:spPr>
          <a:xfrm xmlns:a="http://schemas.openxmlformats.org/drawingml/2006/main">
            <a:off x="8637270" y="4133021"/>
            <a:ext cx="157017" cy="16503"/>
          </a:xfrm>
          <a:custGeom xmlns:a="http://schemas.openxmlformats.org/drawingml/2006/main">
            <a:pathLst>
              <a:path w="157017" h="16503">
                <a:moveTo>
                  <a:pt x="0" y="0"/>
                </a:moveTo>
                <a:lnTo>
                  <a:pt x="15816" y="166"/>
                </a:lnTo>
                <a:lnTo>
                  <a:pt x="31625" y="662"/>
                </a:lnTo>
                <a:lnTo>
                  <a:pt x="47420" y="1490"/>
                </a:lnTo>
                <a:lnTo>
                  <a:pt x="63194" y="2649"/>
                </a:lnTo>
                <a:lnTo>
                  <a:pt x="78941" y="4137"/>
                </a:lnTo>
                <a:lnTo>
                  <a:pt x="94653" y="5955"/>
                </a:lnTo>
                <a:lnTo>
                  <a:pt x="110323" y="8102"/>
                </a:lnTo>
                <a:lnTo>
                  <a:pt x="125945" y="10576"/>
                </a:lnTo>
                <a:lnTo>
                  <a:pt x="141512" y="13377"/>
                </a:lnTo>
                <a:lnTo>
                  <a:pt x="157017" y="16503"/>
                </a:lnTo>
              </a:path>
            </a:pathLst>
          </a:custGeom>
          <a:noFill xmlns:a="http://schemas.openxmlformats.org/drawingml/2006/main"/>
          <a:ln xmlns:a="http://schemas.openxmlformats.org/drawingml/2006/main" w="28575">
            <a:solidFill>
              <a:srgbClr val="166B68"/>
            </a:solidFill>
            <a:prstDash val="solid"/>
          </a:ln>
        </p:spPr>
      </p:sp>
      <p:sp>
        <p:nvSpPr>
          <p:cNvPr id="22" name="">
            <a:extLst xmlns:a="http://schemas.openxmlformats.org/drawingml/2006/main">
              <a:ext uri="{FF2B5EF4-FFF2-40B4-BE49-F238E27FC236}">
                <a16:creationId xmlns:a16="http://schemas.microsoft.com/office/drawing/2014/main" id="{D9453F0E-A3A4-4DA9-BCC2-71D9796BDA52}"/>
              </a:ext>
            </a:extLst>
          </p:cNvPr>
          <p:cNvSpPr>
            <a:spLocks xmlns:a="http://schemas.openxmlformats.org/drawingml/2006/main" noGrp="1"/>
          </p:cNvSpPr>
          <p:nvPr/>
        </p:nvSpPr>
        <p:spPr>
          <a:xfrm xmlns:a="http://schemas.openxmlformats.org/drawingml/2006/main">
            <a:off x="8580120" y="4831080"/>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23" name="">
            <a:extLst xmlns:a="http://schemas.openxmlformats.org/drawingml/2006/main">
              <a:ext uri="{FF2B5EF4-FFF2-40B4-BE49-F238E27FC236}">
                <a16:creationId xmlns:a16="http://schemas.microsoft.com/office/drawing/2014/main" id="{7FC4F04B-0CF9-4E9E-A731-5CF84E6F1880}"/>
              </a:ext>
            </a:extLst>
          </p:cNvPr>
          <p:cNvSpPr>
            <a:spLocks xmlns:a="http://schemas.openxmlformats.org/drawingml/2006/main" noGrp="1"/>
          </p:cNvSpPr>
          <p:nvPr/>
        </p:nvSpPr>
        <p:spPr>
          <a:xfrm xmlns:a="http://schemas.openxmlformats.org/drawingml/2006/main">
            <a:off x="8370570" y="4945380"/>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O</a:t>
            </a:r>
          </a:p>
        </p:txBody>
      </p:sp>
    </p:spTree>
    <p:extLst>
      <p:ext uri="{BB962C8B-B14F-4D97-AF65-F5344CB8AC3E}">
        <p14:creationId xmlns:p14="http://schemas.microsoft.com/office/powerpoint/2010/main" val="85067454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2026-10-26T16:46:20.8280000Z</dcterms:created>
  <dcterms:modified xsi:type="dcterms:W3CDTF">2026-10-26T16:46:20.8290000Z</dcterms:modified>
</coreProperties>
</file>